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9" r:id="rId4"/>
    <p:sldMasterId id="2147484147" r:id="rId5"/>
  </p:sldMasterIdLst>
  <p:notesMasterIdLst>
    <p:notesMasterId r:id="rId37"/>
  </p:notesMasterIdLst>
  <p:handoutMasterIdLst>
    <p:handoutMasterId r:id="rId38"/>
  </p:handoutMasterIdLst>
  <p:sldIdLst>
    <p:sldId id="2147471006" r:id="rId6"/>
    <p:sldId id="8097" r:id="rId7"/>
    <p:sldId id="8098" r:id="rId8"/>
    <p:sldId id="2147476458" r:id="rId9"/>
    <p:sldId id="2147471005" r:id="rId10"/>
    <p:sldId id="2147476459" r:id="rId11"/>
    <p:sldId id="2134806101" r:id="rId12"/>
    <p:sldId id="2147470985" r:id="rId13"/>
    <p:sldId id="2147470962" r:id="rId14"/>
    <p:sldId id="22429" r:id="rId15"/>
    <p:sldId id="2147470993" r:id="rId16"/>
    <p:sldId id="307" r:id="rId17"/>
    <p:sldId id="2147470957" r:id="rId18"/>
    <p:sldId id="2147471004" r:id="rId19"/>
    <p:sldId id="2917" r:id="rId20"/>
    <p:sldId id="2147470994" r:id="rId21"/>
    <p:sldId id="2147471002" r:id="rId22"/>
    <p:sldId id="2147470963" r:id="rId23"/>
    <p:sldId id="2147470982" r:id="rId24"/>
    <p:sldId id="2147476461" r:id="rId25"/>
    <p:sldId id="2147470966" r:id="rId26"/>
    <p:sldId id="2147470976" r:id="rId27"/>
    <p:sldId id="2147470968" r:id="rId28"/>
    <p:sldId id="2147471000" r:id="rId29"/>
    <p:sldId id="2147470984" r:id="rId30"/>
    <p:sldId id="2147470998" r:id="rId31"/>
    <p:sldId id="2147470999" r:id="rId32"/>
    <p:sldId id="2147470983" r:id="rId33"/>
    <p:sldId id="2147470995" r:id="rId34"/>
    <p:sldId id="2147476462" r:id="rId35"/>
    <p:sldId id="2147471001" r:id="rId36"/>
  </p:sldIdLst>
  <p:sldSz cx="9144000" cy="5143500" type="screen16x9"/>
  <p:notesSz cx="9939338" cy="143684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6A8078A-8128-4724-8DDB-1D0D23A943AF}">
          <p14:sldIdLst>
            <p14:sldId id="2147471006"/>
            <p14:sldId id="8097"/>
            <p14:sldId id="8098"/>
            <p14:sldId id="2147476458"/>
            <p14:sldId id="2147471005"/>
            <p14:sldId id="2147476459"/>
            <p14:sldId id="2134806101"/>
            <p14:sldId id="2147470985"/>
            <p14:sldId id="2147470962"/>
            <p14:sldId id="22429"/>
            <p14:sldId id="2147470993"/>
            <p14:sldId id="307"/>
            <p14:sldId id="2147470957"/>
            <p14:sldId id="2147471004"/>
            <p14:sldId id="2917"/>
            <p14:sldId id="2147470994"/>
            <p14:sldId id="2147471002"/>
            <p14:sldId id="2147470963"/>
            <p14:sldId id="2147470982"/>
            <p14:sldId id="2147476461"/>
            <p14:sldId id="2147470966"/>
            <p14:sldId id="2147470976"/>
            <p14:sldId id="2147470968"/>
            <p14:sldId id="2147471000"/>
            <p14:sldId id="2147470984"/>
            <p14:sldId id="2147470998"/>
            <p14:sldId id="2147470999"/>
            <p14:sldId id="2147470983"/>
            <p14:sldId id="2147470995"/>
            <p14:sldId id="2147476462"/>
            <p14:sldId id="2147471001"/>
          </p14:sldIdLst>
        </p14:section>
      </p14:sectionLst>
    </p:ext>
    <p:ext uri="{EFAFB233-063F-42B5-8137-9DF3F51BA10A}">
      <p15:sldGuideLst xmlns:p15="http://schemas.microsoft.com/office/powerpoint/2012/main">
        <p15:guide id="1" orient="horz" pos="1620">
          <p15:clr>
            <a:srgbClr val="A4A3A4"/>
          </p15:clr>
        </p15:guide>
        <p15:guide id="2" orient="horz" pos="599">
          <p15:clr>
            <a:srgbClr val="A4A3A4"/>
          </p15:clr>
        </p15:guide>
        <p15:guide id="3" pos="2880">
          <p15:clr>
            <a:srgbClr val="A4A3A4"/>
          </p15:clr>
        </p15:guide>
        <p15:guide id="4" pos="5602" userDrawn="1">
          <p15:clr>
            <a:srgbClr val="A4A3A4"/>
          </p15:clr>
        </p15:guide>
        <p15:guide id="5" pos="158" userDrawn="1">
          <p15:clr>
            <a:srgbClr val="A4A3A4"/>
          </p15:clr>
        </p15:guide>
      </p15:sldGuideLst>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EE3134"/>
    <a:srgbClr val="FF33CC"/>
    <a:srgbClr val="FFCCCC"/>
    <a:srgbClr val="897C7C"/>
    <a:srgbClr val="FFFFFF"/>
    <a:srgbClr val="FF5050"/>
    <a:srgbClr val="92D050"/>
    <a:srgbClr val="568AC4"/>
    <a:srgbClr val="F99E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C14032-74FE-4F38-897D-CF2A7DC5A1B9}" v="94" dt="2024-06-05T01:32:28.8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1" d="100"/>
          <a:sy n="121" d="100"/>
        </p:scale>
        <p:origin x="351" y="57"/>
      </p:cViewPr>
      <p:guideLst>
        <p:guide orient="horz" pos="1620"/>
        <p:guide orient="horz" pos="599"/>
        <p:guide pos="2880"/>
        <p:guide pos="5602"/>
        <p:guide pos="158"/>
      </p:guideLst>
    </p:cSldViewPr>
  </p:slideViewPr>
  <p:notesTextViewPr>
    <p:cViewPr>
      <p:scale>
        <a:sx n="1" d="1"/>
        <a:sy n="1" d="1"/>
      </p:scale>
      <p:origin x="0" y="0"/>
    </p:cViewPr>
  </p:notesTextViewPr>
  <p:notesViewPr>
    <p:cSldViewPr snapToGrid="0">
      <p:cViewPr>
        <p:scale>
          <a:sx n="1" d="2"/>
          <a:sy n="1" d="2"/>
        </p:scale>
        <p:origin x="0" y="0"/>
      </p:cViewPr>
      <p:guideLst>
        <p:guide orient="horz" pos="4526"/>
        <p:guide pos="313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ne King" userId="3fa97433-aef5-418a-a784-4a9bb0b21088" providerId="ADAL" clId="{3513EA4A-C67C-4B21-A8EA-099368013F35}"/>
    <pc:docChg chg="custSel addSld modSld sldOrd modNotesMaster modHandout">
      <pc:chgData name="Dianne King" userId="3fa97433-aef5-418a-a784-4a9bb0b21088" providerId="ADAL" clId="{3513EA4A-C67C-4B21-A8EA-099368013F35}" dt="2023-07-24T04:54:13.731" v="606"/>
      <pc:docMkLst>
        <pc:docMk/>
      </pc:docMkLst>
      <pc:sldChg chg="modNotesTx">
        <pc:chgData name="Dianne King" userId="3fa97433-aef5-418a-a784-4a9bb0b21088" providerId="ADAL" clId="{3513EA4A-C67C-4B21-A8EA-099368013F35}" dt="2023-07-23T22:48:47.961" v="584" actId="20577"/>
        <pc:sldMkLst>
          <pc:docMk/>
          <pc:sldMk cId="4251587149" sldId="268"/>
        </pc:sldMkLst>
      </pc:sldChg>
      <pc:sldChg chg="delSp modSp mod">
        <pc:chgData name="Dianne King" userId="3fa97433-aef5-418a-a784-4a9bb0b21088" providerId="ADAL" clId="{3513EA4A-C67C-4B21-A8EA-099368013F35}" dt="2023-07-23T21:47:18.990" v="3" actId="478"/>
        <pc:sldMkLst>
          <pc:docMk/>
          <pc:sldMk cId="3934606366" sldId="410"/>
        </pc:sldMkLst>
        <pc:spChg chg="del mod">
          <ac:chgData name="Dianne King" userId="3fa97433-aef5-418a-a784-4a9bb0b21088" providerId="ADAL" clId="{3513EA4A-C67C-4B21-A8EA-099368013F35}" dt="2023-07-23T21:47:18.990" v="3" actId="478"/>
          <ac:spMkLst>
            <pc:docMk/>
            <pc:sldMk cId="3934606366" sldId="410"/>
            <ac:spMk id="6" creationId="{00000000-0000-0000-0000-000000000000}"/>
          </ac:spMkLst>
        </pc:spChg>
      </pc:sldChg>
      <pc:sldChg chg="ord">
        <pc:chgData name="Dianne King" userId="3fa97433-aef5-418a-a784-4a9bb0b21088" providerId="ADAL" clId="{3513EA4A-C67C-4B21-A8EA-099368013F35}" dt="2023-07-24T02:26:00.646" v="586"/>
        <pc:sldMkLst>
          <pc:docMk/>
          <pc:sldMk cId="613955024" sldId="445"/>
        </pc:sldMkLst>
      </pc:sldChg>
      <pc:sldChg chg="ord">
        <pc:chgData name="Dianne King" userId="3fa97433-aef5-418a-a784-4a9bb0b21088" providerId="ADAL" clId="{3513EA4A-C67C-4B21-A8EA-099368013F35}" dt="2023-07-24T04:54:13.731" v="606"/>
        <pc:sldMkLst>
          <pc:docMk/>
          <pc:sldMk cId="3761222711" sldId="448"/>
        </pc:sldMkLst>
      </pc:sldChg>
      <pc:sldChg chg="modNotes">
        <pc:chgData name="Dianne King" userId="3fa97433-aef5-418a-a784-4a9bb0b21088" providerId="ADAL" clId="{3513EA4A-C67C-4B21-A8EA-099368013F35}" dt="2023-07-23T21:43:34.965" v="0"/>
        <pc:sldMkLst>
          <pc:docMk/>
          <pc:sldMk cId="1478236237" sldId="2147470927"/>
        </pc:sldMkLst>
      </pc:sldChg>
      <pc:sldChg chg="modNotes">
        <pc:chgData name="Dianne King" userId="3fa97433-aef5-418a-a784-4a9bb0b21088" providerId="ADAL" clId="{3513EA4A-C67C-4B21-A8EA-099368013F35}" dt="2023-07-23T21:43:34.965" v="0"/>
        <pc:sldMkLst>
          <pc:docMk/>
          <pc:sldMk cId="3735410855" sldId="2147470928"/>
        </pc:sldMkLst>
      </pc:sldChg>
      <pc:sldChg chg="modSp">
        <pc:chgData name="Dianne King" userId="3fa97433-aef5-418a-a784-4a9bb0b21088" providerId="ADAL" clId="{3513EA4A-C67C-4B21-A8EA-099368013F35}" dt="2023-07-24T02:27:29.512" v="596" actId="20577"/>
        <pc:sldMkLst>
          <pc:docMk/>
          <pc:sldMk cId="1739849173" sldId="2147470942"/>
        </pc:sldMkLst>
        <pc:graphicFrameChg chg="mod">
          <ac:chgData name="Dianne King" userId="3fa97433-aef5-418a-a784-4a9bb0b21088" providerId="ADAL" clId="{3513EA4A-C67C-4B21-A8EA-099368013F35}" dt="2023-07-24T02:27:29.512" v="596" actId="20577"/>
          <ac:graphicFrameMkLst>
            <pc:docMk/>
            <pc:sldMk cId="1739849173" sldId="2147470942"/>
            <ac:graphicFrameMk id="6" creationId="{DD4C9966-CFBE-424C-CD70-198246AE0A24}"/>
          </ac:graphicFrameMkLst>
        </pc:graphicFrameChg>
      </pc:sldChg>
      <pc:sldChg chg="addSp delSp modSp new mod ord">
        <pc:chgData name="Dianne King" userId="3fa97433-aef5-418a-a784-4a9bb0b21088" providerId="ADAL" clId="{3513EA4A-C67C-4B21-A8EA-099368013F35}" dt="2023-07-24T04:53:58.403" v="602"/>
        <pc:sldMkLst>
          <pc:docMk/>
          <pc:sldMk cId="1348470024" sldId="2147470954"/>
        </pc:sldMkLst>
        <pc:spChg chg="mod">
          <ac:chgData name="Dianne King" userId="3fa97433-aef5-418a-a784-4a9bb0b21088" providerId="ADAL" clId="{3513EA4A-C67C-4B21-A8EA-099368013F35}" dt="2023-07-24T02:27:13.759" v="595" actId="1076"/>
          <ac:spMkLst>
            <pc:docMk/>
            <pc:sldMk cId="1348470024" sldId="2147470954"/>
            <ac:spMk id="3" creationId="{54A0623E-10F2-36F7-909A-43FAF5AEFB72}"/>
          </ac:spMkLst>
        </pc:spChg>
        <pc:spChg chg="del">
          <ac:chgData name="Dianne King" userId="3fa97433-aef5-418a-a784-4a9bb0b21088" providerId="ADAL" clId="{3513EA4A-C67C-4B21-A8EA-099368013F35}" dt="2023-07-24T02:27:09.504" v="594" actId="478"/>
          <ac:spMkLst>
            <pc:docMk/>
            <pc:sldMk cId="1348470024" sldId="2147470954"/>
            <ac:spMk id="4" creationId="{1E270090-9311-97E6-B40A-72B974ECB026}"/>
          </ac:spMkLst>
        </pc:spChg>
        <pc:spChg chg="add mod">
          <ac:chgData name="Dianne King" userId="3fa97433-aef5-418a-a784-4a9bb0b21088" providerId="ADAL" clId="{3513EA4A-C67C-4B21-A8EA-099368013F35}" dt="2023-07-24T02:27:44.707" v="598" actId="1076"/>
          <ac:spMkLst>
            <pc:docMk/>
            <pc:sldMk cId="1348470024" sldId="2147470954"/>
            <ac:spMk id="5" creationId="{91CA87EF-29D1-D9C2-EB05-B0C7943D0E9E}"/>
          </ac:spMkLst>
        </pc:spChg>
      </pc:sldChg>
    </pc:docChg>
  </pc:docChgLst>
  <pc:docChgLst>
    <pc:chgData name="Bourne, Nicholas (A&amp;F, St. Lucia)" userId="S::bou13h@csiro.au::415f5734-e6d0-4e0d-b569-19a82570428f" providerId="AD" clId="Web-{4C3FF029-8107-2B8D-77DD-A08706B3D5E3}"/>
    <pc:docChg chg="modSld">
      <pc:chgData name="Bourne, Nicholas (A&amp;F, St. Lucia)" userId="S::bou13h@csiro.au::415f5734-e6d0-4e0d-b569-19a82570428f" providerId="AD" clId="Web-{4C3FF029-8107-2B8D-77DD-A08706B3D5E3}" dt="2023-08-03T02:03:49.523" v="0" actId="1076"/>
      <pc:docMkLst>
        <pc:docMk/>
      </pc:docMkLst>
      <pc:sldChg chg="modSp">
        <pc:chgData name="Bourne, Nicholas (A&amp;F, St. Lucia)" userId="S::bou13h@csiro.au::415f5734-e6d0-4e0d-b569-19a82570428f" providerId="AD" clId="Web-{4C3FF029-8107-2B8D-77DD-A08706B3D5E3}" dt="2023-08-03T02:03:49.523" v="0" actId="1076"/>
        <pc:sldMkLst>
          <pc:docMk/>
          <pc:sldMk cId="1175510100" sldId="2147470946"/>
        </pc:sldMkLst>
        <pc:graphicFrameChg chg="mod">
          <ac:chgData name="Bourne, Nicholas (A&amp;F, St. Lucia)" userId="S::bou13h@csiro.au::415f5734-e6d0-4e0d-b569-19a82570428f" providerId="AD" clId="Web-{4C3FF029-8107-2B8D-77DD-A08706B3D5E3}" dt="2023-08-03T02:03:49.523" v="0" actId="1076"/>
          <ac:graphicFrameMkLst>
            <pc:docMk/>
            <pc:sldMk cId="1175510100" sldId="2147470946"/>
            <ac:graphicFrameMk id="4" creationId="{C489C250-E27B-40F1-9B7B-F961B675D86C}"/>
          </ac:graphicFrameMkLst>
        </pc:graphicFrameChg>
      </pc:sldChg>
    </pc:docChg>
  </pc:docChgLst>
  <pc:docChgLst>
    <pc:chgData name="King, Dianne (IM&amp;T, Clayton)" userId="S::kin293@csiro.au::3fa97433-aef5-418a-a784-4a9bb0b21088" providerId="AD" clId="Web-{7B89A8FB-A9C9-4105-B00A-71203A2FA4E5}"/>
    <pc:docChg chg="modSld">
      <pc:chgData name="King, Dianne (IM&amp;T, Clayton)" userId="S::kin293@csiro.au::3fa97433-aef5-418a-a784-4a9bb0b21088" providerId="AD" clId="Web-{7B89A8FB-A9C9-4105-B00A-71203A2FA4E5}" dt="2023-07-21T01:27:32.973" v="14" actId="20577"/>
      <pc:docMkLst>
        <pc:docMk/>
      </pc:docMkLst>
      <pc:sldChg chg="modSp">
        <pc:chgData name="King, Dianne (IM&amp;T, Clayton)" userId="S::kin293@csiro.au::3fa97433-aef5-418a-a784-4a9bb0b21088" providerId="AD" clId="Web-{7B89A8FB-A9C9-4105-B00A-71203A2FA4E5}" dt="2023-07-21T01:27:32.973" v="14" actId="20577"/>
        <pc:sldMkLst>
          <pc:docMk/>
          <pc:sldMk cId="3761222711" sldId="448"/>
        </pc:sldMkLst>
        <pc:spChg chg="mod">
          <ac:chgData name="King, Dianne (IM&amp;T, Clayton)" userId="S::kin293@csiro.au::3fa97433-aef5-418a-a784-4a9bb0b21088" providerId="AD" clId="Web-{7B89A8FB-A9C9-4105-B00A-71203A2FA4E5}" dt="2023-07-21T01:27:32.973" v="14" actId="20577"/>
          <ac:spMkLst>
            <pc:docMk/>
            <pc:sldMk cId="3761222711" sldId="448"/>
            <ac:spMk id="5" creationId="{4337704B-52BB-A4D3-5401-2749D590D82B}"/>
          </ac:spMkLst>
        </pc:spChg>
      </pc:sldChg>
    </pc:docChg>
  </pc:docChgLst>
  <pc:docChgLst>
    <pc:chgData name="King, Dianne (IM&amp;T, Clayton)" userId="S::kin293@csiro.au::3fa97433-aef5-418a-a784-4a9bb0b21088" providerId="AD" clId="Web-{CCA75259-6A0F-41EE-8851-E675F56E9CF8}"/>
    <pc:docChg chg="addSld modSld">
      <pc:chgData name="King, Dianne (IM&amp;T, Clayton)" userId="S::kin293@csiro.au::3fa97433-aef5-418a-a784-4a9bb0b21088" providerId="AD" clId="Web-{CCA75259-6A0F-41EE-8851-E675F56E9CF8}" dt="2023-07-20T03:13:51.898" v="10" actId="20577"/>
      <pc:docMkLst>
        <pc:docMk/>
      </pc:docMkLst>
      <pc:sldChg chg="modSp new">
        <pc:chgData name="King, Dianne (IM&amp;T, Clayton)" userId="S::kin293@csiro.au::3fa97433-aef5-418a-a784-4a9bb0b21088" providerId="AD" clId="Web-{CCA75259-6A0F-41EE-8851-E675F56E9CF8}" dt="2023-07-20T03:13:51.898" v="10" actId="20577"/>
        <pc:sldMkLst>
          <pc:docMk/>
          <pc:sldMk cId="2489848618" sldId="438"/>
        </pc:sldMkLst>
        <pc:spChg chg="mod">
          <ac:chgData name="King, Dianne (IM&amp;T, Clayton)" userId="S::kin293@csiro.au::3fa97433-aef5-418a-a784-4a9bb0b21088" providerId="AD" clId="Web-{CCA75259-6A0F-41EE-8851-E675F56E9CF8}" dt="2023-07-20T03:13:51.898" v="10" actId="20577"/>
          <ac:spMkLst>
            <pc:docMk/>
            <pc:sldMk cId="2489848618" sldId="438"/>
            <ac:spMk id="2" creationId="{8BE602FF-2B46-C952-7A18-77A31D03DE77}"/>
          </ac:spMkLst>
        </pc:spChg>
      </pc:sldChg>
    </pc:docChg>
  </pc:docChgLst>
  <pc:docChgLst>
    <pc:chgData name="Staples, Jessie (CorpAffairs, Kensington WA)" userId="7d0f0da2-c0b8-4772-aeff-0f6772a21e28" providerId="ADAL" clId="{429228E2-6BB0-4959-BE40-ECA16FD12A47}"/>
    <pc:docChg chg="addSld modSld">
      <pc:chgData name="Staples, Jessie (CorpAffairs, Kensington WA)" userId="7d0f0da2-c0b8-4772-aeff-0f6772a21e28" providerId="ADAL" clId="{429228E2-6BB0-4959-BE40-ECA16FD12A47}" dt="2023-07-19T03:24:06.844" v="4"/>
      <pc:docMkLst>
        <pc:docMk/>
      </pc:docMkLst>
      <pc:sldChg chg="add mod modShow">
        <pc:chgData name="Staples, Jessie (CorpAffairs, Kensington WA)" userId="7d0f0da2-c0b8-4772-aeff-0f6772a21e28" providerId="ADAL" clId="{429228E2-6BB0-4959-BE40-ECA16FD12A47}" dt="2023-07-19T03:23:56.449" v="3" actId="729"/>
        <pc:sldMkLst>
          <pc:docMk/>
          <pc:sldMk cId="546265353" sldId="259"/>
        </pc:sldMkLst>
      </pc:sldChg>
      <pc:sldChg chg="add mod modShow">
        <pc:chgData name="Staples, Jessie (CorpAffairs, Kensington WA)" userId="7d0f0da2-c0b8-4772-aeff-0f6772a21e28" providerId="ADAL" clId="{429228E2-6BB0-4959-BE40-ECA16FD12A47}" dt="2023-07-19T03:23:52.584" v="2" actId="729"/>
        <pc:sldMkLst>
          <pc:docMk/>
          <pc:sldMk cId="826651462" sldId="266"/>
        </pc:sldMkLst>
      </pc:sldChg>
      <pc:sldChg chg="add">
        <pc:chgData name="Staples, Jessie (CorpAffairs, Kensington WA)" userId="7d0f0da2-c0b8-4772-aeff-0f6772a21e28" providerId="ADAL" clId="{429228E2-6BB0-4959-BE40-ECA16FD12A47}" dt="2023-07-19T03:24:06.844" v="4"/>
        <pc:sldMkLst>
          <pc:docMk/>
          <pc:sldMk cId="4251587149" sldId="268"/>
        </pc:sldMkLst>
      </pc:sldChg>
    </pc:docChg>
  </pc:docChgLst>
  <pc:docChgLst>
    <pc:chgData name="Mayo, Sherry (Manufacturing, Clayton)" userId="S::may130@csiro.au::4e8b6fe7-3800-4cf1-a24c-5cfccb4c224c" providerId="AD" clId="Web-{9CF109D3-F441-4428-8183-4C90638C1E2B}"/>
    <pc:docChg chg="modSld">
      <pc:chgData name="Mayo, Sherry (Manufacturing, Clayton)" userId="S::may130@csiro.au::4e8b6fe7-3800-4cf1-a24c-5cfccb4c224c" providerId="AD" clId="Web-{9CF109D3-F441-4428-8183-4C90638C1E2B}" dt="2023-07-20T04:20:10.451" v="17" actId="1076"/>
      <pc:docMkLst>
        <pc:docMk/>
      </pc:docMkLst>
      <pc:sldChg chg="modSp">
        <pc:chgData name="Mayo, Sherry (Manufacturing, Clayton)" userId="S::may130@csiro.au::4e8b6fe7-3800-4cf1-a24c-5cfccb4c224c" providerId="AD" clId="Web-{9CF109D3-F441-4428-8183-4C90638C1E2B}" dt="2023-07-20T04:20:10.451" v="17" actId="1076"/>
        <pc:sldMkLst>
          <pc:docMk/>
          <pc:sldMk cId="3737707652" sldId="264"/>
        </pc:sldMkLst>
        <pc:spChg chg="mod">
          <ac:chgData name="Mayo, Sherry (Manufacturing, Clayton)" userId="S::may130@csiro.au::4e8b6fe7-3800-4cf1-a24c-5cfccb4c224c" providerId="AD" clId="Web-{9CF109D3-F441-4428-8183-4C90638C1E2B}" dt="2023-07-20T04:20:10.451" v="17" actId="1076"/>
          <ac:spMkLst>
            <pc:docMk/>
            <pc:sldMk cId="3737707652" sldId="264"/>
            <ac:spMk id="9" creationId="{FA2CE996-C061-6C69-0BAF-125334DB68F7}"/>
          </ac:spMkLst>
        </pc:spChg>
        <pc:spChg chg="mod">
          <ac:chgData name="Mayo, Sherry (Manufacturing, Clayton)" userId="S::may130@csiro.au::4e8b6fe7-3800-4cf1-a24c-5cfccb4c224c" providerId="AD" clId="Web-{9CF109D3-F441-4428-8183-4C90638C1E2B}" dt="2023-07-20T04:20:02.576" v="16" actId="1076"/>
          <ac:spMkLst>
            <pc:docMk/>
            <pc:sldMk cId="3737707652" sldId="264"/>
            <ac:spMk id="11" creationId="{B74BB503-126C-3A76-EB11-1E9BE6AAAB53}"/>
          </ac:spMkLst>
        </pc:spChg>
        <pc:spChg chg="mod">
          <ac:chgData name="Mayo, Sherry (Manufacturing, Clayton)" userId="S::may130@csiro.au::4e8b6fe7-3800-4cf1-a24c-5cfccb4c224c" providerId="AD" clId="Web-{9CF109D3-F441-4428-8183-4C90638C1E2B}" dt="2023-07-20T04:19:48.170" v="15" actId="1076"/>
          <ac:spMkLst>
            <pc:docMk/>
            <pc:sldMk cId="3737707652" sldId="264"/>
            <ac:spMk id="12" creationId="{22B192E4-A3EB-EB63-EEE1-D1D1377BC7AE}"/>
          </ac:spMkLst>
        </pc:spChg>
        <pc:spChg chg="mod">
          <ac:chgData name="Mayo, Sherry (Manufacturing, Clayton)" userId="S::may130@csiro.au::4e8b6fe7-3800-4cf1-a24c-5cfccb4c224c" providerId="AD" clId="Web-{9CF109D3-F441-4428-8183-4C90638C1E2B}" dt="2023-07-20T04:17:09.450" v="14" actId="20577"/>
          <ac:spMkLst>
            <pc:docMk/>
            <pc:sldMk cId="3737707652" sldId="264"/>
            <ac:spMk id="13" creationId="{38573C9B-CBA8-3E64-F9EC-2159DCCD8719}"/>
          </ac:spMkLst>
        </pc:spChg>
      </pc:sldChg>
    </pc:docChg>
  </pc:docChgLst>
  <pc:docChgLst>
    <pc:chgData name="King, Dianne (IM&amp;T, Clayton)" userId="3fa97433-aef5-418a-a784-4a9bb0b21088" providerId="ADAL" clId="{3513EA4A-C67C-4B21-A8EA-099368013F35}"/>
    <pc:docChg chg="undo redo custSel addSld delSld modSld sldOrd">
      <pc:chgData name="King, Dianne (IM&amp;T, Clayton)" userId="3fa97433-aef5-418a-a784-4a9bb0b21088" providerId="ADAL" clId="{3513EA4A-C67C-4B21-A8EA-099368013F35}" dt="2023-07-21T06:05:24.702" v="2159" actId="478"/>
      <pc:docMkLst>
        <pc:docMk/>
      </pc:docMkLst>
      <pc:sldChg chg="delSp modSp add mod modClrScheme chgLayout">
        <pc:chgData name="King, Dianne (IM&amp;T, Clayton)" userId="3fa97433-aef5-418a-a784-4a9bb0b21088" providerId="ADAL" clId="{3513EA4A-C67C-4B21-A8EA-099368013F35}" dt="2023-07-21T05:38:28.004" v="1849" actId="478"/>
        <pc:sldMkLst>
          <pc:docMk/>
          <pc:sldMk cId="935549789" sldId="256"/>
        </pc:sldMkLst>
        <pc:spChg chg="del mod ord">
          <ac:chgData name="King, Dianne (IM&amp;T, Clayton)" userId="3fa97433-aef5-418a-a784-4a9bb0b21088" providerId="ADAL" clId="{3513EA4A-C67C-4B21-A8EA-099368013F35}" dt="2023-07-21T05:38:28.004" v="1849" actId="478"/>
          <ac:spMkLst>
            <pc:docMk/>
            <pc:sldMk cId="935549789" sldId="256"/>
            <ac:spMk id="2" creationId="{7093CE5A-D9ED-55C5-9705-A85B2CBEBE05}"/>
          </ac:spMkLst>
        </pc:spChg>
        <pc:spChg chg="mod ord">
          <ac:chgData name="King, Dianne (IM&amp;T, Clayton)" userId="3fa97433-aef5-418a-a784-4a9bb0b21088" providerId="ADAL" clId="{3513EA4A-C67C-4B21-A8EA-099368013F35}" dt="2023-07-21T05:38:23.729" v="1848" actId="700"/>
          <ac:spMkLst>
            <pc:docMk/>
            <pc:sldMk cId="935549789" sldId="256"/>
            <ac:spMk id="3" creationId="{43E9AD8F-F6FA-8053-43CB-7A11973B4D19}"/>
          </ac:spMkLst>
        </pc:spChg>
      </pc:sldChg>
      <pc:sldChg chg="modSp add mod">
        <pc:chgData name="King, Dianne (IM&amp;T, Clayton)" userId="3fa97433-aef5-418a-a784-4a9bb0b21088" providerId="ADAL" clId="{3513EA4A-C67C-4B21-A8EA-099368013F35}" dt="2023-07-20T03:55:21.919" v="382" actId="1076"/>
        <pc:sldMkLst>
          <pc:docMk/>
          <pc:sldMk cId="884876300" sldId="263"/>
        </pc:sldMkLst>
        <pc:spChg chg="mod">
          <ac:chgData name="King, Dianne (IM&amp;T, Clayton)" userId="3fa97433-aef5-418a-a784-4a9bb0b21088" providerId="ADAL" clId="{3513EA4A-C67C-4B21-A8EA-099368013F35}" dt="2023-07-20T03:55:14.038" v="378" actId="14100"/>
          <ac:spMkLst>
            <pc:docMk/>
            <pc:sldMk cId="884876300" sldId="263"/>
            <ac:spMk id="2" creationId="{C9DD08B9-9F59-4235-B36A-EE0DF494EDD1}"/>
          </ac:spMkLst>
        </pc:spChg>
        <pc:spChg chg="mod">
          <ac:chgData name="King, Dianne (IM&amp;T, Clayton)" userId="3fa97433-aef5-418a-a784-4a9bb0b21088" providerId="ADAL" clId="{3513EA4A-C67C-4B21-A8EA-099368013F35}" dt="2023-07-20T03:55:21.919" v="382" actId="1076"/>
          <ac:spMkLst>
            <pc:docMk/>
            <pc:sldMk cId="884876300" sldId="263"/>
            <ac:spMk id="3" creationId="{BAD3678C-DACD-42B1-8C69-66E5EADF29ED}"/>
          </ac:spMkLst>
        </pc:spChg>
        <pc:spChg chg="mod">
          <ac:chgData name="King, Dianne (IM&amp;T, Clayton)" userId="3fa97433-aef5-418a-a784-4a9bb0b21088" providerId="ADAL" clId="{3513EA4A-C67C-4B21-A8EA-099368013F35}" dt="2023-07-20T03:55:21.919" v="382" actId="1076"/>
          <ac:spMkLst>
            <pc:docMk/>
            <pc:sldMk cId="884876300" sldId="263"/>
            <ac:spMk id="4" creationId="{7F42F7A5-0ACC-4330-AF4E-1EF6A2154632}"/>
          </ac:spMkLst>
        </pc:spChg>
      </pc:sldChg>
      <pc:sldChg chg="modSp add mod">
        <pc:chgData name="King, Dianne (IM&amp;T, Clayton)" userId="3fa97433-aef5-418a-a784-4a9bb0b21088" providerId="ADAL" clId="{3513EA4A-C67C-4B21-A8EA-099368013F35}" dt="2023-07-20T03:54:46.125" v="374" actId="13822"/>
        <pc:sldMkLst>
          <pc:docMk/>
          <pc:sldMk cId="3737707652" sldId="264"/>
        </pc:sldMkLst>
        <pc:spChg chg="mod">
          <ac:chgData name="King, Dianne (IM&amp;T, Clayton)" userId="3fa97433-aef5-418a-a784-4a9bb0b21088" providerId="ADAL" clId="{3513EA4A-C67C-4B21-A8EA-099368013F35}" dt="2023-07-20T03:54:11.208" v="370" actId="14100"/>
          <ac:spMkLst>
            <pc:docMk/>
            <pc:sldMk cId="3737707652" sldId="264"/>
            <ac:spMk id="2" creationId="{6F23911E-7A5C-473E-82AB-209ECC172FBA}"/>
          </ac:spMkLst>
        </pc:spChg>
        <pc:spChg chg="mod">
          <ac:chgData name="King, Dianne (IM&amp;T, Clayton)" userId="3fa97433-aef5-418a-a784-4a9bb0b21088" providerId="ADAL" clId="{3513EA4A-C67C-4B21-A8EA-099368013F35}" dt="2023-07-20T03:54:27.812" v="371" actId="1076"/>
          <ac:spMkLst>
            <pc:docMk/>
            <pc:sldMk cId="3737707652" sldId="264"/>
            <ac:spMk id="6" creationId="{AAACC501-4A9A-E76E-9A12-86F6F6F744D5}"/>
          </ac:spMkLst>
        </pc:spChg>
        <pc:spChg chg="mod">
          <ac:chgData name="King, Dianne (IM&amp;T, Clayton)" userId="3fa97433-aef5-418a-a784-4a9bb0b21088" providerId="ADAL" clId="{3513EA4A-C67C-4B21-A8EA-099368013F35}" dt="2023-07-20T03:54:27.812" v="371" actId="1076"/>
          <ac:spMkLst>
            <pc:docMk/>
            <pc:sldMk cId="3737707652" sldId="264"/>
            <ac:spMk id="7" creationId="{B832A132-6C33-D57F-C3C7-4327F8CD8E7E}"/>
          </ac:spMkLst>
        </pc:spChg>
        <pc:spChg chg="mod">
          <ac:chgData name="King, Dianne (IM&amp;T, Clayton)" userId="3fa97433-aef5-418a-a784-4a9bb0b21088" providerId="ADAL" clId="{3513EA4A-C67C-4B21-A8EA-099368013F35}" dt="2023-07-20T03:54:27.812" v="371" actId="1076"/>
          <ac:spMkLst>
            <pc:docMk/>
            <pc:sldMk cId="3737707652" sldId="264"/>
            <ac:spMk id="8" creationId="{5BEE58C9-D317-1E23-429E-8907EE06D7BD}"/>
          </ac:spMkLst>
        </pc:spChg>
        <pc:spChg chg="mod">
          <ac:chgData name="King, Dianne (IM&amp;T, Clayton)" userId="3fa97433-aef5-418a-a784-4a9bb0b21088" providerId="ADAL" clId="{3513EA4A-C67C-4B21-A8EA-099368013F35}" dt="2023-07-20T03:54:46.125" v="374" actId="13822"/>
          <ac:spMkLst>
            <pc:docMk/>
            <pc:sldMk cId="3737707652" sldId="264"/>
            <ac:spMk id="9" creationId="{FA2CE996-C061-6C69-0BAF-125334DB68F7}"/>
          </ac:spMkLst>
        </pc:spChg>
        <pc:spChg chg="mod">
          <ac:chgData name="King, Dianne (IM&amp;T, Clayton)" userId="3fa97433-aef5-418a-a784-4a9bb0b21088" providerId="ADAL" clId="{3513EA4A-C67C-4B21-A8EA-099368013F35}" dt="2023-07-20T03:54:46.125" v="374" actId="13822"/>
          <ac:spMkLst>
            <pc:docMk/>
            <pc:sldMk cId="3737707652" sldId="264"/>
            <ac:spMk id="11" creationId="{B74BB503-126C-3A76-EB11-1E9BE6AAAB53}"/>
          </ac:spMkLst>
        </pc:spChg>
        <pc:spChg chg="mod">
          <ac:chgData name="King, Dianne (IM&amp;T, Clayton)" userId="3fa97433-aef5-418a-a784-4a9bb0b21088" providerId="ADAL" clId="{3513EA4A-C67C-4B21-A8EA-099368013F35}" dt="2023-07-20T03:54:46.125" v="374" actId="13822"/>
          <ac:spMkLst>
            <pc:docMk/>
            <pc:sldMk cId="3737707652" sldId="264"/>
            <ac:spMk id="12" creationId="{22B192E4-A3EB-EB63-EEE1-D1D1377BC7AE}"/>
          </ac:spMkLst>
        </pc:spChg>
        <pc:spChg chg="mod">
          <ac:chgData name="King, Dianne (IM&amp;T, Clayton)" userId="3fa97433-aef5-418a-a784-4a9bb0b21088" providerId="ADAL" clId="{3513EA4A-C67C-4B21-A8EA-099368013F35}" dt="2023-07-20T03:54:43.145" v="373" actId="13822"/>
          <ac:spMkLst>
            <pc:docMk/>
            <pc:sldMk cId="3737707652" sldId="264"/>
            <ac:spMk id="13" creationId="{38573C9B-CBA8-3E64-F9EC-2159DCCD8719}"/>
          </ac:spMkLst>
        </pc:spChg>
        <pc:spChg chg="mod">
          <ac:chgData name="King, Dianne (IM&amp;T, Clayton)" userId="3fa97433-aef5-418a-a784-4a9bb0b21088" providerId="ADAL" clId="{3513EA4A-C67C-4B21-A8EA-099368013F35}" dt="2023-07-20T03:54:43.145" v="373" actId="13822"/>
          <ac:spMkLst>
            <pc:docMk/>
            <pc:sldMk cId="3737707652" sldId="264"/>
            <ac:spMk id="15" creationId="{E0FA0AA9-9A07-36D5-260C-90B6E09BCB23}"/>
          </ac:spMkLst>
        </pc:spChg>
        <pc:spChg chg="mod">
          <ac:chgData name="King, Dianne (IM&amp;T, Clayton)" userId="3fa97433-aef5-418a-a784-4a9bb0b21088" providerId="ADAL" clId="{3513EA4A-C67C-4B21-A8EA-099368013F35}" dt="2023-07-20T03:54:43.145" v="373" actId="13822"/>
          <ac:spMkLst>
            <pc:docMk/>
            <pc:sldMk cId="3737707652" sldId="264"/>
            <ac:spMk id="16" creationId="{186B1DD0-2A72-4388-667D-947852A39063}"/>
          </ac:spMkLst>
        </pc:spChg>
        <pc:spChg chg="mod">
          <ac:chgData name="King, Dianne (IM&amp;T, Clayton)" userId="3fa97433-aef5-418a-a784-4a9bb0b21088" providerId="ADAL" clId="{3513EA4A-C67C-4B21-A8EA-099368013F35}" dt="2023-07-20T03:54:46.125" v="374" actId="13822"/>
          <ac:spMkLst>
            <pc:docMk/>
            <pc:sldMk cId="3737707652" sldId="264"/>
            <ac:spMk id="19" creationId="{1DD3524F-901D-9D42-A463-82CA7D9F17F8}"/>
          </ac:spMkLst>
        </pc:spChg>
        <pc:spChg chg="mod">
          <ac:chgData name="King, Dianne (IM&amp;T, Clayton)" userId="3fa97433-aef5-418a-a784-4a9bb0b21088" providerId="ADAL" clId="{3513EA4A-C67C-4B21-A8EA-099368013F35}" dt="2023-07-20T03:54:27.812" v="371" actId="1076"/>
          <ac:spMkLst>
            <pc:docMk/>
            <pc:sldMk cId="3737707652" sldId="264"/>
            <ac:spMk id="22" creationId="{DD58197B-B2D6-434E-CCDE-23DCA263868B}"/>
          </ac:spMkLst>
        </pc:spChg>
        <pc:spChg chg="mod">
          <ac:chgData name="King, Dianne (IM&amp;T, Clayton)" userId="3fa97433-aef5-418a-a784-4a9bb0b21088" providerId="ADAL" clId="{3513EA4A-C67C-4B21-A8EA-099368013F35}" dt="2023-07-20T03:54:27.812" v="371" actId="1076"/>
          <ac:spMkLst>
            <pc:docMk/>
            <pc:sldMk cId="3737707652" sldId="264"/>
            <ac:spMk id="23" creationId="{FABA9024-0BB7-0024-8CCC-41424175CCCF}"/>
          </ac:spMkLst>
        </pc:spChg>
        <pc:spChg chg="mod">
          <ac:chgData name="King, Dianne (IM&amp;T, Clayton)" userId="3fa97433-aef5-418a-a784-4a9bb0b21088" providerId="ADAL" clId="{3513EA4A-C67C-4B21-A8EA-099368013F35}" dt="2023-07-20T03:54:27.812" v="371" actId="1076"/>
          <ac:spMkLst>
            <pc:docMk/>
            <pc:sldMk cId="3737707652" sldId="264"/>
            <ac:spMk id="24" creationId="{C6B4CA35-1D65-779F-C15B-5151D4BCD17D}"/>
          </ac:spMkLst>
        </pc:spChg>
        <pc:spChg chg="mod">
          <ac:chgData name="King, Dianne (IM&amp;T, Clayton)" userId="3fa97433-aef5-418a-a784-4a9bb0b21088" providerId="ADAL" clId="{3513EA4A-C67C-4B21-A8EA-099368013F35}" dt="2023-07-20T03:54:27.812" v="371" actId="1076"/>
          <ac:spMkLst>
            <pc:docMk/>
            <pc:sldMk cId="3737707652" sldId="264"/>
            <ac:spMk id="25" creationId="{83A5ED29-4FB6-EB91-8B65-24E1DF92F628}"/>
          </ac:spMkLst>
        </pc:spChg>
        <pc:spChg chg="mod">
          <ac:chgData name="King, Dianne (IM&amp;T, Clayton)" userId="3fa97433-aef5-418a-a784-4a9bb0b21088" providerId="ADAL" clId="{3513EA4A-C67C-4B21-A8EA-099368013F35}" dt="2023-07-20T03:54:27.812" v="371" actId="1076"/>
          <ac:spMkLst>
            <pc:docMk/>
            <pc:sldMk cId="3737707652" sldId="264"/>
            <ac:spMk id="26" creationId="{BA739157-C5A9-9F95-5036-5442F2001CFC}"/>
          </ac:spMkLst>
        </pc:spChg>
        <pc:spChg chg="mod">
          <ac:chgData name="King, Dianne (IM&amp;T, Clayton)" userId="3fa97433-aef5-418a-a784-4a9bb0b21088" providerId="ADAL" clId="{3513EA4A-C67C-4B21-A8EA-099368013F35}" dt="2023-07-20T03:54:27.812" v="371" actId="1076"/>
          <ac:spMkLst>
            <pc:docMk/>
            <pc:sldMk cId="3737707652" sldId="264"/>
            <ac:spMk id="27" creationId="{59F7BEA3-F3DF-6087-9A19-1A6DD6E8B71C}"/>
          </ac:spMkLst>
        </pc:spChg>
        <pc:spChg chg="mod">
          <ac:chgData name="King, Dianne (IM&amp;T, Clayton)" userId="3fa97433-aef5-418a-a784-4a9bb0b21088" providerId="ADAL" clId="{3513EA4A-C67C-4B21-A8EA-099368013F35}" dt="2023-07-20T03:54:31.918" v="372" actId="1076"/>
          <ac:spMkLst>
            <pc:docMk/>
            <pc:sldMk cId="3737707652" sldId="264"/>
            <ac:spMk id="30" creationId="{25E6041A-F6B4-A8E3-C1A8-D2EF819954E3}"/>
          </ac:spMkLst>
        </pc:spChg>
        <pc:spChg chg="mod">
          <ac:chgData name="King, Dianne (IM&amp;T, Clayton)" userId="3fa97433-aef5-418a-a784-4a9bb0b21088" providerId="ADAL" clId="{3513EA4A-C67C-4B21-A8EA-099368013F35}" dt="2023-07-20T03:54:27.812" v="371" actId="1076"/>
          <ac:spMkLst>
            <pc:docMk/>
            <pc:sldMk cId="3737707652" sldId="264"/>
            <ac:spMk id="31" creationId="{EC6D814F-6C4A-E57E-1453-52F43B76A632}"/>
          </ac:spMkLst>
        </pc:spChg>
        <pc:grpChg chg="mod">
          <ac:chgData name="King, Dianne (IM&amp;T, Clayton)" userId="3fa97433-aef5-418a-a784-4a9bb0b21088" providerId="ADAL" clId="{3513EA4A-C67C-4B21-A8EA-099368013F35}" dt="2023-07-20T03:54:27.812" v="371" actId="1076"/>
          <ac:grpSpMkLst>
            <pc:docMk/>
            <pc:sldMk cId="3737707652" sldId="264"/>
            <ac:grpSpMk id="21" creationId="{403E287E-31A8-3842-4E35-E68056EACFEB}"/>
          </ac:grpSpMkLst>
        </pc:grpChg>
      </pc:sldChg>
      <pc:sldChg chg="modSp add mod">
        <pc:chgData name="King, Dianne (IM&amp;T, Clayton)" userId="3fa97433-aef5-418a-a784-4a9bb0b21088" providerId="ADAL" clId="{3513EA4A-C67C-4B21-A8EA-099368013F35}" dt="2023-07-20T03:55:29.928" v="384" actId="14100"/>
        <pc:sldMkLst>
          <pc:docMk/>
          <pc:sldMk cId="194708393" sldId="265"/>
        </pc:sldMkLst>
        <pc:spChg chg="mod">
          <ac:chgData name="King, Dianne (IM&amp;T, Clayton)" userId="3fa97433-aef5-418a-a784-4a9bb0b21088" providerId="ADAL" clId="{3513EA4A-C67C-4B21-A8EA-099368013F35}" dt="2023-07-20T03:55:29.928" v="384" actId="14100"/>
          <ac:spMkLst>
            <pc:docMk/>
            <pc:sldMk cId="194708393" sldId="265"/>
            <ac:spMk id="2" creationId="{BF9DE8FD-E775-49B6-84B4-C5EAFFDC0C10}"/>
          </ac:spMkLst>
        </pc:spChg>
        <pc:spChg chg="mod">
          <ac:chgData name="King, Dianne (IM&amp;T, Clayton)" userId="3fa97433-aef5-418a-a784-4a9bb0b21088" providerId="ADAL" clId="{3513EA4A-C67C-4B21-A8EA-099368013F35}" dt="2023-07-20T03:53:26.901" v="365" actId="27636"/>
          <ac:spMkLst>
            <pc:docMk/>
            <pc:sldMk cId="194708393" sldId="265"/>
            <ac:spMk id="3" creationId="{1657B292-6958-4A19-8C63-661F4CF796DD}"/>
          </ac:spMkLst>
        </pc:spChg>
      </pc:sldChg>
      <pc:sldChg chg="addSp delSp modSp add mod">
        <pc:chgData name="King, Dianne (IM&amp;T, Clayton)" userId="3fa97433-aef5-418a-a784-4a9bb0b21088" providerId="ADAL" clId="{3513EA4A-C67C-4B21-A8EA-099368013F35}" dt="2023-07-21T05:35:56.404" v="1823" actId="20577"/>
        <pc:sldMkLst>
          <pc:docMk/>
          <pc:sldMk cId="178267109" sldId="408"/>
        </pc:sldMkLst>
        <pc:spChg chg="del mod">
          <ac:chgData name="King, Dianne (IM&amp;T, Clayton)" userId="3fa97433-aef5-418a-a784-4a9bb0b21088" providerId="ADAL" clId="{3513EA4A-C67C-4B21-A8EA-099368013F35}" dt="2023-07-21T05:31:18.582" v="1707" actId="478"/>
          <ac:spMkLst>
            <pc:docMk/>
            <pc:sldMk cId="178267109" sldId="408"/>
            <ac:spMk id="2" creationId="{C7BE3C80-A49B-9D7E-63CA-1148C2F0BAD7}"/>
          </ac:spMkLst>
        </pc:spChg>
        <pc:spChg chg="mod">
          <ac:chgData name="King, Dianne (IM&amp;T, Clayton)" userId="3fa97433-aef5-418a-a784-4a9bb0b21088" providerId="ADAL" clId="{3513EA4A-C67C-4B21-A8EA-099368013F35}" dt="2023-07-21T05:33:08.663" v="1737" actId="20577"/>
          <ac:spMkLst>
            <pc:docMk/>
            <pc:sldMk cId="178267109" sldId="408"/>
            <ac:spMk id="3" creationId="{9A1B783A-4178-2361-B42F-B1C6725EECA5}"/>
          </ac:spMkLst>
        </pc:spChg>
        <pc:spChg chg="del">
          <ac:chgData name="King, Dianne (IM&amp;T, Clayton)" userId="3fa97433-aef5-418a-a784-4a9bb0b21088" providerId="ADAL" clId="{3513EA4A-C67C-4B21-A8EA-099368013F35}" dt="2023-07-21T05:29:30.436" v="1698" actId="478"/>
          <ac:spMkLst>
            <pc:docMk/>
            <pc:sldMk cId="178267109" sldId="408"/>
            <ac:spMk id="4" creationId="{EB75E0DE-EE53-626D-F3E6-6E6D14E03293}"/>
          </ac:spMkLst>
        </pc:spChg>
        <pc:spChg chg="del mod">
          <ac:chgData name="King, Dianne (IM&amp;T, Clayton)" userId="3fa97433-aef5-418a-a784-4a9bb0b21088" providerId="ADAL" clId="{3513EA4A-C67C-4B21-A8EA-099368013F35}" dt="2023-07-21T05:29:34.005" v="1700" actId="478"/>
          <ac:spMkLst>
            <pc:docMk/>
            <pc:sldMk cId="178267109" sldId="408"/>
            <ac:spMk id="5" creationId="{53395E88-1D3F-974B-A75B-B6C1E4CED57D}"/>
          </ac:spMkLst>
        </pc:spChg>
        <pc:graphicFrameChg chg="add mod modGraphic">
          <ac:chgData name="King, Dianne (IM&amp;T, Clayton)" userId="3fa97433-aef5-418a-a784-4a9bb0b21088" providerId="ADAL" clId="{3513EA4A-C67C-4B21-A8EA-099368013F35}" dt="2023-07-21T05:35:56.404" v="1823" actId="20577"/>
          <ac:graphicFrameMkLst>
            <pc:docMk/>
            <pc:sldMk cId="178267109" sldId="408"/>
            <ac:graphicFrameMk id="6" creationId="{22B1CFF6-9B68-5329-020C-F5E843259EB0}"/>
          </ac:graphicFrameMkLst>
        </pc:graphicFrameChg>
        <pc:graphicFrameChg chg="add mod">
          <ac:chgData name="King, Dianne (IM&amp;T, Clayton)" userId="3fa97433-aef5-418a-a784-4a9bb0b21088" providerId="ADAL" clId="{3513EA4A-C67C-4B21-A8EA-099368013F35}" dt="2023-07-21T05:35:04.295" v="1785" actId="20577"/>
          <ac:graphicFrameMkLst>
            <pc:docMk/>
            <pc:sldMk cId="178267109" sldId="408"/>
            <ac:graphicFrameMk id="7" creationId="{02AD19E5-DF43-0EDE-5B9A-0BCAFC131DAE}"/>
          </ac:graphicFrameMkLst>
        </pc:graphicFrameChg>
      </pc:sldChg>
      <pc:sldChg chg="ord">
        <pc:chgData name="King, Dianne (IM&amp;T, Clayton)" userId="3fa97433-aef5-418a-a784-4a9bb0b21088" providerId="ADAL" clId="{3513EA4A-C67C-4B21-A8EA-099368013F35}" dt="2023-07-20T03:34:08.007" v="254"/>
        <pc:sldMkLst>
          <pc:docMk/>
          <pc:sldMk cId="3934606366" sldId="410"/>
        </pc:sldMkLst>
      </pc:sldChg>
      <pc:sldChg chg="modSp mod modClrScheme chgLayout">
        <pc:chgData name="King, Dianne (IM&amp;T, Clayton)" userId="3fa97433-aef5-418a-a784-4a9bb0b21088" providerId="ADAL" clId="{3513EA4A-C67C-4B21-A8EA-099368013F35}" dt="2023-07-20T03:37:43.962" v="275" actId="1076"/>
        <pc:sldMkLst>
          <pc:docMk/>
          <pc:sldMk cId="1253921648" sldId="413"/>
        </pc:sldMkLst>
        <pc:spChg chg="mod ord">
          <ac:chgData name="King, Dianne (IM&amp;T, Clayton)" userId="3fa97433-aef5-418a-a784-4a9bb0b21088" providerId="ADAL" clId="{3513EA4A-C67C-4B21-A8EA-099368013F35}" dt="2023-07-20T03:37:31.611" v="274" actId="14100"/>
          <ac:spMkLst>
            <pc:docMk/>
            <pc:sldMk cId="1253921648" sldId="413"/>
            <ac:spMk id="3" creationId="{13AE9319-ED15-49DE-9BE0-951D8F67568E}"/>
          </ac:spMkLst>
        </pc:spChg>
        <pc:spChg chg="mod">
          <ac:chgData name="King, Dianne (IM&amp;T, Clayton)" userId="3fa97433-aef5-418a-a784-4a9bb0b21088" providerId="ADAL" clId="{3513EA4A-C67C-4B21-A8EA-099368013F35}" dt="2023-07-20T03:37:31.611" v="274" actId="14100"/>
          <ac:spMkLst>
            <pc:docMk/>
            <pc:sldMk cId="1253921648" sldId="413"/>
            <ac:spMk id="7" creationId="{DED80C29-8302-6540-89DA-EEE31ECE7D07}"/>
          </ac:spMkLst>
        </pc:spChg>
        <pc:spChg chg="mod">
          <ac:chgData name="King, Dianne (IM&amp;T, Clayton)" userId="3fa97433-aef5-418a-a784-4a9bb0b21088" providerId="ADAL" clId="{3513EA4A-C67C-4B21-A8EA-099368013F35}" dt="2023-07-20T03:37:31.611" v="274" actId="14100"/>
          <ac:spMkLst>
            <pc:docMk/>
            <pc:sldMk cId="1253921648" sldId="413"/>
            <ac:spMk id="9" creationId="{082344F1-A99B-539A-EDC7-638A6C30773C}"/>
          </ac:spMkLst>
        </pc:spChg>
        <pc:graphicFrameChg chg="mod ord">
          <ac:chgData name="King, Dianne (IM&amp;T, Clayton)" userId="3fa97433-aef5-418a-a784-4a9bb0b21088" providerId="ADAL" clId="{3513EA4A-C67C-4B21-A8EA-099368013F35}" dt="2023-07-20T03:37:43.962" v="275" actId="1076"/>
          <ac:graphicFrameMkLst>
            <pc:docMk/>
            <pc:sldMk cId="1253921648" sldId="413"/>
            <ac:graphicFrameMk id="6" creationId="{1BFDCC1B-805A-EE4A-A241-B4EC5F270C74}"/>
          </ac:graphicFrameMkLst>
        </pc:graphicFrameChg>
      </pc:sldChg>
      <pc:sldChg chg="modNotesTx">
        <pc:chgData name="King, Dianne (IM&amp;T, Clayton)" userId="3fa97433-aef5-418a-a784-4a9bb0b21088" providerId="ADAL" clId="{3513EA4A-C67C-4B21-A8EA-099368013F35}" dt="2023-07-21T01:40:13.334" v="480" actId="6549"/>
        <pc:sldMkLst>
          <pc:docMk/>
          <pc:sldMk cId="2902858491" sldId="415"/>
        </pc:sldMkLst>
      </pc:sldChg>
      <pc:sldChg chg="addSp delSp modSp mod modClrScheme chgLayout">
        <pc:chgData name="King, Dianne (IM&amp;T, Clayton)" userId="3fa97433-aef5-418a-a784-4a9bb0b21088" providerId="ADAL" clId="{3513EA4A-C67C-4B21-A8EA-099368013F35}" dt="2023-07-21T05:37:14.090" v="1826" actId="700"/>
        <pc:sldMkLst>
          <pc:docMk/>
          <pc:sldMk cId="2173793217" sldId="430"/>
        </pc:sldMkLst>
        <pc:spChg chg="mod ord">
          <ac:chgData name="King, Dianne (IM&amp;T, Clayton)" userId="3fa97433-aef5-418a-a784-4a9bb0b21088" providerId="ADAL" clId="{3513EA4A-C67C-4B21-A8EA-099368013F35}" dt="2023-07-21T05:37:14.090" v="1826" actId="700"/>
          <ac:spMkLst>
            <pc:docMk/>
            <pc:sldMk cId="2173793217" sldId="430"/>
            <ac:spMk id="2" creationId="{A5B9BE14-36A5-D377-339C-64EB77156E31}"/>
          </ac:spMkLst>
        </pc:spChg>
        <pc:spChg chg="add del mod ord">
          <ac:chgData name="King, Dianne (IM&amp;T, Clayton)" userId="3fa97433-aef5-418a-a784-4a9bb0b21088" providerId="ADAL" clId="{3513EA4A-C67C-4B21-A8EA-099368013F35}" dt="2023-07-21T05:37:14.090" v="1826" actId="700"/>
          <ac:spMkLst>
            <pc:docMk/>
            <pc:sldMk cId="2173793217" sldId="430"/>
            <ac:spMk id="3" creationId="{8DD2FF65-D9E4-FDE2-8818-742AA5E1B171}"/>
          </ac:spMkLst>
        </pc:spChg>
      </pc:sldChg>
      <pc:sldChg chg="addSp delSp modSp mod modClrScheme chgLayout">
        <pc:chgData name="King, Dianne (IM&amp;T, Clayton)" userId="3fa97433-aef5-418a-a784-4a9bb0b21088" providerId="ADAL" clId="{3513EA4A-C67C-4B21-A8EA-099368013F35}" dt="2023-07-20T03:35:50.048" v="262" actId="14100"/>
        <pc:sldMkLst>
          <pc:docMk/>
          <pc:sldMk cId="3000502401" sldId="432"/>
        </pc:sldMkLst>
        <pc:spChg chg="add del mod ord">
          <ac:chgData name="King, Dianne (IM&amp;T, Clayton)" userId="3fa97433-aef5-418a-a784-4a9bb0b21088" providerId="ADAL" clId="{3513EA4A-C67C-4B21-A8EA-099368013F35}" dt="2023-07-20T03:35:45.885" v="261" actId="478"/>
          <ac:spMkLst>
            <pc:docMk/>
            <pc:sldMk cId="3000502401" sldId="432"/>
            <ac:spMk id="3" creationId="{24C476FA-77D5-EE6C-C6BC-778AA00FDA45}"/>
          </ac:spMkLst>
        </pc:spChg>
        <pc:picChg chg="mod">
          <ac:chgData name="King, Dianne (IM&amp;T, Clayton)" userId="3fa97433-aef5-418a-a784-4a9bb0b21088" providerId="ADAL" clId="{3513EA4A-C67C-4B21-A8EA-099368013F35}" dt="2023-07-20T03:35:50.048" v="262" actId="14100"/>
          <ac:picMkLst>
            <pc:docMk/>
            <pc:sldMk cId="3000502401" sldId="432"/>
            <ac:picMk id="9" creationId="{3EDEA748-4CD3-C0FE-BD2A-684D6D3B9851}"/>
          </ac:picMkLst>
        </pc:picChg>
      </pc:sldChg>
      <pc:sldChg chg="addSp modSp mod modClrScheme chgLayout">
        <pc:chgData name="King, Dianne (IM&amp;T, Clayton)" userId="3fa97433-aef5-418a-a784-4a9bb0b21088" providerId="ADAL" clId="{3513EA4A-C67C-4B21-A8EA-099368013F35}" dt="2023-07-20T03:36:10.929" v="265" actId="1076"/>
        <pc:sldMkLst>
          <pc:docMk/>
          <pc:sldMk cId="1828809446" sldId="433"/>
        </pc:sldMkLst>
        <pc:spChg chg="mod ord">
          <ac:chgData name="King, Dianne (IM&amp;T, Clayton)" userId="3fa97433-aef5-418a-a784-4a9bb0b21088" providerId="ADAL" clId="{3513EA4A-C67C-4B21-A8EA-099368013F35}" dt="2023-07-20T03:36:02.085" v="263" actId="700"/>
          <ac:spMkLst>
            <pc:docMk/>
            <pc:sldMk cId="1828809446" sldId="433"/>
            <ac:spMk id="2" creationId="{26E51A1A-A501-35B6-AAD2-52F1B921617F}"/>
          </ac:spMkLst>
        </pc:spChg>
        <pc:spChg chg="mod ord">
          <ac:chgData name="King, Dianne (IM&amp;T, Clayton)" userId="3fa97433-aef5-418a-a784-4a9bb0b21088" providerId="ADAL" clId="{3513EA4A-C67C-4B21-A8EA-099368013F35}" dt="2023-07-20T03:36:02.085" v="263" actId="700"/>
          <ac:spMkLst>
            <pc:docMk/>
            <pc:sldMk cId="1828809446" sldId="433"/>
            <ac:spMk id="3" creationId="{703981CC-0BC8-6F47-1730-B80DEED3CD27}"/>
          </ac:spMkLst>
        </pc:spChg>
        <pc:spChg chg="add mod ord">
          <ac:chgData name="King, Dianne (IM&amp;T, Clayton)" userId="3fa97433-aef5-418a-a784-4a9bb0b21088" providerId="ADAL" clId="{3513EA4A-C67C-4B21-A8EA-099368013F35}" dt="2023-07-20T03:36:02.085" v="263" actId="700"/>
          <ac:spMkLst>
            <pc:docMk/>
            <pc:sldMk cId="1828809446" sldId="433"/>
            <ac:spMk id="4" creationId="{51E94081-6ECA-88E5-4BC8-25D1CDD74676}"/>
          </ac:spMkLst>
        </pc:spChg>
        <pc:spChg chg="mod">
          <ac:chgData name="King, Dianne (IM&amp;T, Clayton)" userId="3fa97433-aef5-418a-a784-4a9bb0b21088" providerId="ADAL" clId="{3513EA4A-C67C-4B21-A8EA-099368013F35}" dt="2023-07-20T03:36:10.929" v="265" actId="1076"/>
          <ac:spMkLst>
            <pc:docMk/>
            <pc:sldMk cId="1828809446" sldId="433"/>
            <ac:spMk id="6" creationId="{6F02D69B-7E1D-9284-E1C2-D62EDBEF67D4}"/>
          </ac:spMkLst>
        </pc:spChg>
        <pc:picChg chg="mod">
          <ac:chgData name="King, Dianne (IM&amp;T, Clayton)" userId="3fa97433-aef5-418a-a784-4a9bb0b21088" providerId="ADAL" clId="{3513EA4A-C67C-4B21-A8EA-099368013F35}" dt="2023-07-20T03:36:07.488" v="264" actId="1076"/>
          <ac:picMkLst>
            <pc:docMk/>
            <pc:sldMk cId="1828809446" sldId="433"/>
            <ac:picMk id="5" creationId="{8898F1B1-AE91-339E-21D7-235CEDD47F98}"/>
          </ac:picMkLst>
        </pc:picChg>
      </pc:sldChg>
      <pc:sldChg chg="addSp modSp add mod modClrScheme chgLayout modNotesTx">
        <pc:chgData name="King, Dianne (IM&amp;T, Clayton)" userId="3fa97433-aef5-418a-a784-4a9bb0b21088" providerId="ADAL" clId="{3513EA4A-C67C-4B21-A8EA-099368013F35}" dt="2023-07-21T05:40:29.107" v="1859" actId="1076"/>
        <pc:sldMkLst>
          <pc:docMk/>
          <pc:sldMk cId="4067780168" sldId="434"/>
        </pc:sldMkLst>
        <pc:spChg chg="mod ord">
          <ac:chgData name="King, Dianne (IM&amp;T, Clayton)" userId="3fa97433-aef5-418a-a784-4a9bb0b21088" providerId="ADAL" clId="{3513EA4A-C67C-4B21-A8EA-099368013F35}" dt="2023-07-21T05:39:05.726" v="1854" actId="27636"/>
          <ac:spMkLst>
            <pc:docMk/>
            <pc:sldMk cId="4067780168" sldId="434"/>
            <ac:spMk id="2" creationId="{D04F7919-EEBC-9E8F-7F35-BD0719582A4E}"/>
          </ac:spMkLst>
        </pc:spChg>
        <pc:spChg chg="mod ord">
          <ac:chgData name="King, Dianne (IM&amp;T, Clayton)" userId="3fa97433-aef5-418a-a784-4a9bb0b21088" providerId="ADAL" clId="{3513EA4A-C67C-4B21-A8EA-099368013F35}" dt="2023-07-20T03:44:20.211" v="333" actId="700"/>
          <ac:spMkLst>
            <pc:docMk/>
            <pc:sldMk cId="4067780168" sldId="434"/>
            <ac:spMk id="3" creationId="{77500185-51AA-7165-6714-321D7D1DDEB3}"/>
          </ac:spMkLst>
        </pc:spChg>
        <pc:picChg chg="add mod">
          <ac:chgData name="King, Dianne (IM&amp;T, Clayton)" userId="3fa97433-aef5-418a-a784-4a9bb0b21088" providerId="ADAL" clId="{3513EA4A-C67C-4B21-A8EA-099368013F35}" dt="2023-07-21T05:40:29.107" v="1859" actId="1076"/>
          <ac:picMkLst>
            <pc:docMk/>
            <pc:sldMk cId="4067780168" sldId="434"/>
            <ac:picMk id="5" creationId="{C92F7247-A634-1638-BE21-FC49017BB3C6}"/>
          </ac:picMkLst>
        </pc:picChg>
      </pc:sldChg>
      <pc:sldChg chg="addSp delSp modSp mod modClrScheme chgLayout">
        <pc:chgData name="King, Dianne (IM&amp;T, Clayton)" userId="3fa97433-aef5-418a-a784-4a9bb0b21088" providerId="ADAL" clId="{3513EA4A-C67C-4B21-A8EA-099368013F35}" dt="2023-07-20T03:36:51.056" v="270" actId="1076"/>
        <pc:sldMkLst>
          <pc:docMk/>
          <pc:sldMk cId="2546813330" sldId="435"/>
        </pc:sldMkLst>
        <pc:spChg chg="mod ord">
          <ac:chgData name="King, Dianne (IM&amp;T, Clayton)" userId="3fa97433-aef5-418a-a784-4a9bb0b21088" providerId="ADAL" clId="{3513EA4A-C67C-4B21-A8EA-099368013F35}" dt="2023-07-20T03:36:39.928" v="268" actId="14100"/>
          <ac:spMkLst>
            <pc:docMk/>
            <pc:sldMk cId="2546813330" sldId="435"/>
            <ac:spMk id="2" creationId="{C1EA445D-EE75-B5C2-7656-043EFC347C1E}"/>
          </ac:spMkLst>
        </pc:spChg>
        <pc:spChg chg="mod ord">
          <ac:chgData name="King, Dianne (IM&amp;T, Clayton)" userId="3fa97433-aef5-418a-a784-4a9bb0b21088" providerId="ADAL" clId="{3513EA4A-C67C-4B21-A8EA-099368013F35}" dt="2023-07-20T03:36:35.128" v="267" actId="1076"/>
          <ac:spMkLst>
            <pc:docMk/>
            <pc:sldMk cId="2546813330" sldId="435"/>
            <ac:spMk id="3" creationId="{EECDCF26-7588-9268-C170-8248EEDA6190}"/>
          </ac:spMkLst>
        </pc:spChg>
        <pc:spChg chg="add del mod ord">
          <ac:chgData name="King, Dianne (IM&amp;T, Clayton)" userId="3fa97433-aef5-418a-a784-4a9bb0b21088" providerId="ADAL" clId="{3513EA4A-C67C-4B21-A8EA-099368013F35}" dt="2023-07-20T03:36:47.531" v="269" actId="478"/>
          <ac:spMkLst>
            <pc:docMk/>
            <pc:sldMk cId="2546813330" sldId="435"/>
            <ac:spMk id="4" creationId="{DF394454-5138-30ED-D6C3-DBCD95E94B61}"/>
          </ac:spMkLst>
        </pc:spChg>
        <pc:spChg chg="mod">
          <ac:chgData name="King, Dianne (IM&amp;T, Clayton)" userId="3fa97433-aef5-418a-a784-4a9bb0b21088" providerId="ADAL" clId="{3513EA4A-C67C-4B21-A8EA-099368013F35}" dt="2023-07-20T03:36:51.056" v="270" actId="1076"/>
          <ac:spMkLst>
            <pc:docMk/>
            <pc:sldMk cId="2546813330" sldId="435"/>
            <ac:spMk id="5" creationId="{9C3EF919-D4D1-D698-C70B-227609CA6BBD}"/>
          </ac:spMkLst>
        </pc:spChg>
      </pc:sldChg>
      <pc:sldChg chg="addSp delSp modSp mod modClrScheme chgLayout">
        <pc:chgData name="King, Dianne (IM&amp;T, Clayton)" userId="3fa97433-aef5-418a-a784-4a9bb0b21088" providerId="ADAL" clId="{3513EA4A-C67C-4B21-A8EA-099368013F35}" dt="2023-07-21T05:37:56.341" v="1847" actId="478"/>
        <pc:sldMkLst>
          <pc:docMk/>
          <pc:sldMk cId="2597516294" sldId="436"/>
        </pc:sldMkLst>
        <pc:spChg chg="add mod ord">
          <ac:chgData name="King, Dianne (IM&amp;T, Clayton)" userId="3fa97433-aef5-418a-a784-4a9bb0b21088" providerId="ADAL" clId="{3513EA4A-C67C-4B21-A8EA-099368013F35}" dt="2023-07-21T05:37:52.483" v="1846" actId="20577"/>
          <ac:spMkLst>
            <pc:docMk/>
            <pc:sldMk cId="2597516294" sldId="436"/>
            <ac:spMk id="2" creationId="{3403E7F5-F181-54FE-0DF2-CACA4F169CE7}"/>
          </ac:spMkLst>
        </pc:spChg>
        <pc:spChg chg="del">
          <ac:chgData name="King, Dianne (IM&amp;T, Clayton)" userId="3fa97433-aef5-418a-a784-4a9bb0b21088" providerId="ADAL" clId="{3513EA4A-C67C-4B21-A8EA-099368013F35}" dt="2023-07-20T03:38:26.768" v="276" actId="700"/>
          <ac:spMkLst>
            <pc:docMk/>
            <pc:sldMk cId="2597516294" sldId="436"/>
            <ac:spMk id="2" creationId="{EF706C91-0051-C247-D78D-FC4704486BA3}"/>
          </ac:spMkLst>
        </pc:spChg>
        <pc:spChg chg="del mod ord">
          <ac:chgData name="King, Dianne (IM&amp;T, Clayton)" userId="3fa97433-aef5-418a-a784-4a9bb0b21088" providerId="ADAL" clId="{3513EA4A-C67C-4B21-A8EA-099368013F35}" dt="2023-07-21T05:37:56.341" v="1847" actId="478"/>
          <ac:spMkLst>
            <pc:docMk/>
            <pc:sldMk cId="2597516294" sldId="436"/>
            <ac:spMk id="3" creationId="{BD678041-FADD-1B9C-CB81-8E81687BF145}"/>
          </ac:spMkLst>
        </pc:spChg>
      </pc:sldChg>
      <pc:sldChg chg="addSp delSp modSp mod modClrScheme chgLayout">
        <pc:chgData name="King, Dianne (IM&amp;T, Clayton)" userId="3fa97433-aef5-418a-a784-4a9bb0b21088" providerId="ADAL" clId="{3513EA4A-C67C-4B21-A8EA-099368013F35}" dt="2023-07-20T03:39:04.509" v="285" actId="26606"/>
        <pc:sldMkLst>
          <pc:docMk/>
          <pc:sldMk cId="1485149024" sldId="437"/>
        </pc:sldMkLst>
        <pc:spChg chg="mod ord">
          <ac:chgData name="King, Dianne (IM&amp;T, Clayton)" userId="3fa97433-aef5-418a-a784-4a9bb0b21088" providerId="ADAL" clId="{3513EA4A-C67C-4B21-A8EA-099368013F35}" dt="2023-07-20T03:39:04.509" v="285" actId="26606"/>
          <ac:spMkLst>
            <pc:docMk/>
            <pc:sldMk cId="1485149024" sldId="437"/>
            <ac:spMk id="2" creationId="{A033AC1F-4B8C-21FB-ACFE-7532098C1E90}"/>
          </ac:spMkLst>
        </pc:spChg>
        <pc:spChg chg="mod ord">
          <ac:chgData name="King, Dianne (IM&amp;T, Clayton)" userId="3fa97433-aef5-418a-a784-4a9bb0b21088" providerId="ADAL" clId="{3513EA4A-C67C-4B21-A8EA-099368013F35}" dt="2023-07-20T03:39:04.509" v="285" actId="26606"/>
          <ac:spMkLst>
            <pc:docMk/>
            <pc:sldMk cId="1485149024" sldId="437"/>
            <ac:spMk id="4" creationId="{AB7F006A-F9C2-FBF5-E440-30B91B212C83}"/>
          </ac:spMkLst>
        </pc:spChg>
        <pc:spChg chg="add del mod ord">
          <ac:chgData name="King, Dianne (IM&amp;T, Clayton)" userId="3fa97433-aef5-418a-a784-4a9bb0b21088" providerId="ADAL" clId="{3513EA4A-C67C-4B21-A8EA-099368013F35}" dt="2023-07-20T03:38:50.073" v="282" actId="478"/>
          <ac:spMkLst>
            <pc:docMk/>
            <pc:sldMk cId="1485149024" sldId="437"/>
            <ac:spMk id="6" creationId="{EC644A93-E346-A64D-9F65-F8A6E06B9171}"/>
          </ac:spMkLst>
        </pc:spChg>
        <pc:picChg chg="add mod">
          <ac:chgData name="King, Dianne (IM&amp;T, Clayton)" userId="3fa97433-aef5-418a-a784-4a9bb0b21088" providerId="ADAL" clId="{3513EA4A-C67C-4B21-A8EA-099368013F35}" dt="2023-07-20T03:39:04.509" v="285" actId="26606"/>
          <ac:picMkLst>
            <pc:docMk/>
            <pc:sldMk cId="1485149024" sldId="437"/>
            <ac:picMk id="5" creationId="{75020FC9-9FBC-A5D4-5A38-C61A5C81AAB1}"/>
          </ac:picMkLst>
        </pc:picChg>
      </pc:sldChg>
      <pc:sldChg chg="addSp delSp modSp mod modClrScheme chgLayout">
        <pc:chgData name="King, Dianne (IM&amp;T, Clayton)" userId="3fa97433-aef5-418a-a784-4a9bb0b21088" providerId="ADAL" clId="{3513EA4A-C67C-4B21-A8EA-099368013F35}" dt="2023-07-20T03:24:15.790" v="23" actId="26606"/>
        <pc:sldMkLst>
          <pc:docMk/>
          <pc:sldMk cId="2489848618" sldId="438"/>
        </pc:sldMkLst>
        <pc:spChg chg="mod ord">
          <ac:chgData name="King, Dianne (IM&amp;T, Clayton)" userId="3fa97433-aef5-418a-a784-4a9bb0b21088" providerId="ADAL" clId="{3513EA4A-C67C-4B21-A8EA-099368013F35}" dt="2023-07-20T03:24:15.790" v="23" actId="26606"/>
          <ac:spMkLst>
            <pc:docMk/>
            <pc:sldMk cId="2489848618" sldId="438"/>
            <ac:spMk id="2" creationId="{8BE602FF-2B46-C952-7A18-77A31D03DE77}"/>
          </ac:spMkLst>
        </pc:spChg>
        <pc:spChg chg="del">
          <ac:chgData name="King, Dianne (IM&amp;T, Clayton)" userId="3fa97433-aef5-418a-a784-4a9bb0b21088" providerId="ADAL" clId="{3513EA4A-C67C-4B21-A8EA-099368013F35}" dt="2023-07-20T03:20:00.209" v="2" actId="26606"/>
          <ac:spMkLst>
            <pc:docMk/>
            <pc:sldMk cId="2489848618" sldId="438"/>
            <ac:spMk id="3" creationId="{DA45A271-6439-D503-7CE3-27D844384B38}"/>
          </ac:spMkLst>
        </pc:spChg>
        <pc:spChg chg="del">
          <ac:chgData name="King, Dianne (IM&amp;T, Clayton)" userId="3fa97433-aef5-418a-a784-4a9bb0b21088" providerId="ADAL" clId="{3513EA4A-C67C-4B21-A8EA-099368013F35}" dt="2023-07-20T03:19:40.786" v="0" actId="931"/>
          <ac:spMkLst>
            <pc:docMk/>
            <pc:sldMk cId="2489848618" sldId="438"/>
            <ac:spMk id="4" creationId="{3E3D1C47-1F0F-88BE-9084-D3BCEAF16A60}"/>
          </ac:spMkLst>
        </pc:spChg>
        <pc:spChg chg="add del mod">
          <ac:chgData name="King, Dianne (IM&amp;T, Clayton)" userId="3fa97433-aef5-418a-a784-4a9bb0b21088" providerId="ADAL" clId="{3513EA4A-C67C-4B21-A8EA-099368013F35}" dt="2023-07-20T03:23:40.163" v="16" actId="478"/>
          <ac:spMkLst>
            <pc:docMk/>
            <pc:sldMk cId="2489848618" sldId="438"/>
            <ac:spMk id="8" creationId="{2FDB35DD-DB47-1994-EADF-FC1A2022335A}"/>
          </ac:spMkLst>
        </pc:spChg>
        <pc:spChg chg="add del mod">
          <ac:chgData name="King, Dianne (IM&amp;T, Clayton)" userId="3fa97433-aef5-418a-a784-4a9bb0b21088" providerId="ADAL" clId="{3513EA4A-C67C-4B21-A8EA-099368013F35}" dt="2023-07-20T03:20:31.099" v="3" actId="478"/>
          <ac:spMkLst>
            <pc:docMk/>
            <pc:sldMk cId="2489848618" sldId="438"/>
            <ac:spMk id="11" creationId="{E31991C8-5E4C-7636-7145-F490CB26973E}"/>
          </ac:spMkLst>
        </pc:spChg>
        <pc:spChg chg="add del mod">
          <ac:chgData name="King, Dianne (IM&amp;T, Clayton)" userId="3fa97433-aef5-418a-a784-4a9bb0b21088" providerId="ADAL" clId="{3513EA4A-C67C-4B21-A8EA-099368013F35}" dt="2023-07-20T03:24:15.790" v="23" actId="26606"/>
          <ac:spMkLst>
            <pc:docMk/>
            <pc:sldMk cId="2489848618" sldId="438"/>
            <ac:spMk id="12" creationId="{2F39AE1A-D518-9FD5-0E41-B029F8E62360}"/>
          </ac:spMkLst>
        </pc:spChg>
        <pc:picChg chg="add del mod ord">
          <ac:chgData name="King, Dianne (IM&amp;T, Clayton)" userId="3fa97433-aef5-418a-a784-4a9bb0b21088" providerId="ADAL" clId="{3513EA4A-C67C-4B21-A8EA-099368013F35}" dt="2023-07-20T03:24:08.711" v="20" actId="478"/>
          <ac:picMkLst>
            <pc:docMk/>
            <pc:sldMk cId="2489848618" sldId="438"/>
            <ac:picMk id="6" creationId="{13F8CBB1-6C3C-931A-9E7B-7A650E5CC55C}"/>
          </ac:picMkLst>
        </pc:picChg>
        <pc:picChg chg="add mod">
          <ac:chgData name="King, Dianne (IM&amp;T, Clayton)" userId="3fa97433-aef5-418a-a784-4a9bb0b21088" providerId="ADAL" clId="{3513EA4A-C67C-4B21-A8EA-099368013F35}" dt="2023-07-20T03:24:15.790" v="23" actId="26606"/>
          <ac:picMkLst>
            <pc:docMk/>
            <pc:sldMk cId="2489848618" sldId="438"/>
            <ac:picMk id="9" creationId="{8AE217B3-3441-DC52-6727-F15009576894}"/>
          </ac:picMkLst>
        </pc:picChg>
      </pc:sldChg>
      <pc:sldChg chg="addSp delSp modSp add mod modClrScheme chgLayout">
        <pc:chgData name="King, Dianne (IM&amp;T, Clayton)" userId="3fa97433-aef5-418a-a784-4a9bb0b21088" providerId="ADAL" clId="{3513EA4A-C67C-4B21-A8EA-099368013F35}" dt="2023-07-21T05:59:19.656" v="2023" actId="12"/>
        <pc:sldMkLst>
          <pc:docMk/>
          <pc:sldMk cId="3070686884" sldId="439"/>
        </pc:sldMkLst>
        <pc:spChg chg="add del mod ord">
          <ac:chgData name="King, Dianne (IM&amp;T, Clayton)" userId="3fa97433-aef5-418a-a784-4a9bb0b21088" providerId="ADAL" clId="{3513EA4A-C67C-4B21-A8EA-099368013F35}" dt="2023-07-21T05:59:14.119" v="2020" actId="21"/>
          <ac:spMkLst>
            <pc:docMk/>
            <pc:sldMk cId="3070686884" sldId="439"/>
            <ac:spMk id="2" creationId="{2775D0F4-D415-CBCD-C576-E39E21C8CDBB}"/>
          </ac:spMkLst>
        </pc:spChg>
        <pc:spChg chg="mod ord">
          <ac:chgData name="King, Dianne (IM&amp;T, Clayton)" userId="3fa97433-aef5-418a-a784-4a9bb0b21088" providerId="ADAL" clId="{3513EA4A-C67C-4B21-A8EA-099368013F35}" dt="2023-07-21T05:41:47.231" v="1876" actId="26606"/>
          <ac:spMkLst>
            <pc:docMk/>
            <pc:sldMk cId="3070686884" sldId="439"/>
            <ac:spMk id="3" creationId="{A22D9FCD-7B9E-1114-6E62-09427DB57736}"/>
          </ac:spMkLst>
        </pc:spChg>
        <pc:spChg chg="add mod ord">
          <ac:chgData name="King, Dianne (IM&amp;T, Clayton)" userId="3fa97433-aef5-418a-a784-4a9bb0b21088" providerId="ADAL" clId="{3513EA4A-C67C-4B21-A8EA-099368013F35}" dt="2023-07-21T05:59:19.656" v="2023" actId="12"/>
          <ac:spMkLst>
            <pc:docMk/>
            <pc:sldMk cId="3070686884" sldId="439"/>
            <ac:spMk id="4" creationId="{23D873B8-63C1-03E7-80D6-1DC0F57648C8}"/>
          </ac:spMkLst>
        </pc:spChg>
        <pc:graphicFrameChg chg="add del">
          <ac:chgData name="King, Dianne (IM&amp;T, Clayton)" userId="3fa97433-aef5-418a-a784-4a9bb0b21088" providerId="ADAL" clId="{3513EA4A-C67C-4B21-A8EA-099368013F35}" dt="2023-07-21T05:41:25.855" v="1870" actId="26606"/>
          <ac:graphicFrameMkLst>
            <pc:docMk/>
            <pc:sldMk cId="3070686884" sldId="439"/>
            <ac:graphicFrameMk id="6" creationId="{1BF7AC7C-21F7-DC16-6EA7-72C6C9BDEC28}"/>
          </ac:graphicFrameMkLst>
        </pc:graphicFrameChg>
        <pc:graphicFrameChg chg="add del">
          <ac:chgData name="King, Dianne (IM&amp;T, Clayton)" userId="3fa97433-aef5-418a-a784-4a9bb0b21088" providerId="ADAL" clId="{3513EA4A-C67C-4B21-A8EA-099368013F35}" dt="2023-07-21T05:41:31.953" v="1872" actId="26606"/>
          <ac:graphicFrameMkLst>
            <pc:docMk/>
            <pc:sldMk cId="3070686884" sldId="439"/>
            <ac:graphicFrameMk id="8" creationId="{93CBCF9D-3638-C711-3C7C-608129DBDC09}"/>
          </ac:graphicFrameMkLst>
        </pc:graphicFrameChg>
        <pc:graphicFrameChg chg="add del">
          <ac:chgData name="King, Dianne (IM&amp;T, Clayton)" userId="3fa97433-aef5-418a-a784-4a9bb0b21088" providerId="ADAL" clId="{3513EA4A-C67C-4B21-A8EA-099368013F35}" dt="2023-07-21T05:41:33.834" v="1874" actId="26606"/>
          <ac:graphicFrameMkLst>
            <pc:docMk/>
            <pc:sldMk cId="3070686884" sldId="439"/>
            <ac:graphicFrameMk id="10" creationId="{F6112CAD-8897-3771-4AD8-5720AE3DF840}"/>
          </ac:graphicFrameMkLst>
        </pc:graphicFrameChg>
        <pc:graphicFrameChg chg="add del">
          <ac:chgData name="King, Dianne (IM&amp;T, Clayton)" userId="3fa97433-aef5-418a-a784-4a9bb0b21088" providerId="ADAL" clId="{3513EA4A-C67C-4B21-A8EA-099368013F35}" dt="2023-07-21T05:41:47.231" v="1876" actId="26606"/>
          <ac:graphicFrameMkLst>
            <pc:docMk/>
            <pc:sldMk cId="3070686884" sldId="439"/>
            <ac:graphicFrameMk id="12" creationId="{9D21838E-856D-6E51-E72F-BE454CEC3E00}"/>
          </ac:graphicFrameMkLst>
        </pc:graphicFrameChg>
        <pc:picChg chg="add del mod">
          <ac:chgData name="King, Dianne (IM&amp;T, Clayton)" userId="3fa97433-aef5-418a-a784-4a9bb0b21088" providerId="ADAL" clId="{3513EA4A-C67C-4B21-A8EA-099368013F35}" dt="2023-07-21T05:51:44.208" v="1975" actId="478"/>
          <ac:picMkLst>
            <pc:docMk/>
            <pc:sldMk cId="3070686884" sldId="439"/>
            <ac:picMk id="7" creationId="{739EE736-F06C-6D45-B3BF-0778EE6B068C}"/>
          </ac:picMkLst>
        </pc:picChg>
      </pc:sldChg>
      <pc:sldChg chg="addSp modSp add mod modClrScheme chgLayout modNotesTx">
        <pc:chgData name="King, Dianne (IM&amp;T, Clayton)" userId="3fa97433-aef5-418a-a784-4a9bb0b21088" providerId="ADAL" clId="{3513EA4A-C67C-4B21-A8EA-099368013F35}" dt="2023-07-21T06:00:24.236" v="2059" actId="1076"/>
        <pc:sldMkLst>
          <pc:docMk/>
          <pc:sldMk cId="3553500088" sldId="440"/>
        </pc:sldMkLst>
        <pc:spChg chg="mod ord">
          <ac:chgData name="King, Dianne (IM&amp;T, Clayton)" userId="3fa97433-aef5-418a-a784-4a9bb0b21088" providerId="ADAL" clId="{3513EA4A-C67C-4B21-A8EA-099368013F35}" dt="2023-07-21T06:00:24.236" v="2059" actId="1076"/>
          <ac:spMkLst>
            <pc:docMk/>
            <pc:sldMk cId="3553500088" sldId="440"/>
            <ac:spMk id="2" creationId="{E4E354AF-70AD-0FC8-84B0-CF417CE368FA}"/>
          </ac:spMkLst>
        </pc:spChg>
        <pc:spChg chg="mod ord">
          <ac:chgData name="King, Dianne (IM&amp;T, Clayton)" userId="3fa97433-aef5-418a-a784-4a9bb0b21088" providerId="ADAL" clId="{3513EA4A-C67C-4B21-A8EA-099368013F35}" dt="2023-07-21T05:58:51.093" v="2008" actId="1076"/>
          <ac:spMkLst>
            <pc:docMk/>
            <pc:sldMk cId="3553500088" sldId="440"/>
            <ac:spMk id="3" creationId="{9896766F-C5F2-C048-4F69-0341D773E548}"/>
          </ac:spMkLst>
        </pc:spChg>
        <pc:spChg chg="add mod ord">
          <ac:chgData name="King, Dianne (IM&amp;T, Clayton)" userId="3fa97433-aef5-418a-a784-4a9bb0b21088" providerId="ADAL" clId="{3513EA4A-C67C-4B21-A8EA-099368013F35}" dt="2023-07-21T06:00:15.539" v="2056" actId="255"/>
          <ac:spMkLst>
            <pc:docMk/>
            <pc:sldMk cId="3553500088" sldId="440"/>
            <ac:spMk id="6" creationId="{D6C4401D-A2B5-F289-D9E9-FC38111B88AF}"/>
          </ac:spMkLst>
        </pc:spChg>
        <pc:picChg chg="add mod ord">
          <ac:chgData name="King, Dianne (IM&amp;T, Clayton)" userId="3fa97433-aef5-418a-a784-4a9bb0b21088" providerId="ADAL" clId="{3513EA4A-C67C-4B21-A8EA-099368013F35}" dt="2023-07-21T06:00:21.525" v="2058" actId="1076"/>
          <ac:picMkLst>
            <pc:docMk/>
            <pc:sldMk cId="3553500088" sldId="440"/>
            <ac:picMk id="5" creationId="{8C1766CF-7A42-BB4B-FD51-CA4898CEA189}"/>
          </ac:picMkLst>
        </pc:picChg>
      </pc:sldChg>
      <pc:sldChg chg="addSp modSp add mod modClrScheme chgLayout modNotesTx">
        <pc:chgData name="King, Dianne (IM&amp;T, Clayton)" userId="3fa97433-aef5-418a-a784-4a9bb0b21088" providerId="ADAL" clId="{3513EA4A-C67C-4B21-A8EA-099368013F35}" dt="2023-07-21T06:01:19.044" v="2074" actId="1076"/>
        <pc:sldMkLst>
          <pc:docMk/>
          <pc:sldMk cId="3568694510" sldId="441"/>
        </pc:sldMkLst>
        <pc:spChg chg="mod ord">
          <ac:chgData name="King, Dianne (IM&amp;T, Clayton)" userId="3fa97433-aef5-418a-a784-4a9bb0b21088" providerId="ADAL" clId="{3513EA4A-C67C-4B21-A8EA-099368013F35}" dt="2023-07-21T06:01:12.078" v="2073" actId="403"/>
          <ac:spMkLst>
            <pc:docMk/>
            <pc:sldMk cId="3568694510" sldId="441"/>
            <ac:spMk id="2" creationId="{F22081B7-316F-9D13-3681-47731FB9461D}"/>
          </ac:spMkLst>
        </pc:spChg>
        <pc:spChg chg="mod ord">
          <ac:chgData name="King, Dianne (IM&amp;T, Clayton)" userId="3fa97433-aef5-418a-a784-4a9bb0b21088" providerId="ADAL" clId="{3513EA4A-C67C-4B21-A8EA-099368013F35}" dt="2023-07-21T06:00:47.790" v="2060" actId="700"/>
          <ac:spMkLst>
            <pc:docMk/>
            <pc:sldMk cId="3568694510" sldId="441"/>
            <ac:spMk id="3" creationId="{2170E0F0-D656-6EA4-8483-2E79874A126F}"/>
          </ac:spMkLst>
        </pc:spChg>
        <pc:spChg chg="add mod ord">
          <ac:chgData name="King, Dianne (IM&amp;T, Clayton)" userId="3fa97433-aef5-418a-a784-4a9bb0b21088" providerId="ADAL" clId="{3513EA4A-C67C-4B21-A8EA-099368013F35}" dt="2023-07-21T06:01:07.840" v="2071" actId="27636"/>
          <ac:spMkLst>
            <pc:docMk/>
            <pc:sldMk cId="3568694510" sldId="441"/>
            <ac:spMk id="6" creationId="{5A89C744-78BA-F3FC-CA72-B48E92E3D1A9}"/>
          </ac:spMkLst>
        </pc:spChg>
        <pc:picChg chg="add mod">
          <ac:chgData name="King, Dianne (IM&amp;T, Clayton)" userId="3fa97433-aef5-418a-a784-4a9bb0b21088" providerId="ADAL" clId="{3513EA4A-C67C-4B21-A8EA-099368013F35}" dt="2023-07-21T06:01:19.044" v="2074" actId="1076"/>
          <ac:picMkLst>
            <pc:docMk/>
            <pc:sldMk cId="3568694510" sldId="441"/>
            <ac:picMk id="5" creationId="{DF018365-9294-0835-F2BE-617BF4CBCFF6}"/>
          </ac:picMkLst>
        </pc:picChg>
      </pc:sldChg>
      <pc:sldChg chg="addSp modSp add mod modClrScheme chgLayout modNotesTx">
        <pc:chgData name="King, Dianne (IM&amp;T, Clayton)" userId="3fa97433-aef5-418a-a784-4a9bb0b21088" providerId="ADAL" clId="{3513EA4A-C67C-4B21-A8EA-099368013F35}" dt="2023-07-21T06:01:42.474" v="2086" actId="27636"/>
        <pc:sldMkLst>
          <pc:docMk/>
          <pc:sldMk cId="1096305638" sldId="442"/>
        </pc:sldMkLst>
        <pc:spChg chg="mod ord">
          <ac:chgData name="King, Dianne (IM&amp;T, Clayton)" userId="3fa97433-aef5-418a-a784-4a9bb0b21088" providerId="ADAL" clId="{3513EA4A-C67C-4B21-A8EA-099368013F35}" dt="2023-07-21T06:01:42.473" v="2085" actId="27636"/>
          <ac:spMkLst>
            <pc:docMk/>
            <pc:sldMk cId="1096305638" sldId="442"/>
            <ac:spMk id="2" creationId="{7F2FA5D3-547F-29BF-C84B-DED32288BFC0}"/>
          </ac:spMkLst>
        </pc:spChg>
        <pc:spChg chg="mod ord">
          <ac:chgData name="King, Dianne (IM&amp;T, Clayton)" userId="3fa97433-aef5-418a-a784-4a9bb0b21088" providerId="ADAL" clId="{3513EA4A-C67C-4B21-A8EA-099368013F35}" dt="2023-07-21T06:01:29.946" v="2075" actId="700"/>
          <ac:spMkLst>
            <pc:docMk/>
            <pc:sldMk cId="1096305638" sldId="442"/>
            <ac:spMk id="3" creationId="{7336E75F-D57B-0340-408B-297A147C1D94}"/>
          </ac:spMkLst>
        </pc:spChg>
        <pc:spChg chg="add mod ord">
          <ac:chgData name="King, Dianne (IM&amp;T, Clayton)" userId="3fa97433-aef5-418a-a784-4a9bb0b21088" providerId="ADAL" clId="{3513EA4A-C67C-4B21-A8EA-099368013F35}" dt="2023-07-21T06:01:42.474" v="2086" actId="27636"/>
          <ac:spMkLst>
            <pc:docMk/>
            <pc:sldMk cId="1096305638" sldId="442"/>
            <ac:spMk id="4" creationId="{7EBEEC4B-CF3C-3F0C-B142-967D15570C01}"/>
          </ac:spMkLst>
        </pc:spChg>
      </pc:sldChg>
      <pc:sldChg chg="addSp modSp add mod modClrScheme chgLayout">
        <pc:chgData name="King, Dianne (IM&amp;T, Clayton)" userId="3fa97433-aef5-418a-a784-4a9bb0b21088" providerId="ADAL" clId="{3513EA4A-C67C-4B21-A8EA-099368013F35}" dt="2023-07-21T06:02:12.101" v="2099" actId="1076"/>
        <pc:sldMkLst>
          <pc:docMk/>
          <pc:sldMk cId="875188334" sldId="443"/>
        </pc:sldMkLst>
        <pc:spChg chg="mod ord">
          <ac:chgData name="King, Dianne (IM&amp;T, Clayton)" userId="3fa97433-aef5-418a-a784-4a9bb0b21088" providerId="ADAL" clId="{3513EA4A-C67C-4B21-A8EA-099368013F35}" dt="2023-07-21T06:02:07.754" v="2097" actId="27636"/>
          <ac:spMkLst>
            <pc:docMk/>
            <pc:sldMk cId="875188334" sldId="443"/>
            <ac:spMk id="2" creationId="{E4CFF3A8-94E5-7A12-71B5-4F15EA3DBFD4}"/>
          </ac:spMkLst>
        </pc:spChg>
        <pc:spChg chg="mod ord">
          <ac:chgData name="King, Dianne (IM&amp;T, Clayton)" userId="3fa97433-aef5-418a-a784-4a9bb0b21088" providerId="ADAL" clId="{3513EA4A-C67C-4B21-A8EA-099368013F35}" dt="2023-07-21T06:01:55.352" v="2087" actId="700"/>
          <ac:spMkLst>
            <pc:docMk/>
            <pc:sldMk cId="875188334" sldId="443"/>
            <ac:spMk id="3" creationId="{98C5F448-2C50-AAD2-8367-A66C21E04695}"/>
          </ac:spMkLst>
        </pc:spChg>
        <pc:spChg chg="add mod ord">
          <ac:chgData name="King, Dianne (IM&amp;T, Clayton)" userId="3fa97433-aef5-418a-a784-4a9bb0b21088" providerId="ADAL" clId="{3513EA4A-C67C-4B21-A8EA-099368013F35}" dt="2023-07-21T06:02:07.755" v="2098" actId="27636"/>
          <ac:spMkLst>
            <pc:docMk/>
            <pc:sldMk cId="875188334" sldId="443"/>
            <ac:spMk id="6" creationId="{10EED5DC-70D0-F24F-9FC9-DC18CBD78518}"/>
          </ac:spMkLst>
        </pc:spChg>
        <pc:picChg chg="add mod ord">
          <ac:chgData name="King, Dianne (IM&amp;T, Clayton)" userId="3fa97433-aef5-418a-a784-4a9bb0b21088" providerId="ADAL" clId="{3513EA4A-C67C-4B21-A8EA-099368013F35}" dt="2023-07-21T06:02:12.101" v="2099" actId="1076"/>
          <ac:picMkLst>
            <pc:docMk/>
            <pc:sldMk cId="875188334" sldId="443"/>
            <ac:picMk id="5" creationId="{3E180389-0E69-5B2B-AE4E-DDE5218E4E7F}"/>
          </ac:picMkLst>
        </pc:picChg>
      </pc:sldChg>
      <pc:sldChg chg="addSp modSp add mod modClrScheme chgLayout modNotesTx">
        <pc:chgData name="King, Dianne (IM&amp;T, Clayton)" userId="3fa97433-aef5-418a-a784-4a9bb0b21088" providerId="ADAL" clId="{3513EA4A-C67C-4B21-A8EA-099368013F35}" dt="2023-07-21T06:02:36.812" v="2101" actId="20577"/>
        <pc:sldMkLst>
          <pc:docMk/>
          <pc:sldMk cId="4174107256" sldId="444"/>
        </pc:sldMkLst>
        <pc:spChg chg="mod ord">
          <ac:chgData name="King, Dianne (IM&amp;T, Clayton)" userId="3fa97433-aef5-418a-a784-4a9bb0b21088" providerId="ADAL" clId="{3513EA4A-C67C-4B21-A8EA-099368013F35}" dt="2023-07-21T06:02:36.812" v="2101" actId="20577"/>
          <ac:spMkLst>
            <pc:docMk/>
            <pc:sldMk cId="4174107256" sldId="444"/>
            <ac:spMk id="2" creationId="{C83D2FFF-3FD4-33F5-1689-3821A9F96CBD}"/>
          </ac:spMkLst>
        </pc:spChg>
        <pc:spChg chg="mod ord">
          <ac:chgData name="King, Dianne (IM&amp;T, Clayton)" userId="3fa97433-aef5-418a-a784-4a9bb0b21088" providerId="ADAL" clId="{3513EA4A-C67C-4B21-A8EA-099368013F35}" dt="2023-07-21T05:55:43.517" v="1999" actId="26606"/>
          <ac:spMkLst>
            <pc:docMk/>
            <pc:sldMk cId="4174107256" sldId="444"/>
            <ac:spMk id="3" creationId="{115701AC-5A3C-3AB9-059A-D9B392098891}"/>
          </ac:spMkLst>
        </pc:spChg>
        <pc:picChg chg="add mod ord">
          <ac:chgData name="King, Dianne (IM&amp;T, Clayton)" userId="3fa97433-aef5-418a-a784-4a9bb0b21088" providerId="ADAL" clId="{3513EA4A-C67C-4B21-A8EA-099368013F35}" dt="2023-07-21T05:55:43.517" v="1999" actId="26606"/>
          <ac:picMkLst>
            <pc:docMk/>
            <pc:sldMk cId="4174107256" sldId="444"/>
            <ac:picMk id="5" creationId="{E22B3E16-8873-26C1-06F6-D60779EF41DD}"/>
          </ac:picMkLst>
        </pc:picChg>
      </pc:sldChg>
      <pc:sldChg chg="addSp delSp modSp new mod modClrScheme chgLayout">
        <pc:chgData name="King, Dianne (IM&amp;T, Clayton)" userId="3fa97433-aef5-418a-a784-4a9bb0b21088" providerId="ADAL" clId="{3513EA4A-C67C-4B21-A8EA-099368013F35}" dt="2023-07-20T03:40:13.613" v="296" actId="26606"/>
        <pc:sldMkLst>
          <pc:docMk/>
          <pc:sldMk cId="613955024" sldId="445"/>
        </pc:sldMkLst>
        <pc:spChg chg="del mod ord">
          <ac:chgData name="King, Dianne (IM&amp;T, Clayton)" userId="3fa97433-aef5-418a-a784-4a9bb0b21088" providerId="ADAL" clId="{3513EA4A-C67C-4B21-A8EA-099368013F35}" dt="2023-07-20T03:39:24.478" v="286" actId="700"/>
          <ac:spMkLst>
            <pc:docMk/>
            <pc:sldMk cId="613955024" sldId="445"/>
            <ac:spMk id="2" creationId="{0DA018C8-2F99-B37E-10B6-8865EEF50525}"/>
          </ac:spMkLst>
        </pc:spChg>
        <pc:spChg chg="del mod ord">
          <ac:chgData name="King, Dianne (IM&amp;T, Clayton)" userId="3fa97433-aef5-418a-a784-4a9bb0b21088" providerId="ADAL" clId="{3513EA4A-C67C-4B21-A8EA-099368013F35}" dt="2023-07-20T03:39:24.478" v="286" actId="700"/>
          <ac:spMkLst>
            <pc:docMk/>
            <pc:sldMk cId="613955024" sldId="445"/>
            <ac:spMk id="3" creationId="{98326405-CFF6-7097-5D5B-C4A5966E596A}"/>
          </ac:spMkLst>
        </pc:spChg>
        <pc:spChg chg="del">
          <ac:chgData name="King, Dianne (IM&amp;T, Clayton)" userId="3fa97433-aef5-418a-a784-4a9bb0b21088" providerId="ADAL" clId="{3513EA4A-C67C-4B21-A8EA-099368013F35}" dt="2023-07-20T03:39:24.478" v="286" actId="700"/>
          <ac:spMkLst>
            <pc:docMk/>
            <pc:sldMk cId="613955024" sldId="445"/>
            <ac:spMk id="4" creationId="{2F04DD68-4A7D-D5B2-5EED-EF767F896B62}"/>
          </ac:spMkLst>
        </pc:spChg>
        <pc:spChg chg="add del mod ord">
          <ac:chgData name="King, Dianne (IM&amp;T, Clayton)" userId="3fa97433-aef5-418a-a784-4a9bb0b21088" providerId="ADAL" clId="{3513EA4A-C67C-4B21-A8EA-099368013F35}" dt="2023-07-20T03:40:03.544" v="290" actId="26606"/>
          <ac:spMkLst>
            <pc:docMk/>
            <pc:sldMk cId="613955024" sldId="445"/>
            <ac:spMk id="5" creationId="{AB3F7AD9-3AA1-CE75-06C8-510F79EBFC89}"/>
          </ac:spMkLst>
        </pc:spChg>
        <pc:spChg chg="add del mod ord">
          <ac:chgData name="King, Dianne (IM&amp;T, Clayton)" userId="3fa97433-aef5-418a-a784-4a9bb0b21088" providerId="ADAL" clId="{3513EA4A-C67C-4B21-A8EA-099368013F35}" dt="2023-07-20T03:39:57.008" v="287" actId="931"/>
          <ac:spMkLst>
            <pc:docMk/>
            <pc:sldMk cId="613955024" sldId="445"/>
            <ac:spMk id="6" creationId="{83EEBA6A-84CC-D599-AE92-062E7DDEF5F7}"/>
          </ac:spMkLst>
        </pc:spChg>
        <pc:spChg chg="add del mod">
          <ac:chgData name="King, Dianne (IM&amp;T, Clayton)" userId="3fa97433-aef5-418a-a784-4a9bb0b21088" providerId="ADAL" clId="{3513EA4A-C67C-4B21-A8EA-099368013F35}" dt="2023-07-20T03:40:03.542" v="289" actId="26606"/>
          <ac:spMkLst>
            <pc:docMk/>
            <pc:sldMk cId="613955024" sldId="445"/>
            <ac:spMk id="13" creationId="{21A6FFBE-F11F-2970-5AA7-53FA295A528A}"/>
          </ac:spMkLst>
        </pc:spChg>
        <pc:spChg chg="add mod">
          <ac:chgData name="King, Dianne (IM&amp;T, Clayton)" userId="3fa97433-aef5-418a-a784-4a9bb0b21088" providerId="ADAL" clId="{3513EA4A-C67C-4B21-A8EA-099368013F35}" dt="2023-07-20T03:40:13.613" v="296" actId="26606"/>
          <ac:spMkLst>
            <pc:docMk/>
            <pc:sldMk cId="613955024" sldId="445"/>
            <ac:spMk id="15" creationId="{4F7ED7F3-5728-F47B-8304-0809EFB65939}"/>
          </ac:spMkLst>
        </pc:spChg>
        <pc:picChg chg="add mod">
          <ac:chgData name="King, Dianne (IM&amp;T, Clayton)" userId="3fa97433-aef5-418a-a784-4a9bb0b21088" providerId="ADAL" clId="{3513EA4A-C67C-4B21-A8EA-099368013F35}" dt="2023-07-20T03:40:13.613" v="296" actId="26606"/>
          <ac:picMkLst>
            <pc:docMk/>
            <pc:sldMk cId="613955024" sldId="445"/>
            <ac:picMk id="8" creationId="{61BC722C-FCBD-01E6-A75C-4B10ECAF2642}"/>
          </ac:picMkLst>
        </pc:picChg>
      </pc:sldChg>
      <pc:sldChg chg="addSp delSp modSp new mod modClrScheme chgLayout">
        <pc:chgData name="King, Dianne (IM&amp;T, Clayton)" userId="3fa97433-aef5-418a-a784-4a9bb0b21088" providerId="ADAL" clId="{3513EA4A-C67C-4B21-A8EA-099368013F35}" dt="2023-07-20T03:42:34.271" v="312" actId="26606"/>
        <pc:sldMkLst>
          <pc:docMk/>
          <pc:sldMk cId="148293674" sldId="446"/>
        </pc:sldMkLst>
        <pc:spChg chg="del">
          <ac:chgData name="King, Dianne (IM&amp;T, Clayton)" userId="3fa97433-aef5-418a-a784-4a9bb0b21088" providerId="ADAL" clId="{3513EA4A-C67C-4B21-A8EA-099368013F35}" dt="2023-07-20T03:41:55.907" v="298" actId="700"/>
          <ac:spMkLst>
            <pc:docMk/>
            <pc:sldMk cId="148293674" sldId="446"/>
            <ac:spMk id="2" creationId="{CB461D58-FE2C-C3BB-5C9E-9E2EE7354F85}"/>
          </ac:spMkLst>
        </pc:spChg>
        <pc:spChg chg="del mod ord">
          <ac:chgData name="King, Dianne (IM&amp;T, Clayton)" userId="3fa97433-aef5-418a-a784-4a9bb0b21088" providerId="ADAL" clId="{3513EA4A-C67C-4B21-A8EA-099368013F35}" dt="2023-07-20T03:41:55.907" v="298" actId="700"/>
          <ac:spMkLst>
            <pc:docMk/>
            <pc:sldMk cId="148293674" sldId="446"/>
            <ac:spMk id="3" creationId="{B95373B9-2ABA-2732-00DA-30747664D0BE}"/>
          </ac:spMkLst>
        </pc:spChg>
        <pc:spChg chg="del mod ord">
          <ac:chgData name="King, Dianne (IM&amp;T, Clayton)" userId="3fa97433-aef5-418a-a784-4a9bb0b21088" providerId="ADAL" clId="{3513EA4A-C67C-4B21-A8EA-099368013F35}" dt="2023-07-20T03:41:55.907" v="298" actId="700"/>
          <ac:spMkLst>
            <pc:docMk/>
            <pc:sldMk cId="148293674" sldId="446"/>
            <ac:spMk id="4" creationId="{4B160477-413F-BCB9-DF3B-7180261C5664}"/>
          </ac:spMkLst>
        </pc:spChg>
        <pc:spChg chg="add del mod ord">
          <ac:chgData name="King, Dianne (IM&amp;T, Clayton)" userId="3fa97433-aef5-418a-a784-4a9bb0b21088" providerId="ADAL" clId="{3513EA4A-C67C-4B21-A8EA-099368013F35}" dt="2023-07-20T03:42:02.398" v="299" actId="700"/>
          <ac:spMkLst>
            <pc:docMk/>
            <pc:sldMk cId="148293674" sldId="446"/>
            <ac:spMk id="5" creationId="{71C35FE0-B431-3535-D0F3-0F5E1760822E}"/>
          </ac:spMkLst>
        </pc:spChg>
        <pc:spChg chg="add del mod ord">
          <ac:chgData name="King, Dianne (IM&amp;T, Clayton)" userId="3fa97433-aef5-418a-a784-4a9bb0b21088" providerId="ADAL" clId="{3513EA4A-C67C-4B21-A8EA-099368013F35}" dt="2023-07-20T03:42:02.398" v="299" actId="700"/>
          <ac:spMkLst>
            <pc:docMk/>
            <pc:sldMk cId="148293674" sldId="446"/>
            <ac:spMk id="6" creationId="{668D960E-6C13-3DF0-C22E-9B73F3C745D8}"/>
          </ac:spMkLst>
        </pc:spChg>
        <pc:spChg chg="add mod ord">
          <ac:chgData name="King, Dianne (IM&amp;T, Clayton)" userId="3fa97433-aef5-418a-a784-4a9bb0b21088" providerId="ADAL" clId="{3513EA4A-C67C-4B21-A8EA-099368013F35}" dt="2023-07-20T03:42:34.271" v="312" actId="26606"/>
          <ac:spMkLst>
            <pc:docMk/>
            <pc:sldMk cId="148293674" sldId="446"/>
            <ac:spMk id="7" creationId="{46041617-CC00-FEB9-C09C-3F417B15AB39}"/>
          </ac:spMkLst>
        </pc:spChg>
        <pc:spChg chg="add del mod ord">
          <ac:chgData name="King, Dianne (IM&amp;T, Clayton)" userId="3fa97433-aef5-418a-a784-4a9bb0b21088" providerId="ADAL" clId="{3513EA4A-C67C-4B21-A8EA-099368013F35}" dt="2023-07-20T03:42:29.470" v="311" actId="931"/>
          <ac:spMkLst>
            <pc:docMk/>
            <pc:sldMk cId="148293674" sldId="446"/>
            <ac:spMk id="8" creationId="{45577CE3-0E82-B7F1-B4B6-85D691770DEB}"/>
          </ac:spMkLst>
        </pc:spChg>
        <pc:picChg chg="add mod">
          <ac:chgData name="King, Dianne (IM&amp;T, Clayton)" userId="3fa97433-aef5-418a-a784-4a9bb0b21088" providerId="ADAL" clId="{3513EA4A-C67C-4B21-A8EA-099368013F35}" dt="2023-07-20T03:42:34.271" v="312" actId="26606"/>
          <ac:picMkLst>
            <pc:docMk/>
            <pc:sldMk cId="148293674" sldId="446"/>
            <ac:picMk id="10" creationId="{6C0E60B6-080F-9EE6-5CBA-310EDBAE2E35}"/>
          </ac:picMkLst>
        </pc:picChg>
      </pc:sldChg>
      <pc:sldChg chg="modSp add mod">
        <pc:chgData name="King, Dianne (IM&amp;T, Clayton)" userId="3fa97433-aef5-418a-a784-4a9bb0b21088" providerId="ADAL" clId="{3513EA4A-C67C-4B21-A8EA-099368013F35}" dt="2023-07-20T03:43:35.164" v="323" actId="14826"/>
        <pc:sldMkLst>
          <pc:docMk/>
          <pc:sldMk cId="245211525" sldId="447"/>
        </pc:sldMkLst>
        <pc:spChg chg="mod">
          <ac:chgData name="King, Dianne (IM&amp;T, Clayton)" userId="3fa97433-aef5-418a-a784-4a9bb0b21088" providerId="ADAL" clId="{3513EA4A-C67C-4B21-A8EA-099368013F35}" dt="2023-07-20T03:43:03.286" v="322" actId="20577"/>
          <ac:spMkLst>
            <pc:docMk/>
            <pc:sldMk cId="245211525" sldId="447"/>
            <ac:spMk id="7" creationId="{46041617-CC00-FEB9-C09C-3F417B15AB39}"/>
          </ac:spMkLst>
        </pc:spChg>
        <pc:picChg chg="mod">
          <ac:chgData name="King, Dianne (IM&amp;T, Clayton)" userId="3fa97433-aef5-418a-a784-4a9bb0b21088" providerId="ADAL" clId="{3513EA4A-C67C-4B21-A8EA-099368013F35}" dt="2023-07-20T03:43:35.164" v="323" actId="14826"/>
          <ac:picMkLst>
            <pc:docMk/>
            <pc:sldMk cId="245211525" sldId="447"/>
            <ac:picMk id="10" creationId="{6C0E60B6-080F-9EE6-5CBA-310EDBAE2E35}"/>
          </ac:picMkLst>
        </pc:picChg>
      </pc:sldChg>
      <pc:sldChg chg="addSp delSp modSp new mod modClrScheme chgLayout">
        <pc:chgData name="King, Dianne (IM&amp;T, Clayton)" userId="3fa97433-aef5-418a-a784-4a9bb0b21088" providerId="ADAL" clId="{3513EA4A-C67C-4B21-A8EA-099368013F35}" dt="2023-07-20T03:49:21.113" v="359" actId="14826"/>
        <pc:sldMkLst>
          <pc:docMk/>
          <pc:sldMk cId="3761222711" sldId="448"/>
        </pc:sldMkLst>
        <pc:spChg chg="del mod ord">
          <ac:chgData name="King, Dianne (IM&amp;T, Clayton)" userId="3fa97433-aef5-418a-a784-4a9bb0b21088" providerId="ADAL" clId="{3513EA4A-C67C-4B21-A8EA-099368013F35}" dt="2023-07-20T03:44:20.211" v="333" actId="700"/>
          <ac:spMkLst>
            <pc:docMk/>
            <pc:sldMk cId="3761222711" sldId="448"/>
            <ac:spMk id="2" creationId="{29985BE2-7BCE-AC7D-2E21-CAE39AF4DA9B}"/>
          </ac:spMkLst>
        </pc:spChg>
        <pc:spChg chg="mod ord">
          <ac:chgData name="King, Dianne (IM&amp;T, Clayton)" userId="3fa97433-aef5-418a-a784-4a9bb0b21088" providerId="ADAL" clId="{3513EA4A-C67C-4B21-A8EA-099368013F35}" dt="2023-07-20T03:45:49.316" v="355" actId="27636"/>
          <ac:spMkLst>
            <pc:docMk/>
            <pc:sldMk cId="3761222711" sldId="448"/>
            <ac:spMk id="3" creationId="{5A93638D-1D82-46A8-840F-320DCA6FE1DD}"/>
          </ac:spMkLst>
        </pc:spChg>
        <pc:spChg chg="add del mod ord">
          <ac:chgData name="King, Dianne (IM&amp;T, Clayton)" userId="3fa97433-aef5-418a-a784-4a9bb0b21088" providerId="ADAL" clId="{3513EA4A-C67C-4B21-A8EA-099368013F35}" dt="2023-07-20T03:45:49.305" v="354" actId="700"/>
          <ac:spMkLst>
            <pc:docMk/>
            <pc:sldMk cId="3761222711" sldId="448"/>
            <ac:spMk id="4" creationId="{88A84026-2B75-E34C-5EE0-E01353F6328C}"/>
          </ac:spMkLst>
        </pc:spChg>
        <pc:spChg chg="add mod ord">
          <ac:chgData name="King, Dianne (IM&amp;T, Clayton)" userId="3fa97433-aef5-418a-a784-4a9bb0b21088" providerId="ADAL" clId="{3513EA4A-C67C-4B21-A8EA-099368013F35}" dt="2023-07-20T03:45:49.305" v="354" actId="700"/>
          <ac:spMkLst>
            <pc:docMk/>
            <pc:sldMk cId="3761222711" sldId="448"/>
            <ac:spMk id="5" creationId="{4337704B-52BB-A4D3-5401-2749D590D82B}"/>
          </ac:spMkLst>
        </pc:spChg>
        <pc:spChg chg="add del mod ord">
          <ac:chgData name="King, Dianne (IM&amp;T, Clayton)" userId="3fa97433-aef5-418a-a784-4a9bb0b21088" providerId="ADAL" clId="{3513EA4A-C67C-4B21-A8EA-099368013F35}" dt="2023-07-20T03:46:03.605" v="356" actId="931"/>
          <ac:spMkLst>
            <pc:docMk/>
            <pc:sldMk cId="3761222711" sldId="448"/>
            <ac:spMk id="6" creationId="{1A2D6251-D3E8-B667-63A6-401D988A932E}"/>
          </ac:spMkLst>
        </pc:spChg>
        <pc:picChg chg="add mod">
          <ac:chgData name="King, Dianne (IM&amp;T, Clayton)" userId="3fa97433-aef5-418a-a784-4a9bb0b21088" providerId="ADAL" clId="{3513EA4A-C67C-4B21-A8EA-099368013F35}" dt="2023-07-20T03:49:21.113" v="359" actId="14826"/>
          <ac:picMkLst>
            <pc:docMk/>
            <pc:sldMk cId="3761222711" sldId="448"/>
            <ac:picMk id="8" creationId="{E9E56042-5244-C9D0-5F2F-C94E95CA8AB2}"/>
          </ac:picMkLst>
        </pc:picChg>
      </pc:sldChg>
      <pc:sldChg chg="modSp add mod">
        <pc:chgData name="King, Dianne (IM&amp;T, Clayton)" userId="3fa97433-aef5-418a-a784-4a9bb0b21088" providerId="ADAL" clId="{3513EA4A-C67C-4B21-A8EA-099368013F35}" dt="2023-07-20T03:54:57.646" v="376" actId="1076"/>
        <pc:sldMkLst>
          <pc:docMk/>
          <pc:sldMk cId="2028119931" sldId="449"/>
        </pc:sldMkLst>
        <pc:spChg chg="mod">
          <ac:chgData name="King, Dianne (IM&amp;T, Clayton)" userId="3fa97433-aef5-418a-a784-4a9bb0b21088" providerId="ADAL" clId="{3513EA4A-C67C-4B21-A8EA-099368013F35}" dt="2023-07-20T03:54:57.646" v="376" actId="1076"/>
          <ac:spMkLst>
            <pc:docMk/>
            <pc:sldMk cId="2028119931" sldId="449"/>
            <ac:spMk id="2" creationId="{61DC27F9-7CEE-4669-B3AF-0E4EC01F7F74}"/>
          </ac:spMkLst>
        </pc:spChg>
        <pc:spChg chg="mod">
          <ac:chgData name="King, Dianne (IM&amp;T, Clayton)" userId="3fa97433-aef5-418a-a784-4a9bb0b21088" providerId="ADAL" clId="{3513EA4A-C67C-4B21-A8EA-099368013F35}" dt="2023-07-20T03:53:26.879" v="361" actId="27636"/>
          <ac:spMkLst>
            <pc:docMk/>
            <pc:sldMk cId="2028119931" sldId="449"/>
            <ac:spMk id="4" creationId="{4C71A31D-1D70-487B-A758-37EB612E4A7C}"/>
          </ac:spMkLst>
        </pc:spChg>
      </pc:sldChg>
      <pc:sldChg chg="modSp add mod">
        <pc:chgData name="King, Dianne (IM&amp;T, Clayton)" userId="3fa97433-aef5-418a-a784-4a9bb0b21088" providerId="ADAL" clId="{3513EA4A-C67C-4B21-A8EA-099368013F35}" dt="2023-07-20T03:57:20.670" v="407"/>
        <pc:sldMkLst>
          <pc:docMk/>
          <pc:sldMk cId="1083498661" sldId="450"/>
        </pc:sldMkLst>
        <pc:spChg chg="mod">
          <ac:chgData name="King, Dianne (IM&amp;T, Clayton)" userId="3fa97433-aef5-418a-a784-4a9bb0b21088" providerId="ADAL" clId="{3513EA4A-C67C-4B21-A8EA-099368013F35}" dt="2023-07-20T03:55:43.177" v="386" actId="404"/>
          <ac:spMkLst>
            <pc:docMk/>
            <pc:sldMk cId="1083498661" sldId="450"/>
            <ac:spMk id="2" creationId="{6489C985-1E23-4785-AE23-1A8CA200AA6C}"/>
          </ac:spMkLst>
        </pc:spChg>
        <pc:spChg chg="mod">
          <ac:chgData name="King, Dianne (IM&amp;T, Clayton)" userId="3fa97433-aef5-418a-a784-4a9bb0b21088" providerId="ADAL" clId="{3513EA4A-C67C-4B21-A8EA-099368013F35}" dt="2023-07-20T03:56:00.582" v="390" actId="1076"/>
          <ac:spMkLst>
            <pc:docMk/>
            <pc:sldMk cId="1083498661" sldId="450"/>
            <ac:spMk id="7" creationId="{C6042960-381F-4C23-A44E-BB2EECABFD30}"/>
          </ac:spMkLst>
        </pc:spChg>
        <pc:spChg chg="mod">
          <ac:chgData name="King, Dianne (IM&amp;T, Clayton)" userId="3fa97433-aef5-418a-a784-4a9bb0b21088" providerId="ADAL" clId="{3513EA4A-C67C-4B21-A8EA-099368013F35}" dt="2023-07-20T03:56:04.591" v="391" actId="1076"/>
          <ac:spMkLst>
            <pc:docMk/>
            <pc:sldMk cId="1083498661" sldId="450"/>
            <ac:spMk id="8" creationId="{878809B2-2286-4D60-8C00-E6A12B451185}"/>
          </ac:spMkLst>
        </pc:spChg>
        <pc:graphicFrameChg chg="mod modGraphic">
          <ac:chgData name="King, Dianne (IM&amp;T, Clayton)" userId="3fa97433-aef5-418a-a784-4a9bb0b21088" providerId="ADAL" clId="{3513EA4A-C67C-4B21-A8EA-099368013F35}" dt="2023-07-20T03:57:20.670" v="407"/>
          <ac:graphicFrameMkLst>
            <pc:docMk/>
            <pc:sldMk cId="1083498661" sldId="450"/>
            <ac:graphicFrameMk id="5" creationId="{24D86926-1288-4BBB-989A-9B06E16B13C9}"/>
          </ac:graphicFrameMkLst>
        </pc:graphicFrameChg>
      </pc:sldChg>
      <pc:sldChg chg="modSp add mod">
        <pc:chgData name="King, Dianne (IM&amp;T, Clayton)" userId="3fa97433-aef5-418a-a784-4a9bb0b21088" providerId="ADAL" clId="{3513EA4A-C67C-4B21-A8EA-099368013F35}" dt="2023-07-20T06:04:11.480" v="449" actId="14826"/>
        <pc:sldMkLst>
          <pc:docMk/>
          <pc:sldMk cId="353554901" sldId="451"/>
        </pc:sldMkLst>
        <pc:spChg chg="mod">
          <ac:chgData name="King, Dianne (IM&amp;T, Clayton)" userId="3fa97433-aef5-418a-a784-4a9bb0b21088" providerId="ADAL" clId="{3513EA4A-C67C-4B21-A8EA-099368013F35}" dt="2023-07-20T06:03:12.262" v="448" actId="27636"/>
          <ac:spMkLst>
            <pc:docMk/>
            <pc:sldMk cId="353554901" sldId="451"/>
            <ac:spMk id="3" creationId="{5A93638D-1D82-46A8-840F-320DCA6FE1DD}"/>
          </ac:spMkLst>
        </pc:spChg>
        <pc:picChg chg="mod">
          <ac:chgData name="King, Dianne (IM&amp;T, Clayton)" userId="3fa97433-aef5-418a-a784-4a9bb0b21088" providerId="ADAL" clId="{3513EA4A-C67C-4B21-A8EA-099368013F35}" dt="2023-07-20T06:04:11.480" v="449" actId="14826"/>
          <ac:picMkLst>
            <pc:docMk/>
            <pc:sldMk cId="353554901" sldId="451"/>
            <ac:picMk id="8" creationId="{E9E56042-5244-C9D0-5F2F-C94E95CA8AB2}"/>
          </ac:picMkLst>
        </pc:picChg>
      </pc:sldChg>
      <pc:sldChg chg="addSp delSp modSp new del mod modClrScheme chgLayout">
        <pc:chgData name="King, Dianne (IM&amp;T, Clayton)" userId="3fa97433-aef5-418a-a784-4a9bb0b21088" providerId="ADAL" clId="{3513EA4A-C67C-4B21-A8EA-099368013F35}" dt="2023-07-21T01:47:36.980" v="488" actId="47"/>
        <pc:sldMkLst>
          <pc:docMk/>
          <pc:sldMk cId="3695965247" sldId="452"/>
        </pc:sldMkLst>
        <pc:spChg chg="del">
          <ac:chgData name="King, Dianne (IM&amp;T, Clayton)" userId="3fa97433-aef5-418a-a784-4a9bb0b21088" providerId="ADAL" clId="{3513EA4A-C67C-4B21-A8EA-099368013F35}" dt="2023-07-21T01:34:15.978" v="451" actId="700"/>
          <ac:spMkLst>
            <pc:docMk/>
            <pc:sldMk cId="3695965247" sldId="452"/>
            <ac:spMk id="2" creationId="{CA62EFE4-041C-DD7B-2FD7-4B7198ECC1ED}"/>
          </ac:spMkLst>
        </pc:spChg>
        <pc:spChg chg="del mod ord">
          <ac:chgData name="King, Dianne (IM&amp;T, Clayton)" userId="3fa97433-aef5-418a-a784-4a9bb0b21088" providerId="ADAL" clId="{3513EA4A-C67C-4B21-A8EA-099368013F35}" dt="2023-07-21T01:34:15.978" v="451" actId="700"/>
          <ac:spMkLst>
            <pc:docMk/>
            <pc:sldMk cId="3695965247" sldId="452"/>
            <ac:spMk id="3" creationId="{A5FF0C5A-EF02-BA24-A3ED-DE725FFE875E}"/>
          </ac:spMkLst>
        </pc:spChg>
        <pc:spChg chg="del mod ord">
          <ac:chgData name="King, Dianne (IM&amp;T, Clayton)" userId="3fa97433-aef5-418a-a784-4a9bb0b21088" providerId="ADAL" clId="{3513EA4A-C67C-4B21-A8EA-099368013F35}" dt="2023-07-21T01:34:15.978" v="451" actId="700"/>
          <ac:spMkLst>
            <pc:docMk/>
            <pc:sldMk cId="3695965247" sldId="452"/>
            <ac:spMk id="4" creationId="{CDB5558D-E951-997C-1852-401FDB427DE4}"/>
          </ac:spMkLst>
        </pc:spChg>
        <pc:spChg chg="add mod ord">
          <ac:chgData name="King, Dianne (IM&amp;T, Clayton)" userId="3fa97433-aef5-418a-a784-4a9bb0b21088" providerId="ADAL" clId="{3513EA4A-C67C-4B21-A8EA-099368013F35}" dt="2023-07-21T01:35:35.850" v="479" actId="20577"/>
          <ac:spMkLst>
            <pc:docMk/>
            <pc:sldMk cId="3695965247" sldId="452"/>
            <ac:spMk id="5" creationId="{4B6F1CE6-F223-86B7-F5C1-EBFDA87B2EEA}"/>
          </ac:spMkLst>
        </pc:spChg>
        <pc:spChg chg="add mod ord">
          <ac:chgData name="King, Dianne (IM&amp;T, Clayton)" userId="3fa97433-aef5-418a-a784-4a9bb0b21088" providerId="ADAL" clId="{3513EA4A-C67C-4B21-A8EA-099368013F35}" dt="2023-07-21T01:47:19.560" v="486" actId="20577"/>
          <ac:spMkLst>
            <pc:docMk/>
            <pc:sldMk cId="3695965247" sldId="452"/>
            <ac:spMk id="6" creationId="{7A34E494-9BA5-340D-0A8A-B51390C69F5D}"/>
          </ac:spMkLst>
        </pc:spChg>
      </pc:sldChg>
      <pc:sldChg chg="modSp add mod modClrScheme chgLayout">
        <pc:chgData name="King, Dianne (IM&amp;T, Clayton)" userId="3fa97433-aef5-418a-a784-4a9bb0b21088" providerId="ADAL" clId="{3513EA4A-C67C-4B21-A8EA-099368013F35}" dt="2023-07-21T01:56:51.339" v="692" actId="26606"/>
        <pc:sldMkLst>
          <pc:docMk/>
          <pc:sldMk cId="318729724" sldId="453"/>
        </pc:sldMkLst>
        <pc:spChg chg="mod">
          <ac:chgData name="King, Dianne (IM&amp;T, Clayton)" userId="3fa97433-aef5-418a-a784-4a9bb0b21088" providerId="ADAL" clId="{3513EA4A-C67C-4B21-A8EA-099368013F35}" dt="2023-07-21T01:56:51.339" v="692" actId="26606"/>
          <ac:spMkLst>
            <pc:docMk/>
            <pc:sldMk cId="318729724" sldId="453"/>
            <ac:spMk id="2" creationId="{A033AC1F-4B8C-21FB-ACFE-7532098C1E90}"/>
          </ac:spMkLst>
        </pc:spChg>
        <pc:spChg chg="mod">
          <ac:chgData name="King, Dianne (IM&amp;T, Clayton)" userId="3fa97433-aef5-418a-a784-4a9bb0b21088" providerId="ADAL" clId="{3513EA4A-C67C-4B21-A8EA-099368013F35}" dt="2023-07-21T01:56:51.339" v="692" actId="26606"/>
          <ac:spMkLst>
            <pc:docMk/>
            <pc:sldMk cId="318729724" sldId="453"/>
            <ac:spMk id="4" creationId="{AB7F006A-F9C2-FBF5-E440-30B91B212C83}"/>
          </ac:spMkLst>
        </pc:spChg>
        <pc:picChg chg="mod">
          <ac:chgData name="King, Dianne (IM&amp;T, Clayton)" userId="3fa97433-aef5-418a-a784-4a9bb0b21088" providerId="ADAL" clId="{3513EA4A-C67C-4B21-A8EA-099368013F35}" dt="2023-07-21T01:56:51.339" v="692" actId="26606"/>
          <ac:picMkLst>
            <pc:docMk/>
            <pc:sldMk cId="318729724" sldId="453"/>
            <ac:picMk id="5" creationId="{75020FC9-9FBC-A5D4-5A38-C61A5C81AAB1}"/>
          </ac:picMkLst>
        </pc:picChg>
      </pc:sldChg>
      <pc:sldChg chg="addSp delSp modSp add del mod ord modClrScheme chgLayout">
        <pc:chgData name="King, Dianne (IM&amp;T, Clayton)" userId="3fa97433-aef5-418a-a784-4a9bb0b21088" providerId="ADAL" clId="{3513EA4A-C67C-4B21-A8EA-099368013F35}" dt="2023-07-21T05:12:43.205" v="1219" actId="47"/>
        <pc:sldMkLst>
          <pc:docMk/>
          <pc:sldMk cId="3168988785" sldId="454"/>
        </pc:sldMkLst>
        <pc:spChg chg="mod ord">
          <ac:chgData name="King, Dianne (IM&amp;T, Clayton)" userId="3fa97433-aef5-418a-a784-4a9bb0b21088" providerId="ADAL" clId="{3513EA4A-C67C-4B21-A8EA-099368013F35}" dt="2023-07-21T02:17:20.639" v="1045" actId="20577"/>
          <ac:spMkLst>
            <pc:docMk/>
            <pc:sldMk cId="3168988785" sldId="454"/>
            <ac:spMk id="2" creationId="{A033AC1F-4B8C-21FB-ACFE-7532098C1E90}"/>
          </ac:spMkLst>
        </pc:spChg>
        <pc:spChg chg="mod">
          <ac:chgData name="King, Dianne (IM&amp;T, Clayton)" userId="3fa97433-aef5-418a-a784-4a9bb0b21088" providerId="ADAL" clId="{3513EA4A-C67C-4B21-A8EA-099368013F35}" dt="2023-07-21T05:12:04.424" v="1218" actId="20577"/>
          <ac:spMkLst>
            <pc:docMk/>
            <pc:sldMk cId="3168988785" sldId="454"/>
            <ac:spMk id="4" creationId="{AB7F006A-F9C2-FBF5-E440-30B91B212C83}"/>
          </ac:spMkLst>
        </pc:spChg>
        <pc:picChg chg="del">
          <ac:chgData name="King, Dianne (IM&amp;T, Clayton)" userId="3fa97433-aef5-418a-a784-4a9bb0b21088" providerId="ADAL" clId="{3513EA4A-C67C-4B21-A8EA-099368013F35}" dt="2023-07-21T02:14:03.191" v="976" actId="478"/>
          <ac:picMkLst>
            <pc:docMk/>
            <pc:sldMk cId="3168988785" sldId="454"/>
            <ac:picMk id="5" creationId="{75020FC9-9FBC-A5D4-5A38-C61A5C81AAB1}"/>
          </ac:picMkLst>
        </pc:picChg>
        <pc:picChg chg="add mod">
          <ac:chgData name="King, Dianne (IM&amp;T, Clayton)" userId="3fa97433-aef5-418a-a784-4a9bb0b21088" providerId="ADAL" clId="{3513EA4A-C67C-4B21-A8EA-099368013F35}" dt="2023-07-21T02:16:17.589" v="980" actId="26606"/>
          <ac:picMkLst>
            <pc:docMk/>
            <pc:sldMk cId="3168988785" sldId="454"/>
            <ac:picMk id="6" creationId="{9D0A82CE-7705-4FFB-940D-FEB23BCB07A4}"/>
          </ac:picMkLst>
        </pc:picChg>
      </pc:sldChg>
      <pc:sldChg chg="modSp add del mod ord">
        <pc:chgData name="King, Dianne (IM&amp;T, Clayton)" userId="3fa97433-aef5-418a-a784-4a9bb0b21088" providerId="ADAL" clId="{3513EA4A-C67C-4B21-A8EA-099368013F35}" dt="2023-07-21T05:23:30.900" v="1494" actId="47"/>
        <pc:sldMkLst>
          <pc:docMk/>
          <pc:sldMk cId="1000062530" sldId="2147470924"/>
        </pc:sldMkLst>
        <pc:spChg chg="mod">
          <ac:chgData name="King, Dianne (IM&amp;T, Clayton)" userId="3fa97433-aef5-418a-a784-4a9bb0b21088" providerId="ADAL" clId="{3513EA4A-C67C-4B21-A8EA-099368013F35}" dt="2023-07-21T05:12:59.242" v="1287" actId="20577"/>
          <ac:spMkLst>
            <pc:docMk/>
            <pc:sldMk cId="1000062530" sldId="2147470924"/>
            <ac:spMk id="3" creationId="{1D62C025-3D37-445D-B3EF-463B6572468A}"/>
          </ac:spMkLst>
        </pc:spChg>
        <pc:spChg chg="mod">
          <ac:chgData name="King, Dianne (IM&amp;T, Clayton)" userId="3fa97433-aef5-418a-a784-4a9bb0b21088" providerId="ADAL" clId="{3513EA4A-C67C-4B21-A8EA-099368013F35}" dt="2023-07-21T05:13:09.657" v="1288" actId="1076"/>
          <ac:spMkLst>
            <pc:docMk/>
            <pc:sldMk cId="1000062530" sldId="2147470924"/>
            <ac:spMk id="69" creationId="{1ACD8492-7399-4C4F-908D-140B7B3F7AD8}"/>
          </ac:spMkLst>
        </pc:spChg>
      </pc:sldChg>
      <pc:sldChg chg="delSp mod">
        <pc:chgData name="King, Dianne (IM&amp;T, Clayton)" userId="3fa97433-aef5-418a-a784-4a9bb0b21088" providerId="ADAL" clId="{3513EA4A-C67C-4B21-A8EA-099368013F35}" dt="2023-07-21T06:05:19.677" v="2158" actId="478"/>
        <pc:sldMkLst>
          <pc:docMk/>
          <pc:sldMk cId="1478236237" sldId="2147470927"/>
        </pc:sldMkLst>
        <pc:spChg chg="del">
          <ac:chgData name="King, Dianne (IM&amp;T, Clayton)" userId="3fa97433-aef5-418a-a784-4a9bb0b21088" providerId="ADAL" clId="{3513EA4A-C67C-4B21-A8EA-099368013F35}" dt="2023-07-21T06:05:19.677" v="2158" actId="478"/>
          <ac:spMkLst>
            <pc:docMk/>
            <pc:sldMk cId="1478236237" sldId="2147470927"/>
            <ac:spMk id="3" creationId="{7628EEE4-CDDF-4E26-8111-80A4C581EB61}"/>
          </ac:spMkLst>
        </pc:spChg>
      </pc:sldChg>
      <pc:sldChg chg="delSp mod">
        <pc:chgData name="King, Dianne (IM&amp;T, Clayton)" userId="3fa97433-aef5-418a-a784-4a9bb0b21088" providerId="ADAL" clId="{3513EA4A-C67C-4B21-A8EA-099368013F35}" dt="2023-07-21T06:05:24.702" v="2159" actId="478"/>
        <pc:sldMkLst>
          <pc:docMk/>
          <pc:sldMk cId="3735410855" sldId="2147470928"/>
        </pc:sldMkLst>
        <pc:spChg chg="del">
          <ac:chgData name="King, Dianne (IM&amp;T, Clayton)" userId="3fa97433-aef5-418a-a784-4a9bb0b21088" providerId="ADAL" clId="{3513EA4A-C67C-4B21-A8EA-099368013F35}" dt="2023-07-21T06:05:24.702" v="2159" actId="478"/>
          <ac:spMkLst>
            <pc:docMk/>
            <pc:sldMk cId="3735410855" sldId="2147470928"/>
            <ac:spMk id="3" creationId="{1E786EEE-2A8A-424D-A8F3-87FBF2ED6684}"/>
          </ac:spMkLst>
        </pc:spChg>
      </pc:sldChg>
      <pc:sldChg chg="addSp delSp modSp new mod modClrScheme chgLayout">
        <pc:chgData name="King, Dianne (IM&amp;T, Clayton)" userId="3fa97433-aef5-418a-a784-4a9bb0b21088" providerId="ADAL" clId="{3513EA4A-C67C-4B21-A8EA-099368013F35}" dt="2023-07-21T03:44:44.474" v="1198" actId="18131"/>
        <pc:sldMkLst>
          <pc:docMk/>
          <pc:sldMk cId="1722493865" sldId="2147470939"/>
        </pc:sldMkLst>
        <pc:spChg chg="del">
          <ac:chgData name="King, Dianne (IM&amp;T, Clayton)" userId="3fa97433-aef5-418a-a784-4a9bb0b21088" providerId="ADAL" clId="{3513EA4A-C67C-4B21-A8EA-099368013F35}" dt="2023-07-21T03:43:55.152" v="1192" actId="931"/>
          <ac:spMkLst>
            <pc:docMk/>
            <pc:sldMk cId="1722493865" sldId="2147470939"/>
            <ac:spMk id="2" creationId="{A64B382F-C476-278E-5655-1860ED4197F4}"/>
          </ac:spMkLst>
        </pc:spChg>
        <pc:spChg chg="mod">
          <ac:chgData name="King, Dianne (IM&amp;T, Clayton)" userId="3fa97433-aef5-418a-a784-4a9bb0b21088" providerId="ADAL" clId="{3513EA4A-C67C-4B21-A8EA-099368013F35}" dt="2023-07-21T03:44:04.789" v="1195" actId="26606"/>
          <ac:spMkLst>
            <pc:docMk/>
            <pc:sldMk cId="1722493865" sldId="2147470939"/>
            <ac:spMk id="3" creationId="{A2B30957-4310-B398-2507-A2BD5ED628F9}"/>
          </ac:spMkLst>
        </pc:spChg>
        <pc:picChg chg="add mod ord modCrop">
          <ac:chgData name="King, Dianne (IM&amp;T, Clayton)" userId="3fa97433-aef5-418a-a784-4a9bb0b21088" providerId="ADAL" clId="{3513EA4A-C67C-4B21-A8EA-099368013F35}" dt="2023-07-21T03:44:44.474" v="1198" actId="18131"/>
          <ac:picMkLst>
            <pc:docMk/>
            <pc:sldMk cId="1722493865" sldId="2147470939"/>
            <ac:picMk id="5" creationId="{FBF92DE6-3C6A-1937-B7D7-03424CB93F2E}"/>
          </ac:picMkLst>
        </pc:picChg>
      </pc:sldChg>
      <pc:sldChg chg="addSp delSp modSp new mod modClrScheme chgLayout">
        <pc:chgData name="King, Dianne (IM&amp;T, Clayton)" userId="3fa97433-aef5-418a-a784-4a9bb0b21088" providerId="ADAL" clId="{3513EA4A-C67C-4B21-A8EA-099368013F35}" dt="2023-07-21T03:46:37.629" v="1204" actId="732"/>
        <pc:sldMkLst>
          <pc:docMk/>
          <pc:sldMk cId="712343263" sldId="2147470940"/>
        </pc:sldMkLst>
        <pc:spChg chg="del">
          <ac:chgData name="King, Dianne (IM&amp;T, Clayton)" userId="3fa97433-aef5-418a-a784-4a9bb0b21088" providerId="ADAL" clId="{3513EA4A-C67C-4B21-A8EA-099368013F35}" dt="2023-07-21T03:40:45.540" v="1189" actId="931"/>
          <ac:spMkLst>
            <pc:docMk/>
            <pc:sldMk cId="712343263" sldId="2147470940"/>
            <ac:spMk id="2" creationId="{8040CE82-8AFF-35A2-4F34-1E69421AB51D}"/>
          </ac:spMkLst>
        </pc:spChg>
        <pc:spChg chg="del">
          <ac:chgData name="King, Dianne (IM&amp;T, Clayton)" userId="3fa97433-aef5-418a-a784-4a9bb0b21088" providerId="ADAL" clId="{3513EA4A-C67C-4B21-A8EA-099368013F35}" dt="2023-07-21T03:45:30.890" v="1199" actId="26606"/>
          <ac:spMkLst>
            <pc:docMk/>
            <pc:sldMk cId="712343263" sldId="2147470940"/>
            <ac:spMk id="3" creationId="{456E8D36-C78A-7729-C31F-C54081F922FD}"/>
          </ac:spMkLst>
        </pc:spChg>
        <pc:spChg chg="mod ord">
          <ac:chgData name="King, Dianne (IM&amp;T, Clayton)" userId="3fa97433-aef5-418a-a784-4a9bb0b21088" providerId="ADAL" clId="{3513EA4A-C67C-4B21-A8EA-099368013F35}" dt="2023-07-21T03:46:18.107" v="1203" actId="26606"/>
          <ac:spMkLst>
            <pc:docMk/>
            <pc:sldMk cId="712343263" sldId="2147470940"/>
            <ac:spMk id="4" creationId="{EE4D5913-FA76-A2C3-3A13-F45880A3AB18}"/>
          </ac:spMkLst>
        </pc:spChg>
        <pc:picChg chg="add mod ord modCrop">
          <ac:chgData name="King, Dianne (IM&amp;T, Clayton)" userId="3fa97433-aef5-418a-a784-4a9bb0b21088" providerId="ADAL" clId="{3513EA4A-C67C-4B21-A8EA-099368013F35}" dt="2023-07-21T03:46:37.629" v="1204" actId="732"/>
          <ac:picMkLst>
            <pc:docMk/>
            <pc:sldMk cId="712343263" sldId="2147470940"/>
            <ac:picMk id="6" creationId="{A83998C0-DD83-AB33-501A-FA83E95177F9}"/>
          </ac:picMkLst>
        </pc:picChg>
      </pc:sldChg>
      <pc:sldChg chg="modSp add mod">
        <pc:chgData name="King, Dianne (IM&amp;T, Clayton)" userId="3fa97433-aef5-418a-a784-4a9bb0b21088" providerId="ADAL" clId="{3513EA4A-C67C-4B21-A8EA-099368013F35}" dt="2023-07-21T05:28:55.251" v="1693" actId="27636"/>
        <pc:sldMkLst>
          <pc:docMk/>
          <pc:sldMk cId="3679621217" sldId="2147470941"/>
        </pc:sldMkLst>
        <pc:spChg chg="mod">
          <ac:chgData name="King, Dianne (IM&amp;T, Clayton)" userId="3fa97433-aef5-418a-a784-4a9bb0b21088" providerId="ADAL" clId="{3513EA4A-C67C-4B21-A8EA-099368013F35}" dt="2023-07-21T05:28:55.251" v="1693" actId="27636"/>
          <ac:spMkLst>
            <pc:docMk/>
            <pc:sldMk cId="3679621217" sldId="2147470941"/>
            <ac:spMk id="4" creationId="{AB7F006A-F9C2-FBF5-E440-30B91B212C83}"/>
          </ac:spMkLst>
        </pc:spChg>
      </pc:sldChg>
      <pc:sldChg chg="addSp delSp modSp new mod modClrScheme chgLayout">
        <pc:chgData name="King, Dianne (IM&amp;T, Clayton)" userId="3fa97433-aef5-418a-a784-4a9bb0b21088" providerId="ADAL" clId="{3513EA4A-C67C-4B21-A8EA-099368013F35}" dt="2023-07-21T05:28:39.635" v="1679"/>
        <pc:sldMkLst>
          <pc:docMk/>
          <pc:sldMk cId="1739849173" sldId="2147470942"/>
        </pc:sldMkLst>
        <pc:spChg chg="del">
          <ac:chgData name="King, Dianne (IM&amp;T, Clayton)" userId="3fa97433-aef5-418a-a784-4a9bb0b21088" providerId="ADAL" clId="{3513EA4A-C67C-4B21-A8EA-099368013F35}" dt="2023-07-21T05:13:32.948" v="1290" actId="700"/>
          <ac:spMkLst>
            <pc:docMk/>
            <pc:sldMk cId="1739849173" sldId="2147470942"/>
            <ac:spMk id="2" creationId="{B0D33FC4-1D24-672D-26A6-FDE08F9E5EB0}"/>
          </ac:spMkLst>
        </pc:spChg>
        <pc:spChg chg="del mod ord">
          <ac:chgData name="King, Dianne (IM&amp;T, Clayton)" userId="3fa97433-aef5-418a-a784-4a9bb0b21088" providerId="ADAL" clId="{3513EA4A-C67C-4B21-A8EA-099368013F35}" dt="2023-07-21T05:13:32.948" v="1290" actId="700"/>
          <ac:spMkLst>
            <pc:docMk/>
            <pc:sldMk cId="1739849173" sldId="2147470942"/>
            <ac:spMk id="3" creationId="{FCC7202B-7B93-889A-3B3C-176A4C36B953}"/>
          </ac:spMkLst>
        </pc:spChg>
        <pc:spChg chg="del">
          <ac:chgData name="King, Dianne (IM&amp;T, Clayton)" userId="3fa97433-aef5-418a-a784-4a9bb0b21088" providerId="ADAL" clId="{3513EA4A-C67C-4B21-A8EA-099368013F35}" dt="2023-07-21T05:13:32.948" v="1290" actId="700"/>
          <ac:spMkLst>
            <pc:docMk/>
            <pc:sldMk cId="1739849173" sldId="2147470942"/>
            <ac:spMk id="4" creationId="{6E1BE087-064F-9BB3-F928-FD78D0F305AB}"/>
          </ac:spMkLst>
        </pc:spChg>
        <pc:spChg chg="add del mod ord">
          <ac:chgData name="King, Dianne (IM&amp;T, Clayton)" userId="3fa97433-aef5-418a-a784-4a9bb0b21088" providerId="ADAL" clId="{3513EA4A-C67C-4B21-A8EA-099368013F35}" dt="2023-07-21T05:15:19.660" v="1363" actId="478"/>
          <ac:spMkLst>
            <pc:docMk/>
            <pc:sldMk cId="1739849173" sldId="2147470942"/>
            <ac:spMk id="5" creationId="{01EA2255-5CB5-C280-C3E0-8DD240C4236D}"/>
          </ac:spMkLst>
        </pc:spChg>
        <pc:spChg chg="add del mod">
          <ac:chgData name="King, Dianne (IM&amp;T, Clayton)" userId="3fa97433-aef5-418a-a784-4a9bb0b21088" providerId="ADAL" clId="{3513EA4A-C67C-4B21-A8EA-099368013F35}" dt="2023-07-21T05:15:26.664" v="1364" actId="478"/>
          <ac:spMkLst>
            <pc:docMk/>
            <pc:sldMk cId="1739849173" sldId="2147470942"/>
            <ac:spMk id="8" creationId="{1774FFCA-B949-84FE-D6F3-84EAA4374713}"/>
          </ac:spMkLst>
        </pc:spChg>
        <pc:spChg chg="add del mod ord">
          <ac:chgData name="King, Dianne (IM&amp;T, Clayton)" userId="3fa97433-aef5-418a-a784-4a9bb0b21088" providerId="ADAL" clId="{3513EA4A-C67C-4B21-A8EA-099368013F35}" dt="2023-07-21T05:23:34.214" v="1503" actId="20577"/>
          <ac:spMkLst>
            <pc:docMk/>
            <pc:sldMk cId="1739849173" sldId="2147470942"/>
            <ac:spMk id="9" creationId="{8CF0D5AB-3DCC-2484-6EF2-9E0EEE5ADEB8}"/>
          </ac:spMkLst>
        </pc:spChg>
        <pc:graphicFrameChg chg="add mod modGraphic">
          <ac:chgData name="King, Dianne (IM&amp;T, Clayton)" userId="3fa97433-aef5-418a-a784-4a9bb0b21088" providerId="ADAL" clId="{3513EA4A-C67C-4B21-A8EA-099368013F35}" dt="2023-07-21T05:28:39.635" v="1679"/>
          <ac:graphicFrameMkLst>
            <pc:docMk/>
            <pc:sldMk cId="1739849173" sldId="2147470942"/>
            <ac:graphicFrameMk id="6" creationId="{DD4C9966-CFBE-424C-CD70-198246AE0A24}"/>
          </ac:graphicFrameMkLst>
        </pc:graphicFrameChg>
      </pc:sldChg>
      <pc:sldChg chg="modSp add del">
        <pc:chgData name="King, Dianne (IM&amp;T, Clayton)" userId="3fa97433-aef5-418a-a784-4a9bb0b21088" providerId="ADAL" clId="{3513EA4A-C67C-4B21-A8EA-099368013F35}" dt="2023-07-21T05:36:12.064" v="1824" actId="47"/>
        <pc:sldMkLst>
          <pc:docMk/>
          <pc:sldMk cId="1435262730" sldId="2147470943"/>
        </pc:sldMkLst>
        <pc:graphicFrameChg chg="mod">
          <ac:chgData name="King, Dianne (IM&amp;T, Clayton)" userId="3fa97433-aef5-418a-a784-4a9bb0b21088" providerId="ADAL" clId="{3513EA4A-C67C-4B21-A8EA-099368013F35}" dt="2023-07-21T05:33:22.296" v="1739" actId="20577"/>
          <ac:graphicFrameMkLst>
            <pc:docMk/>
            <pc:sldMk cId="1435262730" sldId="2147470943"/>
            <ac:graphicFrameMk id="6" creationId="{22B1CFF6-9B68-5329-020C-F5E843259EB0}"/>
          </ac:graphicFrameMkLst>
        </pc:graphicFrameChg>
      </pc:sldChg>
      <pc:sldChg chg="modSp add mod">
        <pc:chgData name="King, Dianne (IM&amp;T, Clayton)" userId="3fa97433-aef5-418a-a784-4a9bb0b21088" providerId="ADAL" clId="{3513EA4A-C67C-4B21-A8EA-099368013F35}" dt="2023-07-21T06:04:11.396" v="2135" actId="20577"/>
        <pc:sldMkLst>
          <pc:docMk/>
          <pc:sldMk cId="2904686522" sldId="2147470943"/>
        </pc:sldMkLst>
        <pc:spChg chg="mod">
          <ac:chgData name="King, Dianne (IM&amp;T, Clayton)" userId="3fa97433-aef5-418a-a784-4a9bb0b21088" providerId="ADAL" clId="{3513EA4A-C67C-4B21-A8EA-099368013F35}" dt="2023-07-21T06:04:11.396" v="2135" actId="20577"/>
          <ac:spMkLst>
            <pc:docMk/>
            <pc:sldMk cId="2904686522" sldId="2147470943"/>
            <ac:spMk id="3" creationId="{43E9AD8F-F6FA-8053-43CB-7A11973B4D19}"/>
          </ac:spMkLst>
        </pc:spChg>
      </pc:sldChg>
      <pc:sldChg chg="modSp add mod">
        <pc:chgData name="King, Dianne (IM&amp;T, Clayton)" userId="3fa97433-aef5-418a-a784-4a9bb0b21088" providerId="ADAL" clId="{3513EA4A-C67C-4B21-A8EA-099368013F35}" dt="2023-07-21T06:04:37.864" v="2157" actId="1076"/>
        <pc:sldMkLst>
          <pc:docMk/>
          <pc:sldMk cId="4140433523" sldId="2147470944"/>
        </pc:sldMkLst>
        <pc:spChg chg="mod">
          <ac:chgData name="King, Dianne (IM&amp;T, Clayton)" userId="3fa97433-aef5-418a-a784-4a9bb0b21088" providerId="ADAL" clId="{3513EA4A-C67C-4B21-A8EA-099368013F35}" dt="2023-07-21T06:04:37.864" v="2157" actId="1076"/>
          <ac:spMkLst>
            <pc:docMk/>
            <pc:sldMk cId="4140433523" sldId="2147470944"/>
            <ac:spMk id="3" creationId="{43E9AD8F-F6FA-8053-43CB-7A11973B4D19}"/>
          </ac:spMkLst>
        </pc:spChg>
      </pc:sldChg>
      <pc:sldMasterChg chg="addSldLayout delSldLayout">
        <pc:chgData name="King, Dianne (IM&amp;T, Clayton)" userId="3fa97433-aef5-418a-a784-4a9bb0b21088" providerId="ADAL" clId="{3513EA4A-C67C-4B21-A8EA-099368013F35}" dt="2023-07-21T05:23:30.900" v="1494" actId="47"/>
        <pc:sldMasterMkLst>
          <pc:docMk/>
          <pc:sldMasterMk cId="2723935421" sldId="2147483864"/>
        </pc:sldMasterMkLst>
        <pc:sldLayoutChg chg="add del">
          <pc:chgData name="King, Dianne (IM&amp;T, Clayton)" userId="3fa97433-aef5-418a-a784-4a9bb0b21088" providerId="ADAL" clId="{3513EA4A-C67C-4B21-A8EA-099368013F35}" dt="2023-07-21T05:23:30.900" v="1494" actId="47"/>
          <pc:sldLayoutMkLst>
            <pc:docMk/>
            <pc:sldMasterMk cId="2723935421" sldId="2147483864"/>
            <pc:sldLayoutMk cId="1704671448" sldId="2147483881"/>
          </pc:sldLayoutMkLst>
        </pc:sldLayoutChg>
      </pc:sldMasterChg>
    </pc:docChg>
  </pc:docChgLst>
  <pc:docChgLst>
    <pc:chgData name="Errington-Wood, Graeme (IM&amp;T, Kensington WA)" userId="693a62d0-adec-463b-9054-d02453ad5b2f" providerId="ADAL" clId="{EDB6FDD7-266A-476D-B264-C266775CB5E7}"/>
    <pc:docChg chg="addSld delSld modSld">
      <pc:chgData name="Errington-Wood, Graeme (IM&amp;T, Kensington WA)" userId="693a62d0-adec-463b-9054-d02453ad5b2f" providerId="ADAL" clId="{EDB6FDD7-266A-476D-B264-C266775CB5E7}" dt="2023-08-04T03:23:48.573" v="1" actId="47"/>
      <pc:docMkLst>
        <pc:docMk/>
      </pc:docMkLst>
      <pc:sldChg chg="add del">
        <pc:chgData name="Errington-Wood, Graeme (IM&amp;T, Kensington WA)" userId="693a62d0-adec-463b-9054-d02453ad5b2f" providerId="ADAL" clId="{EDB6FDD7-266A-476D-B264-C266775CB5E7}" dt="2023-08-04T03:23:48.573" v="1" actId="47"/>
        <pc:sldMkLst>
          <pc:docMk/>
          <pc:sldMk cId="380654874" sldId="2147470955"/>
        </pc:sldMkLst>
      </pc:sldChg>
    </pc:docChg>
  </pc:docChgLst>
  <pc:docChgLst>
    <pc:chgData name="Liang, Shuang" userId="e97fcbab-b476-41d4-9539-6788aa0925a2" providerId="ADAL" clId="{F46F67BB-5D36-4C4A-B6C6-FCD5D5A43BB3}"/>
    <pc:docChg chg="undo custSel modSld">
      <pc:chgData name="Liang, Shuang" userId="e97fcbab-b476-41d4-9539-6788aa0925a2" providerId="ADAL" clId="{F46F67BB-5D36-4C4A-B6C6-FCD5D5A43BB3}" dt="2024-05-31T07:42:45.808" v="178" actId="20577"/>
      <pc:docMkLst>
        <pc:docMk/>
      </pc:docMkLst>
      <pc:sldChg chg="addSp modSp mod">
        <pc:chgData name="Liang, Shuang" userId="e97fcbab-b476-41d4-9539-6788aa0925a2" providerId="ADAL" clId="{F46F67BB-5D36-4C4A-B6C6-FCD5D5A43BB3}" dt="2024-05-31T07:42:45.808" v="178" actId="20577"/>
        <pc:sldMkLst>
          <pc:docMk/>
          <pc:sldMk cId="2198174340" sldId="2134806101"/>
        </pc:sldMkLst>
        <pc:graphicFrameChg chg="add mod">
          <ac:chgData name="Liang, Shuang" userId="e97fcbab-b476-41d4-9539-6788aa0925a2" providerId="ADAL" clId="{F46F67BB-5D36-4C4A-B6C6-FCD5D5A43BB3}" dt="2024-05-31T07:33:56.062" v="52" actId="571"/>
          <ac:graphicFrameMkLst>
            <pc:docMk/>
            <pc:sldMk cId="2198174340" sldId="2134806101"/>
            <ac:graphicFrameMk id="2" creationId="{F18A68CC-A66A-6749-318D-0E05EE964246}"/>
          </ac:graphicFrameMkLst>
        </pc:graphicFrameChg>
        <pc:graphicFrameChg chg="add mod">
          <ac:chgData name="Liang, Shuang" userId="e97fcbab-b476-41d4-9539-6788aa0925a2" providerId="ADAL" clId="{F46F67BB-5D36-4C4A-B6C6-FCD5D5A43BB3}" dt="2024-05-31T07:33:56.062" v="52" actId="571"/>
          <ac:graphicFrameMkLst>
            <pc:docMk/>
            <pc:sldMk cId="2198174340" sldId="2134806101"/>
            <ac:graphicFrameMk id="3" creationId="{8F44C832-C8DF-7ADE-E4EF-4AC6696F1243}"/>
          </ac:graphicFrameMkLst>
        </pc:graphicFrameChg>
        <pc:graphicFrameChg chg="mod">
          <ac:chgData name="Liang, Shuang" userId="e97fcbab-b476-41d4-9539-6788aa0925a2" providerId="ADAL" clId="{F46F67BB-5D36-4C4A-B6C6-FCD5D5A43BB3}" dt="2024-05-31T07:42:30.136" v="174"/>
          <ac:graphicFrameMkLst>
            <pc:docMk/>
            <pc:sldMk cId="2198174340" sldId="2134806101"/>
            <ac:graphicFrameMk id="14" creationId="{57C47815-44FF-FCEA-C3AE-8001959A7873}"/>
          </ac:graphicFrameMkLst>
        </pc:graphicFrameChg>
        <pc:graphicFrameChg chg="mod">
          <ac:chgData name="Liang, Shuang" userId="e97fcbab-b476-41d4-9539-6788aa0925a2" providerId="ADAL" clId="{F46F67BB-5D36-4C4A-B6C6-FCD5D5A43BB3}" dt="2024-05-31T07:42:45.808" v="178" actId="20577"/>
          <ac:graphicFrameMkLst>
            <pc:docMk/>
            <pc:sldMk cId="2198174340" sldId="2134806101"/>
            <ac:graphicFrameMk id="19" creationId="{3FE3D29C-2F1C-6CF9-D1C3-B353F4BAFE86}"/>
          </ac:graphicFrameMkLst>
        </pc:graphicFrameChg>
      </pc:sldChg>
    </pc:docChg>
  </pc:docChgLst>
  <pc:docChgLst>
    <pc:chgData name="Bohm, Tracy" userId="S::tracy.bohm_thermofisher.com#ext#@csiroau.onmicrosoft.com::b761b071-5505-427a-a40c-1665d3f62e82" providerId="AD" clId="Web-{3E48DDB3-BAB1-0634-39DC-D0494E2D7CEE}"/>
    <pc:docChg chg="modSld">
      <pc:chgData name="Bohm, Tracy" userId="S::tracy.bohm_thermofisher.com#ext#@csiroau.onmicrosoft.com::b761b071-5505-427a-a40c-1665d3f62e82" providerId="AD" clId="Web-{3E48DDB3-BAB1-0634-39DC-D0494E2D7CEE}" dt="2023-07-22T23:32:38.322" v="1" actId="1076"/>
      <pc:docMkLst>
        <pc:docMk/>
      </pc:docMkLst>
      <pc:sldChg chg="modSp">
        <pc:chgData name="Bohm, Tracy" userId="S::tracy.bohm_thermofisher.com#ext#@csiroau.onmicrosoft.com::b761b071-5505-427a-a40c-1665d3f62e82" providerId="AD" clId="Web-{3E48DDB3-BAB1-0634-39DC-D0494E2D7CEE}" dt="2023-07-22T23:32:38.322" v="1" actId="1076"/>
        <pc:sldMkLst>
          <pc:docMk/>
          <pc:sldMk cId="341373168" sldId="2147470937"/>
        </pc:sldMkLst>
        <pc:picChg chg="mod">
          <ac:chgData name="Bohm, Tracy" userId="S::tracy.bohm_thermofisher.com#ext#@csiroau.onmicrosoft.com::b761b071-5505-427a-a40c-1665d3f62e82" providerId="AD" clId="Web-{3E48DDB3-BAB1-0634-39DC-D0494E2D7CEE}" dt="2023-07-22T23:32:38.322" v="1" actId="1076"/>
          <ac:picMkLst>
            <pc:docMk/>
            <pc:sldMk cId="341373168" sldId="2147470937"/>
            <ac:picMk id="19" creationId="{354B8BF9-DB84-094C-A439-FF5F5E891F4E}"/>
          </ac:picMkLst>
        </pc:picChg>
      </pc:sldChg>
    </pc:docChg>
  </pc:docChgLst>
  <pc:docChgLst>
    <pc:chgData name="Simone Richter" userId="217b63a5-6f04-4321-b351-2ac9c8aa5d94" providerId="ADAL" clId="{A36CE9D7-9BE7-41B5-B7CE-A6290B2AFD59}"/>
    <pc:docChg chg="modSld sldOrd">
      <pc:chgData name="Simone Richter" userId="217b63a5-6f04-4321-b351-2ac9c8aa5d94" providerId="ADAL" clId="{A36CE9D7-9BE7-41B5-B7CE-A6290B2AFD59}" dt="2023-07-27T23:38:40.931" v="1"/>
      <pc:docMkLst>
        <pc:docMk/>
      </pc:docMkLst>
      <pc:sldChg chg="ord">
        <pc:chgData name="Simone Richter" userId="217b63a5-6f04-4321-b351-2ac9c8aa5d94" providerId="ADAL" clId="{A36CE9D7-9BE7-41B5-B7CE-A6290B2AFD59}" dt="2023-07-27T23:38:40.931" v="1"/>
        <pc:sldMkLst>
          <pc:docMk/>
          <pc:sldMk cId="2772753535" sldId="418"/>
        </pc:sldMkLst>
      </pc:sldChg>
    </pc:docChg>
  </pc:docChgLst>
  <pc:docChgLst>
    <pc:chgData name="Carpenter, Guy" userId="S::guy.carpenter_thermofisher.com#ext#@csiroau.onmicrosoft.com::8fd55bc4-6c6a-4e30-b552-f559de187d79" providerId="AD" clId="Web-{45C939C5-7FBD-4F08-99C4-401D36C82C02}"/>
    <pc:docChg chg="modSld">
      <pc:chgData name="Carpenter, Guy" userId="S::guy.carpenter_thermofisher.com#ext#@csiroau.onmicrosoft.com::8fd55bc4-6c6a-4e30-b552-f559de187d79" providerId="AD" clId="Web-{45C939C5-7FBD-4F08-99C4-401D36C82C02}" dt="2023-07-21T07:17:19.979" v="92" actId="20577"/>
      <pc:docMkLst>
        <pc:docMk/>
      </pc:docMkLst>
      <pc:sldChg chg="modSp">
        <pc:chgData name="Carpenter, Guy" userId="S::guy.carpenter_thermofisher.com#ext#@csiroau.onmicrosoft.com::8fd55bc4-6c6a-4e30-b552-f559de187d79" providerId="AD" clId="Web-{45C939C5-7FBD-4F08-99C4-401D36C82C02}" dt="2023-07-21T07:17:19.979" v="92" actId="20577"/>
        <pc:sldMkLst>
          <pc:docMk/>
          <pc:sldMk cId="1127582349" sldId="424"/>
        </pc:sldMkLst>
        <pc:spChg chg="mod">
          <ac:chgData name="Carpenter, Guy" userId="S::guy.carpenter_thermofisher.com#ext#@csiroau.onmicrosoft.com::8fd55bc4-6c6a-4e30-b552-f559de187d79" providerId="AD" clId="Web-{45C939C5-7FBD-4F08-99C4-401D36C82C02}" dt="2023-07-21T07:17:19.979" v="92" actId="20577"/>
          <ac:spMkLst>
            <pc:docMk/>
            <pc:sldMk cId="1127582349" sldId="424"/>
            <ac:spMk id="9" creationId="{F4D517CB-F07C-6A9A-2DFF-D5ADCB16E918}"/>
          </ac:spMkLst>
        </pc:spChg>
      </pc:sldChg>
    </pc:docChg>
  </pc:docChgLst>
  <pc:docChgLst>
    <pc:chgData name="Staples, Jessie (CorpAffairs, Kensington WA)" userId="S::sta399@csiro.au::7d0f0da2-c0b8-4772-aeff-0f6772a21e28" providerId="AD" clId="Web-{C12308B9-DF1A-E6B9-AFA8-07F22A866077}"/>
    <pc:docChg chg="addSld delSld modSld sldOrd addMainMaster modMainMaster">
      <pc:chgData name="Staples, Jessie (CorpAffairs, Kensington WA)" userId="S::sta399@csiro.au::7d0f0da2-c0b8-4772-aeff-0f6772a21e28" providerId="AD" clId="Web-{C12308B9-DF1A-E6B9-AFA8-07F22A866077}" dt="2023-07-20T09:27:04.046" v="805" actId="20577"/>
      <pc:docMkLst>
        <pc:docMk/>
      </pc:docMkLst>
      <pc:sldChg chg="modNotes">
        <pc:chgData name="Staples, Jessie (CorpAffairs, Kensington WA)" userId="S::sta399@csiro.au::7d0f0da2-c0b8-4772-aeff-0f6772a21e28" providerId="AD" clId="Web-{C12308B9-DF1A-E6B9-AFA8-07F22A866077}" dt="2023-07-19T04:50:20.307" v="4"/>
        <pc:sldMkLst>
          <pc:docMk/>
          <pc:sldMk cId="546265353" sldId="259"/>
        </pc:sldMkLst>
      </pc:sldChg>
      <pc:sldChg chg="modSp">
        <pc:chgData name="Staples, Jessie (CorpAffairs, Kensington WA)" userId="S::sta399@csiro.au::7d0f0da2-c0b8-4772-aeff-0f6772a21e28" providerId="AD" clId="Web-{C12308B9-DF1A-E6B9-AFA8-07F22A866077}" dt="2023-07-19T07:34:01.166" v="11" actId="20577"/>
        <pc:sldMkLst>
          <pc:docMk/>
          <pc:sldMk cId="588011030" sldId="391"/>
        </pc:sldMkLst>
        <pc:spChg chg="mod">
          <ac:chgData name="Staples, Jessie (CorpAffairs, Kensington WA)" userId="S::sta399@csiro.au::7d0f0da2-c0b8-4772-aeff-0f6772a21e28" providerId="AD" clId="Web-{C12308B9-DF1A-E6B9-AFA8-07F22A866077}" dt="2023-07-19T07:34:01.166" v="11" actId="20577"/>
          <ac:spMkLst>
            <pc:docMk/>
            <pc:sldMk cId="588011030" sldId="391"/>
            <ac:spMk id="3" creationId="{9FFF3D01-5742-4D39-91FA-A6B4898DF900}"/>
          </ac:spMkLst>
        </pc:spChg>
      </pc:sldChg>
      <pc:sldChg chg="del">
        <pc:chgData name="Staples, Jessie (CorpAffairs, Kensington WA)" userId="S::sta399@csiro.au::7d0f0da2-c0b8-4772-aeff-0f6772a21e28" providerId="AD" clId="Web-{C12308B9-DF1A-E6B9-AFA8-07F22A866077}" dt="2023-07-19T07:55:58.379" v="69"/>
        <pc:sldMkLst>
          <pc:docMk/>
          <pc:sldMk cId="3270644854" sldId="411"/>
        </pc:sldMkLst>
      </pc:sldChg>
      <pc:sldChg chg="modSp del">
        <pc:chgData name="Staples, Jessie (CorpAffairs, Kensington WA)" userId="S::sta399@csiro.au::7d0f0da2-c0b8-4772-aeff-0f6772a21e28" providerId="AD" clId="Web-{C12308B9-DF1A-E6B9-AFA8-07F22A866077}" dt="2023-07-19T08:25:41.107" v="533"/>
        <pc:sldMkLst>
          <pc:docMk/>
          <pc:sldMk cId="3215566854" sldId="414"/>
        </pc:sldMkLst>
        <pc:spChg chg="mod">
          <ac:chgData name="Staples, Jessie (CorpAffairs, Kensington WA)" userId="S::sta399@csiro.au::7d0f0da2-c0b8-4772-aeff-0f6772a21e28" providerId="AD" clId="Web-{C12308B9-DF1A-E6B9-AFA8-07F22A866077}" dt="2023-07-19T08:24:43.590" v="500" actId="1076"/>
          <ac:spMkLst>
            <pc:docMk/>
            <pc:sldMk cId="3215566854" sldId="414"/>
            <ac:spMk id="6" creationId="{02AB8262-DE2F-A4AD-265C-94E4FEE0084A}"/>
          </ac:spMkLst>
        </pc:spChg>
      </pc:sldChg>
      <pc:sldChg chg="add mod modShow">
        <pc:chgData name="Staples, Jessie (CorpAffairs, Kensington WA)" userId="S::sta399@csiro.au::7d0f0da2-c0b8-4772-aeff-0f6772a21e28" providerId="AD" clId="Web-{C12308B9-DF1A-E6B9-AFA8-07F22A866077}" dt="2023-07-20T09:26:28.014" v="802"/>
        <pc:sldMkLst>
          <pc:docMk/>
          <pc:sldMk cId="2902858491" sldId="415"/>
        </pc:sldMkLst>
      </pc:sldChg>
      <pc:sldChg chg="addSp delSp modSp new del">
        <pc:chgData name="Staples, Jessie (CorpAffairs, Kensington WA)" userId="S::sta399@csiro.au::7d0f0da2-c0b8-4772-aeff-0f6772a21e28" providerId="AD" clId="Web-{C12308B9-DF1A-E6B9-AFA8-07F22A866077}" dt="2023-07-19T08:24:13.901" v="489"/>
        <pc:sldMkLst>
          <pc:docMk/>
          <pc:sldMk cId="1456943676" sldId="416"/>
        </pc:sldMkLst>
        <pc:spChg chg="del">
          <ac:chgData name="Staples, Jessie (CorpAffairs, Kensington WA)" userId="S::sta399@csiro.au::7d0f0da2-c0b8-4772-aeff-0f6772a21e28" providerId="AD" clId="Web-{C12308B9-DF1A-E6B9-AFA8-07F22A866077}" dt="2023-07-19T07:58:22.493" v="144"/>
          <ac:spMkLst>
            <pc:docMk/>
            <pc:sldMk cId="1456943676" sldId="416"/>
            <ac:spMk id="2" creationId="{E5DD1BAB-2B0F-577F-090D-85F0B630BAF7}"/>
          </ac:spMkLst>
        </pc:spChg>
        <pc:spChg chg="del">
          <ac:chgData name="Staples, Jessie (CorpAffairs, Kensington WA)" userId="S::sta399@csiro.au::7d0f0da2-c0b8-4772-aeff-0f6772a21e28" providerId="AD" clId="Web-{C12308B9-DF1A-E6B9-AFA8-07F22A866077}" dt="2023-07-19T05:34:48.555" v="6"/>
          <ac:spMkLst>
            <pc:docMk/>
            <pc:sldMk cId="1456943676" sldId="416"/>
            <ac:spMk id="3" creationId="{8692474C-FC80-0D39-DDA2-A92E8498B78A}"/>
          </ac:spMkLst>
        </pc:spChg>
        <pc:spChg chg="del">
          <ac:chgData name="Staples, Jessie (CorpAffairs, Kensington WA)" userId="S::sta399@csiro.au::7d0f0da2-c0b8-4772-aeff-0f6772a21e28" providerId="AD" clId="Web-{C12308B9-DF1A-E6B9-AFA8-07F22A866077}" dt="2023-07-19T05:35:43.009" v="7"/>
          <ac:spMkLst>
            <pc:docMk/>
            <pc:sldMk cId="1456943676" sldId="416"/>
            <ac:spMk id="4" creationId="{95F6A0CA-9B8D-C514-3A08-9CD55F73843F}"/>
          </ac:spMkLst>
        </pc:spChg>
        <pc:picChg chg="add mod ord">
          <ac:chgData name="Staples, Jessie (CorpAffairs, Kensington WA)" userId="S::sta399@csiro.au::7d0f0da2-c0b8-4772-aeff-0f6772a21e28" providerId="AD" clId="Web-{C12308B9-DF1A-E6B9-AFA8-07F22A866077}" dt="2023-07-19T07:58:22.493" v="144"/>
          <ac:picMkLst>
            <pc:docMk/>
            <pc:sldMk cId="1456943676" sldId="416"/>
            <ac:picMk id="3" creationId="{18800298-D1AB-8018-FD03-E7014CF95F61}"/>
          </ac:picMkLst>
        </pc:picChg>
        <pc:picChg chg="add mod ord">
          <ac:chgData name="Staples, Jessie (CorpAffairs, Kensington WA)" userId="S::sta399@csiro.au::7d0f0da2-c0b8-4772-aeff-0f6772a21e28" providerId="AD" clId="Web-{C12308B9-DF1A-E6B9-AFA8-07F22A866077}" dt="2023-07-19T07:58:38.056" v="147" actId="14100"/>
          <ac:picMkLst>
            <pc:docMk/>
            <pc:sldMk cId="1456943676" sldId="416"/>
            <ac:picMk id="5" creationId="{B0737919-A469-CA5E-0C91-796C26ECEE8C}"/>
          </ac:picMkLst>
        </pc:picChg>
      </pc:sldChg>
      <pc:sldChg chg="add del">
        <pc:chgData name="Staples, Jessie (CorpAffairs, Kensington WA)" userId="S::sta399@csiro.au::7d0f0da2-c0b8-4772-aeff-0f6772a21e28" providerId="AD" clId="Web-{C12308B9-DF1A-E6B9-AFA8-07F22A866077}" dt="2023-07-19T07:54:47.018" v="50"/>
        <pc:sldMkLst>
          <pc:docMk/>
          <pc:sldMk cId="2215685635" sldId="417"/>
        </pc:sldMkLst>
      </pc:sldChg>
      <pc:sldChg chg="addSp delSp modSp add del mod ord replId modClrScheme chgLayout">
        <pc:chgData name="Staples, Jessie (CorpAffairs, Kensington WA)" userId="S::sta399@csiro.au::7d0f0da2-c0b8-4772-aeff-0f6772a21e28" providerId="AD" clId="Web-{C12308B9-DF1A-E6B9-AFA8-07F22A866077}" dt="2023-07-19T07:56:59.116" v="139" actId="14100"/>
        <pc:sldMkLst>
          <pc:docMk/>
          <pc:sldMk cId="2772753535" sldId="418"/>
        </pc:sldMkLst>
        <pc:spChg chg="mod">
          <ac:chgData name="Staples, Jessie (CorpAffairs, Kensington WA)" userId="S::sta399@csiro.au::7d0f0da2-c0b8-4772-aeff-0f6772a21e28" providerId="AD" clId="Web-{C12308B9-DF1A-E6B9-AFA8-07F22A866077}" dt="2023-07-19T07:55:49.707" v="67" actId="20577"/>
          <ac:spMkLst>
            <pc:docMk/>
            <pc:sldMk cId="2772753535" sldId="418"/>
            <ac:spMk id="2" creationId="{36114F9A-EC92-425C-B6D4-A96C03DC3165}"/>
          </ac:spMkLst>
        </pc:spChg>
        <pc:spChg chg="add del">
          <ac:chgData name="Staples, Jessie (CorpAffairs, Kensington WA)" userId="S::sta399@csiro.au::7d0f0da2-c0b8-4772-aeff-0f6772a21e28" providerId="AD" clId="Web-{C12308B9-DF1A-E6B9-AFA8-07F22A866077}" dt="2023-07-19T07:54:26.892" v="44"/>
          <ac:spMkLst>
            <pc:docMk/>
            <pc:sldMk cId="2772753535" sldId="418"/>
            <ac:spMk id="5" creationId="{39DE1814-50D0-DE21-C436-D5866E23AAC7}"/>
          </ac:spMkLst>
        </pc:spChg>
        <pc:spChg chg="add">
          <ac:chgData name="Staples, Jessie (CorpAffairs, Kensington WA)" userId="S::sta399@csiro.au::7d0f0da2-c0b8-4772-aeff-0f6772a21e28" providerId="AD" clId="Web-{C12308B9-DF1A-E6B9-AFA8-07F22A866077}" dt="2023-07-19T07:53:57.782" v="40"/>
          <ac:spMkLst>
            <pc:docMk/>
            <pc:sldMk cId="2772753535" sldId="418"/>
            <ac:spMk id="6" creationId="{5C371FCA-160D-D141-0446-82C39C216F16}"/>
          </ac:spMkLst>
        </pc:spChg>
        <pc:spChg chg="del mod">
          <ac:chgData name="Staples, Jessie (CorpAffairs, Kensington WA)" userId="S::sta399@csiro.au::7d0f0da2-c0b8-4772-aeff-0f6772a21e28" providerId="AD" clId="Web-{C12308B9-DF1A-E6B9-AFA8-07F22A866077}" dt="2023-07-19T07:48:05.771" v="19"/>
          <ac:spMkLst>
            <pc:docMk/>
            <pc:sldMk cId="2772753535" sldId="418"/>
            <ac:spMk id="7" creationId="{8D91A5FC-21CB-4AFC-BFAD-BF0BA9ACBD2C}"/>
          </ac:spMkLst>
        </pc:spChg>
        <pc:spChg chg="del">
          <ac:chgData name="Staples, Jessie (CorpAffairs, Kensington WA)" userId="S::sta399@csiro.au::7d0f0da2-c0b8-4772-aeff-0f6772a21e28" providerId="AD" clId="Web-{C12308B9-DF1A-E6B9-AFA8-07F22A866077}" dt="2023-07-19T07:48:01.645" v="16"/>
          <ac:spMkLst>
            <pc:docMk/>
            <pc:sldMk cId="2772753535" sldId="418"/>
            <ac:spMk id="8" creationId="{EABBE8F5-F272-43EC-9796-E847902AA2D3}"/>
          </ac:spMkLst>
        </pc:spChg>
        <pc:spChg chg="add">
          <ac:chgData name="Staples, Jessie (CorpAffairs, Kensington WA)" userId="S::sta399@csiro.au::7d0f0da2-c0b8-4772-aeff-0f6772a21e28" providerId="AD" clId="Web-{C12308B9-DF1A-E6B9-AFA8-07F22A866077}" dt="2023-07-19T07:53:57.782" v="40"/>
          <ac:spMkLst>
            <pc:docMk/>
            <pc:sldMk cId="2772753535" sldId="418"/>
            <ac:spMk id="9" creationId="{31E37C96-51E3-A476-8C42-7BD7DDE69543}"/>
          </ac:spMkLst>
        </pc:spChg>
        <pc:spChg chg="add">
          <ac:chgData name="Staples, Jessie (CorpAffairs, Kensington WA)" userId="S::sta399@csiro.au::7d0f0da2-c0b8-4772-aeff-0f6772a21e28" providerId="AD" clId="Web-{C12308B9-DF1A-E6B9-AFA8-07F22A866077}" dt="2023-07-19T07:53:57.782" v="40"/>
          <ac:spMkLst>
            <pc:docMk/>
            <pc:sldMk cId="2772753535" sldId="418"/>
            <ac:spMk id="10" creationId="{4B50081E-54DC-0AAF-B7E8-989D7303823D}"/>
          </ac:spMkLst>
        </pc:spChg>
        <pc:spChg chg="add">
          <ac:chgData name="Staples, Jessie (CorpAffairs, Kensington WA)" userId="S::sta399@csiro.au::7d0f0da2-c0b8-4772-aeff-0f6772a21e28" providerId="AD" clId="Web-{C12308B9-DF1A-E6B9-AFA8-07F22A866077}" dt="2023-07-19T07:53:57.782" v="40"/>
          <ac:spMkLst>
            <pc:docMk/>
            <pc:sldMk cId="2772753535" sldId="418"/>
            <ac:spMk id="11" creationId="{92068A2B-71E8-06B6-87D1-69F70C5DA11B}"/>
          </ac:spMkLst>
        </pc:spChg>
        <pc:spChg chg="add">
          <ac:chgData name="Staples, Jessie (CorpAffairs, Kensington WA)" userId="S::sta399@csiro.au::7d0f0da2-c0b8-4772-aeff-0f6772a21e28" providerId="AD" clId="Web-{C12308B9-DF1A-E6B9-AFA8-07F22A866077}" dt="2023-07-19T07:53:57.782" v="40"/>
          <ac:spMkLst>
            <pc:docMk/>
            <pc:sldMk cId="2772753535" sldId="418"/>
            <ac:spMk id="12" creationId="{27F1A26C-39C8-C4BC-E479-B144FECB8960}"/>
          </ac:spMkLst>
        </pc:spChg>
        <pc:spChg chg="add">
          <ac:chgData name="Staples, Jessie (CorpAffairs, Kensington WA)" userId="S::sta399@csiro.au::7d0f0da2-c0b8-4772-aeff-0f6772a21e28" providerId="AD" clId="Web-{C12308B9-DF1A-E6B9-AFA8-07F22A866077}" dt="2023-07-19T07:53:57.782" v="40"/>
          <ac:spMkLst>
            <pc:docMk/>
            <pc:sldMk cId="2772753535" sldId="418"/>
            <ac:spMk id="13" creationId="{D3302F51-66E2-3840-9897-73022EF7DD37}"/>
          </ac:spMkLst>
        </pc:spChg>
        <pc:spChg chg="add">
          <ac:chgData name="Staples, Jessie (CorpAffairs, Kensington WA)" userId="S::sta399@csiro.au::7d0f0da2-c0b8-4772-aeff-0f6772a21e28" providerId="AD" clId="Web-{C12308B9-DF1A-E6B9-AFA8-07F22A866077}" dt="2023-07-19T07:53:57.782" v="40"/>
          <ac:spMkLst>
            <pc:docMk/>
            <pc:sldMk cId="2772753535" sldId="418"/>
            <ac:spMk id="14" creationId="{59D84279-CEB0-79C3-4936-58E19B0AA3A4}"/>
          </ac:spMkLst>
        </pc:spChg>
        <pc:spChg chg="add">
          <ac:chgData name="Staples, Jessie (CorpAffairs, Kensington WA)" userId="S::sta399@csiro.au::7d0f0da2-c0b8-4772-aeff-0f6772a21e28" providerId="AD" clId="Web-{C12308B9-DF1A-E6B9-AFA8-07F22A866077}" dt="2023-07-19T07:53:57.782" v="40"/>
          <ac:spMkLst>
            <pc:docMk/>
            <pc:sldMk cId="2772753535" sldId="418"/>
            <ac:spMk id="15" creationId="{027BDDE0-4FE1-33FA-0636-E8D7041B6166}"/>
          </ac:spMkLst>
        </pc:spChg>
        <pc:spChg chg="add">
          <ac:chgData name="Staples, Jessie (CorpAffairs, Kensington WA)" userId="S::sta399@csiro.au::7d0f0da2-c0b8-4772-aeff-0f6772a21e28" providerId="AD" clId="Web-{C12308B9-DF1A-E6B9-AFA8-07F22A866077}" dt="2023-07-19T07:53:57.782" v="40"/>
          <ac:spMkLst>
            <pc:docMk/>
            <pc:sldMk cId="2772753535" sldId="418"/>
            <ac:spMk id="16" creationId="{5F10F682-26C8-7583-BC39-097682794B95}"/>
          </ac:spMkLst>
        </pc:spChg>
        <pc:spChg chg="add">
          <ac:chgData name="Staples, Jessie (CorpAffairs, Kensington WA)" userId="S::sta399@csiro.au::7d0f0da2-c0b8-4772-aeff-0f6772a21e28" providerId="AD" clId="Web-{C12308B9-DF1A-E6B9-AFA8-07F22A866077}" dt="2023-07-19T07:53:57.782" v="40"/>
          <ac:spMkLst>
            <pc:docMk/>
            <pc:sldMk cId="2772753535" sldId="418"/>
            <ac:spMk id="17" creationId="{615AABAD-E3C4-BB7A-30D1-A365F9608B94}"/>
          </ac:spMkLst>
        </pc:spChg>
        <pc:spChg chg="add">
          <ac:chgData name="Staples, Jessie (CorpAffairs, Kensington WA)" userId="S::sta399@csiro.au::7d0f0da2-c0b8-4772-aeff-0f6772a21e28" providerId="AD" clId="Web-{C12308B9-DF1A-E6B9-AFA8-07F22A866077}" dt="2023-07-19T07:53:57.782" v="40"/>
          <ac:spMkLst>
            <pc:docMk/>
            <pc:sldMk cId="2772753535" sldId="418"/>
            <ac:spMk id="18" creationId="{37ED799D-A18E-EEFC-46C6-35272F08CFC3}"/>
          </ac:spMkLst>
        </pc:spChg>
        <pc:spChg chg="add mod">
          <ac:chgData name="Staples, Jessie (CorpAffairs, Kensington WA)" userId="S::sta399@csiro.au::7d0f0da2-c0b8-4772-aeff-0f6772a21e28" providerId="AD" clId="Web-{C12308B9-DF1A-E6B9-AFA8-07F22A866077}" dt="2023-07-19T07:56:59.116" v="139" actId="14100"/>
          <ac:spMkLst>
            <pc:docMk/>
            <pc:sldMk cId="2772753535" sldId="418"/>
            <ac:spMk id="20" creationId="{D5D69D7C-C330-E424-1606-8AE6ABCB0BB6}"/>
          </ac:spMkLst>
        </pc:spChg>
        <pc:spChg chg="add">
          <ac:chgData name="Staples, Jessie (CorpAffairs, Kensington WA)" userId="S::sta399@csiro.au::7d0f0da2-c0b8-4772-aeff-0f6772a21e28" providerId="AD" clId="Web-{C12308B9-DF1A-E6B9-AFA8-07F22A866077}" dt="2023-07-19T07:54:33.814" v="46"/>
          <ac:spMkLst>
            <pc:docMk/>
            <pc:sldMk cId="2772753535" sldId="418"/>
            <ac:spMk id="21" creationId="{BF29A391-BCE2-4289-1EAA-424D5F9A650A}"/>
          </ac:spMkLst>
        </pc:spChg>
        <pc:spChg chg="add">
          <ac:chgData name="Staples, Jessie (CorpAffairs, Kensington WA)" userId="S::sta399@csiro.au::7d0f0da2-c0b8-4772-aeff-0f6772a21e28" providerId="AD" clId="Web-{C12308B9-DF1A-E6B9-AFA8-07F22A866077}" dt="2023-07-19T07:54:33.814" v="46"/>
          <ac:spMkLst>
            <pc:docMk/>
            <pc:sldMk cId="2772753535" sldId="418"/>
            <ac:spMk id="22" creationId="{E1113F6A-C001-5166-8CCF-13D0EB502336}"/>
          </ac:spMkLst>
        </pc:spChg>
        <pc:spChg chg="add">
          <ac:chgData name="Staples, Jessie (CorpAffairs, Kensington WA)" userId="S::sta399@csiro.au::7d0f0da2-c0b8-4772-aeff-0f6772a21e28" providerId="AD" clId="Web-{C12308B9-DF1A-E6B9-AFA8-07F22A866077}" dt="2023-07-19T07:54:33.814" v="46"/>
          <ac:spMkLst>
            <pc:docMk/>
            <pc:sldMk cId="2772753535" sldId="418"/>
            <ac:spMk id="23" creationId="{0037AFBB-7FE5-4391-4D52-287DACECF446}"/>
          </ac:spMkLst>
        </pc:spChg>
        <pc:spChg chg="add">
          <ac:chgData name="Staples, Jessie (CorpAffairs, Kensington WA)" userId="S::sta399@csiro.au::7d0f0da2-c0b8-4772-aeff-0f6772a21e28" providerId="AD" clId="Web-{C12308B9-DF1A-E6B9-AFA8-07F22A866077}" dt="2023-07-19T07:54:33.814" v="46"/>
          <ac:spMkLst>
            <pc:docMk/>
            <pc:sldMk cId="2772753535" sldId="418"/>
            <ac:spMk id="24" creationId="{4819D2A7-5FCD-64E3-DC56-0C9AE205E24D}"/>
          </ac:spMkLst>
        </pc:spChg>
        <pc:spChg chg="add">
          <ac:chgData name="Staples, Jessie (CorpAffairs, Kensington WA)" userId="S::sta399@csiro.au::7d0f0da2-c0b8-4772-aeff-0f6772a21e28" providerId="AD" clId="Web-{C12308B9-DF1A-E6B9-AFA8-07F22A866077}" dt="2023-07-19T07:54:33.814" v="46"/>
          <ac:spMkLst>
            <pc:docMk/>
            <pc:sldMk cId="2772753535" sldId="418"/>
            <ac:spMk id="25" creationId="{D58124A2-E7B3-1A5D-37EC-CA04C5FC81C9}"/>
          </ac:spMkLst>
        </pc:spChg>
        <pc:spChg chg="add">
          <ac:chgData name="Staples, Jessie (CorpAffairs, Kensington WA)" userId="S::sta399@csiro.au::7d0f0da2-c0b8-4772-aeff-0f6772a21e28" providerId="AD" clId="Web-{C12308B9-DF1A-E6B9-AFA8-07F22A866077}" dt="2023-07-19T07:54:33.814" v="46"/>
          <ac:spMkLst>
            <pc:docMk/>
            <pc:sldMk cId="2772753535" sldId="418"/>
            <ac:spMk id="26" creationId="{9ED56E43-5847-16A2-AC3E-AECC5A2E649B}"/>
          </ac:spMkLst>
        </pc:spChg>
        <pc:spChg chg="add">
          <ac:chgData name="Staples, Jessie (CorpAffairs, Kensington WA)" userId="S::sta399@csiro.au::7d0f0da2-c0b8-4772-aeff-0f6772a21e28" providerId="AD" clId="Web-{C12308B9-DF1A-E6B9-AFA8-07F22A866077}" dt="2023-07-19T07:54:33.814" v="46"/>
          <ac:spMkLst>
            <pc:docMk/>
            <pc:sldMk cId="2772753535" sldId="418"/>
            <ac:spMk id="27" creationId="{417F6E38-F14A-6D22-50D1-4BBDEA4F7F55}"/>
          </ac:spMkLst>
        </pc:spChg>
        <pc:spChg chg="add">
          <ac:chgData name="Staples, Jessie (CorpAffairs, Kensington WA)" userId="S::sta399@csiro.au::7d0f0da2-c0b8-4772-aeff-0f6772a21e28" providerId="AD" clId="Web-{C12308B9-DF1A-E6B9-AFA8-07F22A866077}" dt="2023-07-19T07:54:33.814" v="46"/>
          <ac:spMkLst>
            <pc:docMk/>
            <pc:sldMk cId="2772753535" sldId="418"/>
            <ac:spMk id="28" creationId="{4BA234DA-F847-09A0-0456-F2AA75CCFA6E}"/>
          </ac:spMkLst>
        </pc:spChg>
        <pc:spChg chg="add">
          <ac:chgData name="Staples, Jessie (CorpAffairs, Kensington WA)" userId="S::sta399@csiro.au::7d0f0da2-c0b8-4772-aeff-0f6772a21e28" providerId="AD" clId="Web-{C12308B9-DF1A-E6B9-AFA8-07F22A866077}" dt="2023-07-19T07:54:53.127" v="51"/>
          <ac:spMkLst>
            <pc:docMk/>
            <pc:sldMk cId="2772753535" sldId="418"/>
            <ac:spMk id="30" creationId="{D5D69D7C-C330-E424-1606-8AE6ABCB0BB6}"/>
          </ac:spMkLst>
        </pc:spChg>
        <pc:spChg chg="add">
          <ac:chgData name="Staples, Jessie (CorpAffairs, Kensington WA)" userId="S::sta399@csiro.au::7d0f0da2-c0b8-4772-aeff-0f6772a21e28" providerId="AD" clId="Web-{C12308B9-DF1A-E6B9-AFA8-07F22A866077}" dt="2023-07-19T07:54:53.127" v="51"/>
          <ac:spMkLst>
            <pc:docMk/>
            <pc:sldMk cId="2772753535" sldId="418"/>
            <ac:spMk id="31" creationId="{BF29A391-BCE2-4289-1EAA-424D5F9A650A}"/>
          </ac:spMkLst>
        </pc:spChg>
        <pc:spChg chg="add">
          <ac:chgData name="Staples, Jessie (CorpAffairs, Kensington WA)" userId="S::sta399@csiro.au::7d0f0da2-c0b8-4772-aeff-0f6772a21e28" providerId="AD" clId="Web-{C12308B9-DF1A-E6B9-AFA8-07F22A866077}" dt="2023-07-19T07:54:53.127" v="51"/>
          <ac:spMkLst>
            <pc:docMk/>
            <pc:sldMk cId="2772753535" sldId="418"/>
            <ac:spMk id="32" creationId="{E1113F6A-C001-5166-8CCF-13D0EB502336}"/>
          </ac:spMkLst>
        </pc:spChg>
        <pc:spChg chg="add">
          <ac:chgData name="Staples, Jessie (CorpAffairs, Kensington WA)" userId="S::sta399@csiro.au::7d0f0da2-c0b8-4772-aeff-0f6772a21e28" providerId="AD" clId="Web-{C12308B9-DF1A-E6B9-AFA8-07F22A866077}" dt="2023-07-19T07:54:53.127" v="51"/>
          <ac:spMkLst>
            <pc:docMk/>
            <pc:sldMk cId="2772753535" sldId="418"/>
            <ac:spMk id="33" creationId="{0037AFBB-7FE5-4391-4D52-287DACECF446}"/>
          </ac:spMkLst>
        </pc:spChg>
        <pc:spChg chg="add">
          <ac:chgData name="Staples, Jessie (CorpAffairs, Kensington WA)" userId="S::sta399@csiro.au::7d0f0da2-c0b8-4772-aeff-0f6772a21e28" providerId="AD" clId="Web-{C12308B9-DF1A-E6B9-AFA8-07F22A866077}" dt="2023-07-19T07:54:53.127" v="51"/>
          <ac:spMkLst>
            <pc:docMk/>
            <pc:sldMk cId="2772753535" sldId="418"/>
            <ac:spMk id="34" creationId="{4819D2A7-5FCD-64E3-DC56-0C9AE205E24D}"/>
          </ac:spMkLst>
        </pc:spChg>
        <pc:spChg chg="add">
          <ac:chgData name="Staples, Jessie (CorpAffairs, Kensington WA)" userId="S::sta399@csiro.au::7d0f0da2-c0b8-4772-aeff-0f6772a21e28" providerId="AD" clId="Web-{C12308B9-DF1A-E6B9-AFA8-07F22A866077}" dt="2023-07-19T07:54:53.127" v="51"/>
          <ac:spMkLst>
            <pc:docMk/>
            <pc:sldMk cId="2772753535" sldId="418"/>
            <ac:spMk id="35" creationId="{D58124A2-E7B3-1A5D-37EC-CA04C5FC81C9}"/>
          </ac:spMkLst>
        </pc:spChg>
        <pc:spChg chg="add">
          <ac:chgData name="Staples, Jessie (CorpAffairs, Kensington WA)" userId="S::sta399@csiro.au::7d0f0da2-c0b8-4772-aeff-0f6772a21e28" providerId="AD" clId="Web-{C12308B9-DF1A-E6B9-AFA8-07F22A866077}" dt="2023-07-19T07:54:53.127" v="51"/>
          <ac:spMkLst>
            <pc:docMk/>
            <pc:sldMk cId="2772753535" sldId="418"/>
            <ac:spMk id="36" creationId="{9ED56E43-5847-16A2-AC3E-AECC5A2E649B}"/>
          </ac:spMkLst>
        </pc:spChg>
        <pc:spChg chg="add">
          <ac:chgData name="Staples, Jessie (CorpAffairs, Kensington WA)" userId="S::sta399@csiro.au::7d0f0da2-c0b8-4772-aeff-0f6772a21e28" providerId="AD" clId="Web-{C12308B9-DF1A-E6B9-AFA8-07F22A866077}" dt="2023-07-19T07:54:53.127" v="51"/>
          <ac:spMkLst>
            <pc:docMk/>
            <pc:sldMk cId="2772753535" sldId="418"/>
            <ac:spMk id="37" creationId="{417F6E38-F14A-6D22-50D1-4BBDEA4F7F55}"/>
          </ac:spMkLst>
        </pc:spChg>
        <pc:spChg chg="add">
          <ac:chgData name="Staples, Jessie (CorpAffairs, Kensington WA)" userId="S::sta399@csiro.au::7d0f0da2-c0b8-4772-aeff-0f6772a21e28" providerId="AD" clId="Web-{C12308B9-DF1A-E6B9-AFA8-07F22A866077}" dt="2023-07-19T07:54:53.127" v="51"/>
          <ac:spMkLst>
            <pc:docMk/>
            <pc:sldMk cId="2772753535" sldId="418"/>
            <ac:spMk id="38" creationId="{4BA234DA-F847-09A0-0456-F2AA75CCFA6E}"/>
          </ac:spMkLst>
        </pc:spChg>
        <pc:grpChg chg="add del mod">
          <ac:chgData name="Staples, Jessie (CorpAffairs, Kensington WA)" userId="S::sta399@csiro.au::7d0f0da2-c0b8-4772-aeff-0f6772a21e28" providerId="AD" clId="Web-{C12308B9-DF1A-E6B9-AFA8-07F22A866077}" dt="2023-07-19T07:54:28.408" v="45"/>
          <ac:grpSpMkLst>
            <pc:docMk/>
            <pc:sldMk cId="2772753535" sldId="418"/>
            <ac:grpSpMk id="4" creationId="{EDF9C500-3876-24D0-8780-50B85CD28CD5}"/>
          </ac:grpSpMkLst>
        </pc:grpChg>
        <pc:grpChg chg="add mod">
          <ac:chgData name="Staples, Jessie (CorpAffairs, Kensington WA)" userId="S::sta399@csiro.au::7d0f0da2-c0b8-4772-aeff-0f6772a21e28" providerId="AD" clId="Web-{C12308B9-DF1A-E6B9-AFA8-07F22A866077}" dt="2023-07-19T07:55:55.239" v="68" actId="1076"/>
          <ac:grpSpMkLst>
            <pc:docMk/>
            <pc:sldMk cId="2772753535" sldId="418"/>
            <ac:grpSpMk id="19" creationId="{525192EF-E8B4-585A-92F4-BD6957691E81}"/>
          </ac:grpSpMkLst>
        </pc:grpChg>
        <pc:grpChg chg="add del mod">
          <ac:chgData name="Staples, Jessie (CorpAffairs, Kensington WA)" userId="S::sta399@csiro.au::7d0f0da2-c0b8-4772-aeff-0f6772a21e28" providerId="AD" clId="Web-{C12308B9-DF1A-E6B9-AFA8-07F22A866077}" dt="2023-07-19T07:55:07.706" v="53"/>
          <ac:grpSpMkLst>
            <pc:docMk/>
            <pc:sldMk cId="2772753535" sldId="418"/>
            <ac:grpSpMk id="29" creationId="{525192EF-E8B4-585A-92F4-BD6957691E81}"/>
          </ac:grpSpMkLst>
        </pc:grpChg>
        <pc:picChg chg="add del mod">
          <ac:chgData name="Staples, Jessie (CorpAffairs, Kensington WA)" userId="S::sta399@csiro.au::7d0f0da2-c0b8-4772-aeff-0f6772a21e28" providerId="AD" clId="Web-{C12308B9-DF1A-E6B9-AFA8-07F22A866077}" dt="2023-07-19T07:53:55.157" v="39"/>
          <ac:picMkLst>
            <pc:docMk/>
            <pc:sldMk cId="2772753535" sldId="418"/>
            <ac:picMk id="3" creationId="{F3748742-FE69-727D-C127-FB41AB2CBADD}"/>
          </ac:picMkLst>
        </pc:picChg>
        <pc:picChg chg="del">
          <ac:chgData name="Staples, Jessie (CorpAffairs, Kensington WA)" userId="S::sta399@csiro.au::7d0f0da2-c0b8-4772-aeff-0f6772a21e28" providerId="AD" clId="Web-{C12308B9-DF1A-E6B9-AFA8-07F22A866077}" dt="2023-07-19T07:34:49.620" v="15"/>
          <ac:picMkLst>
            <pc:docMk/>
            <pc:sldMk cId="2772753535" sldId="418"/>
            <ac:picMk id="1026" creationId="{AA87C445-3F19-4011-AA89-CACF006B58DC}"/>
          </ac:picMkLst>
        </pc:picChg>
      </pc:sldChg>
      <pc:sldChg chg="addSp modSp new ord">
        <pc:chgData name="Staples, Jessie (CorpAffairs, Kensington WA)" userId="S::sta399@csiro.au::7d0f0da2-c0b8-4772-aeff-0f6772a21e28" providerId="AD" clId="Web-{C12308B9-DF1A-E6B9-AFA8-07F22A866077}" dt="2023-07-19T08:23:00.633" v="480" actId="1076"/>
        <pc:sldMkLst>
          <pc:docMk/>
          <pc:sldMk cId="1650274325" sldId="419"/>
        </pc:sldMkLst>
        <pc:spChg chg="mod">
          <ac:chgData name="Staples, Jessie (CorpAffairs, Kensington WA)" userId="S::sta399@csiro.au::7d0f0da2-c0b8-4772-aeff-0f6772a21e28" providerId="AD" clId="Web-{C12308B9-DF1A-E6B9-AFA8-07F22A866077}" dt="2023-07-19T08:23:00.633" v="480" actId="1076"/>
          <ac:spMkLst>
            <pc:docMk/>
            <pc:sldMk cId="1650274325" sldId="419"/>
            <ac:spMk id="2" creationId="{6147868E-6960-387C-70A2-E5180B3D9AFF}"/>
          </ac:spMkLst>
        </pc:spChg>
        <pc:spChg chg="mod">
          <ac:chgData name="Staples, Jessie (CorpAffairs, Kensington WA)" userId="S::sta399@csiro.au::7d0f0da2-c0b8-4772-aeff-0f6772a21e28" providerId="AD" clId="Web-{C12308B9-DF1A-E6B9-AFA8-07F22A866077}" dt="2023-07-19T08:21:17.818" v="430" actId="14100"/>
          <ac:spMkLst>
            <pc:docMk/>
            <pc:sldMk cId="1650274325" sldId="419"/>
            <ac:spMk id="3" creationId="{929F54A8-E5E2-2DD2-8BCE-C41A44ABA3B5}"/>
          </ac:spMkLst>
        </pc:spChg>
        <pc:spChg chg="add mod">
          <ac:chgData name="Staples, Jessie (CorpAffairs, Kensington WA)" userId="S::sta399@csiro.au::7d0f0da2-c0b8-4772-aeff-0f6772a21e28" providerId="AD" clId="Web-{C12308B9-DF1A-E6B9-AFA8-07F22A866077}" dt="2023-07-19T08:22:52.227" v="479" actId="1076"/>
          <ac:spMkLst>
            <pc:docMk/>
            <pc:sldMk cId="1650274325" sldId="419"/>
            <ac:spMk id="4" creationId="{85F399F2-D628-8E74-3746-4F5E74DC13A9}"/>
          </ac:spMkLst>
        </pc:spChg>
      </pc:sldChg>
      <pc:sldChg chg="addSp delSp modSp new del">
        <pc:chgData name="Staples, Jessie (CorpAffairs, Kensington WA)" userId="S::sta399@csiro.au::7d0f0da2-c0b8-4772-aeff-0f6772a21e28" providerId="AD" clId="Web-{C12308B9-DF1A-E6B9-AFA8-07F22A866077}" dt="2023-07-19T07:55:46.223" v="66"/>
        <pc:sldMkLst>
          <pc:docMk/>
          <pc:sldMk cId="2524381423" sldId="419"/>
        </pc:sldMkLst>
        <pc:spChg chg="mod">
          <ac:chgData name="Staples, Jessie (CorpAffairs, Kensington WA)" userId="S::sta399@csiro.au::7d0f0da2-c0b8-4772-aeff-0f6772a21e28" providerId="AD" clId="Web-{C12308B9-DF1A-E6B9-AFA8-07F22A866077}" dt="2023-07-19T07:55:18.550" v="58" actId="20577"/>
          <ac:spMkLst>
            <pc:docMk/>
            <pc:sldMk cId="2524381423" sldId="419"/>
            <ac:spMk id="2" creationId="{F0EFE809-4D37-0896-F24F-BF023F3CB3B8}"/>
          </ac:spMkLst>
        </pc:spChg>
        <pc:spChg chg="del">
          <ac:chgData name="Staples, Jessie (CorpAffairs, Kensington WA)" userId="S::sta399@csiro.au::7d0f0da2-c0b8-4772-aeff-0f6772a21e28" providerId="AD" clId="Web-{C12308B9-DF1A-E6B9-AFA8-07F22A866077}" dt="2023-07-19T07:55:25.722" v="60"/>
          <ac:spMkLst>
            <pc:docMk/>
            <pc:sldMk cId="2524381423" sldId="419"/>
            <ac:spMk id="3" creationId="{A4C84737-A469-5B15-83BE-A95313617515}"/>
          </ac:spMkLst>
        </pc:spChg>
        <pc:spChg chg="add">
          <ac:chgData name="Staples, Jessie (CorpAffairs, Kensington WA)" userId="S::sta399@csiro.au::7d0f0da2-c0b8-4772-aeff-0f6772a21e28" providerId="AD" clId="Web-{C12308B9-DF1A-E6B9-AFA8-07F22A866077}" dt="2023-07-19T07:55:22.753" v="59"/>
          <ac:spMkLst>
            <pc:docMk/>
            <pc:sldMk cId="2524381423" sldId="419"/>
            <ac:spMk id="5" creationId="{D5D69D7C-C330-E424-1606-8AE6ABCB0BB6}"/>
          </ac:spMkLst>
        </pc:spChg>
        <pc:spChg chg="add">
          <ac:chgData name="Staples, Jessie (CorpAffairs, Kensington WA)" userId="S::sta399@csiro.au::7d0f0da2-c0b8-4772-aeff-0f6772a21e28" providerId="AD" clId="Web-{C12308B9-DF1A-E6B9-AFA8-07F22A866077}" dt="2023-07-19T07:55:22.753" v="59"/>
          <ac:spMkLst>
            <pc:docMk/>
            <pc:sldMk cId="2524381423" sldId="419"/>
            <ac:spMk id="6" creationId="{BF29A391-BCE2-4289-1EAA-424D5F9A650A}"/>
          </ac:spMkLst>
        </pc:spChg>
        <pc:spChg chg="add">
          <ac:chgData name="Staples, Jessie (CorpAffairs, Kensington WA)" userId="S::sta399@csiro.au::7d0f0da2-c0b8-4772-aeff-0f6772a21e28" providerId="AD" clId="Web-{C12308B9-DF1A-E6B9-AFA8-07F22A866077}" dt="2023-07-19T07:55:22.753" v="59"/>
          <ac:spMkLst>
            <pc:docMk/>
            <pc:sldMk cId="2524381423" sldId="419"/>
            <ac:spMk id="7" creationId="{E1113F6A-C001-5166-8CCF-13D0EB502336}"/>
          </ac:spMkLst>
        </pc:spChg>
        <pc:spChg chg="add">
          <ac:chgData name="Staples, Jessie (CorpAffairs, Kensington WA)" userId="S::sta399@csiro.au::7d0f0da2-c0b8-4772-aeff-0f6772a21e28" providerId="AD" clId="Web-{C12308B9-DF1A-E6B9-AFA8-07F22A866077}" dt="2023-07-19T07:55:22.753" v="59"/>
          <ac:spMkLst>
            <pc:docMk/>
            <pc:sldMk cId="2524381423" sldId="419"/>
            <ac:spMk id="8" creationId="{0037AFBB-7FE5-4391-4D52-287DACECF446}"/>
          </ac:spMkLst>
        </pc:spChg>
        <pc:spChg chg="add">
          <ac:chgData name="Staples, Jessie (CorpAffairs, Kensington WA)" userId="S::sta399@csiro.au::7d0f0da2-c0b8-4772-aeff-0f6772a21e28" providerId="AD" clId="Web-{C12308B9-DF1A-E6B9-AFA8-07F22A866077}" dt="2023-07-19T07:55:22.753" v="59"/>
          <ac:spMkLst>
            <pc:docMk/>
            <pc:sldMk cId="2524381423" sldId="419"/>
            <ac:spMk id="9" creationId="{4819D2A7-5FCD-64E3-DC56-0C9AE205E24D}"/>
          </ac:spMkLst>
        </pc:spChg>
        <pc:spChg chg="add">
          <ac:chgData name="Staples, Jessie (CorpAffairs, Kensington WA)" userId="S::sta399@csiro.au::7d0f0da2-c0b8-4772-aeff-0f6772a21e28" providerId="AD" clId="Web-{C12308B9-DF1A-E6B9-AFA8-07F22A866077}" dt="2023-07-19T07:55:22.753" v="59"/>
          <ac:spMkLst>
            <pc:docMk/>
            <pc:sldMk cId="2524381423" sldId="419"/>
            <ac:spMk id="10" creationId="{D58124A2-E7B3-1A5D-37EC-CA04C5FC81C9}"/>
          </ac:spMkLst>
        </pc:spChg>
        <pc:spChg chg="add">
          <ac:chgData name="Staples, Jessie (CorpAffairs, Kensington WA)" userId="S::sta399@csiro.au::7d0f0da2-c0b8-4772-aeff-0f6772a21e28" providerId="AD" clId="Web-{C12308B9-DF1A-E6B9-AFA8-07F22A866077}" dt="2023-07-19T07:55:22.753" v="59"/>
          <ac:spMkLst>
            <pc:docMk/>
            <pc:sldMk cId="2524381423" sldId="419"/>
            <ac:spMk id="11" creationId="{9ED56E43-5847-16A2-AC3E-AECC5A2E649B}"/>
          </ac:spMkLst>
        </pc:spChg>
        <pc:spChg chg="add">
          <ac:chgData name="Staples, Jessie (CorpAffairs, Kensington WA)" userId="S::sta399@csiro.au::7d0f0da2-c0b8-4772-aeff-0f6772a21e28" providerId="AD" clId="Web-{C12308B9-DF1A-E6B9-AFA8-07F22A866077}" dt="2023-07-19T07:55:22.753" v="59"/>
          <ac:spMkLst>
            <pc:docMk/>
            <pc:sldMk cId="2524381423" sldId="419"/>
            <ac:spMk id="12" creationId="{417F6E38-F14A-6D22-50D1-4BBDEA4F7F55}"/>
          </ac:spMkLst>
        </pc:spChg>
        <pc:spChg chg="add">
          <ac:chgData name="Staples, Jessie (CorpAffairs, Kensington WA)" userId="S::sta399@csiro.au::7d0f0da2-c0b8-4772-aeff-0f6772a21e28" providerId="AD" clId="Web-{C12308B9-DF1A-E6B9-AFA8-07F22A866077}" dt="2023-07-19T07:55:22.753" v="59"/>
          <ac:spMkLst>
            <pc:docMk/>
            <pc:sldMk cId="2524381423" sldId="419"/>
            <ac:spMk id="13" creationId="{4BA234DA-F847-09A0-0456-F2AA75CCFA6E}"/>
          </ac:spMkLst>
        </pc:spChg>
        <pc:grpChg chg="add mod">
          <ac:chgData name="Staples, Jessie (CorpAffairs, Kensington WA)" userId="S::sta399@csiro.au::7d0f0da2-c0b8-4772-aeff-0f6772a21e28" providerId="AD" clId="Web-{C12308B9-DF1A-E6B9-AFA8-07F22A866077}" dt="2023-07-19T07:55:36.347" v="64" actId="14100"/>
          <ac:grpSpMkLst>
            <pc:docMk/>
            <pc:sldMk cId="2524381423" sldId="419"/>
            <ac:grpSpMk id="4" creationId="{525192EF-E8B4-585A-92F4-BD6957691E81}"/>
          </ac:grpSpMkLst>
        </pc:grpChg>
      </pc:sldChg>
      <pc:sldChg chg="new del">
        <pc:chgData name="Staples, Jessie (CorpAffairs, Kensington WA)" userId="S::sta399@csiro.au::7d0f0da2-c0b8-4772-aeff-0f6772a21e28" providerId="AD" clId="Web-{C12308B9-DF1A-E6B9-AFA8-07F22A866077}" dt="2023-07-19T08:12:25.082" v="215"/>
        <pc:sldMkLst>
          <pc:docMk/>
          <pc:sldMk cId="1634838537" sldId="420"/>
        </pc:sldMkLst>
      </pc:sldChg>
      <pc:sldChg chg="modSp add ord">
        <pc:chgData name="Staples, Jessie (CorpAffairs, Kensington WA)" userId="S::sta399@csiro.au::7d0f0da2-c0b8-4772-aeff-0f6772a21e28" providerId="AD" clId="Web-{C12308B9-DF1A-E6B9-AFA8-07F22A866077}" dt="2023-07-19T08:30:40.820" v="569" actId="20577"/>
        <pc:sldMkLst>
          <pc:docMk/>
          <pc:sldMk cId="4156154523" sldId="421"/>
        </pc:sldMkLst>
        <pc:spChg chg="mod">
          <ac:chgData name="Staples, Jessie (CorpAffairs, Kensington WA)" userId="S::sta399@csiro.au::7d0f0da2-c0b8-4772-aeff-0f6772a21e28" providerId="AD" clId="Web-{C12308B9-DF1A-E6B9-AFA8-07F22A866077}" dt="2023-07-19T08:30:36.507" v="568" actId="1076"/>
          <ac:spMkLst>
            <pc:docMk/>
            <pc:sldMk cId="4156154523" sldId="421"/>
            <ac:spMk id="3" creationId="{9645895A-CA4E-4638-8059-F7011CA65C83}"/>
          </ac:spMkLst>
        </pc:spChg>
        <pc:spChg chg="mod">
          <ac:chgData name="Staples, Jessie (CorpAffairs, Kensington WA)" userId="S::sta399@csiro.au::7d0f0da2-c0b8-4772-aeff-0f6772a21e28" providerId="AD" clId="Web-{C12308B9-DF1A-E6B9-AFA8-07F22A866077}" dt="2023-07-19T08:30:40.820" v="569" actId="20577"/>
          <ac:spMkLst>
            <pc:docMk/>
            <pc:sldMk cId="4156154523" sldId="421"/>
            <ac:spMk id="5" creationId="{97DD0EDF-12F1-405A-98F7-75983739557C}"/>
          </ac:spMkLst>
        </pc:spChg>
        <pc:spChg chg="mod">
          <ac:chgData name="Staples, Jessie (CorpAffairs, Kensington WA)" userId="S::sta399@csiro.au::7d0f0da2-c0b8-4772-aeff-0f6772a21e28" providerId="AD" clId="Web-{C12308B9-DF1A-E6B9-AFA8-07F22A866077}" dt="2023-07-19T08:12:51.177" v="242" actId="1076"/>
          <ac:spMkLst>
            <pc:docMk/>
            <pc:sldMk cId="4156154523" sldId="421"/>
            <ac:spMk id="6" creationId="{77D929BC-9C47-4DE9-B23C-4F5F26BA5389}"/>
          </ac:spMkLst>
        </pc:spChg>
      </pc:sldChg>
      <pc:sldChg chg="addSp delSp modSp add ord replId">
        <pc:chgData name="Staples, Jessie (CorpAffairs, Kensington WA)" userId="S::sta399@csiro.au::7d0f0da2-c0b8-4772-aeff-0f6772a21e28" providerId="AD" clId="Web-{C12308B9-DF1A-E6B9-AFA8-07F22A866077}" dt="2023-07-19T08:35:57.236" v="694"/>
        <pc:sldMkLst>
          <pc:docMk/>
          <pc:sldMk cId="1392688973" sldId="422"/>
        </pc:sldMkLst>
        <pc:spChg chg="del mod">
          <ac:chgData name="Staples, Jessie (CorpAffairs, Kensington WA)" userId="S::sta399@csiro.au::7d0f0da2-c0b8-4772-aeff-0f6772a21e28" providerId="AD" clId="Web-{C12308B9-DF1A-E6B9-AFA8-07F22A866077}" dt="2023-07-19T08:24:20.183" v="491"/>
          <ac:spMkLst>
            <pc:docMk/>
            <pc:sldMk cId="1392688973" sldId="422"/>
            <ac:spMk id="2" creationId="{36114F9A-EC92-425C-B6D4-A96C03DC3165}"/>
          </ac:spMkLst>
        </pc:spChg>
        <pc:spChg chg="mod">
          <ac:chgData name="Staples, Jessie (CorpAffairs, Kensington WA)" userId="S::sta399@csiro.au::7d0f0da2-c0b8-4772-aeff-0f6772a21e28" providerId="AD" clId="Web-{C12308B9-DF1A-E6B9-AFA8-07F22A866077}" dt="2023-07-19T08:24:03.698" v="486" actId="20577"/>
          <ac:spMkLst>
            <pc:docMk/>
            <pc:sldMk cId="1392688973" sldId="422"/>
            <ac:spMk id="7" creationId="{8D91A5FC-21CB-4AFC-BFAD-BF0BA9ACBD2C}"/>
          </ac:spMkLst>
        </pc:spChg>
        <pc:spChg chg="del">
          <ac:chgData name="Staples, Jessie (CorpAffairs, Kensington WA)" userId="S::sta399@csiro.au::7d0f0da2-c0b8-4772-aeff-0f6772a21e28" providerId="AD" clId="Web-{C12308B9-DF1A-E6B9-AFA8-07F22A866077}" dt="2023-07-19T08:24:01.104" v="484"/>
          <ac:spMkLst>
            <pc:docMk/>
            <pc:sldMk cId="1392688973" sldId="422"/>
            <ac:spMk id="8" creationId="{EABBE8F5-F272-43EC-9796-E847902AA2D3}"/>
          </ac:spMkLst>
        </pc:spChg>
        <pc:picChg chg="add mod">
          <ac:chgData name="Staples, Jessie (CorpAffairs, Kensington WA)" userId="S::sta399@csiro.au::7d0f0da2-c0b8-4772-aeff-0f6772a21e28" providerId="AD" clId="Web-{C12308B9-DF1A-E6B9-AFA8-07F22A866077}" dt="2023-07-19T08:34:44.562" v="685" actId="1076"/>
          <ac:picMkLst>
            <pc:docMk/>
            <pc:sldMk cId="1392688973" sldId="422"/>
            <ac:picMk id="4" creationId="{31AFF7DB-0CEB-7C70-9B56-7B12D681DB31}"/>
          </ac:picMkLst>
        </pc:picChg>
        <pc:picChg chg="del">
          <ac:chgData name="Staples, Jessie (CorpAffairs, Kensington WA)" userId="S::sta399@csiro.au::7d0f0da2-c0b8-4772-aeff-0f6772a21e28" providerId="AD" clId="Web-{C12308B9-DF1A-E6B9-AFA8-07F22A866077}" dt="2023-07-19T08:23:58.807" v="483"/>
          <ac:picMkLst>
            <pc:docMk/>
            <pc:sldMk cId="1392688973" sldId="422"/>
            <ac:picMk id="1026" creationId="{AA87C445-3F19-4011-AA89-CACF006B58DC}"/>
          </ac:picMkLst>
        </pc:picChg>
      </pc:sldChg>
      <pc:sldChg chg="addSp delSp modSp new">
        <pc:chgData name="Staples, Jessie (CorpAffairs, Kensington WA)" userId="S::sta399@csiro.au::7d0f0da2-c0b8-4772-aeff-0f6772a21e28" providerId="AD" clId="Web-{C12308B9-DF1A-E6B9-AFA8-07F22A866077}" dt="2023-07-19T08:25:37.482" v="532"/>
        <pc:sldMkLst>
          <pc:docMk/>
          <pc:sldMk cId="1344052534" sldId="423"/>
        </pc:sldMkLst>
        <pc:spChg chg="mod">
          <ac:chgData name="Staples, Jessie (CorpAffairs, Kensington WA)" userId="S::sta399@csiro.au::7d0f0da2-c0b8-4772-aeff-0f6772a21e28" providerId="AD" clId="Web-{C12308B9-DF1A-E6B9-AFA8-07F22A866077}" dt="2023-07-19T08:25:27.951" v="530" actId="1076"/>
          <ac:spMkLst>
            <pc:docMk/>
            <pc:sldMk cId="1344052534" sldId="423"/>
            <ac:spMk id="2" creationId="{B0F65E70-EBF8-EC0B-0074-3227F01F7B09}"/>
          </ac:spMkLst>
        </pc:spChg>
        <pc:spChg chg="del">
          <ac:chgData name="Staples, Jessie (CorpAffairs, Kensington WA)" userId="S::sta399@csiro.au::7d0f0da2-c0b8-4772-aeff-0f6772a21e28" providerId="AD" clId="Web-{C12308B9-DF1A-E6B9-AFA8-07F22A866077}" dt="2023-07-19T08:25:11.763" v="525"/>
          <ac:spMkLst>
            <pc:docMk/>
            <pc:sldMk cId="1344052534" sldId="423"/>
            <ac:spMk id="3" creationId="{CA7775F1-5D85-5D9F-7A9E-EBE65ECC56D6}"/>
          </ac:spMkLst>
        </pc:spChg>
        <pc:spChg chg="del">
          <ac:chgData name="Staples, Jessie (CorpAffairs, Kensington WA)" userId="S::sta399@csiro.au::7d0f0da2-c0b8-4772-aeff-0f6772a21e28" providerId="AD" clId="Web-{C12308B9-DF1A-E6B9-AFA8-07F22A866077}" dt="2023-07-19T08:25:13.716" v="526"/>
          <ac:spMkLst>
            <pc:docMk/>
            <pc:sldMk cId="1344052534" sldId="423"/>
            <ac:spMk id="4" creationId="{85432AF2-8B40-F6CF-1BF9-02D9486AE71B}"/>
          </ac:spMkLst>
        </pc:spChg>
        <pc:graphicFrameChg chg="add mod">
          <ac:chgData name="Staples, Jessie (CorpAffairs, Kensington WA)" userId="S::sta399@csiro.au::7d0f0da2-c0b8-4772-aeff-0f6772a21e28" providerId="AD" clId="Web-{C12308B9-DF1A-E6B9-AFA8-07F22A866077}" dt="2023-07-19T08:25:29.748" v="531" actId="1076"/>
          <ac:graphicFrameMkLst>
            <pc:docMk/>
            <pc:sldMk cId="1344052534" sldId="423"/>
            <ac:graphicFrameMk id="6" creationId="{514E346B-84BE-970A-FB1C-65DC3A036AC0}"/>
          </ac:graphicFrameMkLst>
        </pc:graphicFrameChg>
        <pc:picChg chg="add">
          <ac:chgData name="Staples, Jessie (CorpAffairs, Kensington WA)" userId="S::sta399@csiro.au::7d0f0da2-c0b8-4772-aeff-0f6772a21e28" providerId="AD" clId="Web-{C12308B9-DF1A-E6B9-AFA8-07F22A866077}" dt="2023-07-19T08:25:37.482" v="532"/>
          <ac:picMkLst>
            <pc:docMk/>
            <pc:sldMk cId="1344052534" sldId="423"/>
            <ac:picMk id="8" creationId="{4004E4A9-C742-7805-4165-419E87ED620F}"/>
          </ac:picMkLst>
        </pc:picChg>
      </pc:sldChg>
      <pc:sldChg chg="addSp delSp modSp new mod ord modClrScheme chgLayout">
        <pc:chgData name="Staples, Jessie (CorpAffairs, Kensington WA)" userId="S::sta399@csiro.au::7d0f0da2-c0b8-4772-aeff-0f6772a21e28" providerId="AD" clId="Web-{C12308B9-DF1A-E6B9-AFA8-07F22A866077}" dt="2023-07-19T08:34:55.953" v="686"/>
        <pc:sldMkLst>
          <pc:docMk/>
          <pc:sldMk cId="1127582349" sldId="424"/>
        </pc:sldMkLst>
        <pc:spChg chg="del">
          <ac:chgData name="Staples, Jessie (CorpAffairs, Kensington WA)" userId="S::sta399@csiro.au::7d0f0da2-c0b8-4772-aeff-0f6772a21e28" providerId="AD" clId="Web-{C12308B9-DF1A-E6B9-AFA8-07F22A866077}" dt="2023-07-19T08:26:17.796" v="535"/>
          <ac:spMkLst>
            <pc:docMk/>
            <pc:sldMk cId="1127582349" sldId="424"/>
            <ac:spMk id="2" creationId="{1F1AF9D7-4800-F9DE-3C42-111F385907F8}"/>
          </ac:spMkLst>
        </pc:spChg>
        <pc:spChg chg="mod ord">
          <ac:chgData name="Staples, Jessie (CorpAffairs, Kensington WA)" userId="S::sta399@csiro.au::7d0f0da2-c0b8-4772-aeff-0f6772a21e28" providerId="AD" clId="Web-{C12308B9-DF1A-E6B9-AFA8-07F22A866077}" dt="2023-07-19T08:29:09.567" v="555"/>
          <ac:spMkLst>
            <pc:docMk/>
            <pc:sldMk cId="1127582349" sldId="424"/>
            <ac:spMk id="3" creationId="{A466D725-8D80-EBBE-B20E-A9880AE012B3}"/>
          </ac:spMkLst>
        </pc:spChg>
        <pc:spChg chg="add del mod ord">
          <ac:chgData name="Staples, Jessie (CorpAffairs, Kensington WA)" userId="S::sta399@csiro.au::7d0f0da2-c0b8-4772-aeff-0f6772a21e28" providerId="AD" clId="Web-{C12308B9-DF1A-E6B9-AFA8-07F22A866077}" dt="2023-07-19T08:29:32.974" v="559"/>
          <ac:spMkLst>
            <pc:docMk/>
            <pc:sldMk cId="1127582349" sldId="424"/>
            <ac:spMk id="6" creationId="{F73D14B0-8E2D-9811-A180-9463774DF396}"/>
          </ac:spMkLst>
        </pc:spChg>
        <pc:spChg chg="add del mod">
          <ac:chgData name="Staples, Jessie (CorpAffairs, Kensington WA)" userId="S::sta399@csiro.au::7d0f0da2-c0b8-4772-aeff-0f6772a21e28" providerId="AD" clId="Web-{C12308B9-DF1A-E6B9-AFA8-07F22A866077}" dt="2023-07-19T08:27:05.219" v="540"/>
          <ac:spMkLst>
            <pc:docMk/>
            <pc:sldMk cId="1127582349" sldId="424"/>
            <ac:spMk id="8" creationId="{691F771D-EDF9-6D09-505D-703C0B35CCE4}"/>
          </ac:spMkLst>
        </pc:spChg>
        <pc:spChg chg="add mod">
          <ac:chgData name="Staples, Jessie (CorpAffairs, Kensington WA)" userId="S::sta399@csiro.au::7d0f0da2-c0b8-4772-aeff-0f6772a21e28" providerId="AD" clId="Web-{C12308B9-DF1A-E6B9-AFA8-07F22A866077}" dt="2023-07-19T08:29:49.849" v="565" actId="1076"/>
          <ac:spMkLst>
            <pc:docMk/>
            <pc:sldMk cId="1127582349" sldId="424"/>
            <ac:spMk id="9" creationId="{F4D517CB-F07C-6A9A-2DFF-D5ADCB16E918}"/>
          </ac:spMkLst>
        </pc:spChg>
        <pc:picChg chg="add del mod ord">
          <ac:chgData name="Staples, Jessie (CorpAffairs, Kensington WA)" userId="S::sta399@csiro.au::7d0f0da2-c0b8-4772-aeff-0f6772a21e28" providerId="AD" clId="Web-{C12308B9-DF1A-E6B9-AFA8-07F22A866077}" dt="2023-07-19T08:26:37.953" v="539"/>
          <ac:picMkLst>
            <pc:docMk/>
            <pc:sldMk cId="1127582349" sldId="424"/>
            <ac:picMk id="4" creationId="{A8EDA1B0-DA26-E957-A6D6-A18E60435D62}"/>
          </ac:picMkLst>
        </pc:picChg>
        <pc:picChg chg="add del mod">
          <ac:chgData name="Staples, Jessie (CorpAffairs, Kensington WA)" userId="S::sta399@csiro.au::7d0f0da2-c0b8-4772-aeff-0f6772a21e28" providerId="AD" clId="Web-{C12308B9-DF1A-E6B9-AFA8-07F22A866077}" dt="2023-07-19T08:26:35.765" v="538"/>
          <ac:picMkLst>
            <pc:docMk/>
            <pc:sldMk cId="1127582349" sldId="424"/>
            <ac:picMk id="5" creationId="{798916B4-C73B-8341-2B29-AA76F0CD9AF3}"/>
          </ac:picMkLst>
        </pc:picChg>
      </pc:sldChg>
      <pc:sldChg chg="addSp delSp modSp new mod modClrScheme chgLayout">
        <pc:chgData name="Staples, Jessie (CorpAffairs, Kensington WA)" userId="S::sta399@csiro.au::7d0f0da2-c0b8-4772-aeff-0f6772a21e28" providerId="AD" clId="Web-{C12308B9-DF1A-E6B9-AFA8-07F22A866077}" dt="2023-07-19T08:31:39.447" v="613" actId="1076"/>
        <pc:sldMkLst>
          <pc:docMk/>
          <pc:sldMk cId="1242594982" sldId="425"/>
        </pc:sldMkLst>
        <pc:spChg chg="del">
          <ac:chgData name="Staples, Jessie (CorpAffairs, Kensington WA)" userId="S::sta399@csiro.au::7d0f0da2-c0b8-4772-aeff-0f6772a21e28" providerId="AD" clId="Web-{C12308B9-DF1A-E6B9-AFA8-07F22A866077}" dt="2023-07-19T08:30:56.398" v="570"/>
          <ac:spMkLst>
            <pc:docMk/>
            <pc:sldMk cId="1242594982" sldId="425"/>
            <ac:spMk id="2" creationId="{E16AFC7B-EB14-8A97-F59E-4A75B1AF638D}"/>
          </ac:spMkLst>
        </pc:spChg>
        <pc:spChg chg="del">
          <ac:chgData name="Staples, Jessie (CorpAffairs, Kensington WA)" userId="S::sta399@csiro.au::7d0f0da2-c0b8-4772-aeff-0f6772a21e28" providerId="AD" clId="Web-{C12308B9-DF1A-E6B9-AFA8-07F22A866077}" dt="2023-07-19T08:30:56.398" v="570"/>
          <ac:spMkLst>
            <pc:docMk/>
            <pc:sldMk cId="1242594982" sldId="425"/>
            <ac:spMk id="3" creationId="{279BF37F-7D9A-3AB5-A868-607FD7EC4F4A}"/>
          </ac:spMkLst>
        </pc:spChg>
        <pc:spChg chg="add mod">
          <ac:chgData name="Staples, Jessie (CorpAffairs, Kensington WA)" userId="S::sta399@csiro.au::7d0f0da2-c0b8-4772-aeff-0f6772a21e28" providerId="AD" clId="Web-{C12308B9-DF1A-E6B9-AFA8-07F22A866077}" dt="2023-07-19T08:31:37.306" v="612" actId="1076"/>
          <ac:spMkLst>
            <pc:docMk/>
            <pc:sldMk cId="1242594982" sldId="425"/>
            <ac:spMk id="8" creationId="{8E96A9F9-ED0B-5E83-0E81-CBB58D99AD5A}"/>
          </ac:spMkLst>
        </pc:spChg>
        <pc:spChg chg="add mod">
          <ac:chgData name="Staples, Jessie (CorpAffairs, Kensington WA)" userId="S::sta399@csiro.au::7d0f0da2-c0b8-4772-aeff-0f6772a21e28" providerId="AD" clId="Web-{C12308B9-DF1A-E6B9-AFA8-07F22A866077}" dt="2023-07-19T08:31:39.447" v="613" actId="1076"/>
          <ac:spMkLst>
            <pc:docMk/>
            <pc:sldMk cId="1242594982" sldId="425"/>
            <ac:spMk id="10" creationId="{18AC89ED-BD6F-2C73-7C49-4D1DD2BADA80}"/>
          </ac:spMkLst>
        </pc:spChg>
      </pc:sldChg>
      <pc:sldChg chg="new del">
        <pc:chgData name="Staples, Jessie (CorpAffairs, Kensington WA)" userId="S::sta399@csiro.au::7d0f0da2-c0b8-4772-aeff-0f6772a21e28" providerId="AD" clId="Web-{C12308B9-DF1A-E6B9-AFA8-07F22A866077}" dt="2023-07-19T08:31:55.963" v="616"/>
        <pc:sldMkLst>
          <pc:docMk/>
          <pc:sldMk cId="2580648047" sldId="426"/>
        </pc:sldMkLst>
      </pc:sldChg>
      <pc:sldChg chg="modSp add ord">
        <pc:chgData name="Staples, Jessie (CorpAffairs, Kensington WA)" userId="S::sta399@csiro.au::7d0f0da2-c0b8-4772-aeff-0f6772a21e28" providerId="AD" clId="Web-{C12308B9-DF1A-E6B9-AFA8-07F22A866077}" dt="2023-07-19T08:34:39.218" v="683" actId="20577"/>
        <pc:sldMkLst>
          <pc:docMk/>
          <pc:sldMk cId="1218492683" sldId="427"/>
        </pc:sldMkLst>
        <pc:spChg chg="mod">
          <ac:chgData name="Staples, Jessie (CorpAffairs, Kensington WA)" userId="S::sta399@csiro.au::7d0f0da2-c0b8-4772-aeff-0f6772a21e28" providerId="AD" clId="Web-{C12308B9-DF1A-E6B9-AFA8-07F22A866077}" dt="2023-07-19T08:33:32.278" v="649" actId="20577"/>
          <ac:spMkLst>
            <pc:docMk/>
            <pc:sldMk cId="1218492683" sldId="427"/>
            <ac:spMk id="8" creationId="{8E96A9F9-ED0B-5E83-0E81-CBB58D99AD5A}"/>
          </ac:spMkLst>
        </pc:spChg>
        <pc:spChg chg="mod">
          <ac:chgData name="Staples, Jessie (CorpAffairs, Kensington WA)" userId="S::sta399@csiro.au::7d0f0da2-c0b8-4772-aeff-0f6772a21e28" providerId="AD" clId="Web-{C12308B9-DF1A-E6B9-AFA8-07F22A866077}" dt="2023-07-19T08:34:39.218" v="683" actId="20577"/>
          <ac:spMkLst>
            <pc:docMk/>
            <pc:sldMk cId="1218492683" sldId="427"/>
            <ac:spMk id="10" creationId="{18AC89ED-BD6F-2C73-7C49-4D1DD2BADA80}"/>
          </ac:spMkLst>
        </pc:spChg>
      </pc:sldChg>
      <pc:sldChg chg="new del">
        <pc:chgData name="Staples, Jessie (CorpAffairs, Kensington WA)" userId="S::sta399@csiro.au::7d0f0da2-c0b8-4772-aeff-0f6772a21e28" providerId="AD" clId="Web-{C12308B9-DF1A-E6B9-AFA8-07F22A866077}" dt="2023-07-19T08:34:41.484" v="684"/>
        <pc:sldMkLst>
          <pc:docMk/>
          <pc:sldMk cId="2894754891" sldId="428"/>
        </pc:sldMkLst>
      </pc:sldChg>
      <pc:sldChg chg="modSp add ord replId">
        <pc:chgData name="Staples, Jessie (CorpAffairs, Kensington WA)" userId="S::sta399@csiro.au::7d0f0da2-c0b8-4772-aeff-0f6772a21e28" providerId="AD" clId="Web-{C12308B9-DF1A-E6B9-AFA8-07F22A866077}" dt="2023-07-19T08:34:25.718" v="673" actId="20577"/>
        <pc:sldMkLst>
          <pc:docMk/>
          <pc:sldMk cId="3795042471" sldId="429"/>
        </pc:sldMkLst>
        <pc:spChg chg="mod">
          <ac:chgData name="Staples, Jessie (CorpAffairs, Kensington WA)" userId="S::sta399@csiro.au::7d0f0da2-c0b8-4772-aeff-0f6772a21e28" providerId="AD" clId="Web-{C12308B9-DF1A-E6B9-AFA8-07F22A866077}" dt="2023-07-19T08:34:25.718" v="673" actId="20577"/>
          <ac:spMkLst>
            <pc:docMk/>
            <pc:sldMk cId="3795042471" sldId="429"/>
            <ac:spMk id="8" creationId="{8E96A9F9-ED0B-5E83-0E81-CBB58D99AD5A}"/>
          </ac:spMkLst>
        </pc:spChg>
        <pc:spChg chg="mod">
          <ac:chgData name="Staples, Jessie (CorpAffairs, Kensington WA)" userId="S::sta399@csiro.au::7d0f0da2-c0b8-4772-aeff-0f6772a21e28" providerId="AD" clId="Web-{C12308B9-DF1A-E6B9-AFA8-07F22A866077}" dt="2023-07-19T08:34:07.998" v="659" actId="20577"/>
          <ac:spMkLst>
            <pc:docMk/>
            <pc:sldMk cId="3795042471" sldId="429"/>
            <ac:spMk id="10" creationId="{18AC89ED-BD6F-2C73-7C49-4D1DD2BADA80}"/>
          </ac:spMkLst>
        </pc:spChg>
      </pc:sldChg>
      <pc:sldChg chg="delSp modSp new mod modClrScheme chgLayout">
        <pc:chgData name="Staples, Jessie (CorpAffairs, Kensington WA)" userId="S::sta399@csiro.au::7d0f0da2-c0b8-4772-aeff-0f6772a21e28" providerId="AD" clId="Web-{C12308B9-DF1A-E6B9-AFA8-07F22A866077}" dt="2023-07-19T08:35:30.329" v="693" actId="20577"/>
        <pc:sldMkLst>
          <pc:docMk/>
          <pc:sldMk cId="2173793217" sldId="430"/>
        </pc:sldMkLst>
        <pc:spChg chg="mod ord">
          <ac:chgData name="Staples, Jessie (CorpAffairs, Kensington WA)" userId="S::sta399@csiro.au::7d0f0da2-c0b8-4772-aeff-0f6772a21e28" providerId="AD" clId="Web-{C12308B9-DF1A-E6B9-AFA8-07F22A866077}" dt="2023-07-19T08:35:30.329" v="693" actId="20577"/>
          <ac:spMkLst>
            <pc:docMk/>
            <pc:sldMk cId="2173793217" sldId="430"/>
            <ac:spMk id="2" creationId="{A5B9BE14-36A5-D377-339C-64EB77156E31}"/>
          </ac:spMkLst>
        </pc:spChg>
        <pc:spChg chg="del">
          <ac:chgData name="Staples, Jessie (CorpAffairs, Kensington WA)" userId="S::sta399@csiro.au::7d0f0da2-c0b8-4772-aeff-0f6772a21e28" providerId="AD" clId="Web-{C12308B9-DF1A-E6B9-AFA8-07F22A866077}" dt="2023-07-19T08:35:19.891" v="688"/>
          <ac:spMkLst>
            <pc:docMk/>
            <pc:sldMk cId="2173793217" sldId="430"/>
            <ac:spMk id="3" creationId="{2C310710-30E3-FF00-C5BF-C56ED4CF4455}"/>
          </ac:spMkLst>
        </pc:spChg>
        <pc:spChg chg="del">
          <ac:chgData name="Staples, Jessie (CorpAffairs, Kensington WA)" userId="S::sta399@csiro.au::7d0f0da2-c0b8-4772-aeff-0f6772a21e28" providerId="AD" clId="Web-{C12308B9-DF1A-E6B9-AFA8-07F22A866077}" dt="2023-07-19T08:35:19.891" v="688"/>
          <ac:spMkLst>
            <pc:docMk/>
            <pc:sldMk cId="2173793217" sldId="430"/>
            <ac:spMk id="4" creationId="{B675B547-9CA1-0F7B-7BC8-40A1D5F15C88}"/>
          </ac:spMkLst>
        </pc:spChg>
      </pc:sldChg>
      <pc:sldChg chg="new del">
        <pc:chgData name="Staples, Jessie (CorpAffairs, Kensington WA)" userId="S::sta399@csiro.au::7d0f0da2-c0b8-4772-aeff-0f6772a21e28" providerId="AD" clId="Web-{C12308B9-DF1A-E6B9-AFA8-07F22A866077}" dt="2023-07-19T08:36:26.128" v="697"/>
        <pc:sldMkLst>
          <pc:docMk/>
          <pc:sldMk cId="4275880253" sldId="431"/>
        </pc:sldMkLst>
      </pc:sldChg>
      <pc:sldChg chg="add ord">
        <pc:chgData name="Staples, Jessie (CorpAffairs, Kensington WA)" userId="S::sta399@csiro.au::7d0f0da2-c0b8-4772-aeff-0f6772a21e28" providerId="AD" clId="Web-{C12308B9-DF1A-E6B9-AFA8-07F22A866077}" dt="2023-07-19T08:36:27.237" v="698"/>
        <pc:sldMkLst>
          <pc:docMk/>
          <pc:sldMk cId="3000502401" sldId="432"/>
        </pc:sldMkLst>
      </pc:sldChg>
      <pc:sldChg chg="modSp add">
        <pc:chgData name="Staples, Jessie (CorpAffairs, Kensington WA)" userId="S::sta399@csiro.au::7d0f0da2-c0b8-4772-aeff-0f6772a21e28" providerId="AD" clId="Web-{C12308B9-DF1A-E6B9-AFA8-07F22A866077}" dt="2023-07-19T08:37:29.426" v="706" actId="20577"/>
        <pc:sldMkLst>
          <pc:docMk/>
          <pc:sldMk cId="1828809446" sldId="433"/>
        </pc:sldMkLst>
        <pc:spChg chg="mod">
          <ac:chgData name="Staples, Jessie (CorpAffairs, Kensington WA)" userId="S::sta399@csiro.au::7d0f0da2-c0b8-4772-aeff-0f6772a21e28" providerId="AD" clId="Web-{C12308B9-DF1A-E6B9-AFA8-07F22A866077}" dt="2023-07-19T08:37:29.426" v="706" actId="20577"/>
          <ac:spMkLst>
            <pc:docMk/>
            <pc:sldMk cId="1828809446" sldId="433"/>
            <ac:spMk id="3" creationId="{703981CC-0BC8-6F47-1730-B80DEED3CD27}"/>
          </ac:spMkLst>
        </pc:spChg>
      </pc:sldChg>
      <pc:sldChg chg="new del">
        <pc:chgData name="Staples, Jessie (CorpAffairs, Kensington WA)" userId="S::sta399@csiro.au::7d0f0da2-c0b8-4772-aeff-0f6772a21e28" providerId="AD" clId="Web-{C12308B9-DF1A-E6B9-AFA8-07F22A866077}" dt="2023-07-19T08:37:36.270" v="709"/>
        <pc:sldMkLst>
          <pc:docMk/>
          <pc:sldMk cId="3962742612" sldId="434"/>
        </pc:sldMkLst>
      </pc:sldChg>
      <pc:sldChg chg="addSp delSp modSp add mod modShow">
        <pc:chgData name="Staples, Jessie (CorpAffairs, Kensington WA)" userId="S::sta399@csiro.au::7d0f0da2-c0b8-4772-aeff-0f6772a21e28" providerId="AD" clId="Web-{C12308B9-DF1A-E6B9-AFA8-07F22A866077}" dt="2023-07-19T08:43:17.906" v="747"/>
        <pc:sldMkLst>
          <pc:docMk/>
          <pc:sldMk cId="2546813330" sldId="435"/>
        </pc:sldMkLst>
        <pc:spChg chg="mod">
          <ac:chgData name="Staples, Jessie (CorpAffairs, Kensington WA)" userId="S::sta399@csiro.au::7d0f0da2-c0b8-4772-aeff-0f6772a21e28" providerId="AD" clId="Web-{C12308B9-DF1A-E6B9-AFA8-07F22A866077}" dt="2023-07-19T08:42:12.310" v="746" actId="20577"/>
          <ac:spMkLst>
            <pc:docMk/>
            <pc:sldMk cId="2546813330" sldId="435"/>
            <ac:spMk id="5" creationId="{9C3EF919-D4D1-D698-C70B-227609CA6BBD}"/>
          </ac:spMkLst>
        </pc:spChg>
        <pc:picChg chg="del">
          <ac:chgData name="Staples, Jessie (CorpAffairs, Kensington WA)" userId="S::sta399@csiro.au::7d0f0da2-c0b8-4772-aeff-0f6772a21e28" providerId="AD" clId="Web-{C12308B9-DF1A-E6B9-AFA8-07F22A866077}" dt="2023-07-19T08:38:22.866" v="710"/>
          <ac:picMkLst>
            <pc:docMk/>
            <pc:sldMk cId="2546813330" sldId="435"/>
            <ac:picMk id="4" creationId="{7D69766F-B380-C2DB-8EA4-454BEF6A4416}"/>
          </ac:picMkLst>
        </pc:picChg>
        <pc:picChg chg="add mod">
          <ac:chgData name="Staples, Jessie (CorpAffairs, Kensington WA)" userId="S::sta399@csiro.au::7d0f0da2-c0b8-4772-aeff-0f6772a21e28" providerId="AD" clId="Web-{C12308B9-DF1A-E6B9-AFA8-07F22A866077}" dt="2023-07-19T08:41:24.293" v="732" actId="1076"/>
          <ac:picMkLst>
            <pc:docMk/>
            <pc:sldMk cId="2546813330" sldId="435"/>
            <ac:picMk id="6" creationId="{EFD64DDB-3C25-9FE8-3FB0-C233FD6D203E}"/>
          </ac:picMkLst>
        </pc:picChg>
        <pc:picChg chg="add mod">
          <ac:chgData name="Staples, Jessie (CorpAffairs, Kensington WA)" userId="S::sta399@csiro.au::7d0f0da2-c0b8-4772-aeff-0f6772a21e28" providerId="AD" clId="Web-{C12308B9-DF1A-E6B9-AFA8-07F22A866077}" dt="2023-07-19T08:41:26.403" v="734" actId="1076"/>
          <ac:picMkLst>
            <pc:docMk/>
            <pc:sldMk cId="2546813330" sldId="435"/>
            <ac:picMk id="7" creationId="{D18C5292-10AF-90FE-CE03-4C4EA3BCB5D2}"/>
          </ac:picMkLst>
        </pc:picChg>
        <pc:picChg chg="add del mod">
          <ac:chgData name="Staples, Jessie (CorpAffairs, Kensington WA)" userId="S::sta399@csiro.au::7d0f0da2-c0b8-4772-aeff-0f6772a21e28" providerId="AD" clId="Web-{C12308B9-DF1A-E6B9-AFA8-07F22A866077}" dt="2023-07-19T08:41:23.574" v="731"/>
          <ac:picMkLst>
            <pc:docMk/>
            <pc:sldMk cId="2546813330" sldId="435"/>
            <ac:picMk id="8" creationId="{0D53FA2F-E83B-9E7F-4939-0D42D943C959}"/>
          </ac:picMkLst>
        </pc:picChg>
      </pc:sldChg>
      <pc:sldChg chg="modSp new">
        <pc:chgData name="Staples, Jessie (CorpAffairs, Kensington WA)" userId="S::sta399@csiro.au::7d0f0da2-c0b8-4772-aeff-0f6772a21e28" providerId="AD" clId="Web-{C12308B9-DF1A-E6B9-AFA8-07F22A866077}" dt="2023-07-19T08:43:51.188" v="756" actId="20577"/>
        <pc:sldMkLst>
          <pc:docMk/>
          <pc:sldMk cId="2597516294" sldId="436"/>
        </pc:sldMkLst>
        <pc:spChg chg="mod">
          <ac:chgData name="Staples, Jessie (CorpAffairs, Kensington WA)" userId="S::sta399@csiro.au::7d0f0da2-c0b8-4772-aeff-0f6772a21e28" providerId="AD" clId="Web-{C12308B9-DF1A-E6B9-AFA8-07F22A866077}" dt="2023-07-19T08:43:51.188" v="756" actId="20577"/>
          <ac:spMkLst>
            <pc:docMk/>
            <pc:sldMk cId="2597516294" sldId="436"/>
            <ac:spMk id="3" creationId="{BD678041-FADD-1B9C-CB81-8E81687BF145}"/>
          </ac:spMkLst>
        </pc:spChg>
      </pc:sldChg>
      <pc:sldChg chg="addSp delSp modSp new mod modClrScheme chgLayout">
        <pc:chgData name="Staples, Jessie (CorpAffairs, Kensington WA)" userId="S::sta399@csiro.au::7d0f0da2-c0b8-4772-aeff-0f6772a21e28" providerId="AD" clId="Web-{C12308B9-DF1A-E6B9-AFA8-07F22A866077}" dt="2023-07-20T09:27:04.046" v="805" actId="20577"/>
        <pc:sldMkLst>
          <pc:docMk/>
          <pc:sldMk cId="1485149024" sldId="437"/>
        </pc:sldMkLst>
        <pc:spChg chg="mod ord">
          <ac:chgData name="Staples, Jessie (CorpAffairs, Kensington WA)" userId="S::sta399@csiro.au::7d0f0da2-c0b8-4772-aeff-0f6772a21e28" providerId="AD" clId="Web-{C12308B9-DF1A-E6B9-AFA8-07F22A866077}" dt="2023-07-20T09:27:04.046" v="805" actId="20577"/>
          <ac:spMkLst>
            <pc:docMk/>
            <pc:sldMk cId="1485149024" sldId="437"/>
            <ac:spMk id="2" creationId="{A033AC1F-4B8C-21FB-ACFE-7532098C1E90}"/>
          </ac:spMkLst>
        </pc:spChg>
        <pc:spChg chg="del">
          <ac:chgData name="Staples, Jessie (CorpAffairs, Kensington WA)" userId="S::sta399@csiro.au::7d0f0da2-c0b8-4772-aeff-0f6772a21e28" providerId="AD" clId="Web-{C12308B9-DF1A-E6B9-AFA8-07F22A866077}" dt="2023-07-19T08:44:02.298" v="758"/>
          <ac:spMkLst>
            <pc:docMk/>
            <pc:sldMk cId="1485149024" sldId="437"/>
            <ac:spMk id="3" creationId="{4BAB83AF-F50A-71C7-3C2A-3EDB98DA138A}"/>
          </ac:spMkLst>
        </pc:spChg>
        <pc:spChg chg="add mod ord">
          <ac:chgData name="Staples, Jessie (CorpAffairs, Kensington WA)" userId="S::sta399@csiro.au::7d0f0da2-c0b8-4772-aeff-0f6772a21e28" providerId="AD" clId="Web-{C12308B9-DF1A-E6B9-AFA8-07F22A866077}" dt="2023-07-19T08:44:07.345" v="768" actId="20577"/>
          <ac:spMkLst>
            <pc:docMk/>
            <pc:sldMk cId="1485149024" sldId="437"/>
            <ac:spMk id="4" creationId="{AB7F006A-F9C2-FBF5-E440-30B91B212C83}"/>
          </ac:spMkLst>
        </pc:spChg>
      </pc:sldChg>
      <pc:sldMasterChg chg="add addSldLayout">
        <pc:chgData name="Staples, Jessie (CorpAffairs, Kensington WA)" userId="S::sta399@csiro.au::7d0f0da2-c0b8-4772-aeff-0f6772a21e28" providerId="AD" clId="Web-{C12308B9-DF1A-E6B9-AFA8-07F22A866077}" dt="2023-07-19T07:34:28.885" v="12"/>
        <pc:sldMasterMkLst>
          <pc:docMk/>
          <pc:sldMasterMk cId="2373414395" sldId="2147483648"/>
        </pc:sldMasterMkLst>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713487428" sldId="2147483649"/>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811926706" sldId="2147483650"/>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096015110" sldId="2147483651"/>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401669919" sldId="2147483652"/>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956721693" sldId="2147483653"/>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381997238" sldId="2147483654"/>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612477257" sldId="2147483655"/>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286077824" sldId="2147483656"/>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393956559" sldId="2147483657"/>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623554197" sldId="2147483658"/>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889066458" sldId="2147483659"/>
          </pc:sldLayoutMkLst>
        </pc:sldLayoutChg>
      </pc:sldMasterChg>
      <pc:sldMasterChg chg="modSldLayout">
        <pc:chgData name="Staples, Jessie (CorpAffairs, Kensington WA)" userId="S::sta399@csiro.au::7d0f0da2-c0b8-4772-aeff-0f6772a21e28" providerId="AD" clId="Web-{C12308B9-DF1A-E6B9-AFA8-07F22A866077}" dt="2023-07-19T08:36:41.769" v="699"/>
        <pc:sldMasterMkLst>
          <pc:docMk/>
          <pc:sldMasterMk cId="2968426397" sldId="2147483709"/>
        </pc:sldMasterMkLst>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4071210774" sldId="2147483868"/>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345343017" sldId="2147483869"/>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250784183" sldId="2147483870"/>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2615437075" sldId="2147483871"/>
          </pc:sldLayoutMkLst>
        </pc:sldLayoutChg>
      </pc:sldMasterChg>
      <pc:sldMasterChg chg="add addSldLayout">
        <pc:chgData name="Staples, Jessie (CorpAffairs, Kensington WA)" userId="S::sta399@csiro.au::7d0f0da2-c0b8-4772-aeff-0f6772a21e28" providerId="AD" clId="Web-{C12308B9-DF1A-E6B9-AFA8-07F22A866077}" dt="2023-07-19T08:36:41.769" v="699"/>
        <pc:sldMasterMkLst>
          <pc:docMk/>
          <pc:sldMasterMk cId="1607783698" sldId="2147483817"/>
        </pc:sldMasterMkLst>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203764448" sldId="2147483818"/>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96548501" sldId="2147483819"/>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3222515709" sldId="2147483820"/>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884212476" sldId="2147483821"/>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3065071386" sldId="2147483822"/>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48419333" sldId="2147483823"/>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518563162" sldId="2147483824"/>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695783235" sldId="2147483825"/>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405243674" sldId="2147483826"/>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672789416" sldId="2147483827"/>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655633224" sldId="2147483828"/>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603636571" sldId="2147483829"/>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6619353" sldId="2147483830"/>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369275203" sldId="2147483831"/>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444236719" sldId="2147483832"/>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337592891" sldId="2147483833"/>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3510203313" sldId="2147483834"/>
          </pc:sldLayoutMkLst>
        </pc:sldLayoutChg>
      </pc:sldMasterChg>
      <pc:sldMasterChg chg="replId modSldLayout">
        <pc:chgData name="Staples, Jessie (CorpAffairs, Kensington WA)" userId="S::sta399@csiro.au::7d0f0da2-c0b8-4772-aeff-0f6772a21e28" providerId="AD" clId="Web-{C12308B9-DF1A-E6B9-AFA8-07F22A866077}" dt="2023-07-19T08:36:41.769" v="699"/>
        <pc:sldMasterMkLst>
          <pc:docMk/>
          <pc:sldMasterMk cId="2723935421" sldId="2147483864"/>
        </pc:sldMasterMkLst>
        <pc:sldLayoutChg chg="replId">
          <pc:chgData name="Staples, Jessie (CorpAffairs, Kensington WA)" userId="S::sta399@csiro.au::7d0f0da2-c0b8-4772-aeff-0f6772a21e28" providerId="AD" clId="Web-{C12308B9-DF1A-E6B9-AFA8-07F22A866077}" dt="2023-07-19T07:34:28.885" v="12"/>
          <pc:sldLayoutMkLst>
            <pc:docMk/>
            <pc:sldMasterMk cId="2723935421" sldId="2147483864"/>
            <pc:sldLayoutMk cId="1775978711" sldId="2147483865"/>
          </pc:sldLayoutMkLst>
        </pc:sldLayoutChg>
        <pc:sldLayoutChg chg="replId">
          <pc:chgData name="Staples, Jessie (CorpAffairs, Kensington WA)" userId="S::sta399@csiro.au::7d0f0da2-c0b8-4772-aeff-0f6772a21e28" providerId="AD" clId="Web-{C12308B9-DF1A-E6B9-AFA8-07F22A866077}" dt="2023-07-19T07:34:28.885" v="12"/>
          <pc:sldLayoutMkLst>
            <pc:docMk/>
            <pc:sldMasterMk cId="2723935421" sldId="2147483864"/>
            <pc:sldLayoutMk cId="2809613329" sldId="2147483866"/>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723935421" sldId="2147483864"/>
            <pc:sldLayoutMk cId="791145545" sldId="2147483867"/>
          </pc:sldLayoutMkLst>
        </pc:sldLayoutChg>
      </pc:sldMasterChg>
      <pc:sldMasterChg chg="replId modSldLayout">
        <pc:chgData name="Staples, Jessie (CorpAffairs, Kensington WA)" userId="S::sta399@csiro.au::7d0f0da2-c0b8-4772-aeff-0f6772a21e28" providerId="AD" clId="Web-{C12308B9-DF1A-E6B9-AFA8-07F22A866077}" dt="2023-07-19T08:36:41.769" v="699"/>
        <pc:sldMasterMkLst>
          <pc:docMk/>
          <pc:sldMasterMk cId="2595589218" sldId="2147483872"/>
        </pc:sldMasterMkLst>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821854090" sldId="2147483873"/>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4195825545" sldId="2147483874"/>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1610422685" sldId="2147483875"/>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1088355396" sldId="2147483876"/>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2058893597" sldId="2147483877"/>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4199716675" sldId="2147483878"/>
          </pc:sldLayoutMkLst>
        </pc:sldLayoutChg>
      </pc:sldMasterChg>
    </pc:docChg>
  </pc:docChgLst>
  <pc:docChgLst>
    <pc:chgData name="Tiwari, Shravan" userId="4c27891f-95d4-4976-825b-8d72b130123b" providerId="ADAL" clId="{C4C3FB2E-2344-4798-B8CA-7F0D4895661F}"/>
    <pc:docChg chg="undo redo custSel addSld delSld modSld sldOrd modMainMaster modSection">
      <pc:chgData name="Tiwari, Shravan" userId="4c27891f-95d4-4976-825b-8d72b130123b" providerId="ADAL" clId="{C4C3FB2E-2344-4798-B8CA-7F0D4895661F}" dt="2024-06-02T08:54:00.724" v="4568"/>
      <pc:docMkLst>
        <pc:docMk/>
      </pc:docMkLst>
      <pc:sldChg chg="addSp delSp modSp mod">
        <pc:chgData name="Tiwari, Shravan" userId="4c27891f-95d4-4976-825b-8d72b130123b" providerId="ADAL" clId="{C4C3FB2E-2344-4798-B8CA-7F0D4895661F}" dt="2024-06-02T08:32:57.030" v="4372" actId="403"/>
        <pc:sldMkLst>
          <pc:docMk/>
          <pc:sldMk cId="210284878" sldId="307"/>
        </pc:sldMkLst>
        <pc:spChg chg="mod">
          <ac:chgData name="Tiwari, Shravan" userId="4c27891f-95d4-4976-825b-8d72b130123b" providerId="ADAL" clId="{C4C3FB2E-2344-4798-B8CA-7F0D4895661F}" dt="2024-06-02T08:32:57.030" v="4372" actId="403"/>
          <ac:spMkLst>
            <pc:docMk/>
            <pc:sldMk cId="210284878" sldId="307"/>
            <ac:spMk id="3" creationId="{65FB86BF-F6A5-3995-F221-8FB07F760E87}"/>
          </ac:spMkLst>
        </pc:spChg>
        <pc:spChg chg="mod">
          <ac:chgData name="Tiwari, Shravan" userId="4c27891f-95d4-4976-825b-8d72b130123b" providerId="ADAL" clId="{C4C3FB2E-2344-4798-B8CA-7F0D4895661F}" dt="2024-06-02T06:52:31.189" v="3489" actId="20577"/>
          <ac:spMkLst>
            <pc:docMk/>
            <pc:sldMk cId="210284878" sldId="307"/>
            <ac:spMk id="9" creationId="{F7B3E773-8EA4-40AA-A4C9-3736D12A1FF6}"/>
          </ac:spMkLst>
        </pc:spChg>
        <pc:picChg chg="add mod">
          <ac:chgData name="Tiwari, Shravan" userId="4c27891f-95d4-4976-825b-8d72b130123b" providerId="ADAL" clId="{C4C3FB2E-2344-4798-B8CA-7F0D4895661F}" dt="2024-06-02T06:50:52.228" v="3480"/>
          <ac:picMkLst>
            <pc:docMk/>
            <pc:sldMk cId="210284878" sldId="307"/>
            <ac:picMk id="2" creationId="{353B4C34-2C04-AF21-79C8-B8CFBCEC9ECF}"/>
          </ac:picMkLst>
        </pc:picChg>
        <pc:picChg chg="del">
          <ac:chgData name="Tiwari, Shravan" userId="4c27891f-95d4-4976-825b-8d72b130123b" providerId="ADAL" clId="{C4C3FB2E-2344-4798-B8CA-7F0D4895661F}" dt="2024-06-02T04:10:57.558" v="2267" actId="478"/>
          <ac:picMkLst>
            <pc:docMk/>
            <pc:sldMk cId="210284878" sldId="307"/>
            <ac:picMk id="2" creationId="{9C0CECED-CE54-86C4-538B-0A5C13BBF505}"/>
          </ac:picMkLst>
        </pc:picChg>
        <pc:picChg chg="del mod">
          <ac:chgData name="Tiwari, Shravan" userId="4c27891f-95d4-4976-825b-8d72b130123b" providerId="ADAL" clId="{C4C3FB2E-2344-4798-B8CA-7F0D4895661F}" dt="2024-06-02T06:50:51.072" v="3479" actId="478"/>
          <ac:picMkLst>
            <pc:docMk/>
            <pc:sldMk cId="210284878" sldId="307"/>
            <ac:picMk id="6" creationId="{0B28019A-CCEB-4BA7-1B91-5A7AA1CCB417}"/>
          </ac:picMkLst>
        </pc:picChg>
      </pc:sldChg>
      <pc:sldChg chg="addSp delSp modSp mod">
        <pc:chgData name="Tiwari, Shravan" userId="4c27891f-95d4-4976-825b-8d72b130123b" providerId="ADAL" clId="{C4C3FB2E-2344-4798-B8CA-7F0D4895661F}" dt="2024-06-02T08:17:24.805" v="4255" actId="2711"/>
        <pc:sldMkLst>
          <pc:docMk/>
          <pc:sldMk cId="0" sldId="2917"/>
        </pc:sldMkLst>
        <pc:graphicFrameChg chg="mod modGraphic">
          <ac:chgData name="Tiwari, Shravan" userId="4c27891f-95d4-4976-825b-8d72b130123b" providerId="ADAL" clId="{C4C3FB2E-2344-4798-B8CA-7F0D4895661F}" dt="2024-06-02T08:17:24.805" v="4255" actId="2711"/>
          <ac:graphicFrameMkLst>
            <pc:docMk/>
            <pc:sldMk cId="0" sldId="2917"/>
            <ac:graphicFrameMk id="5" creationId="{00000000-0000-0000-0000-000000000000}"/>
          </ac:graphicFrameMkLst>
        </pc:graphicFrameChg>
        <pc:picChg chg="del mod">
          <ac:chgData name="Tiwari, Shravan" userId="4c27891f-95d4-4976-825b-8d72b130123b" providerId="ADAL" clId="{C4C3FB2E-2344-4798-B8CA-7F0D4895661F}" dt="2024-06-02T06:30:41.371" v="3352" actId="478"/>
          <ac:picMkLst>
            <pc:docMk/>
            <pc:sldMk cId="0" sldId="2917"/>
            <ac:picMk id="3" creationId="{0DF1DC1A-1F91-FC99-6974-174EC7DA54AD}"/>
          </ac:picMkLst>
        </pc:picChg>
        <pc:picChg chg="add mod">
          <ac:chgData name="Tiwari, Shravan" userId="4c27891f-95d4-4976-825b-8d72b130123b" providerId="ADAL" clId="{C4C3FB2E-2344-4798-B8CA-7F0D4895661F}" dt="2024-06-02T06:30:42.287" v="3353"/>
          <ac:picMkLst>
            <pc:docMk/>
            <pc:sldMk cId="0" sldId="2917"/>
            <ac:picMk id="4" creationId="{2BBE2990-B1BD-B87F-4EBA-66AE9691034A}"/>
          </ac:picMkLst>
        </pc:picChg>
      </pc:sldChg>
      <pc:sldChg chg="addSp delSp modSp mod">
        <pc:chgData name="Tiwari, Shravan" userId="4c27891f-95d4-4976-825b-8d72b130123b" providerId="ADAL" clId="{C4C3FB2E-2344-4798-B8CA-7F0D4895661F}" dt="2024-06-02T08:54:00.724" v="4568"/>
        <pc:sldMkLst>
          <pc:docMk/>
          <pc:sldMk cId="0" sldId="8097"/>
        </pc:sldMkLst>
        <pc:spChg chg="mod">
          <ac:chgData name="Tiwari, Shravan" userId="4c27891f-95d4-4976-825b-8d72b130123b" providerId="ADAL" clId="{C4C3FB2E-2344-4798-B8CA-7F0D4895661F}" dt="2024-06-02T08:10:11.532" v="4036" actId="20577"/>
          <ac:spMkLst>
            <pc:docMk/>
            <pc:sldMk cId="0" sldId="8097"/>
            <ac:spMk id="9" creationId="{00000000-0000-0000-0000-000000000000}"/>
          </ac:spMkLst>
        </pc:spChg>
        <pc:spChg chg="add del mod">
          <ac:chgData name="Tiwari, Shravan" userId="4c27891f-95d4-4976-825b-8d72b130123b" providerId="ADAL" clId="{C4C3FB2E-2344-4798-B8CA-7F0D4895661F}" dt="2024-06-02T08:53:59.877" v="4567" actId="478"/>
          <ac:spMkLst>
            <pc:docMk/>
            <pc:sldMk cId="0" sldId="8097"/>
            <ac:spMk id="11" creationId="{43666EAD-CE08-6480-6F88-371901454A6A}"/>
          </ac:spMkLst>
        </pc:spChg>
        <pc:spChg chg="add del mod">
          <ac:chgData name="Tiwari, Shravan" userId="4c27891f-95d4-4976-825b-8d72b130123b" providerId="ADAL" clId="{C4C3FB2E-2344-4798-B8CA-7F0D4895661F}" dt="2024-06-02T08:53:55.645" v="4566" actId="478"/>
          <ac:spMkLst>
            <pc:docMk/>
            <pc:sldMk cId="0" sldId="8097"/>
            <ac:spMk id="12" creationId="{AD2BF824-90D6-A3C2-8B87-C6D7CBA0BE90}"/>
          </ac:spMkLst>
        </pc:spChg>
        <pc:spChg chg="add mod">
          <ac:chgData name="Tiwari, Shravan" userId="4c27891f-95d4-4976-825b-8d72b130123b" providerId="ADAL" clId="{C4C3FB2E-2344-4798-B8CA-7F0D4895661F}" dt="2024-06-02T08:54:00.724" v="4568"/>
          <ac:spMkLst>
            <pc:docMk/>
            <pc:sldMk cId="0" sldId="8097"/>
            <ac:spMk id="15" creationId="{2D543846-E424-20A9-68F1-269E7182C0D5}"/>
          </ac:spMkLst>
        </pc:spChg>
        <pc:spChg chg="add mod">
          <ac:chgData name="Tiwari, Shravan" userId="4c27891f-95d4-4976-825b-8d72b130123b" providerId="ADAL" clId="{C4C3FB2E-2344-4798-B8CA-7F0D4895661F}" dt="2024-06-02T08:54:00.724" v="4568"/>
          <ac:spMkLst>
            <pc:docMk/>
            <pc:sldMk cId="0" sldId="8097"/>
            <ac:spMk id="16" creationId="{5D2A275B-7CED-F135-BF50-91B0E4269D1F}"/>
          </ac:spMkLst>
        </pc:spChg>
        <pc:picChg chg="mod">
          <ac:chgData name="Tiwari, Shravan" userId="4c27891f-95d4-4976-825b-8d72b130123b" providerId="ADAL" clId="{C4C3FB2E-2344-4798-B8CA-7F0D4895661F}" dt="2024-06-02T06:24:37.516" v="3283" actId="1076"/>
          <ac:picMkLst>
            <pc:docMk/>
            <pc:sldMk cId="0" sldId="8097"/>
            <ac:picMk id="2" creationId="{D984E0E1-7C50-9FE4-C4C2-6DF89023E66E}"/>
          </ac:picMkLst>
        </pc:picChg>
      </pc:sldChg>
      <pc:sldChg chg="addSp delSp modSp mod">
        <pc:chgData name="Tiwari, Shravan" userId="4c27891f-95d4-4976-825b-8d72b130123b" providerId="ADAL" clId="{C4C3FB2E-2344-4798-B8CA-7F0D4895661F}" dt="2024-06-02T08:53:47.816" v="4565"/>
        <pc:sldMkLst>
          <pc:docMk/>
          <pc:sldMk cId="0" sldId="8098"/>
        </pc:sldMkLst>
        <pc:spChg chg="mod">
          <ac:chgData name="Tiwari, Shravan" userId="4c27891f-95d4-4976-825b-8d72b130123b" providerId="ADAL" clId="{C4C3FB2E-2344-4798-B8CA-7F0D4895661F}" dt="2024-06-02T08:51:02.580" v="4542" actId="1036"/>
          <ac:spMkLst>
            <pc:docMk/>
            <pc:sldMk cId="0" sldId="8098"/>
            <ac:spMk id="2" creationId="{7BCCBB0F-E237-CF31-00A3-0F396381834F}"/>
          </ac:spMkLst>
        </pc:spChg>
        <pc:spChg chg="add del mod">
          <ac:chgData name="Tiwari, Shravan" userId="4c27891f-95d4-4976-825b-8d72b130123b" providerId="ADAL" clId="{C4C3FB2E-2344-4798-B8CA-7F0D4895661F}" dt="2024-06-02T08:53:46.658" v="4564" actId="478"/>
          <ac:spMkLst>
            <pc:docMk/>
            <pc:sldMk cId="0" sldId="8098"/>
            <ac:spMk id="12" creationId="{7CCEC760-EA9E-D408-52AD-DFA9C391A5D6}"/>
          </ac:spMkLst>
        </pc:spChg>
        <pc:spChg chg="add del mod">
          <ac:chgData name="Tiwari, Shravan" userId="4c27891f-95d4-4976-825b-8d72b130123b" providerId="ADAL" clId="{C4C3FB2E-2344-4798-B8CA-7F0D4895661F}" dt="2024-06-02T08:53:46.658" v="4564" actId="478"/>
          <ac:spMkLst>
            <pc:docMk/>
            <pc:sldMk cId="0" sldId="8098"/>
            <ac:spMk id="13" creationId="{20EB4675-4FB7-6C0F-F68B-EABE9B707ED5}"/>
          </ac:spMkLst>
        </pc:spChg>
        <pc:spChg chg="add mod">
          <ac:chgData name="Tiwari, Shravan" userId="4c27891f-95d4-4976-825b-8d72b130123b" providerId="ADAL" clId="{C4C3FB2E-2344-4798-B8CA-7F0D4895661F}" dt="2024-06-02T08:53:47.816" v="4565"/>
          <ac:spMkLst>
            <pc:docMk/>
            <pc:sldMk cId="0" sldId="8098"/>
            <ac:spMk id="17" creationId="{9C4E995F-B08E-9379-0A63-52F2B7D11653}"/>
          </ac:spMkLst>
        </pc:spChg>
        <pc:spChg chg="add mod">
          <ac:chgData name="Tiwari, Shravan" userId="4c27891f-95d4-4976-825b-8d72b130123b" providerId="ADAL" clId="{C4C3FB2E-2344-4798-B8CA-7F0D4895661F}" dt="2024-06-02T08:53:47.816" v="4565"/>
          <ac:spMkLst>
            <pc:docMk/>
            <pc:sldMk cId="0" sldId="8098"/>
            <ac:spMk id="18" creationId="{C83CBF47-9A1F-3DEF-FED1-E7AAB016AA3B}"/>
          </ac:spMkLst>
        </pc:spChg>
        <pc:spChg chg="mod">
          <ac:chgData name="Tiwari, Shravan" userId="4c27891f-95d4-4976-825b-8d72b130123b" providerId="ADAL" clId="{C4C3FB2E-2344-4798-B8CA-7F0D4895661F}" dt="2024-06-02T08:51:02.580" v="4542" actId="1036"/>
          <ac:spMkLst>
            <pc:docMk/>
            <pc:sldMk cId="0" sldId="8098"/>
            <ac:spMk id="47107" creationId="{00000000-0000-0000-0000-000000000000}"/>
          </ac:spMkLst>
        </pc:spChg>
        <pc:picChg chg="del">
          <ac:chgData name="Tiwari, Shravan" userId="4c27891f-95d4-4976-825b-8d72b130123b" providerId="ADAL" clId="{C4C3FB2E-2344-4798-B8CA-7F0D4895661F}" dt="2024-06-02T06:24:51.038" v="3284" actId="478"/>
          <ac:picMkLst>
            <pc:docMk/>
            <pc:sldMk cId="0" sldId="8098"/>
            <ac:picMk id="3" creationId="{193D228A-A279-7B03-D047-D14B55C2443E}"/>
          </ac:picMkLst>
        </pc:picChg>
        <pc:picChg chg="add mod">
          <ac:chgData name="Tiwari, Shravan" userId="4c27891f-95d4-4976-825b-8d72b130123b" providerId="ADAL" clId="{C4C3FB2E-2344-4798-B8CA-7F0D4895661F}" dt="2024-06-02T06:24:52.744" v="3285"/>
          <ac:picMkLst>
            <pc:docMk/>
            <pc:sldMk cId="0" sldId="8098"/>
            <ac:picMk id="4" creationId="{DC51FA02-0994-40DB-BD8A-E9434284F652}"/>
          </ac:picMkLst>
        </pc:picChg>
      </pc:sldChg>
      <pc:sldChg chg="addSp delSp modSp mod">
        <pc:chgData name="Tiwari, Shravan" userId="4c27891f-95d4-4976-825b-8d72b130123b" providerId="ADAL" clId="{C4C3FB2E-2344-4798-B8CA-7F0D4895661F}" dt="2024-06-02T08:45:33.206" v="4431" actId="404"/>
        <pc:sldMkLst>
          <pc:docMk/>
          <pc:sldMk cId="3108547940" sldId="22429"/>
        </pc:sldMkLst>
        <pc:spChg chg="mod">
          <ac:chgData name="Tiwari, Shravan" userId="4c27891f-95d4-4976-825b-8d72b130123b" providerId="ADAL" clId="{C4C3FB2E-2344-4798-B8CA-7F0D4895661F}" dt="2024-06-02T08:15:31.449" v="4212" actId="403"/>
          <ac:spMkLst>
            <pc:docMk/>
            <pc:sldMk cId="3108547940" sldId="22429"/>
            <ac:spMk id="14" creationId="{B6BD00CE-FE5E-3B7F-47B3-D9468A2FE9FD}"/>
          </ac:spMkLst>
        </pc:spChg>
        <pc:spChg chg="mod">
          <ac:chgData name="Tiwari, Shravan" userId="4c27891f-95d4-4976-825b-8d72b130123b" providerId="ADAL" clId="{C4C3FB2E-2344-4798-B8CA-7F0D4895661F}" dt="2024-06-02T08:15:31.449" v="4212" actId="403"/>
          <ac:spMkLst>
            <pc:docMk/>
            <pc:sldMk cId="3108547940" sldId="22429"/>
            <ac:spMk id="15" creationId="{C023EFFE-A070-7473-C518-8DE8F31354A4}"/>
          </ac:spMkLst>
        </pc:spChg>
        <pc:spChg chg="mod">
          <ac:chgData name="Tiwari, Shravan" userId="4c27891f-95d4-4976-825b-8d72b130123b" providerId="ADAL" clId="{C4C3FB2E-2344-4798-B8CA-7F0D4895661F}" dt="2024-06-02T08:15:31.449" v="4212" actId="403"/>
          <ac:spMkLst>
            <pc:docMk/>
            <pc:sldMk cId="3108547940" sldId="22429"/>
            <ac:spMk id="18" creationId="{0860A754-BDF9-C08F-901B-315CEA573397}"/>
          </ac:spMkLst>
        </pc:spChg>
        <pc:spChg chg="mod">
          <ac:chgData name="Tiwari, Shravan" userId="4c27891f-95d4-4976-825b-8d72b130123b" providerId="ADAL" clId="{C4C3FB2E-2344-4798-B8CA-7F0D4895661F}" dt="2024-06-02T08:15:31.449" v="4212" actId="403"/>
          <ac:spMkLst>
            <pc:docMk/>
            <pc:sldMk cId="3108547940" sldId="22429"/>
            <ac:spMk id="20" creationId="{192854B7-98B6-8183-A992-8923E7EF209A}"/>
          </ac:spMkLst>
        </pc:spChg>
        <pc:spChg chg="mod">
          <ac:chgData name="Tiwari, Shravan" userId="4c27891f-95d4-4976-825b-8d72b130123b" providerId="ADAL" clId="{C4C3FB2E-2344-4798-B8CA-7F0D4895661F}" dt="2024-06-02T08:15:31.449" v="4212" actId="403"/>
          <ac:spMkLst>
            <pc:docMk/>
            <pc:sldMk cId="3108547940" sldId="22429"/>
            <ac:spMk id="21" creationId="{52B4AF8E-8379-2E25-CF78-E4548EAE54AC}"/>
          </ac:spMkLst>
        </pc:spChg>
        <pc:spChg chg="mod">
          <ac:chgData name="Tiwari, Shravan" userId="4c27891f-95d4-4976-825b-8d72b130123b" providerId="ADAL" clId="{C4C3FB2E-2344-4798-B8CA-7F0D4895661F}" dt="2024-06-02T08:15:31.449" v="4212" actId="403"/>
          <ac:spMkLst>
            <pc:docMk/>
            <pc:sldMk cId="3108547940" sldId="22429"/>
            <ac:spMk id="22" creationId="{1C791699-18A4-4CBA-DE21-CA783F6E7B79}"/>
          </ac:spMkLst>
        </pc:spChg>
        <pc:spChg chg="mod">
          <ac:chgData name="Tiwari, Shravan" userId="4c27891f-95d4-4976-825b-8d72b130123b" providerId="ADAL" clId="{C4C3FB2E-2344-4798-B8CA-7F0D4895661F}" dt="2024-06-02T08:15:31.449" v="4212" actId="403"/>
          <ac:spMkLst>
            <pc:docMk/>
            <pc:sldMk cId="3108547940" sldId="22429"/>
            <ac:spMk id="23" creationId="{A5988B82-59D5-9D54-C269-8CFC97D59F5C}"/>
          </ac:spMkLst>
        </pc:spChg>
        <pc:spChg chg="mod">
          <ac:chgData name="Tiwari, Shravan" userId="4c27891f-95d4-4976-825b-8d72b130123b" providerId="ADAL" clId="{C4C3FB2E-2344-4798-B8CA-7F0D4895661F}" dt="2024-06-02T08:15:31.449" v="4212" actId="403"/>
          <ac:spMkLst>
            <pc:docMk/>
            <pc:sldMk cId="3108547940" sldId="22429"/>
            <ac:spMk id="24" creationId="{36425740-FECE-BBDF-2442-094B62B82D4E}"/>
          </ac:spMkLst>
        </pc:spChg>
        <pc:spChg chg="mod">
          <ac:chgData name="Tiwari, Shravan" userId="4c27891f-95d4-4976-825b-8d72b130123b" providerId="ADAL" clId="{C4C3FB2E-2344-4798-B8CA-7F0D4895661F}" dt="2024-06-02T08:15:31.449" v="4212" actId="403"/>
          <ac:spMkLst>
            <pc:docMk/>
            <pc:sldMk cId="3108547940" sldId="22429"/>
            <ac:spMk id="25" creationId="{1A28243B-86B6-DEC1-EDA7-19F2381B9722}"/>
          </ac:spMkLst>
        </pc:spChg>
        <pc:spChg chg="mod">
          <ac:chgData name="Tiwari, Shravan" userId="4c27891f-95d4-4976-825b-8d72b130123b" providerId="ADAL" clId="{C4C3FB2E-2344-4798-B8CA-7F0D4895661F}" dt="2024-06-02T08:15:31.449" v="4212" actId="403"/>
          <ac:spMkLst>
            <pc:docMk/>
            <pc:sldMk cId="3108547940" sldId="22429"/>
            <ac:spMk id="26" creationId="{232632EC-A95B-2089-38A6-43BFCFD90A9D}"/>
          </ac:spMkLst>
        </pc:spChg>
        <pc:spChg chg="mod">
          <ac:chgData name="Tiwari, Shravan" userId="4c27891f-95d4-4976-825b-8d72b130123b" providerId="ADAL" clId="{C4C3FB2E-2344-4798-B8CA-7F0D4895661F}" dt="2024-06-02T08:15:31.449" v="4212" actId="403"/>
          <ac:spMkLst>
            <pc:docMk/>
            <pc:sldMk cId="3108547940" sldId="22429"/>
            <ac:spMk id="27" creationId="{1187958A-1DBD-E5D7-75F4-30BC98724FCA}"/>
          </ac:spMkLst>
        </pc:spChg>
        <pc:spChg chg="mod">
          <ac:chgData name="Tiwari, Shravan" userId="4c27891f-95d4-4976-825b-8d72b130123b" providerId="ADAL" clId="{C4C3FB2E-2344-4798-B8CA-7F0D4895661F}" dt="2024-06-02T08:15:31.449" v="4212" actId="403"/>
          <ac:spMkLst>
            <pc:docMk/>
            <pc:sldMk cId="3108547940" sldId="22429"/>
            <ac:spMk id="28" creationId="{94072B4E-40D2-12C0-B0C6-E72AAA1C9B2C}"/>
          </ac:spMkLst>
        </pc:spChg>
        <pc:spChg chg="mod">
          <ac:chgData name="Tiwari, Shravan" userId="4c27891f-95d4-4976-825b-8d72b130123b" providerId="ADAL" clId="{C4C3FB2E-2344-4798-B8CA-7F0D4895661F}" dt="2024-06-02T08:15:31.449" v="4212" actId="403"/>
          <ac:spMkLst>
            <pc:docMk/>
            <pc:sldMk cId="3108547940" sldId="22429"/>
            <ac:spMk id="29" creationId="{7592F32D-9788-6D27-1861-D606E96FBA5D}"/>
          </ac:spMkLst>
        </pc:spChg>
        <pc:spChg chg="mod">
          <ac:chgData name="Tiwari, Shravan" userId="4c27891f-95d4-4976-825b-8d72b130123b" providerId="ADAL" clId="{C4C3FB2E-2344-4798-B8CA-7F0D4895661F}" dt="2024-06-02T08:15:31.449" v="4212" actId="403"/>
          <ac:spMkLst>
            <pc:docMk/>
            <pc:sldMk cId="3108547940" sldId="22429"/>
            <ac:spMk id="31" creationId="{1FAC6BE3-D3A1-6786-CBDC-863B5E26DC34}"/>
          </ac:spMkLst>
        </pc:spChg>
        <pc:spChg chg="mod">
          <ac:chgData name="Tiwari, Shravan" userId="4c27891f-95d4-4976-825b-8d72b130123b" providerId="ADAL" clId="{C4C3FB2E-2344-4798-B8CA-7F0D4895661F}" dt="2024-06-02T08:15:38.698" v="4213" actId="404"/>
          <ac:spMkLst>
            <pc:docMk/>
            <pc:sldMk cId="3108547940" sldId="22429"/>
            <ac:spMk id="32" creationId="{CB784C9B-795A-33C7-8A62-8E625DC0E849}"/>
          </ac:spMkLst>
        </pc:spChg>
        <pc:spChg chg="mod">
          <ac:chgData name="Tiwari, Shravan" userId="4c27891f-95d4-4976-825b-8d72b130123b" providerId="ADAL" clId="{C4C3FB2E-2344-4798-B8CA-7F0D4895661F}" dt="2024-06-02T08:15:31.449" v="4212" actId="403"/>
          <ac:spMkLst>
            <pc:docMk/>
            <pc:sldMk cId="3108547940" sldId="22429"/>
            <ac:spMk id="33" creationId="{49081170-2C4F-15B4-DE09-CB6EA7EDA0C9}"/>
          </ac:spMkLst>
        </pc:spChg>
        <pc:spChg chg="mod">
          <ac:chgData name="Tiwari, Shravan" userId="4c27891f-95d4-4976-825b-8d72b130123b" providerId="ADAL" clId="{C4C3FB2E-2344-4798-B8CA-7F0D4895661F}" dt="2024-06-02T08:15:31.449" v="4212" actId="403"/>
          <ac:spMkLst>
            <pc:docMk/>
            <pc:sldMk cId="3108547940" sldId="22429"/>
            <ac:spMk id="34" creationId="{460AE6A1-FBC0-0E8E-26C8-56D366EAEC18}"/>
          </ac:spMkLst>
        </pc:spChg>
        <pc:spChg chg="mod">
          <ac:chgData name="Tiwari, Shravan" userId="4c27891f-95d4-4976-825b-8d72b130123b" providerId="ADAL" clId="{C4C3FB2E-2344-4798-B8CA-7F0D4895661F}" dt="2024-06-02T08:15:31.449" v="4212" actId="403"/>
          <ac:spMkLst>
            <pc:docMk/>
            <pc:sldMk cId="3108547940" sldId="22429"/>
            <ac:spMk id="35" creationId="{A37C2DA5-58F5-62B3-7141-BB414EC642EB}"/>
          </ac:spMkLst>
        </pc:spChg>
        <pc:spChg chg="mod">
          <ac:chgData name="Tiwari, Shravan" userId="4c27891f-95d4-4976-825b-8d72b130123b" providerId="ADAL" clId="{C4C3FB2E-2344-4798-B8CA-7F0D4895661F}" dt="2024-06-02T08:15:31.449" v="4212" actId="403"/>
          <ac:spMkLst>
            <pc:docMk/>
            <pc:sldMk cId="3108547940" sldId="22429"/>
            <ac:spMk id="36" creationId="{B5F6094D-100C-4F6E-6D0F-3074FAD5157E}"/>
          </ac:spMkLst>
        </pc:spChg>
        <pc:spChg chg="mod">
          <ac:chgData name="Tiwari, Shravan" userId="4c27891f-95d4-4976-825b-8d72b130123b" providerId="ADAL" clId="{C4C3FB2E-2344-4798-B8CA-7F0D4895661F}" dt="2024-06-02T08:15:31.449" v="4212" actId="403"/>
          <ac:spMkLst>
            <pc:docMk/>
            <pc:sldMk cId="3108547940" sldId="22429"/>
            <ac:spMk id="37" creationId="{349A1000-66CA-772E-843F-156684BA4C3F}"/>
          </ac:spMkLst>
        </pc:spChg>
        <pc:spChg chg="mod">
          <ac:chgData name="Tiwari, Shravan" userId="4c27891f-95d4-4976-825b-8d72b130123b" providerId="ADAL" clId="{C4C3FB2E-2344-4798-B8CA-7F0D4895661F}" dt="2024-06-02T08:15:31.449" v="4212" actId="403"/>
          <ac:spMkLst>
            <pc:docMk/>
            <pc:sldMk cId="3108547940" sldId="22429"/>
            <ac:spMk id="47" creationId="{F23E0A8A-D67D-885E-9DDD-67EFCCE331C6}"/>
          </ac:spMkLst>
        </pc:spChg>
        <pc:spChg chg="mod">
          <ac:chgData name="Tiwari, Shravan" userId="4c27891f-95d4-4976-825b-8d72b130123b" providerId="ADAL" clId="{C4C3FB2E-2344-4798-B8CA-7F0D4895661F}" dt="2024-06-02T08:15:59.157" v="4240" actId="1038"/>
          <ac:spMkLst>
            <pc:docMk/>
            <pc:sldMk cId="3108547940" sldId="22429"/>
            <ac:spMk id="48" creationId="{DEFC9414-92FE-9E0A-971E-34F5C029172C}"/>
          </ac:spMkLst>
        </pc:spChg>
        <pc:spChg chg="mod">
          <ac:chgData name="Tiwari, Shravan" userId="4c27891f-95d4-4976-825b-8d72b130123b" providerId="ADAL" clId="{C4C3FB2E-2344-4798-B8CA-7F0D4895661F}" dt="2024-06-02T08:15:31.449" v="4212" actId="403"/>
          <ac:spMkLst>
            <pc:docMk/>
            <pc:sldMk cId="3108547940" sldId="22429"/>
            <ac:spMk id="49" creationId="{871262E0-9C0C-1DFD-C53A-47FDA19571D3}"/>
          </ac:spMkLst>
        </pc:spChg>
        <pc:spChg chg="mod">
          <ac:chgData name="Tiwari, Shravan" userId="4c27891f-95d4-4976-825b-8d72b130123b" providerId="ADAL" clId="{C4C3FB2E-2344-4798-B8CA-7F0D4895661F}" dt="2024-06-02T08:45:23.297" v="4430" actId="1035"/>
          <ac:spMkLst>
            <pc:docMk/>
            <pc:sldMk cId="3108547940" sldId="22429"/>
            <ac:spMk id="50" creationId="{B25A4F7A-0118-CFCA-4306-B2B869F6AB24}"/>
          </ac:spMkLst>
        </pc:spChg>
        <pc:spChg chg="mod">
          <ac:chgData name="Tiwari, Shravan" userId="4c27891f-95d4-4976-825b-8d72b130123b" providerId="ADAL" clId="{C4C3FB2E-2344-4798-B8CA-7F0D4895661F}" dt="2024-06-02T08:15:31.449" v="4212" actId="403"/>
          <ac:spMkLst>
            <pc:docMk/>
            <pc:sldMk cId="3108547940" sldId="22429"/>
            <ac:spMk id="57" creationId="{53648048-80CD-06A3-8E48-21A2EE1BF44B}"/>
          </ac:spMkLst>
        </pc:spChg>
        <pc:spChg chg="mod">
          <ac:chgData name="Tiwari, Shravan" userId="4c27891f-95d4-4976-825b-8d72b130123b" providerId="ADAL" clId="{C4C3FB2E-2344-4798-B8CA-7F0D4895661F}" dt="2024-06-02T08:15:31.449" v="4212" actId="403"/>
          <ac:spMkLst>
            <pc:docMk/>
            <pc:sldMk cId="3108547940" sldId="22429"/>
            <ac:spMk id="58" creationId="{D10AA367-E351-0F36-90F3-23947E6132AE}"/>
          </ac:spMkLst>
        </pc:spChg>
        <pc:spChg chg="mod">
          <ac:chgData name="Tiwari, Shravan" userId="4c27891f-95d4-4976-825b-8d72b130123b" providerId="ADAL" clId="{C4C3FB2E-2344-4798-B8CA-7F0D4895661F}" dt="2024-06-02T08:15:31.449" v="4212" actId="403"/>
          <ac:spMkLst>
            <pc:docMk/>
            <pc:sldMk cId="3108547940" sldId="22429"/>
            <ac:spMk id="63" creationId="{A6BF1B07-F853-F895-B381-BBC2AD9C4174}"/>
          </ac:spMkLst>
        </pc:spChg>
        <pc:spChg chg="mod">
          <ac:chgData name="Tiwari, Shravan" userId="4c27891f-95d4-4976-825b-8d72b130123b" providerId="ADAL" clId="{C4C3FB2E-2344-4798-B8CA-7F0D4895661F}" dt="2024-06-02T08:15:31.449" v="4212" actId="403"/>
          <ac:spMkLst>
            <pc:docMk/>
            <pc:sldMk cId="3108547940" sldId="22429"/>
            <ac:spMk id="67" creationId="{C2BF06C5-A30D-40DF-B6C2-744BBDD901A3}"/>
          </ac:spMkLst>
        </pc:spChg>
        <pc:spChg chg="mod">
          <ac:chgData name="Tiwari, Shravan" userId="4c27891f-95d4-4976-825b-8d72b130123b" providerId="ADAL" clId="{C4C3FB2E-2344-4798-B8CA-7F0D4895661F}" dt="2024-06-02T08:15:31.449" v="4212" actId="403"/>
          <ac:spMkLst>
            <pc:docMk/>
            <pc:sldMk cId="3108547940" sldId="22429"/>
            <ac:spMk id="85" creationId="{FDB48D84-F72B-00AB-2957-EAFA31294A5F}"/>
          </ac:spMkLst>
        </pc:spChg>
        <pc:spChg chg="mod">
          <ac:chgData name="Tiwari, Shravan" userId="4c27891f-95d4-4976-825b-8d72b130123b" providerId="ADAL" clId="{C4C3FB2E-2344-4798-B8CA-7F0D4895661F}" dt="2024-06-02T08:15:31.449" v="4212" actId="403"/>
          <ac:spMkLst>
            <pc:docMk/>
            <pc:sldMk cId="3108547940" sldId="22429"/>
            <ac:spMk id="91" creationId="{5B1F580B-3DAF-AAF5-9F7C-C445E7AFB45F}"/>
          </ac:spMkLst>
        </pc:spChg>
        <pc:spChg chg="mod">
          <ac:chgData name="Tiwari, Shravan" userId="4c27891f-95d4-4976-825b-8d72b130123b" providerId="ADAL" clId="{C4C3FB2E-2344-4798-B8CA-7F0D4895661F}" dt="2024-06-02T08:15:45.012" v="4214" actId="14100"/>
          <ac:spMkLst>
            <pc:docMk/>
            <pc:sldMk cId="3108547940" sldId="22429"/>
            <ac:spMk id="92" creationId="{39EBE51F-8597-9102-9476-BCB3BA78E79F}"/>
          </ac:spMkLst>
        </pc:spChg>
        <pc:spChg chg="mod">
          <ac:chgData name="Tiwari, Shravan" userId="4c27891f-95d4-4976-825b-8d72b130123b" providerId="ADAL" clId="{C4C3FB2E-2344-4798-B8CA-7F0D4895661F}" dt="2024-06-02T08:45:33.206" v="4431" actId="404"/>
          <ac:spMkLst>
            <pc:docMk/>
            <pc:sldMk cId="3108547940" sldId="22429"/>
            <ac:spMk id="95" creationId="{90A141FF-F71F-DD35-3FB4-C41472102FE6}"/>
          </ac:spMkLst>
        </pc:spChg>
        <pc:spChg chg="mod">
          <ac:chgData name="Tiwari, Shravan" userId="4c27891f-95d4-4976-825b-8d72b130123b" providerId="ADAL" clId="{C4C3FB2E-2344-4798-B8CA-7F0D4895661F}" dt="2024-06-02T08:15:31.449" v="4212" actId="403"/>
          <ac:spMkLst>
            <pc:docMk/>
            <pc:sldMk cId="3108547940" sldId="22429"/>
            <ac:spMk id="97" creationId="{A5E31BB9-5D47-02B0-4F14-288FF312CACC}"/>
          </ac:spMkLst>
        </pc:spChg>
        <pc:spChg chg="mod">
          <ac:chgData name="Tiwari, Shravan" userId="4c27891f-95d4-4976-825b-8d72b130123b" providerId="ADAL" clId="{C4C3FB2E-2344-4798-B8CA-7F0D4895661F}" dt="2024-06-02T08:15:31.449" v="4212" actId="403"/>
          <ac:spMkLst>
            <pc:docMk/>
            <pc:sldMk cId="3108547940" sldId="22429"/>
            <ac:spMk id="115" creationId="{965B316B-CB06-A573-5BB4-05878B694CB9}"/>
          </ac:spMkLst>
        </pc:spChg>
        <pc:picChg chg="del mod">
          <ac:chgData name="Tiwari, Shravan" userId="4c27891f-95d4-4976-825b-8d72b130123b" providerId="ADAL" clId="{C4C3FB2E-2344-4798-B8CA-7F0D4895661F}" dt="2024-06-02T06:30:24.193" v="3348" actId="478"/>
          <ac:picMkLst>
            <pc:docMk/>
            <pc:sldMk cId="3108547940" sldId="22429"/>
            <ac:picMk id="16" creationId="{5D3ED354-7936-D0D7-2CFE-2E4B8D00C16B}"/>
          </ac:picMkLst>
        </pc:picChg>
        <pc:picChg chg="add mod">
          <ac:chgData name="Tiwari, Shravan" userId="4c27891f-95d4-4976-825b-8d72b130123b" providerId="ADAL" clId="{C4C3FB2E-2344-4798-B8CA-7F0D4895661F}" dt="2024-06-02T06:30:24.970" v="3349"/>
          <ac:picMkLst>
            <pc:docMk/>
            <pc:sldMk cId="3108547940" sldId="22429"/>
            <ac:picMk id="17" creationId="{3B333BC2-522E-0E7E-2BAC-E09F7D0470D8}"/>
          </ac:picMkLst>
        </pc:picChg>
        <pc:cxnChg chg="mod">
          <ac:chgData name="Tiwari, Shravan" userId="4c27891f-95d4-4976-825b-8d72b130123b" providerId="ADAL" clId="{C4C3FB2E-2344-4798-B8CA-7F0D4895661F}" dt="2024-06-02T08:15:31.449" v="4212" actId="403"/>
          <ac:cxnSpMkLst>
            <pc:docMk/>
            <pc:sldMk cId="3108547940" sldId="22429"/>
            <ac:cxnSpMk id="30" creationId="{6B8E985B-179D-00EA-46FD-4FDEC5D12DED}"/>
          </ac:cxnSpMkLst>
        </pc:cxnChg>
        <pc:cxnChg chg="mod">
          <ac:chgData name="Tiwari, Shravan" userId="4c27891f-95d4-4976-825b-8d72b130123b" providerId="ADAL" clId="{C4C3FB2E-2344-4798-B8CA-7F0D4895661F}" dt="2024-06-02T08:15:31.449" v="4212" actId="403"/>
          <ac:cxnSpMkLst>
            <pc:docMk/>
            <pc:sldMk cId="3108547940" sldId="22429"/>
            <ac:cxnSpMk id="38" creationId="{1AA877D2-F2A8-0145-A776-16A86B925730}"/>
          </ac:cxnSpMkLst>
        </pc:cxnChg>
        <pc:cxnChg chg="mod">
          <ac:chgData name="Tiwari, Shravan" userId="4c27891f-95d4-4976-825b-8d72b130123b" providerId="ADAL" clId="{C4C3FB2E-2344-4798-B8CA-7F0D4895661F}" dt="2024-06-02T08:15:31.449" v="4212" actId="403"/>
          <ac:cxnSpMkLst>
            <pc:docMk/>
            <pc:sldMk cId="3108547940" sldId="22429"/>
            <ac:cxnSpMk id="39" creationId="{2EBB3B0A-EDFC-433D-5645-6C70101D1E69}"/>
          </ac:cxnSpMkLst>
        </pc:cxnChg>
        <pc:cxnChg chg="mod">
          <ac:chgData name="Tiwari, Shravan" userId="4c27891f-95d4-4976-825b-8d72b130123b" providerId="ADAL" clId="{C4C3FB2E-2344-4798-B8CA-7F0D4895661F}" dt="2024-06-02T08:15:31.449" v="4212" actId="403"/>
          <ac:cxnSpMkLst>
            <pc:docMk/>
            <pc:sldMk cId="3108547940" sldId="22429"/>
            <ac:cxnSpMk id="40" creationId="{97006F90-CDEA-989C-4581-93FA4CB8C837}"/>
          </ac:cxnSpMkLst>
        </pc:cxnChg>
        <pc:cxnChg chg="mod">
          <ac:chgData name="Tiwari, Shravan" userId="4c27891f-95d4-4976-825b-8d72b130123b" providerId="ADAL" clId="{C4C3FB2E-2344-4798-B8CA-7F0D4895661F}" dt="2024-06-02T08:15:31.449" v="4212" actId="403"/>
          <ac:cxnSpMkLst>
            <pc:docMk/>
            <pc:sldMk cId="3108547940" sldId="22429"/>
            <ac:cxnSpMk id="41" creationId="{A25DF2FE-C718-1E90-579A-78EE1DA0C0C7}"/>
          </ac:cxnSpMkLst>
        </pc:cxnChg>
        <pc:cxnChg chg="mod">
          <ac:chgData name="Tiwari, Shravan" userId="4c27891f-95d4-4976-825b-8d72b130123b" providerId="ADAL" clId="{C4C3FB2E-2344-4798-B8CA-7F0D4895661F}" dt="2024-06-02T08:15:31.449" v="4212" actId="403"/>
          <ac:cxnSpMkLst>
            <pc:docMk/>
            <pc:sldMk cId="3108547940" sldId="22429"/>
            <ac:cxnSpMk id="42" creationId="{F0896FC8-1440-B308-1D35-082FB8C3ED11}"/>
          </ac:cxnSpMkLst>
        </pc:cxnChg>
        <pc:cxnChg chg="mod">
          <ac:chgData name="Tiwari, Shravan" userId="4c27891f-95d4-4976-825b-8d72b130123b" providerId="ADAL" clId="{C4C3FB2E-2344-4798-B8CA-7F0D4895661F}" dt="2024-06-02T08:15:31.449" v="4212" actId="403"/>
          <ac:cxnSpMkLst>
            <pc:docMk/>
            <pc:sldMk cId="3108547940" sldId="22429"/>
            <ac:cxnSpMk id="43" creationId="{92DFEA9E-F0CF-7904-E2F9-BDC907A1E838}"/>
          </ac:cxnSpMkLst>
        </pc:cxnChg>
        <pc:cxnChg chg="mod">
          <ac:chgData name="Tiwari, Shravan" userId="4c27891f-95d4-4976-825b-8d72b130123b" providerId="ADAL" clId="{C4C3FB2E-2344-4798-B8CA-7F0D4895661F}" dt="2024-06-02T08:15:31.449" v="4212" actId="403"/>
          <ac:cxnSpMkLst>
            <pc:docMk/>
            <pc:sldMk cId="3108547940" sldId="22429"/>
            <ac:cxnSpMk id="44" creationId="{A1C9EBDD-40C6-7CB6-7AC5-2C7044E105F9}"/>
          </ac:cxnSpMkLst>
        </pc:cxnChg>
        <pc:cxnChg chg="mod">
          <ac:chgData name="Tiwari, Shravan" userId="4c27891f-95d4-4976-825b-8d72b130123b" providerId="ADAL" clId="{C4C3FB2E-2344-4798-B8CA-7F0D4895661F}" dt="2024-06-02T08:15:31.449" v="4212" actId="403"/>
          <ac:cxnSpMkLst>
            <pc:docMk/>
            <pc:sldMk cId="3108547940" sldId="22429"/>
            <ac:cxnSpMk id="45" creationId="{18BAB40C-4F6C-85A7-60C6-497624246785}"/>
          </ac:cxnSpMkLst>
        </pc:cxnChg>
        <pc:cxnChg chg="mod">
          <ac:chgData name="Tiwari, Shravan" userId="4c27891f-95d4-4976-825b-8d72b130123b" providerId="ADAL" clId="{C4C3FB2E-2344-4798-B8CA-7F0D4895661F}" dt="2024-06-02T08:15:31.449" v="4212" actId="403"/>
          <ac:cxnSpMkLst>
            <pc:docMk/>
            <pc:sldMk cId="3108547940" sldId="22429"/>
            <ac:cxnSpMk id="46" creationId="{E1791A3B-68B2-F1B8-8147-09E034C1B22A}"/>
          </ac:cxnSpMkLst>
        </pc:cxnChg>
      </pc:sldChg>
      <pc:sldChg chg="addSp delSp modSp mod">
        <pc:chgData name="Tiwari, Shravan" userId="4c27891f-95d4-4976-825b-8d72b130123b" providerId="ADAL" clId="{C4C3FB2E-2344-4798-B8CA-7F0D4895661F}" dt="2024-06-02T06:25:15.912" v="3291"/>
        <pc:sldMkLst>
          <pc:docMk/>
          <pc:sldMk cId="2198174340" sldId="2134806101"/>
        </pc:sldMkLst>
        <pc:graphicFrameChg chg="mod">
          <ac:chgData name="Tiwari, Shravan" userId="4c27891f-95d4-4976-825b-8d72b130123b" providerId="ADAL" clId="{C4C3FB2E-2344-4798-B8CA-7F0D4895661F}" dt="2024-06-02T04:38:28.346" v="3281" actId="2711"/>
          <ac:graphicFrameMkLst>
            <pc:docMk/>
            <pc:sldMk cId="2198174340" sldId="2134806101"/>
            <ac:graphicFrameMk id="14" creationId="{57C47815-44FF-FCEA-C3AE-8001959A7873}"/>
          </ac:graphicFrameMkLst>
        </pc:graphicFrameChg>
        <pc:graphicFrameChg chg="mod">
          <ac:chgData name="Tiwari, Shravan" userId="4c27891f-95d4-4976-825b-8d72b130123b" providerId="ADAL" clId="{C4C3FB2E-2344-4798-B8CA-7F0D4895661F}" dt="2024-06-02T04:38:37.857" v="3282" actId="2711"/>
          <ac:graphicFrameMkLst>
            <pc:docMk/>
            <pc:sldMk cId="2198174340" sldId="2134806101"/>
            <ac:graphicFrameMk id="19" creationId="{3FE3D29C-2F1C-6CF9-D1C3-B353F4BAFE86}"/>
          </ac:graphicFrameMkLst>
        </pc:graphicFrameChg>
        <pc:picChg chg="del">
          <ac:chgData name="Tiwari, Shravan" userId="4c27891f-95d4-4976-825b-8d72b130123b" providerId="ADAL" clId="{C4C3FB2E-2344-4798-B8CA-7F0D4895661F}" dt="2024-06-02T06:25:14.656" v="3290" actId="478"/>
          <ac:picMkLst>
            <pc:docMk/>
            <pc:sldMk cId="2198174340" sldId="2134806101"/>
            <ac:picMk id="3" creationId="{B1290CD3-CDC9-D838-E32F-CD937978B183}"/>
          </ac:picMkLst>
        </pc:picChg>
        <pc:picChg chg="add mod">
          <ac:chgData name="Tiwari, Shravan" userId="4c27891f-95d4-4976-825b-8d72b130123b" providerId="ADAL" clId="{C4C3FB2E-2344-4798-B8CA-7F0D4895661F}" dt="2024-06-02T06:25:15.912" v="3291"/>
          <ac:picMkLst>
            <pc:docMk/>
            <pc:sldMk cId="2198174340" sldId="2134806101"/>
            <ac:picMk id="4" creationId="{CE75EAB7-42EB-8C2C-FE85-96534E448FAB}"/>
          </ac:picMkLst>
        </pc:picChg>
      </pc:sldChg>
      <pc:sldChg chg="del mod ord modShow">
        <pc:chgData name="Tiwari, Shravan" userId="4c27891f-95d4-4976-825b-8d72b130123b" providerId="ADAL" clId="{C4C3FB2E-2344-4798-B8CA-7F0D4895661F}" dt="2024-06-02T08:37:51.396" v="4421" actId="47"/>
        <pc:sldMkLst>
          <pc:docMk/>
          <pc:sldMk cId="301473336" sldId="2147470956"/>
        </pc:sldMkLst>
      </pc:sldChg>
      <pc:sldChg chg="addSp delSp modSp mod">
        <pc:chgData name="Tiwari, Shravan" userId="4c27891f-95d4-4976-825b-8d72b130123b" providerId="ADAL" clId="{C4C3FB2E-2344-4798-B8CA-7F0D4895661F}" dt="2024-06-02T08:33:34.035" v="4376" actId="1076"/>
        <pc:sldMkLst>
          <pc:docMk/>
          <pc:sldMk cId="1089217732" sldId="2147470957"/>
        </pc:sldMkLst>
        <pc:spChg chg="mod">
          <ac:chgData name="Tiwari, Shravan" userId="4c27891f-95d4-4976-825b-8d72b130123b" providerId="ADAL" clId="{C4C3FB2E-2344-4798-B8CA-7F0D4895661F}" dt="2024-06-02T08:33:34.035" v="4376" actId="1076"/>
          <ac:spMkLst>
            <pc:docMk/>
            <pc:sldMk cId="1089217732" sldId="2147470957"/>
            <ac:spMk id="4" creationId="{114474FE-78BC-D3ED-A8DF-F2B7D3A28B7A}"/>
          </ac:spMkLst>
        </pc:spChg>
        <pc:spChg chg="mod">
          <ac:chgData name="Tiwari, Shravan" userId="4c27891f-95d4-4976-825b-8d72b130123b" providerId="ADAL" clId="{C4C3FB2E-2344-4798-B8CA-7F0D4895661F}" dt="2024-06-02T06:55:22.701" v="3520" actId="20577"/>
          <ac:spMkLst>
            <pc:docMk/>
            <pc:sldMk cId="1089217732" sldId="2147470957"/>
            <ac:spMk id="10" creationId="{1BE70193-A83C-F63C-5E3F-C292737C8FA2}"/>
          </ac:spMkLst>
        </pc:spChg>
        <pc:picChg chg="del">
          <ac:chgData name="Tiwari, Shravan" userId="4c27891f-95d4-4976-825b-8d72b130123b" providerId="ADAL" clId="{C4C3FB2E-2344-4798-B8CA-7F0D4895661F}" dt="2024-06-02T06:52:45.249" v="3490" actId="478"/>
          <ac:picMkLst>
            <pc:docMk/>
            <pc:sldMk cId="1089217732" sldId="2147470957"/>
            <ac:picMk id="2" creationId="{163F364E-E651-9303-30F4-A334BAD3955B}"/>
          </ac:picMkLst>
        </pc:picChg>
        <pc:picChg chg="add mod">
          <ac:chgData name="Tiwari, Shravan" userId="4c27891f-95d4-4976-825b-8d72b130123b" providerId="ADAL" clId="{C4C3FB2E-2344-4798-B8CA-7F0D4895661F}" dt="2024-06-02T06:52:46.316" v="3491"/>
          <ac:picMkLst>
            <pc:docMk/>
            <pc:sldMk cId="1089217732" sldId="2147470957"/>
            <ac:picMk id="3" creationId="{6CCCE00E-3DCC-5407-C192-3F7FB484B34C}"/>
          </ac:picMkLst>
        </pc:picChg>
      </pc:sldChg>
      <pc:sldChg chg="addSp delSp modSp mod modNotesTx">
        <pc:chgData name="Tiwari, Shravan" userId="4c27891f-95d4-4976-825b-8d72b130123b" providerId="ADAL" clId="{C4C3FB2E-2344-4798-B8CA-7F0D4895661F}" dt="2024-06-02T06:36:41.247" v="3403" actId="1035"/>
        <pc:sldMkLst>
          <pc:docMk/>
          <pc:sldMk cId="1381858524" sldId="2147470962"/>
        </pc:sldMkLst>
        <pc:grpChg chg="add mod">
          <ac:chgData name="Tiwari, Shravan" userId="4c27891f-95d4-4976-825b-8d72b130123b" providerId="ADAL" clId="{C4C3FB2E-2344-4798-B8CA-7F0D4895661F}" dt="2024-06-02T02:47:49.974" v="501"/>
          <ac:grpSpMkLst>
            <pc:docMk/>
            <pc:sldMk cId="1381858524" sldId="2147470962"/>
            <ac:grpSpMk id="12" creationId="{870B295A-FB5A-3D35-96D3-6A2DF934C777}"/>
          </ac:grpSpMkLst>
        </pc:grpChg>
        <pc:grpChg chg="mod">
          <ac:chgData name="Tiwari, Shravan" userId="4c27891f-95d4-4976-825b-8d72b130123b" providerId="ADAL" clId="{C4C3FB2E-2344-4798-B8CA-7F0D4895661F}" dt="2024-06-02T06:36:41.247" v="3403" actId="1035"/>
          <ac:grpSpMkLst>
            <pc:docMk/>
            <pc:sldMk cId="1381858524" sldId="2147470962"/>
            <ac:grpSpMk id="18" creationId="{92073C25-9358-CA44-A817-AB22FC8FA705}"/>
          </ac:grpSpMkLst>
        </pc:grpChg>
        <pc:grpChg chg="add mod">
          <ac:chgData name="Tiwari, Shravan" userId="4c27891f-95d4-4976-825b-8d72b130123b" providerId="ADAL" clId="{C4C3FB2E-2344-4798-B8CA-7F0D4895661F}" dt="2024-06-02T02:47:56.339" v="503"/>
          <ac:grpSpMkLst>
            <pc:docMk/>
            <pc:sldMk cId="1381858524" sldId="2147470962"/>
            <ac:grpSpMk id="19" creationId="{A26C40C0-F578-4F78-E360-4F973FA091AB}"/>
          </ac:grpSpMkLst>
        </pc:grpChg>
        <pc:graphicFrameChg chg="del mod modGraphic">
          <ac:chgData name="Tiwari, Shravan" userId="4c27891f-95d4-4976-825b-8d72b130123b" providerId="ADAL" clId="{C4C3FB2E-2344-4798-B8CA-7F0D4895661F}" dt="2024-06-02T02:47:37.850" v="498" actId="478"/>
          <ac:graphicFrameMkLst>
            <pc:docMk/>
            <pc:sldMk cId="1381858524" sldId="2147470962"/>
            <ac:graphicFrameMk id="4" creationId="{37D4B1B1-AA9B-2486-D00D-C6B1120DA823}"/>
          </ac:graphicFrameMkLst>
        </pc:graphicFrameChg>
        <pc:graphicFrameChg chg="add mod">
          <ac:chgData name="Tiwari, Shravan" userId="4c27891f-95d4-4976-825b-8d72b130123b" providerId="ADAL" clId="{C4C3FB2E-2344-4798-B8CA-7F0D4895661F}" dt="2024-06-02T02:47:48.033" v="500"/>
          <ac:graphicFrameMkLst>
            <pc:docMk/>
            <pc:sldMk cId="1381858524" sldId="2147470962"/>
            <ac:graphicFrameMk id="11" creationId="{8B66326C-A7C3-8A20-CB1B-4B659BF9A7C4}"/>
          </ac:graphicFrameMkLst>
        </pc:graphicFrameChg>
        <pc:graphicFrameChg chg="mod modGraphic">
          <ac:chgData name="Tiwari, Shravan" userId="4c27891f-95d4-4976-825b-8d72b130123b" providerId="ADAL" clId="{C4C3FB2E-2344-4798-B8CA-7F0D4895661F}" dt="2024-06-02T03:12:51.353" v="663" actId="404"/>
          <ac:graphicFrameMkLst>
            <pc:docMk/>
            <pc:sldMk cId="1381858524" sldId="2147470962"/>
            <ac:graphicFrameMk id="11" creationId="{AB1845AD-494F-3F5B-B154-F467AE154E75}"/>
          </ac:graphicFrameMkLst>
        </pc:graphicFrameChg>
        <pc:graphicFrameChg chg="add mod">
          <ac:chgData name="Tiwari, Shravan" userId="4c27891f-95d4-4976-825b-8d72b130123b" providerId="ADAL" clId="{C4C3FB2E-2344-4798-B8CA-7F0D4895661F}" dt="2024-06-02T02:47:54.416" v="502"/>
          <ac:graphicFrameMkLst>
            <pc:docMk/>
            <pc:sldMk cId="1381858524" sldId="2147470962"/>
            <ac:graphicFrameMk id="18" creationId="{1127A57F-C2EB-C1B6-ED5C-83F0EA17DAD8}"/>
          </ac:graphicFrameMkLst>
        </pc:graphicFrameChg>
        <pc:graphicFrameChg chg="add del mod">
          <ac:chgData name="Tiwari, Shravan" userId="4c27891f-95d4-4976-825b-8d72b130123b" providerId="ADAL" clId="{C4C3FB2E-2344-4798-B8CA-7F0D4895661F}" dt="2024-06-02T02:48:29.594" v="512" actId="478"/>
          <ac:graphicFrameMkLst>
            <pc:docMk/>
            <pc:sldMk cId="1381858524" sldId="2147470962"/>
            <ac:graphicFrameMk id="24" creationId="{C54BC756-A897-D53F-C91D-25E7AA3A5437}"/>
          </ac:graphicFrameMkLst>
        </pc:graphicFrameChg>
        <pc:picChg chg="add del mod">
          <ac:chgData name="Tiwari, Shravan" userId="4c27891f-95d4-4976-825b-8d72b130123b" providerId="ADAL" clId="{C4C3FB2E-2344-4798-B8CA-7F0D4895661F}" dt="2024-06-02T06:30:18.567" v="3346" actId="478"/>
          <ac:picMkLst>
            <pc:docMk/>
            <pc:sldMk cId="1381858524" sldId="2147470962"/>
            <ac:picMk id="4" creationId="{ECE8FAF9-45F4-9269-72D3-FA690705FB97}"/>
          </ac:picMkLst>
        </pc:picChg>
        <pc:picChg chg="del mod">
          <ac:chgData name="Tiwari, Shravan" userId="4c27891f-95d4-4976-825b-8d72b130123b" providerId="ADAL" clId="{C4C3FB2E-2344-4798-B8CA-7F0D4895661F}" dt="2024-06-02T06:29:59.622" v="3344" actId="478"/>
          <ac:picMkLst>
            <pc:docMk/>
            <pc:sldMk cId="1381858524" sldId="2147470962"/>
            <ac:picMk id="6" creationId="{9C4F37D6-A491-30D8-03CA-7D109D9704D2}"/>
          </ac:picMkLst>
        </pc:picChg>
        <pc:picChg chg="del">
          <ac:chgData name="Tiwari, Shravan" userId="4c27891f-95d4-4976-825b-8d72b130123b" providerId="ADAL" clId="{C4C3FB2E-2344-4798-B8CA-7F0D4895661F}" dt="2024-06-02T02:47:39.640" v="499" actId="478"/>
          <ac:picMkLst>
            <pc:docMk/>
            <pc:sldMk cId="1381858524" sldId="2147470962"/>
            <ac:picMk id="7" creationId="{DB960D78-0CBC-5C00-3C23-D194AC752E4D}"/>
          </ac:picMkLst>
        </pc:picChg>
        <pc:picChg chg="add mod">
          <ac:chgData name="Tiwari, Shravan" userId="4c27891f-95d4-4976-825b-8d72b130123b" providerId="ADAL" clId="{C4C3FB2E-2344-4798-B8CA-7F0D4895661F}" dt="2024-06-02T06:30:19.695" v="3347"/>
          <ac:picMkLst>
            <pc:docMk/>
            <pc:sldMk cId="1381858524" sldId="2147470962"/>
            <ac:picMk id="7" creationId="{EA97AF94-A5A9-5991-CC6C-AC61E5CBCF10}"/>
          </ac:picMkLst>
        </pc:picChg>
        <pc:picChg chg="mod">
          <ac:chgData name="Tiwari, Shravan" userId="4c27891f-95d4-4976-825b-8d72b130123b" providerId="ADAL" clId="{C4C3FB2E-2344-4798-B8CA-7F0D4895661F}" dt="2024-06-02T02:47:49.974" v="501"/>
          <ac:picMkLst>
            <pc:docMk/>
            <pc:sldMk cId="1381858524" sldId="2147470962"/>
            <ac:picMk id="13" creationId="{DF225D2A-4616-5E95-6C79-E3A29A3356DA}"/>
          </ac:picMkLst>
        </pc:picChg>
        <pc:picChg chg="mod">
          <ac:chgData name="Tiwari, Shravan" userId="4c27891f-95d4-4976-825b-8d72b130123b" providerId="ADAL" clId="{C4C3FB2E-2344-4798-B8CA-7F0D4895661F}" dt="2024-06-02T02:47:49.974" v="501"/>
          <ac:picMkLst>
            <pc:docMk/>
            <pc:sldMk cId="1381858524" sldId="2147470962"/>
            <ac:picMk id="14" creationId="{E91401E6-3020-2508-D59C-157B76F533CA}"/>
          </ac:picMkLst>
        </pc:picChg>
        <pc:picChg chg="mod">
          <ac:chgData name="Tiwari, Shravan" userId="4c27891f-95d4-4976-825b-8d72b130123b" providerId="ADAL" clId="{C4C3FB2E-2344-4798-B8CA-7F0D4895661F}" dt="2024-06-02T02:47:49.974" v="501"/>
          <ac:picMkLst>
            <pc:docMk/>
            <pc:sldMk cId="1381858524" sldId="2147470962"/>
            <ac:picMk id="16" creationId="{B9F1643D-482A-42B1-2B3F-43B25A2241BC}"/>
          </ac:picMkLst>
        </pc:picChg>
        <pc:picChg chg="mod">
          <ac:chgData name="Tiwari, Shravan" userId="4c27891f-95d4-4976-825b-8d72b130123b" providerId="ADAL" clId="{C4C3FB2E-2344-4798-B8CA-7F0D4895661F}" dt="2024-06-02T02:47:49.974" v="501"/>
          <ac:picMkLst>
            <pc:docMk/>
            <pc:sldMk cId="1381858524" sldId="2147470962"/>
            <ac:picMk id="17" creationId="{E675122C-3334-5EBD-AB09-05B4337F0085}"/>
          </ac:picMkLst>
        </pc:picChg>
        <pc:picChg chg="mod">
          <ac:chgData name="Tiwari, Shravan" userId="4c27891f-95d4-4976-825b-8d72b130123b" providerId="ADAL" clId="{C4C3FB2E-2344-4798-B8CA-7F0D4895661F}" dt="2024-06-02T02:47:56.339" v="503"/>
          <ac:picMkLst>
            <pc:docMk/>
            <pc:sldMk cId="1381858524" sldId="2147470962"/>
            <ac:picMk id="20" creationId="{DF225D2A-4616-5E95-6C79-E3A29A3356DA}"/>
          </ac:picMkLst>
        </pc:picChg>
        <pc:picChg chg="mod">
          <ac:chgData name="Tiwari, Shravan" userId="4c27891f-95d4-4976-825b-8d72b130123b" providerId="ADAL" clId="{C4C3FB2E-2344-4798-B8CA-7F0D4895661F}" dt="2024-06-02T02:47:56.339" v="503"/>
          <ac:picMkLst>
            <pc:docMk/>
            <pc:sldMk cId="1381858524" sldId="2147470962"/>
            <ac:picMk id="21" creationId="{E91401E6-3020-2508-D59C-157B76F533CA}"/>
          </ac:picMkLst>
        </pc:picChg>
        <pc:picChg chg="mod">
          <ac:chgData name="Tiwari, Shravan" userId="4c27891f-95d4-4976-825b-8d72b130123b" providerId="ADAL" clId="{C4C3FB2E-2344-4798-B8CA-7F0D4895661F}" dt="2024-06-02T02:47:56.339" v="503"/>
          <ac:picMkLst>
            <pc:docMk/>
            <pc:sldMk cId="1381858524" sldId="2147470962"/>
            <ac:picMk id="22" creationId="{B9F1643D-482A-42B1-2B3F-43B25A2241BC}"/>
          </ac:picMkLst>
        </pc:picChg>
        <pc:picChg chg="mod">
          <ac:chgData name="Tiwari, Shravan" userId="4c27891f-95d4-4976-825b-8d72b130123b" providerId="ADAL" clId="{C4C3FB2E-2344-4798-B8CA-7F0D4895661F}" dt="2024-06-02T02:47:56.339" v="503"/>
          <ac:picMkLst>
            <pc:docMk/>
            <pc:sldMk cId="1381858524" sldId="2147470962"/>
            <ac:picMk id="23" creationId="{E675122C-3334-5EBD-AB09-05B4337F0085}"/>
          </ac:picMkLst>
        </pc:picChg>
        <pc:picChg chg="add del mod">
          <ac:chgData name="Tiwari, Shravan" userId="4c27891f-95d4-4976-825b-8d72b130123b" providerId="ADAL" clId="{C4C3FB2E-2344-4798-B8CA-7F0D4895661F}" dt="2024-06-02T02:49:08.503" v="519" actId="478"/>
          <ac:picMkLst>
            <pc:docMk/>
            <pc:sldMk cId="1381858524" sldId="2147470962"/>
            <ac:picMk id="25" creationId="{60AAD480-D7C5-2977-B59B-B6218BF1C575}"/>
          </ac:picMkLst>
        </pc:picChg>
      </pc:sldChg>
      <pc:sldChg chg="addSp delSp modSp mod">
        <pc:chgData name="Tiwari, Shravan" userId="4c27891f-95d4-4976-825b-8d72b130123b" providerId="ADAL" clId="{C4C3FB2E-2344-4798-B8CA-7F0D4895661F}" dt="2024-06-02T06:59:45.017" v="3588" actId="2711"/>
        <pc:sldMkLst>
          <pc:docMk/>
          <pc:sldMk cId="669040465" sldId="2147470963"/>
        </pc:sldMkLst>
        <pc:spChg chg="mod">
          <ac:chgData name="Tiwari, Shravan" userId="4c27891f-95d4-4976-825b-8d72b130123b" providerId="ADAL" clId="{C4C3FB2E-2344-4798-B8CA-7F0D4895661F}" dt="2024-06-02T06:59:45.017" v="3588" actId="2711"/>
          <ac:spMkLst>
            <pc:docMk/>
            <pc:sldMk cId="669040465" sldId="2147470963"/>
            <ac:spMk id="13" creationId="{E116140A-4BFA-5992-FFA8-A2FEB112FBFC}"/>
          </ac:spMkLst>
        </pc:spChg>
        <pc:picChg chg="del">
          <ac:chgData name="Tiwari, Shravan" userId="4c27891f-95d4-4976-825b-8d72b130123b" providerId="ADAL" clId="{C4C3FB2E-2344-4798-B8CA-7F0D4895661F}" dt="2024-06-02T06:58:16.020" v="3534" actId="478"/>
          <ac:picMkLst>
            <pc:docMk/>
            <pc:sldMk cId="669040465" sldId="2147470963"/>
            <ac:picMk id="4" creationId="{B905ED61-AFAC-5FB0-E29D-82569E55F5D8}"/>
          </ac:picMkLst>
        </pc:picChg>
        <pc:picChg chg="add mod">
          <ac:chgData name="Tiwari, Shravan" userId="4c27891f-95d4-4976-825b-8d72b130123b" providerId="ADAL" clId="{C4C3FB2E-2344-4798-B8CA-7F0D4895661F}" dt="2024-06-02T06:58:17.169" v="3535"/>
          <ac:picMkLst>
            <pc:docMk/>
            <pc:sldMk cId="669040465" sldId="2147470963"/>
            <ac:picMk id="5" creationId="{2813675D-C680-04D4-0FA3-CD551E783132}"/>
          </ac:picMkLst>
        </pc:picChg>
      </pc:sldChg>
      <pc:sldChg chg="addSp delSp modSp mod">
        <pc:chgData name="Tiwari, Shravan" userId="4c27891f-95d4-4976-825b-8d72b130123b" providerId="ADAL" clId="{C4C3FB2E-2344-4798-B8CA-7F0D4895661F}" dt="2024-06-02T06:58:28.879" v="3539"/>
        <pc:sldMkLst>
          <pc:docMk/>
          <pc:sldMk cId="2581009699" sldId="2147470966"/>
        </pc:sldMkLst>
        <pc:picChg chg="del">
          <ac:chgData name="Tiwari, Shravan" userId="4c27891f-95d4-4976-825b-8d72b130123b" providerId="ADAL" clId="{C4C3FB2E-2344-4798-B8CA-7F0D4895661F}" dt="2024-06-02T06:58:28.220" v="3538" actId="478"/>
          <ac:picMkLst>
            <pc:docMk/>
            <pc:sldMk cId="2581009699" sldId="2147470966"/>
            <ac:picMk id="6" creationId="{BDE0D32D-8136-ACB1-1C17-36D0275CC101}"/>
          </ac:picMkLst>
        </pc:picChg>
        <pc:picChg chg="add mod">
          <ac:chgData name="Tiwari, Shravan" userId="4c27891f-95d4-4976-825b-8d72b130123b" providerId="ADAL" clId="{C4C3FB2E-2344-4798-B8CA-7F0D4895661F}" dt="2024-06-02T06:58:28.879" v="3539"/>
          <ac:picMkLst>
            <pc:docMk/>
            <pc:sldMk cId="2581009699" sldId="2147470966"/>
            <ac:picMk id="7" creationId="{F9B13622-291E-3871-F6EC-0276B069A719}"/>
          </ac:picMkLst>
        </pc:picChg>
      </pc:sldChg>
      <pc:sldChg chg="addSp delSp modSp mod">
        <pc:chgData name="Tiwari, Shravan" userId="4c27891f-95d4-4976-825b-8d72b130123b" providerId="ADAL" clId="{C4C3FB2E-2344-4798-B8CA-7F0D4895661F}" dt="2024-06-02T06:58:46.676" v="3543"/>
        <pc:sldMkLst>
          <pc:docMk/>
          <pc:sldMk cId="2896910057" sldId="2147470968"/>
        </pc:sldMkLst>
        <pc:picChg chg="del">
          <ac:chgData name="Tiwari, Shravan" userId="4c27891f-95d4-4976-825b-8d72b130123b" providerId="ADAL" clId="{C4C3FB2E-2344-4798-B8CA-7F0D4895661F}" dt="2024-06-02T06:58:45.957" v="3542" actId="478"/>
          <ac:picMkLst>
            <pc:docMk/>
            <pc:sldMk cId="2896910057" sldId="2147470968"/>
            <ac:picMk id="6" creationId="{AE738CBF-5C83-B9E9-F814-AFF45B387002}"/>
          </ac:picMkLst>
        </pc:picChg>
        <pc:picChg chg="add mod">
          <ac:chgData name="Tiwari, Shravan" userId="4c27891f-95d4-4976-825b-8d72b130123b" providerId="ADAL" clId="{C4C3FB2E-2344-4798-B8CA-7F0D4895661F}" dt="2024-06-02T06:58:46.676" v="3543"/>
          <ac:picMkLst>
            <pc:docMk/>
            <pc:sldMk cId="2896910057" sldId="2147470968"/>
            <ac:picMk id="7" creationId="{88BE62BE-BACE-2CDE-354C-90F419FBE32A}"/>
          </ac:picMkLst>
        </pc:picChg>
      </pc:sldChg>
      <pc:sldChg chg="addSp delSp modSp mod">
        <pc:chgData name="Tiwari, Shravan" userId="4c27891f-95d4-4976-825b-8d72b130123b" providerId="ADAL" clId="{C4C3FB2E-2344-4798-B8CA-7F0D4895661F}" dt="2024-06-02T06:58:38.571" v="3541"/>
        <pc:sldMkLst>
          <pc:docMk/>
          <pc:sldMk cId="780652253" sldId="2147470976"/>
        </pc:sldMkLst>
        <pc:picChg chg="del">
          <ac:chgData name="Tiwari, Shravan" userId="4c27891f-95d4-4976-825b-8d72b130123b" providerId="ADAL" clId="{C4C3FB2E-2344-4798-B8CA-7F0D4895661F}" dt="2024-06-02T06:58:37.422" v="3540" actId="478"/>
          <ac:picMkLst>
            <pc:docMk/>
            <pc:sldMk cId="780652253" sldId="2147470976"/>
            <ac:picMk id="4" creationId="{99432EC5-C2F6-D3C9-3A82-2CAE0C238BFF}"/>
          </ac:picMkLst>
        </pc:picChg>
        <pc:picChg chg="add mod">
          <ac:chgData name="Tiwari, Shravan" userId="4c27891f-95d4-4976-825b-8d72b130123b" providerId="ADAL" clId="{C4C3FB2E-2344-4798-B8CA-7F0D4895661F}" dt="2024-06-02T06:58:38.571" v="3541"/>
          <ac:picMkLst>
            <pc:docMk/>
            <pc:sldMk cId="780652253" sldId="2147470976"/>
            <ac:picMk id="5" creationId="{DBA6FD6E-5782-048C-D7F0-F562764B7D8B}"/>
          </ac:picMkLst>
        </pc:picChg>
      </pc:sldChg>
      <pc:sldChg chg="addSp delSp modSp mod">
        <pc:chgData name="Tiwari, Shravan" userId="4c27891f-95d4-4976-825b-8d72b130123b" providerId="ADAL" clId="{C4C3FB2E-2344-4798-B8CA-7F0D4895661F}" dt="2024-06-02T06:58:23.915" v="3537"/>
        <pc:sldMkLst>
          <pc:docMk/>
          <pc:sldMk cId="1991961777" sldId="2147470982"/>
        </pc:sldMkLst>
        <pc:picChg chg="del">
          <ac:chgData name="Tiwari, Shravan" userId="4c27891f-95d4-4976-825b-8d72b130123b" providerId="ADAL" clId="{C4C3FB2E-2344-4798-B8CA-7F0D4895661F}" dt="2024-06-02T06:58:23.226" v="3536" actId="478"/>
          <ac:picMkLst>
            <pc:docMk/>
            <pc:sldMk cId="1991961777" sldId="2147470982"/>
            <ac:picMk id="5" creationId="{03A8A758-BD64-70B9-7892-621EADFBFA37}"/>
          </ac:picMkLst>
        </pc:picChg>
        <pc:picChg chg="add mod">
          <ac:chgData name="Tiwari, Shravan" userId="4c27891f-95d4-4976-825b-8d72b130123b" providerId="ADAL" clId="{C4C3FB2E-2344-4798-B8CA-7F0D4895661F}" dt="2024-06-02T06:58:23.915" v="3537"/>
          <ac:picMkLst>
            <pc:docMk/>
            <pc:sldMk cId="1991961777" sldId="2147470982"/>
            <ac:picMk id="6" creationId="{6C2BF806-96FC-0340-60A2-165E3A0A984B}"/>
          </ac:picMkLst>
        </pc:picChg>
      </pc:sldChg>
      <pc:sldChg chg="addSp delSp modSp mod">
        <pc:chgData name="Tiwari, Shravan" userId="4c27891f-95d4-4976-825b-8d72b130123b" providerId="ADAL" clId="{C4C3FB2E-2344-4798-B8CA-7F0D4895661F}" dt="2024-06-02T08:08:01.629" v="3965"/>
        <pc:sldMkLst>
          <pc:docMk/>
          <pc:sldMk cId="770146690" sldId="2147470983"/>
        </pc:sldMkLst>
        <pc:picChg chg="del">
          <ac:chgData name="Tiwari, Shravan" userId="4c27891f-95d4-4976-825b-8d72b130123b" providerId="ADAL" clId="{C4C3FB2E-2344-4798-B8CA-7F0D4895661F}" dt="2024-06-02T08:08:00.658" v="3964" actId="478"/>
          <ac:picMkLst>
            <pc:docMk/>
            <pc:sldMk cId="770146690" sldId="2147470983"/>
            <ac:picMk id="6" creationId="{E00DD0F4-7C16-790C-3218-1E9E82BC0450}"/>
          </ac:picMkLst>
        </pc:picChg>
        <pc:picChg chg="add mod">
          <ac:chgData name="Tiwari, Shravan" userId="4c27891f-95d4-4976-825b-8d72b130123b" providerId="ADAL" clId="{C4C3FB2E-2344-4798-B8CA-7F0D4895661F}" dt="2024-06-02T08:08:01.629" v="3965"/>
          <ac:picMkLst>
            <pc:docMk/>
            <pc:sldMk cId="770146690" sldId="2147470983"/>
            <ac:picMk id="7" creationId="{4E82AC15-A961-C7A4-4124-2FD227F835FF}"/>
          </ac:picMkLst>
        </pc:picChg>
      </pc:sldChg>
      <pc:sldChg chg="addSp delSp modSp mod">
        <pc:chgData name="Tiwari, Shravan" userId="4c27891f-95d4-4976-825b-8d72b130123b" providerId="ADAL" clId="{C4C3FB2E-2344-4798-B8CA-7F0D4895661F}" dt="2024-06-02T06:59:27.458" v="3587" actId="122"/>
        <pc:sldMkLst>
          <pc:docMk/>
          <pc:sldMk cId="3087313422" sldId="2147470984"/>
        </pc:sldMkLst>
        <pc:spChg chg="mod">
          <ac:chgData name="Tiwari, Shravan" userId="4c27891f-95d4-4976-825b-8d72b130123b" providerId="ADAL" clId="{C4C3FB2E-2344-4798-B8CA-7F0D4895661F}" dt="2024-06-02T06:59:27.458" v="3587" actId="122"/>
          <ac:spMkLst>
            <pc:docMk/>
            <pc:sldMk cId="3087313422" sldId="2147470984"/>
            <ac:spMk id="6" creationId="{2FAAA10E-7187-7A79-17EC-4210EE32603B}"/>
          </ac:spMkLst>
        </pc:spChg>
        <pc:picChg chg="del">
          <ac:chgData name="Tiwari, Shravan" userId="4c27891f-95d4-4976-825b-8d72b130123b" providerId="ADAL" clId="{C4C3FB2E-2344-4798-B8CA-7F0D4895661F}" dt="2024-06-02T06:58:58.050" v="3546" actId="478"/>
          <ac:picMkLst>
            <pc:docMk/>
            <pc:sldMk cId="3087313422" sldId="2147470984"/>
            <ac:picMk id="5" creationId="{46C3FCA2-8276-4BA6-243E-6AD32E43CA6B}"/>
          </ac:picMkLst>
        </pc:picChg>
        <pc:picChg chg="add mod">
          <ac:chgData name="Tiwari, Shravan" userId="4c27891f-95d4-4976-825b-8d72b130123b" providerId="ADAL" clId="{C4C3FB2E-2344-4798-B8CA-7F0D4895661F}" dt="2024-06-02T06:58:59.042" v="3547"/>
          <ac:picMkLst>
            <pc:docMk/>
            <pc:sldMk cId="3087313422" sldId="2147470984"/>
            <ac:picMk id="7" creationId="{FBE62EA6-9D0E-1E6E-8316-EDE99B8ED140}"/>
          </ac:picMkLst>
        </pc:picChg>
      </pc:sldChg>
      <pc:sldChg chg="addSp delSp modSp mod">
        <pc:chgData name="Tiwari, Shravan" userId="4c27891f-95d4-4976-825b-8d72b130123b" providerId="ADAL" clId="{C4C3FB2E-2344-4798-B8CA-7F0D4895661F}" dt="2024-06-02T06:29:45.221" v="3343" actId="1076"/>
        <pc:sldMkLst>
          <pc:docMk/>
          <pc:sldMk cId="2494671928" sldId="2147470985"/>
        </pc:sldMkLst>
        <pc:spChg chg="mod">
          <ac:chgData name="Tiwari, Shravan" userId="4c27891f-95d4-4976-825b-8d72b130123b" providerId="ADAL" clId="{C4C3FB2E-2344-4798-B8CA-7F0D4895661F}" dt="2024-06-02T06:29:45.221" v="3343" actId="1076"/>
          <ac:spMkLst>
            <pc:docMk/>
            <pc:sldMk cId="2494671928" sldId="2147470985"/>
            <ac:spMk id="5" creationId="{FD3FDDF9-2ED9-4282-7444-591D69DD095C}"/>
          </ac:spMkLst>
        </pc:spChg>
        <pc:graphicFrameChg chg="mod modGraphic">
          <ac:chgData name="Tiwari, Shravan" userId="4c27891f-95d4-4976-825b-8d72b130123b" providerId="ADAL" clId="{C4C3FB2E-2344-4798-B8CA-7F0D4895661F}" dt="2024-06-02T06:29:13.007" v="3312"/>
          <ac:graphicFrameMkLst>
            <pc:docMk/>
            <pc:sldMk cId="2494671928" sldId="2147470985"/>
            <ac:graphicFrameMk id="4" creationId="{1D3E1B60-69AA-E663-E7ED-1F3A46F04B81}"/>
          </ac:graphicFrameMkLst>
        </pc:graphicFrameChg>
        <pc:picChg chg="del">
          <ac:chgData name="Tiwari, Shravan" userId="4c27891f-95d4-4976-825b-8d72b130123b" providerId="ADAL" clId="{C4C3FB2E-2344-4798-B8CA-7F0D4895661F}" dt="2024-06-02T06:25:30.052" v="3293" actId="478"/>
          <ac:picMkLst>
            <pc:docMk/>
            <pc:sldMk cId="2494671928" sldId="2147470985"/>
            <ac:picMk id="11" creationId="{9E70F1CD-6AA3-1880-811F-210AEF84FA30}"/>
          </ac:picMkLst>
        </pc:picChg>
        <pc:picChg chg="add mod">
          <ac:chgData name="Tiwari, Shravan" userId="4c27891f-95d4-4976-825b-8d72b130123b" providerId="ADAL" clId="{C4C3FB2E-2344-4798-B8CA-7F0D4895661F}" dt="2024-06-02T06:25:32.195" v="3294"/>
          <ac:picMkLst>
            <pc:docMk/>
            <pc:sldMk cId="2494671928" sldId="2147470985"/>
            <ac:picMk id="12" creationId="{4E219A35-E0D2-9E5B-D080-011D24DF3E88}"/>
          </ac:picMkLst>
        </pc:picChg>
      </pc:sldChg>
      <pc:sldChg chg="addSp delSp modSp mod">
        <pc:chgData name="Tiwari, Shravan" userId="4c27891f-95d4-4976-825b-8d72b130123b" providerId="ADAL" clId="{C4C3FB2E-2344-4798-B8CA-7F0D4895661F}" dt="2024-06-02T08:49:38.439" v="4492" actId="14100"/>
        <pc:sldMkLst>
          <pc:docMk/>
          <pc:sldMk cId="0" sldId="2147470993"/>
        </pc:sldMkLst>
        <pc:spChg chg="mod">
          <ac:chgData name="Tiwari, Shravan" userId="4c27891f-95d4-4976-825b-8d72b130123b" providerId="ADAL" clId="{C4C3FB2E-2344-4798-B8CA-7F0D4895661F}" dt="2024-06-02T07:17:28.709" v="3635" actId="20577"/>
          <ac:spMkLst>
            <pc:docMk/>
            <pc:sldMk cId="0" sldId="2147470993"/>
            <ac:spMk id="2"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3" creationId="{70DF4007-469B-75E2-AA6C-C4B75928C8D1}"/>
          </ac:spMkLst>
        </pc:spChg>
        <pc:spChg chg="mod">
          <ac:chgData name="Tiwari, Shravan" userId="4c27891f-95d4-4976-825b-8d72b130123b" providerId="ADAL" clId="{C4C3FB2E-2344-4798-B8CA-7F0D4895661F}" dt="2024-06-02T08:48:40.341" v="4463" actId="403"/>
          <ac:spMkLst>
            <pc:docMk/>
            <pc:sldMk cId="0" sldId="2147470993"/>
            <ac:spMk id="7" creationId="{7B6234EB-5A9B-78D6-F0D1-5AFEDE85E078}"/>
          </ac:spMkLst>
        </pc:spChg>
        <pc:spChg chg="mod">
          <ac:chgData name="Tiwari, Shravan" userId="4c27891f-95d4-4976-825b-8d72b130123b" providerId="ADAL" clId="{C4C3FB2E-2344-4798-B8CA-7F0D4895661F}" dt="2024-06-02T08:48:40.341" v="4463" actId="403"/>
          <ac:spMkLst>
            <pc:docMk/>
            <pc:sldMk cId="0" sldId="2147470993"/>
            <ac:spMk id="8" creationId="{70F2E2BB-21F0-9E46-A7F9-65BB236B7FEB}"/>
          </ac:spMkLst>
        </pc:spChg>
        <pc:spChg chg="mod">
          <ac:chgData name="Tiwari, Shravan" userId="4c27891f-95d4-4976-825b-8d72b130123b" providerId="ADAL" clId="{C4C3FB2E-2344-4798-B8CA-7F0D4895661F}" dt="2024-06-02T08:49:00.672" v="4466" actId="20577"/>
          <ac:spMkLst>
            <pc:docMk/>
            <pc:sldMk cId="0" sldId="2147470993"/>
            <ac:spMk id="9" creationId="{1C8C1FE8-6E7A-519C-FDA2-0CDE21FFA4DD}"/>
          </ac:spMkLst>
        </pc:spChg>
        <pc:spChg chg="mod">
          <ac:chgData name="Tiwari, Shravan" userId="4c27891f-95d4-4976-825b-8d72b130123b" providerId="ADAL" clId="{C4C3FB2E-2344-4798-B8CA-7F0D4895661F}" dt="2024-06-02T08:14:09.908" v="4184" actId="1036"/>
          <ac:spMkLst>
            <pc:docMk/>
            <pc:sldMk cId="0" sldId="2147470993"/>
            <ac:spMk id="10" creationId="{00000000-0000-0000-0000-000000000000}"/>
          </ac:spMkLst>
        </pc:spChg>
        <pc:spChg chg="mod">
          <ac:chgData name="Tiwari, Shravan" userId="4c27891f-95d4-4976-825b-8d72b130123b" providerId="ADAL" clId="{C4C3FB2E-2344-4798-B8CA-7F0D4895661F}" dt="2024-06-02T08:14:09.908" v="4184" actId="1036"/>
          <ac:spMkLst>
            <pc:docMk/>
            <pc:sldMk cId="0" sldId="2147470993"/>
            <ac:spMk id="11" creationId="{00000000-0000-0000-0000-000000000000}"/>
          </ac:spMkLst>
        </pc:spChg>
        <pc:spChg chg="mod">
          <ac:chgData name="Tiwari, Shravan" userId="4c27891f-95d4-4976-825b-8d72b130123b" providerId="ADAL" clId="{C4C3FB2E-2344-4798-B8CA-7F0D4895661F}" dt="2024-06-02T03:33:35.760" v="931" actId="2711"/>
          <ac:spMkLst>
            <pc:docMk/>
            <pc:sldMk cId="0" sldId="2147470993"/>
            <ac:spMk id="12" creationId="{00000000-0000-0000-0000-000000000000}"/>
          </ac:spMkLst>
        </pc:spChg>
        <pc:spChg chg="mod">
          <ac:chgData name="Tiwari, Shravan" userId="4c27891f-95d4-4976-825b-8d72b130123b" providerId="ADAL" clId="{C4C3FB2E-2344-4798-B8CA-7F0D4895661F}" dt="2024-06-02T08:48:21.950" v="4459" actId="20577"/>
          <ac:spMkLst>
            <pc:docMk/>
            <pc:sldMk cId="0" sldId="2147470993"/>
            <ac:spMk id="13" creationId="{00000000-0000-0000-0000-000000000000}"/>
          </ac:spMkLst>
        </pc:spChg>
        <pc:spChg chg="mod">
          <ac:chgData name="Tiwari, Shravan" userId="4c27891f-95d4-4976-825b-8d72b130123b" providerId="ADAL" clId="{C4C3FB2E-2344-4798-B8CA-7F0D4895661F}" dt="2024-06-02T08:48:17.841" v="4458" actId="20577"/>
          <ac:spMkLst>
            <pc:docMk/>
            <pc:sldMk cId="0" sldId="2147470993"/>
            <ac:spMk id="14"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15"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16"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19"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20"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21" creationId="{00000000-0000-0000-0000-000000000000}"/>
          </ac:spMkLst>
        </pc:spChg>
        <pc:spChg chg="mod">
          <ac:chgData name="Tiwari, Shravan" userId="4c27891f-95d4-4976-825b-8d72b130123b" providerId="ADAL" clId="{C4C3FB2E-2344-4798-B8CA-7F0D4895661F}" dt="2024-06-02T08:14:02.863" v="4173" actId="1036"/>
          <ac:spMkLst>
            <pc:docMk/>
            <pc:sldMk cId="0" sldId="2147470993"/>
            <ac:spMk id="22" creationId="{00000000-0000-0000-0000-000000000000}"/>
          </ac:spMkLst>
        </pc:spChg>
        <pc:spChg chg="add del mod">
          <ac:chgData name="Tiwari, Shravan" userId="4c27891f-95d4-4976-825b-8d72b130123b" providerId="ADAL" clId="{C4C3FB2E-2344-4798-B8CA-7F0D4895661F}" dt="2024-06-02T07:21:41.188" v="3672" actId="478"/>
          <ac:spMkLst>
            <pc:docMk/>
            <pc:sldMk cId="0" sldId="2147470993"/>
            <ac:spMk id="23" creationId="{42413644-87B7-9987-C452-8C1BCE2F0D0A}"/>
          </ac:spMkLst>
        </pc:spChg>
        <pc:spChg chg="mod">
          <ac:chgData name="Tiwari, Shravan" userId="4c27891f-95d4-4976-825b-8d72b130123b" providerId="ADAL" clId="{C4C3FB2E-2344-4798-B8CA-7F0D4895661F}" dt="2024-06-02T08:48:40.341" v="4463" actId="403"/>
          <ac:spMkLst>
            <pc:docMk/>
            <pc:sldMk cId="0" sldId="2147470993"/>
            <ac:spMk id="24" creationId="{00000000-0000-0000-0000-000000000000}"/>
          </ac:spMkLst>
        </pc:spChg>
        <pc:spChg chg="mod">
          <ac:chgData name="Tiwari, Shravan" userId="4c27891f-95d4-4976-825b-8d72b130123b" providerId="ADAL" clId="{C4C3FB2E-2344-4798-B8CA-7F0D4895661F}" dt="2024-06-02T08:14:09.908" v="4184" actId="1036"/>
          <ac:spMkLst>
            <pc:docMk/>
            <pc:sldMk cId="0" sldId="2147470993"/>
            <ac:spMk id="25" creationId="{00000000-0000-0000-0000-000000000000}"/>
          </ac:spMkLst>
        </pc:spChg>
        <pc:spChg chg="mod">
          <ac:chgData name="Tiwari, Shravan" userId="4c27891f-95d4-4976-825b-8d72b130123b" providerId="ADAL" clId="{C4C3FB2E-2344-4798-B8CA-7F0D4895661F}" dt="2024-06-02T08:47:46.384" v="4434" actId="255"/>
          <ac:spMkLst>
            <pc:docMk/>
            <pc:sldMk cId="0" sldId="2147470993"/>
            <ac:spMk id="26" creationId="{00000000-0000-0000-0000-000000000000}"/>
          </ac:spMkLst>
        </pc:spChg>
        <pc:spChg chg="mod">
          <ac:chgData name="Tiwari, Shravan" userId="4c27891f-95d4-4976-825b-8d72b130123b" providerId="ADAL" clId="{C4C3FB2E-2344-4798-B8CA-7F0D4895661F}" dt="2024-06-02T08:47:46.384" v="4434" actId="255"/>
          <ac:spMkLst>
            <pc:docMk/>
            <pc:sldMk cId="0" sldId="2147470993"/>
            <ac:spMk id="27"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28" creationId="{608AE0AC-42E5-DC8C-E52D-91893E7014E8}"/>
          </ac:spMkLst>
        </pc:spChg>
        <pc:spChg chg="mod">
          <ac:chgData name="Tiwari, Shravan" userId="4c27891f-95d4-4976-825b-8d72b130123b" providerId="ADAL" clId="{C4C3FB2E-2344-4798-B8CA-7F0D4895661F}" dt="2024-06-02T08:49:29.226" v="4491" actId="403"/>
          <ac:spMkLst>
            <pc:docMk/>
            <pc:sldMk cId="0" sldId="2147470993"/>
            <ac:spMk id="30" creationId="{1D537793-57F1-5933-A6C1-CBD8CB4D3DC2}"/>
          </ac:spMkLst>
        </pc:spChg>
        <pc:spChg chg="mod">
          <ac:chgData name="Tiwari, Shravan" userId="4c27891f-95d4-4976-825b-8d72b130123b" providerId="ADAL" clId="{C4C3FB2E-2344-4798-B8CA-7F0D4895661F}" dt="2024-06-02T08:48:40.341" v="4463" actId="403"/>
          <ac:spMkLst>
            <pc:docMk/>
            <pc:sldMk cId="0" sldId="2147470993"/>
            <ac:spMk id="31" creationId="{09908A78-D6E5-8B13-4654-FE0BE7438110}"/>
          </ac:spMkLst>
        </pc:spChg>
        <pc:spChg chg="mod">
          <ac:chgData name="Tiwari, Shravan" userId="4c27891f-95d4-4976-825b-8d72b130123b" providerId="ADAL" clId="{C4C3FB2E-2344-4798-B8CA-7F0D4895661F}" dt="2024-06-02T08:48:40.341" v="4463" actId="403"/>
          <ac:spMkLst>
            <pc:docMk/>
            <pc:sldMk cId="0" sldId="2147470993"/>
            <ac:spMk id="32" creationId="{ECF8FD8D-7A50-B906-2C8D-D35F377F7AE6}"/>
          </ac:spMkLst>
        </pc:spChg>
        <pc:spChg chg="mod">
          <ac:chgData name="Tiwari, Shravan" userId="4c27891f-95d4-4976-825b-8d72b130123b" providerId="ADAL" clId="{C4C3FB2E-2344-4798-B8CA-7F0D4895661F}" dt="2024-06-02T08:15:00.289" v="4210" actId="1035"/>
          <ac:spMkLst>
            <pc:docMk/>
            <pc:sldMk cId="0" sldId="2147470993"/>
            <ac:spMk id="33" creationId="{00000000-0000-0000-0000-000000000000}"/>
          </ac:spMkLst>
        </pc:spChg>
        <pc:spChg chg="mod">
          <ac:chgData name="Tiwari, Shravan" userId="4c27891f-95d4-4976-825b-8d72b130123b" providerId="ADAL" clId="{C4C3FB2E-2344-4798-B8CA-7F0D4895661F}" dt="2024-06-02T08:15:00.289" v="4210" actId="1035"/>
          <ac:spMkLst>
            <pc:docMk/>
            <pc:sldMk cId="0" sldId="2147470993"/>
            <ac:spMk id="34" creationId="{00000000-0000-0000-0000-000000000000}"/>
          </ac:spMkLst>
        </pc:spChg>
        <pc:spChg chg="mod">
          <ac:chgData name="Tiwari, Shravan" userId="4c27891f-95d4-4976-825b-8d72b130123b" providerId="ADAL" clId="{C4C3FB2E-2344-4798-B8CA-7F0D4895661F}" dt="2024-06-02T08:15:00.289" v="4210" actId="1035"/>
          <ac:spMkLst>
            <pc:docMk/>
            <pc:sldMk cId="0" sldId="2147470993"/>
            <ac:spMk id="35"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36" creationId="{0F4BBB61-5951-0E05-AE92-92123B44C34E}"/>
          </ac:spMkLst>
        </pc:spChg>
        <pc:spChg chg="mod">
          <ac:chgData name="Tiwari, Shravan" userId="4c27891f-95d4-4976-825b-8d72b130123b" providerId="ADAL" clId="{C4C3FB2E-2344-4798-B8CA-7F0D4895661F}" dt="2024-06-02T08:15:00.289" v="4210" actId="1035"/>
          <ac:spMkLst>
            <pc:docMk/>
            <pc:sldMk cId="0" sldId="2147470993"/>
            <ac:spMk id="37" creationId="{DCD0CFEA-E25F-BB01-95FF-061D1AADA6CC}"/>
          </ac:spMkLst>
        </pc:spChg>
        <pc:spChg chg="mod">
          <ac:chgData name="Tiwari, Shravan" userId="4c27891f-95d4-4976-825b-8d72b130123b" providerId="ADAL" clId="{C4C3FB2E-2344-4798-B8CA-7F0D4895661F}" dt="2024-06-02T08:49:29.226" v="4491" actId="403"/>
          <ac:spMkLst>
            <pc:docMk/>
            <pc:sldMk cId="0" sldId="2147470993"/>
            <ac:spMk id="39" creationId="{EC6F6217-80F7-D140-0F18-669DC11FCCAF}"/>
          </ac:spMkLst>
        </pc:spChg>
        <pc:spChg chg="mod">
          <ac:chgData name="Tiwari, Shravan" userId="4c27891f-95d4-4976-825b-8d72b130123b" providerId="ADAL" clId="{C4C3FB2E-2344-4798-B8CA-7F0D4895661F}" dt="2024-06-02T08:49:29.226" v="4491" actId="403"/>
          <ac:spMkLst>
            <pc:docMk/>
            <pc:sldMk cId="0" sldId="2147470993"/>
            <ac:spMk id="40" creationId="{00000000-0000-0000-0000-000000000000}"/>
          </ac:spMkLst>
        </pc:spChg>
        <pc:spChg chg="mod">
          <ac:chgData name="Tiwari, Shravan" userId="4c27891f-95d4-4976-825b-8d72b130123b" providerId="ADAL" clId="{C4C3FB2E-2344-4798-B8CA-7F0D4895661F}" dt="2024-06-02T08:15:00.289" v="4210" actId="1035"/>
          <ac:spMkLst>
            <pc:docMk/>
            <pc:sldMk cId="0" sldId="2147470993"/>
            <ac:spMk id="41" creationId="{DD462761-0B13-89A5-EC0A-10CE8154D907}"/>
          </ac:spMkLst>
        </pc:spChg>
        <pc:spChg chg="mod">
          <ac:chgData name="Tiwari, Shravan" userId="4c27891f-95d4-4976-825b-8d72b130123b" providerId="ADAL" clId="{C4C3FB2E-2344-4798-B8CA-7F0D4895661F}" dt="2024-06-02T08:49:29.226" v="4491" actId="403"/>
          <ac:spMkLst>
            <pc:docMk/>
            <pc:sldMk cId="0" sldId="2147470993"/>
            <ac:spMk id="42"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43"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44"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46" creationId="{00000000-0000-0000-0000-000000000000}"/>
          </ac:spMkLst>
        </pc:spChg>
        <pc:spChg chg="mod">
          <ac:chgData name="Tiwari, Shravan" userId="4c27891f-95d4-4976-825b-8d72b130123b" providerId="ADAL" clId="{C4C3FB2E-2344-4798-B8CA-7F0D4895661F}" dt="2024-06-02T08:48:04.511" v="4456" actId="20577"/>
          <ac:spMkLst>
            <pc:docMk/>
            <pc:sldMk cId="0" sldId="2147470993"/>
            <ac:spMk id="47" creationId="{56781A5A-D011-21ED-7390-F7A38D6FE908}"/>
          </ac:spMkLst>
        </pc:spChg>
        <pc:spChg chg="mod">
          <ac:chgData name="Tiwari, Shravan" userId="4c27891f-95d4-4976-825b-8d72b130123b" providerId="ADAL" clId="{C4C3FB2E-2344-4798-B8CA-7F0D4895661F}" dt="2024-06-02T08:49:38.439" v="4492" actId="14100"/>
          <ac:spMkLst>
            <pc:docMk/>
            <pc:sldMk cId="0" sldId="2147470993"/>
            <ac:spMk id="48" creationId="{00000000-0000-0000-0000-000000000000}"/>
          </ac:spMkLst>
        </pc:spChg>
        <pc:spChg chg="mod">
          <ac:chgData name="Tiwari, Shravan" userId="4c27891f-95d4-4976-825b-8d72b130123b" providerId="ADAL" clId="{C4C3FB2E-2344-4798-B8CA-7F0D4895661F}" dt="2024-06-02T08:49:18.920" v="4489" actId="255"/>
          <ac:spMkLst>
            <pc:docMk/>
            <pc:sldMk cId="0" sldId="2147470993"/>
            <ac:spMk id="50" creationId="{57B6BB72-8158-72D1-2C64-07A58E12E2B5}"/>
          </ac:spMkLst>
        </pc:spChg>
        <pc:spChg chg="mod">
          <ac:chgData name="Tiwari, Shravan" userId="4c27891f-95d4-4976-825b-8d72b130123b" providerId="ADAL" clId="{C4C3FB2E-2344-4798-B8CA-7F0D4895661F}" dt="2024-06-02T08:48:40.341" v="4463" actId="403"/>
          <ac:spMkLst>
            <pc:docMk/>
            <pc:sldMk cId="0" sldId="2147470993"/>
            <ac:spMk id="51" creationId="{9D20926D-A3F7-96AD-27A5-08CE3FB3193D}"/>
          </ac:spMkLst>
        </pc:spChg>
        <pc:spChg chg="mod">
          <ac:chgData name="Tiwari, Shravan" userId="4c27891f-95d4-4976-825b-8d72b130123b" providerId="ADAL" clId="{C4C3FB2E-2344-4798-B8CA-7F0D4895661F}" dt="2024-06-02T08:48:09.020" v="4457" actId="20577"/>
          <ac:spMkLst>
            <pc:docMk/>
            <pc:sldMk cId="0" sldId="2147470993"/>
            <ac:spMk id="52" creationId="{5CCDD43A-ABE8-58C1-8396-40820D8B88D4}"/>
          </ac:spMkLst>
        </pc:spChg>
        <pc:spChg chg="mod">
          <ac:chgData name="Tiwari, Shravan" userId="4c27891f-95d4-4976-825b-8d72b130123b" providerId="ADAL" clId="{C4C3FB2E-2344-4798-B8CA-7F0D4895661F}" dt="2024-06-02T08:47:46.384" v="4434" actId="255"/>
          <ac:spMkLst>
            <pc:docMk/>
            <pc:sldMk cId="0" sldId="2147470993"/>
            <ac:spMk id="53" creationId="{A228BB7A-97FB-F0FA-BE8D-6CDE7FEABED4}"/>
          </ac:spMkLst>
        </pc:spChg>
        <pc:spChg chg="mod">
          <ac:chgData name="Tiwari, Shravan" userId="4c27891f-95d4-4976-825b-8d72b130123b" providerId="ADAL" clId="{C4C3FB2E-2344-4798-B8CA-7F0D4895661F}" dt="2024-06-02T07:18:50.903" v="3637" actId="207"/>
          <ac:spMkLst>
            <pc:docMk/>
            <pc:sldMk cId="0" sldId="2147470993"/>
            <ac:spMk id="54" creationId="{7E94E140-9782-452A-ADB5-DEB1D3CE8E1F}"/>
          </ac:spMkLst>
        </pc:spChg>
        <pc:spChg chg="mod">
          <ac:chgData name="Tiwari, Shravan" userId="4c27891f-95d4-4976-825b-8d72b130123b" providerId="ADAL" clId="{C4C3FB2E-2344-4798-B8CA-7F0D4895661F}" dt="2024-06-02T08:14:09.908" v="4184" actId="1036"/>
          <ac:spMkLst>
            <pc:docMk/>
            <pc:sldMk cId="0" sldId="2147470993"/>
            <ac:spMk id="55" creationId="{18C4B46A-DA30-4997-2406-13DFEA6AD7F0}"/>
          </ac:spMkLst>
        </pc:spChg>
        <pc:spChg chg="mod">
          <ac:chgData name="Tiwari, Shravan" userId="4c27891f-95d4-4976-825b-8d72b130123b" providerId="ADAL" clId="{C4C3FB2E-2344-4798-B8CA-7F0D4895661F}" dt="2024-06-02T08:49:12.508" v="4488" actId="20577"/>
          <ac:spMkLst>
            <pc:docMk/>
            <pc:sldMk cId="0" sldId="2147470993"/>
            <ac:spMk id="56" creationId="{AAD96800-61ED-CCA5-44DC-E0AF52130043}"/>
          </ac:spMkLst>
        </pc:spChg>
        <pc:graphicFrameChg chg="mod">
          <ac:chgData name="Tiwari, Shravan" userId="4c27891f-95d4-4976-825b-8d72b130123b" providerId="ADAL" clId="{C4C3FB2E-2344-4798-B8CA-7F0D4895661F}" dt="2024-06-02T08:14:44.467" v="4200" actId="14100"/>
          <ac:graphicFrameMkLst>
            <pc:docMk/>
            <pc:sldMk cId="0" sldId="2147470993"/>
            <ac:graphicFrameMk id="5" creationId="{00000000-0000-0000-0000-000000000000}"/>
          </ac:graphicFrameMkLst>
        </pc:graphicFrameChg>
        <pc:picChg chg="del">
          <ac:chgData name="Tiwari, Shravan" userId="4c27891f-95d4-4976-825b-8d72b130123b" providerId="ADAL" clId="{C4C3FB2E-2344-4798-B8CA-7F0D4895661F}" dt="2024-06-02T06:30:29.583" v="3350" actId="478"/>
          <ac:picMkLst>
            <pc:docMk/>
            <pc:sldMk cId="0" sldId="2147470993"/>
            <ac:picMk id="17" creationId="{42CCE7C1-88ED-95AF-672B-D2B4BA850AD0}"/>
          </ac:picMkLst>
        </pc:picChg>
        <pc:picChg chg="add mod">
          <ac:chgData name="Tiwari, Shravan" userId="4c27891f-95d4-4976-825b-8d72b130123b" providerId="ADAL" clId="{C4C3FB2E-2344-4798-B8CA-7F0D4895661F}" dt="2024-06-02T06:30:30.411" v="3351"/>
          <ac:picMkLst>
            <pc:docMk/>
            <pc:sldMk cId="0" sldId="2147470993"/>
            <ac:picMk id="18" creationId="{D13A7C83-AAE4-92EF-EC31-E459AECC44C4}"/>
          </ac:picMkLst>
        </pc:picChg>
      </pc:sldChg>
      <pc:sldChg chg="addSp delSp modSp mod">
        <pc:chgData name="Tiwari, Shravan" userId="4c27891f-95d4-4976-825b-8d72b130123b" providerId="ADAL" clId="{C4C3FB2E-2344-4798-B8CA-7F0D4895661F}" dt="2024-06-02T08:19:05.802" v="4297" actId="20577"/>
        <pc:sldMkLst>
          <pc:docMk/>
          <pc:sldMk cId="3093368188" sldId="2147470994"/>
        </pc:sldMkLst>
        <pc:graphicFrameChg chg="mod modGraphic">
          <ac:chgData name="Tiwari, Shravan" userId="4c27891f-95d4-4976-825b-8d72b130123b" providerId="ADAL" clId="{C4C3FB2E-2344-4798-B8CA-7F0D4895661F}" dt="2024-06-02T08:19:05.802" v="4297" actId="20577"/>
          <ac:graphicFrameMkLst>
            <pc:docMk/>
            <pc:sldMk cId="3093368188" sldId="2147470994"/>
            <ac:graphicFrameMk id="5" creationId="{00000000-0000-0000-0000-000000000000}"/>
          </ac:graphicFrameMkLst>
        </pc:graphicFrameChg>
        <pc:picChg chg="del">
          <ac:chgData name="Tiwari, Shravan" userId="4c27891f-95d4-4976-825b-8d72b130123b" providerId="ADAL" clId="{C4C3FB2E-2344-4798-B8CA-7F0D4895661F}" dt="2024-06-02T06:30:46.418" v="3354" actId="478"/>
          <ac:picMkLst>
            <pc:docMk/>
            <pc:sldMk cId="3093368188" sldId="2147470994"/>
            <ac:picMk id="4" creationId="{912AEFDD-B470-0F8E-8F33-9FFC626D49CB}"/>
          </ac:picMkLst>
        </pc:picChg>
        <pc:picChg chg="add mod">
          <ac:chgData name="Tiwari, Shravan" userId="4c27891f-95d4-4976-825b-8d72b130123b" providerId="ADAL" clId="{C4C3FB2E-2344-4798-B8CA-7F0D4895661F}" dt="2024-06-02T06:30:47.653" v="3355"/>
          <ac:picMkLst>
            <pc:docMk/>
            <pc:sldMk cId="3093368188" sldId="2147470994"/>
            <ac:picMk id="7" creationId="{D1C56ACA-34BA-F2B6-B025-4413CA0C8D43}"/>
          </ac:picMkLst>
        </pc:picChg>
      </pc:sldChg>
      <pc:sldChg chg="addSp delSp modSp mod">
        <pc:chgData name="Tiwari, Shravan" userId="4c27891f-95d4-4976-825b-8d72b130123b" providerId="ADAL" clId="{C4C3FB2E-2344-4798-B8CA-7F0D4895661F}" dt="2024-06-02T08:08:10.351" v="3967"/>
        <pc:sldMkLst>
          <pc:docMk/>
          <pc:sldMk cId="1207852280" sldId="2147470995"/>
        </pc:sldMkLst>
        <pc:spChg chg="mod">
          <ac:chgData name="Tiwari, Shravan" userId="4c27891f-95d4-4976-825b-8d72b130123b" providerId="ADAL" clId="{C4C3FB2E-2344-4798-B8CA-7F0D4895661F}" dt="2024-06-02T07:43:09.870" v="3770" actId="403"/>
          <ac:spMkLst>
            <pc:docMk/>
            <pc:sldMk cId="1207852280" sldId="2147470995"/>
            <ac:spMk id="5" creationId="{AF378696-8C61-42F5-98E1-83C006AA8E24}"/>
          </ac:spMkLst>
        </pc:spChg>
        <pc:picChg chg="del">
          <ac:chgData name="Tiwari, Shravan" userId="4c27891f-95d4-4976-825b-8d72b130123b" providerId="ADAL" clId="{C4C3FB2E-2344-4798-B8CA-7F0D4895661F}" dt="2024-06-02T08:08:09.291" v="3966" actId="478"/>
          <ac:picMkLst>
            <pc:docMk/>
            <pc:sldMk cId="1207852280" sldId="2147470995"/>
            <ac:picMk id="10" creationId="{4D7B51F7-45F1-FEFD-7689-7E2C39505E51}"/>
          </ac:picMkLst>
        </pc:picChg>
        <pc:picChg chg="add mod">
          <ac:chgData name="Tiwari, Shravan" userId="4c27891f-95d4-4976-825b-8d72b130123b" providerId="ADAL" clId="{C4C3FB2E-2344-4798-B8CA-7F0D4895661F}" dt="2024-06-02T08:08:10.351" v="3967"/>
          <ac:picMkLst>
            <pc:docMk/>
            <pc:sldMk cId="1207852280" sldId="2147470995"/>
            <ac:picMk id="11" creationId="{51B5CD49-2504-3295-3C6B-F03901CA54DC}"/>
          </ac:picMkLst>
        </pc:picChg>
      </pc:sldChg>
      <pc:sldChg chg="addSp delSp modSp del mod modNotesTx">
        <pc:chgData name="Tiwari, Shravan" userId="4c27891f-95d4-4976-825b-8d72b130123b" providerId="ADAL" clId="{C4C3FB2E-2344-4798-B8CA-7F0D4895661F}" dt="2024-06-02T08:37:03.956" v="4417" actId="47"/>
        <pc:sldMkLst>
          <pc:docMk/>
          <pc:sldMk cId="2712077353" sldId="2147470996"/>
        </pc:sldMkLst>
        <pc:spChg chg="mod">
          <ac:chgData name="Tiwari, Shravan" userId="4c27891f-95d4-4976-825b-8d72b130123b" providerId="ADAL" clId="{C4C3FB2E-2344-4798-B8CA-7F0D4895661F}" dt="2024-06-02T08:36:38.600" v="4402" actId="1076"/>
          <ac:spMkLst>
            <pc:docMk/>
            <pc:sldMk cId="2712077353" sldId="2147470996"/>
            <ac:spMk id="2" creationId="{89E1DA3D-E3FE-DF9D-CF68-778F0C111F0A}"/>
          </ac:spMkLst>
        </pc:spChg>
        <pc:spChg chg="add del mod">
          <ac:chgData name="Tiwari, Shravan" userId="4c27891f-95d4-4976-825b-8d72b130123b" providerId="ADAL" clId="{C4C3FB2E-2344-4798-B8CA-7F0D4895661F}" dt="2024-06-02T08:36:14.200" v="4398" actId="478"/>
          <ac:spMkLst>
            <pc:docMk/>
            <pc:sldMk cId="2712077353" sldId="2147470996"/>
            <ac:spMk id="3" creationId="{7E02D030-A3A3-A80D-C87E-E524D68D718D}"/>
          </ac:spMkLst>
        </pc:spChg>
        <pc:picChg chg="add mod">
          <ac:chgData name="Tiwari, Shravan" userId="4c27891f-95d4-4976-825b-8d72b130123b" providerId="ADAL" clId="{C4C3FB2E-2344-4798-B8CA-7F0D4895661F}" dt="2024-06-02T08:08:24.542" v="3969"/>
          <ac:picMkLst>
            <pc:docMk/>
            <pc:sldMk cId="2712077353" sldId="2147470996"/>
            <ac:picMk id="6" creationId="{760DA957-987D-8FC0-435D-228730658D37}"/>
          </ac:picMkLst>
        </pc:picChg>
        <pc:picChg chg="del">
          <ac:chgData name="Tiwari, Shravan" userId="4c27891f-95d4-4976-825b-8d72b130123b" providerId="ADAL" clId="{C4C3FB2E-2344-4798-B8CA-7F0D4895661F}" dt="2024-06-02T07:43:20.888" v="3771" actId="478"/>
          <ac:picMkLst>
            <pc:docMk/>
            <pc:sldMk cId="2712077353" sldId="2147470996"/>
            <ac:picMk id="6" creationId="{D45CF06A-B83A-6651-EEF3-1209BD153592}"/>
          </ac:picMkLst>
        </pc:picChg>
        <pc:picChg chg="add del mod">
          <ac:chgData name="Tiwari, Shravan" userId="4c27891f-95d4-4976-825b-8d72b130123b" providerId="ADAL" clId="{C4C3FB2E-2344-4798-B8CA-7F0D4895661F}" dt="2024-06-02T08:08:23.450" v="3968" actId="478"/>
          <ac:picMkLst>
            <pc:docMk/>
            <pc:sldMk cId="2712077353" sldId="2147470996"/>
            <ac:picMk id="7" creationId="{460B7ABC-6323-D740-C6AE-9E83D12E4FCE}"/>
          </ac:picMkLst>
        </pc:picChg>
      </pc:sldChg>
      <pc:sldChg chg="addSp delSp modSp mod">
        <pc:chgData name="Tiwari, Shravan" userId="4c27891f-95d4-4976-825b-8d72b130123b" providerId="ADAL" clId="{C4C3FB2E-2344-4798-B8CA-7F0D4895661F}" dt="2024-06-02T07:24:57.483" v="3708" actId="2711"/>
        <pc:sldMkLst>
          <pc:docMk/>
          <pc:sldMk cId="1777637085" sldId="2147470998"/>
        </pc:sldMkLst>
        <pc:spChg chg="mod">
          <ac:chgData name="Tiwari, Shravan" userId="4c27891f-95d4-4976-825b-8d72b130123b" providerId="ADAL" clId="{C4C3FB2E-2344-4798-B8CA-7F0D4895661F}" dt="2024-06-02T07:22:48.497" v="3683" actId="20577"/>
          <ac:spMkLst>
            <pc:docMk/>
            <pc:sldMk cId="1777637085" sldId="2147470998"/>
            <ac:spMk id="9" creationId="{F7B3E773-8EA4-40AA-A4C9-3736D12A1FF6}"/>
          </ac:spMkLst>
        </pc:spChg>
        <pc:graphicFrameChg chg="modGraphic">
          <ac:chgData name="Tiwari, Shravan" userId="4c27891f-95d4-4976-825b-8d72b130123b" providerId="ADAL" clId="{C4C3FB2E-2344-4798-B8CA-7F0D4895661F}" dt="2024-06-02T07:24:57.483" v="3708" actId="2711"/>
          <ac:graphicFrameMkLst>
            <pc:docMk/>
            <pc:sldMk cId="1777637085" sldId="2147470998"/>
            <ac:graphicFrameMk id="4" creationId="{FED1E293-AF5C-50D1-F7B4-2185B8A0C771}"/>
          </ac:graphicFrameMkLst>
        </pc:graphicFrameChg>
        <pc:picChg chg="del">
          <ac:chgData name="Tiwari, Shravan" userId="4c27891f-95d4-4976-825b-8d72b130123b" providerId="ADAL" clId="{C4C3FB2E-2344-4798-B8CA-7F0D4895661F}" dt="2024-06-02T07:23:01.761" v="3684" actId="478"/>
          <ac:picMkLst>
            <pc:docMk/>
            <pc:sldMk cId="1777637085" sldId="2147470998"/>
            <ac:picMk id="7" creationId="{0DF82858-D627-00F9-6DB5-D5C11825D001}"/>
          </ac:picMkLst>
        </pc:picChg>
        <pc:picChg chg="add mod">
          <ac:chgData name="Tiwari, Shravan" userId="4c27891f-95d4-4976-825b-8d72b130123b" providerId="ADAL" clId="{C4C3FB2E-2344-4798-B8CA-7F0D4895661F}" dt="2024-06-02T07:23:02.808" v="3685"/>
          <ac:picMkLst>
            <pc:docMk/>
            <pc:sldMk cId="1777637085" sldId="2147470998"/>
            <ac:picMk id="8" creationId="{8560DE40-B976-92B7-73AF-F6CA24973166}"/>
          </ac:picMkLst>
        </pc:picChg>
      </pc:sldChg>
      <pc:sldChg chg="addSp delSp modSp mod">
        <pc:chgData name="Tiwari, Shravan" userId="4c27891f-95d4-4976-825b-8d72b130123b" providerId="ADAL" clId="{C4C3FB2E-2344-4798-B8CA-7F0D4895661F}" dt="2024-06-02T07:26:17.476" v="3717" actId="20577"/>
        <pc:sldMkLst>
          <pc:docMk/>
          <pc:sldMk cId="338564591" sldId="2147470999"/>
        </pc:sldMkLst>
        <pc:spChg chg="mod">
          <ac:chgData name="Tiwari, Shravan" userId="4c27891f-95d4-4976-825b-8d72b130123b" providerId="ADAL" clId="{C4C3FB2E-2344-4798-B8CA-7F0D4895661F}" dt="2024-06-02T07:23:33.380" v="3698" actId="20577"/>
          <ac:spMkLst>
            <pc:docMk/>
            <pc:sldMk cId="338564591" sldId="2147470999"/>
            <ac:spMk id="9" creationId="{F7B3E773-8EA4-40AA-A4C9-3736D12A1FF6}"/>
          </ac:spMkLst>
        </pc:spChg>
        <pc:graphicFrameChg chg="modGraphic">
          <ac:chgData name="Tiwari, Shravan" userId="4c27891f-95d4-4976-825b-8d72b130123b" providerId="ADAL" clId="{C4C3FB2E-2344-4798-B8CA-7F0D4895661F}" dt="2024-06-02T07:24:02.618" v="3702" actId="2711"/>
          <ac:graphicFrameMkLst>
            <pc:docMk/>
            <pc:sldMk cId="338564591" sldId="2147470999"/>
            <ac:graphicFrameMk id="2" creationId="{55B09DAF-9E2E-7B1B-56F7-16B25FB314D2}"/>
          </ac:graphicFrameMkLst>
        </pc:graphicFrameChg>
        <pc:graphicFrameChg chg="add del modGraphic">
          <ac:chgData name="Tiwari, Shravan" userId="4c27891f-95d4-4976-825b-8d72b130123b" providerId="ADAL" clId="{C4C3FB2E-2344-4798-B8CA-7F0D4895661F}" dt="2024-06-02T07:26:17.476" v="3717" actId="20577"/>
          <ac:graphicFrameMkLst>
            <pc:docMk/>
            <pc:sldMk cId="338564591" sldId="2147470999"/>
            <ac:graphicFrameMk id="4" creationId="{FED1E293-AF5C-50D1-F7B4-2185B8A0C771}"/>
          </ac:graphicFrameMkLst>
        </pc:graphicFrameChg>
        <pc:picChg chg="del">
          <ac:chgData name="Tiwari, Shravan" userId="4c27891f-95d4-4976-825b-8d72b130123b" providerId="ADAL" clId="{C4C3FB2E-2344-4798-B8CA-7F0D4895661F}" dt="2024-06-02T07:23:10.243" v="3686" actId="478"/>
          <ac:picMkLst>
            <pc:docMk/>
            <pc:sldMk cId="338564591" sldId="2147470999"/>
            <ac:picMk id="8" creationId="{2B781E89-6CBF-2D0B-A814-294DBC4A1B9B}"/>
          </ac:picMkLst>
        </pc:picChg>
        <pc:picChg chg="add del mod">
          <ac:chgData name="Tiwari, Shravan" userId="4c27891f-95d4-4976-825b-8d72b130123b" providerId="ADAL" clId="{C4C3FB2E-2344-4798-B8CA-7F0D4895661F}" dt="2024-06-02T07:23:39.904" v="3699" actId="478"/>
          <ac:picMkLst>
            <pc:docMk/>
            <pc:sldMk cId="338564591" sldId="2147470999"/>
            <ac:picMk id="10" creationId="{9A213BCB-F79A-F391-206A-E1127A3E87BF}"/>
          </ac:picMkLst>
        </pc:picChg>
        <pc:picChg chg="add mod">
          <ac:chgData name="Tiwari, Shravan" userId="4c27891f-95d4-4976-825b-8d72b130123b" providerId="ADAL" clId="{C4C3FB2E-2344-4798-B8CA-7F0D4895661F}" dt="2024-06-02T07:23:41.255" v="3700"/>
          <ac:picMkLst>
            <pc:docMk/>
            <pc:sldMk cId="338564591" sldId="2147470999"/>
            <ac:picMk id="11" creationId="{F35234A6-61E4-120A-5D1A-FE99947CF4D6}"/>
          </ac:picMkLst>
        </pc:picChg>
      </pc:sldChg>
      <pc:sldChg chg="addSp delSp modSp mod">
        <pc:chgData name="Tiwari, Shravan" userId="4c27891f-95d4-4976-825b-8d72b130123b" providerId="ADAL" clId="{C4C3FB2E-2344-4798-B8CA-7F0D4895661F}" dt="2024-06-02T06:58:52.281" v="3545"/>
        <pc:sldMkLst>
          <pc:docMk/>
          <pc:sldMk cId="1521347753" sldId="2147471000"/>
        </pc:sldMkLst>
        <pc:picChg chg="del">
          <ac:chgData name="Tiwari, Shravan" userId="4c27891f-95d4-4976-825b-8d72b130123b" providerId="ADAL" clId="{C4C3FB2E-2344-4798-B8CA-7F0D4895661F}" dt="2024-06-02T06:58:51.557" v="3544" actId="478"/>
          <ac:picMkLst>
            <pc:docMk/>
            <pc:sldMk cId="1521347753" sldId="2147471000"/>
            <ac:picMk id="5" creationId="{7F5DE224-0557-B6F1-A145-7BA9819FCC69}"/>
          </ac:picMkLst>
        </pc:picChg>
        <pc:picChg chg="add mod">
          <ac:chgData name="Tiwari, Shravan" userId="4c27891f-95d4-4976-825b-8d72b130123b" providerId="ADAL" clId="{C4C3FB2E-2344-4798-B8CA-7F0D4895661F}" dt="2024-06-02T06:58:52.281" v="3545"/>
          <ac:picMkLst>
            <pc:docMk/>
            <pc:sldMk cId="1521347753" sldId="2147471000"/>
            <ac:picMk id="6" creationId="{0BF966B9-5CE4-2126-8C7D-5E6FFE33E215}"/>
          </ac:picMkLst>
        </pc:picChg>
      </pc:sldChg>
      <pc:sldChg chg="addSp delSp modSp mod">
        <pc:chgData name="Tiwari, Shravan" userId="4c27891f-95d4-4976-825b-8d72b130123b" providerId="ADAL" clId="{C4C3FB2E-2344-4798-B8CA-7F0D4895661F}" dt="2024-06-02T08:08:32.467" v="3971"/>
        <pc:sldMkLst>
          <pc:docMk/>
          <pc:sldMk cId="2269983943" sldId="2147471001"/>
        </pc:sldMkLst>
        <pc:picChg chg="del">
          <ac:chgData name="Tiwari, Shravan" userId="4c27891f-95d4-4976-825b-8d72b130123b" providerId="ADAL" clId="{C4C3FB2E-2344-4798-B8CA-7F0D4895661F}" dt="2024-06-02T08:08:31.240" v="3970" actId="478"/>
          <ac:picMkLst>
            <pc:docMk/>
            <pc:sldMk cId="2269983943" sldId="2147471001"/>
            <ac:picMk id="4" creationId="{8DEB0CFE-BC1C-0560-A871-8D889BF2F1E6}"/>
          </ac:picMkLst>
        </pc:picChg>
        <pc:picChg chg="add mod">
          <ac:chgData name="Tiwari, Shravan" userId="4c27891f-95d4-4976-825b-8d72b130123b" providerId="ADAL" clId="{C4C3FB2E-2344-4798-B8CA-7F0D4895661F}" dt="2024-06-02T08:08:32.467" v="3971"/>
          <ac:picMkLst>
            <pc:docMk/>
            <pc:sldMk cId="2269983943" sldId="2147471001"/>
            <ac:picMk id="5" creationId="{27D291EB-988C-CADC-BF3E-F25679E90444}"/>
          </ac:picMkLst>
        </pc:picChg>
      </pc:sldChg>
      <pc:sldChg chg="addSp delSp modSp mod">
        <pc:chgData name="Tiwari, Shravan" userId="4c27891f-95d4-4976-825b-8d72b130123b" providerId="ADAL" clId="{C4C3FB2E-2344-4798-B8CA-7F0D4895661F}" dt="2024-06-02T06:55:44.566" v="3522" actId="27636"/>
        <pc:sldMkLst>
          <pc:docMk/>
          <pc:sldMk cId="952140705" sldId="2147471002"/>
        </pc:sldMkLst>
        <pc:spChg chg="mod">
          <ac:chgData name="Tiwari, Shravan" userId="4c27891f-95d4-4976-825b-8d72b130123b" providerId="ADAL" clId="{C4C3FB2E-2344-4798-B8CA-7F0D4895661F}" dt="2024-06-02T06:55:44.566" v="3522" actId="27636"/>
          <ac:spMkLst>
            <pc:docMk/>
            <pc:sldMk cId="952140705" sldId="2147471002"/>
            <ac:spMk id="3" creationId="{BA83EAB9-6D4A-A657-B316-0CA04CD6AE81}"/>
          </ac:spMkLst>
        </pc:spChg>
        <pc:picChg chg="del">
          <ac:chgData name="Tiwari, Shravan" userId="4c27891f-95d4-4976-825b-8d72b130123b" providerId="ADAL" clId="{C4C3FB2E-2344-4798-B8CA-7F0D4895661F}" dt="2024-06-02T06:30:52.468" v="3356" actId="478"/>
          <ac:picMkLst>
            <pc:docMk/>
            <pc:sldMk cId="952140705" sldId="2147471002"/>
            <ac:picMk id="6" creationId="{F459A302-317C-9D1A-C88D-5E5D15F19E30}"/>
          </ac:picMkLst>
        </pc:picChg>
        <pc:picChg chg="add mod">
          <ac:chgData name="Tiwari, Shravan" userId="4c27891f-95d4-4976-825b-8d72b130123b" providerId="ADAL" clId="{C4C3FB2E-2344-4798-B8CA-7F0D4895661F}" dt="2024-06-02T06:30:53.301" v="3357"/>
          <ac:picMkLst>
            <pc:docMk/>
            <pc:sldMk cId="952140705" sldId="2147471002"/>
            <ac:picMk id="7" creationId="{373E0720-D7CC-6502-8C98-7262D6E91C45}"/>
          </ac:picMkLst>
        </pc:picChg>
      </pc:sldChg>
      <pc:sldChg chg="addSp delSp modSp mod modNotesTx">
        <pc:chgData name="Tiwari, Shravan" userId="4c27891f-95d4-4976-825b-8d72b130123b" providerId="ADAL" clId="{C4C3FB2E-2344-4798-B8CA-7F0D4895661F}" dt="2024-06-02T08:35:17.027" v="4389" actId="404"/>
        <pc:sldMkLst>
          <pc:docMk/>
          <pc:sldMk cId="3741248778" sldId="2147471004"/>
        </pc:sldMkLst>
        <pc:spChg chg="add del mod">
          <ac:chgData name="Tiwari, Shravan" userId="4c27891f-95d4-4976-825b-8d72b130123b" providerId="ADAL" clId="{C4C3FB2E-2344-4798-B8CA-7F0D4895661F}" dt="2024-06-02T08:34:12.111" v="4378" actId="478"/>
          <ac:spMkLst>
            <pc:docMk/>
            <pc:sldMk cId="3741248778" sldId="2147471004"/>
            <ac:spMk id="4" creationId="{94FD6D1F-EFF2-9F15-E220-6F924D010D37}"/>
          </ac:spMkLst>
        </pc:spChg>
        <pc:spChg chg="add mod">
          <ac:chgData name="Tiwari, Shravan" userId="4c27891f-95d4-4976-825b-8d72b130123b" providerId="ADAL" clId="{C4C3FB2E-2344-4798-B8CA-7F0D4895661F}" dt="2024-06-02T08:35:17.027" v="4389" actId="404"/>
          <ac:spMkLst>
            <pc:docMk/>
            <pc:sldMk cId="3741248778" sldId="2147471004"/>
            <ac:spMk id="7" creationId="{D296C8EF-3FDD-48D6-FFD8-494E912776D8}"/>
          </ac:spMkLst>
        </pc:spChg>
        <pc:graphicFrameChg chg="modGraphic">
          <ac:chgData name="Tiwari, Shravan" userId="4c27891f-95d4-4976-825b-8d72b130123b" providerId="ADAL" clId="{C4C3FB2E-2344-4798-B8CA-7F0D4895661F}" dt="2024-06-02T07:03:07.751" v="3597" actId="2711"/>
          <ac:graphicFrameMkLst>
            <pc:docMk/>
            <pc:sldMk cId="3741248778" sldId="2147471004"/>
            <ac:graphicFrameMk id="2" creationId="{00EDEA05-29B5-4094-4839-A15CBE718E16}"/>
          </ac:graphicFrameMkLst>
        </pc:graphicFrameChg>
        <pc:picChg chg="del">
          <ac:chgData name="Tiwari, Shravan" userId="4c27891f-95d4-4976-825b-8d72b130123b" providerId="ADAL" clId="{C4C3FB2E-2344-4798-B8CA-7F0D4895661F}" dt="2024-06-02T06:56:46.369" v="3532" actId="478"/>
          <ac:picMkLst>
            <pc:docMk/>
            <pc:sldMk cId="3741248778" sldId="2147471004"/>
            <ac:picMk id="4" creationId="{873544F0-87BB-4D97-99A8-4C7BBA07515E}"/>
          </ac:picMkLst>
        </pc:picChg>
        <pc:picChg chg="add mod">
          <ac:chgData name="Tiwari, Shravan" userId="4c27891f-95d4-4976-825b-8d72b130123b" providerId="ADAL" clId="{C4C3FB2E-2344-4798-B8CA-7F0D4895661F}" dt="2024-06-02T06:56:47.499" v="3533"/>
          <ac:picMkLst>
            <pc:docMk/>
            <pc:sldMk cId="3741248778" sldId="2147471004"/>
            <ac:picMk id="5" creationId="{4165106D-4220-9F34-5ADF-BDAC16118703}"/>
          </ac:picMkLst>
        </pc:picChg>
      </pc:sldChg>
      <pc:sldChg chg="addSp delSp modSp mod">
        <pc:chgData name="Tiwari, Shravan" userId="4c27891f-95d4-4976-825b-8d72b130123b" providerId="ADAL" clId="{C4C3FB2E-2344-4798-B8CA-7F0D4895661F}" dt="2024-06-02T06:32:32.906" v="3376" actId="1035"/>
        <pc:sldMkLst>
          <pc:docMk/>
          <pc:sldMk cId="1449044252" sldId="2147471005"/>
        </pc:sldMkLst>
        <pc:spChg chg="mod">
          <ac:chgData name="Tiwari, Shravan" userId="4c27891f-95d4-4976-825b-8d72b130123b" providerId="ADAL" clId="{C4C3FB2E-2344-4798-B8CA-7F0D4895661F}" dt="2024-06-02T06:32:32.906" v="3376" actId="1035"/>
          <ac:spMkLst>
            <pc:docMk/>
            <pc:sldMk cId="1449044252" sldId="2147471005"/>
            <ac:spMk id="3" creationId="{D3CF698F-3C73-8C54-0CD7-E7C3228E8278}"/>
          </ac:spMkLst>
        </pc:spChg>
        <pc:spChg chg="mod">
          <ac:chgData name="Tiwari, Shravan" userId="4c27891f-95d4-4976-825b-8d72b130123b" providerId="ADAL" clId="{C4C3FB2E-2344-4798-B8CA-7F0D4895661F}" dt="2024-06-02T03:23:19.785" v="723" actId="20577"/>
          <ac:spMkLst>
            <pc:docMk/>
            <pc:sldMk cId="1449044252" sldId="2147471005"/>
            <ac:spMk id="5" creationId="{6F0DC44B-191E-E3DB-D61C-54BDB3A84876}"/>
          </ac:spMkLst>
        </pc:spChg>
        <pc:spChg chg="mod">
          <ac:chgData name="Tiwari, Shravan" userId="4c27891f-95d4-4976-825b-8d72b130123b" providerId="ADAL" clId="{C4C3FB2E-2344-4798-B8CA-7F0D4895661F}" dt="2024-06-02T03:20:13.428" v="688" actId="122"/>
          <ac:spMkLst>
            <pc:docMk/>
            <pc:sldMk cId="1449044252" sldId="2147471005"/>
            <ac:spMk id="11" creationId="{00000000-0000-0000-0000-000000000000}"/>
          </ac:spMkLst>
        </pc:spChg>
        <pc:spChg chg="mod">
          <ac:chgData name="Tiwari, Shravan" userId="4c27891f-95d4-4976-825b-8d72b130123b" providerId="ADAL" clId="{C4C3FB2E-2344-4798-B8CA-7F0D4895661F}" dt="2024-06-02T03:20:28.389" v="690" actId="122"/>
          <ac:spMkLst>
            <pc:docMk/>
            <pc:sldMk cId="1449044252" sldId="2147471005"/>
            <ac:spMk id="12" creationId="{00000000-0000-0000-0000-000000000000}"/>
          </ac:spMkLst>
        </pc:spChg>
        <pc:spChg chg="mod">
          <ac:chgData name="Tiwari, Shravan" userId="4c27891f-95d4-4976-825b-8d72b130123b" providerId="ADAL" clId="{C4C3FB2E-2344-4798-B8CA-7F0D4895661F}" dt="2024-06-02T03:22:49.675" v="717" actId="20577"/>
          <ac:spMkLst>
            <pc:docMk/>
            <pc:sldMk cId="1449044252" sldId="2147471005"/>
            <ac:spMk id="17" creationId="{8ED0368B-7EDB-8519-5F3F-345A9D60A877}"/>
          </ac:spMkLst>
        </pc:spChg>
        <pc:spChg chg="mod">
          <ac:chgData name="Tiwari, Shravan" userId="4c27891f-95d4-4976-825b-8d72b130123b" providerId="ADAL" clId="{C4C3FB2E-2344-4798-B8CA-7F0D4895661F}" dt="2024-06-02T06:32:32.906" v="3376" actId="1035"/>
          <ac:spMkLst>
            <pc:docMk/>
            <pc:sldMk cId="1449044252" sldId="2147471005"/>
            <ac:spMk id="20" creationId="{BD7C6EEF-90B0-7C09-296B-4DB4CBB1634B}"/>
          </ac:spMkLst>
        </pc:spChg>
        <pc:spChg chg="mod">
          <ac:chgData name="Tiwari, Shravan" userId="4c27891f-95d4-4976-825b-8d72b130123b" providerId="ADAL" clId="{C4C3FB2E-2344-4798-B8CA-7F0D4895661F}" dt="2024-06-02T03:20:19.350" v="689" actId="122"/>
          <ac:spMkLst>
            <pc:docMk/>
            <pc:sldMk cId="1449044252" sldId="2147471005"/>
            <ac:spMk id="23" creationId="{2A1E4400-8FB0-3B82-6A59-7A39252AE444}"/>
          </ac:spMkLst>
        </pc:spChg>
        <pc:spChg chg="mod">
          <ac:chgData name="Tiwari, Shravan" userId="4c27891f-95d4-4976-825b-8d72b130123b" providerId="ADAL" clId="{C4C3FB2E-2344-4798-B8CA-7F0D4895661F}" dt="2024-06-02T03:21:56.923" v="711" actId="20577"/>
          <ac:spMkLst>
            <pc:docMk/>
            <pc:sldMk cId="1449044252" sldId="2147471005"/>
            <ac:spMk id="25" creationId="{00000000-0000-0000-0000-000000000000}"/>
          </ac:spMkLst>
        </pc:spChg>
        <pc:spChg chg="mod">
          <ac:chgData name="Tiwari, Shravan" userId="4c27891f-95d4-4976-825b-8d72b130123b" providerId="ADAL" clId="{C4C3FB2E-2344-4798-B8CA-7F0D4895661F}" dt="2024-06-02T03:20:43.884" v="698" actId="20577"/>
          <ac:spMkLst>
            <pc:docMk/>
            <pc:sldMk cId="1449044252" sldId="2147471005"/>
            <ac:spMk id="40" creationId="{94C8F757-9972-5B1C-EA9D-9EA292BD0789}"/>
          </ac:spMkLst>
        </pc:spChg>
        <pc:spChg chg="mod">
          <ac:chgData name="Tiwari, Shravan" userId="4c27891f-95d4-4976-825b-8d72b130123b" providerId="ADAL" clId="{C4C3FB2E-2344-4798-B8CA-7F0D4895661F}" dt="2024-06-02T04:37:58.824" v="3280" actId="2711"/>
          <ac:spMkLst>
            <pc:docMk/>
            <pc:sldMk cId="1449044252" sldId="2147471005"/>
            <ac:spMk id="92" creationId="{97DEF71B-A3BE-046A-C3F1-D34285DBE725}"/>
          </ac:spMkLst>
        </pc:spChg>
        <pc:picChg chg="del">
          <ac:chgData name="Tiwari, Shravan" userId="4c27891f-95d4-4976-825b-8d72b130123b" providerId="ADAL" clId="{C4C3FB2E-2344-4798-B8CA-7F0D4895661F}" dt="2024-06-02T06:25:07.869" v="3288" actId="478"/>
          <ac:picMkLst>
            <pc:docMk/>
            <pc:sldMk cId="1449044252" sldId="2147471005"/>
            <ac:picMk id="6" creationId="{8E8E0B77-2953-06EE-C2CD-5294E8EE691E}"/>
          </ac:picMkLst>
        </pc:picChg>
        <pc:picChg chg="add mod">
          <ac:chgData name="Tiwari, Shravan" userId="4c27891f-95d4-4976-825b-8d72b130123b" providerId="ADAL" clId="{C4C3FB2E-2344-4798-B8CA-7F0D4895661F}" dt="2024-06-02T06:25:08.633" v="3289"/>
          <ac:picMkLst>
            <pc:docMk/>
            <pc:sldMk cId="1449044252" sldId="2147471005"/>
            <ac:picMk id="7" creationId="{4CB225E2-E1A0-2783-B4B9-C9D953026C3C}"/>
          </ac:picMkLst>
        </pc:picChg>
        <pc:cxnChg chg="mod">
          <ac:chgData name="Tiwari, Shravan" userId="4c27891f-95d4-4976-825b-8d72b130123b" providerId="ADAL" clId="{C4C3FB2E-2344-4798-B8CA-7F0D4895661F}" dt="2024-06-02T06:32:32.906" v="3376" actId="1035"/>
          <ac:cxnSpMkLst>
            <pc:docMk/>
            <pc:sldMk cId="1449044252" sldId="2147471005"/>
            <ac:cxnSpMk id="22" creationId="{A5EE7F11-8F47-3093-2B22-2DC49281B187}"/>
          </ac:cxnSpMkLst>
        </pc:cxnChg>
        <pc:cxnChg chg="mod">
          <ac:chgData name="Tiwari, Shravan" userId="4c27891f-95d4-4976-825b-8d72b130123b" providerId="ADAL" clId="{C4C3FB2E-2344-4798-B8CA-7F0D4895661F}" dt="2024-06-02T00:56:15.262" v="0" actId="17032"/>
          <ac:cxnSpMkLst>
            <pc:docMk/>
            <pc:sldMk cId="1449044252" sldId="2147471005"/>
            <ac:cxnSpMk id="69" creationId="{B7AAE1B4-B5A0-B880-D090-ED4738A55E82}"/>
          </ac:cxnSpMkLst>
        </pc:cxnChg>
        <pc:cxnChg chg="mod">
          <ac:chgData name="Tiwari, Shravan" userId="4c27891f-95d4-4976-825b-8d72b130123b" providerId="ADAL" clId="{C4C3FB2E-2344-4798-B8CA-7F0D4895661F}" dt="2024-06-02T06:32:32.906" v="3376" actId="1035"/>
          <ac:cxnSpMkLst>
            <pc:docMk/>
            <pc:sldMk cId="1449044252" sldId="2147471005"/>
            <ac:cxnSpMk id="94" creationId="{5AF590F2-D1CF-2379-D799-7CD505D0586A}"/>
          </ac:cxnSpMkLst>
        </pc:cxnChg>
      </pc:sldChg>
      <pc:sldChg chg="addSp delSp modSp mod modClrScheme chgLayout">
        <pc:chgData name="Tiwari, Shravan" userId="4c27891f-95d4-4976-825b-8d72b130123b" providerId="ADAL" clId="{C4C3FB2E-2344-4798-B8CA-7F0D4895661F}" dt="2024-06-02T07:58:23.938" v="3958" actId="700"/>
        <pc:sldMkLst>
          <pc:docMk/>
          <pc:sldMk cId="0" sldId="2147471006"/>
        </pc:sldMkLst>
        <pc:spChg chg="mod ord">
          <ac:chgData name="Tiwari, Shravan" userId="4c27891f-95d4-4976-825b-8d72b130123b" providerId="ADAL" clId="{C4C3FB2E-2344-4798-B8CA-7F0D4895661F}" dt="2024-06-02T07:58:23.938" v="3958" actId="700"/>
          <ac:spMkLst>
            <pc:docMk/>
            <pc:sldMk cId="0" sldId="2147471006"/>
            <ac:spMk id="2" creationId="{00000000-0000-0000-0000-000000000000}"/>
          </ac:spMkLst>
        </pc:spChg>
        <pc:spChg chg="mod ord">
          <ac:chgData name="Tiwari, Shravan" userId="4c27891f-95d4-4976-825b-8d72b130123b" providerId="ADAL" clId="{C4C3FB2E-2344-4798-B8CA-7F0D4895661F}" dt="2024-06-02T07:58:23.938" v="3958" actId="700"/>
          <ac:spMkLst>
            <pc:docMk/>
            <pc:sldMk cId="0" sldId="2147471006"/>
            <ac:spMk id="4" creationId="{C11D7FA6-568C-B22D-2E1E-AF13C6157834}"/>
          </ac:spMkLst>
        </pc:spChg>
        <pc:spChg chg="add del mod">
          <ac:chgData name="Tiwari, Shravan" userId="4c27891f-95d4-4976-825b-8d72b130123b" providerId="ADAL" clId="{C4C3FB2E-2344-4798-B8CA-7F0D4895661F}" dt="2024-06-02T07:56:52.969" v="3956" actId="6264"/>
          <ac:spMkLst>
            <pc:docMk/>
            <pc:sldMk cId="0" sldId="2147471006"/>
            <ac:spMk id="5" creationId="{BEC6874B-76F1-5321-2B53-4B504D264A39}"/>
          </ac:spMkLst>
        </pc:spChg>
        <pc:spChg chg="add del mod">
          <ac:chgData name="Tiwari, Shravan" userId="4c27891f-95d4-4976-825b-8d72b130123b" providerId="ADAL" clId="{C4C3FB2E-2344-4798-B8CA-7F0D4895661F}" dt="2024-06-02T07:56:52.969" v="3956" actId="6264"/>
          <ac:spMkLst>
            <pc:docMk/>
            <pc:sldMk cId="0" sldId="2147471006"/>
            <ac:spMk id="6" creationId="{A219B8CB-10CC-B2D5-B344-5F33D4397665}"/>
          </ac:spMkLst>
        </pc:spChg>
        <pc:spChg chg="mod ord">
          <ac:chgData name="Tiwari, Shravan" userId="4c27891f-95d4-4976-825b-8d72b130123b" providerId="ADAL" clId="{C4C3FB2E-2344-4798-B8CA-7F0D4895661F}" dt="2024-06-02T07:58:23.938" v="3958" actId="700"/>
          <ac:spMkLst>
            <pc:docMk/>
            <pc:sldMk cId="0" sldId="2147471006"/>
            <ac:spMk id="7" creationId="{0D5657DD-4FB3-DE8C-104B-9668C6977EAA}"/>
          </ac:spMkLst>
        </pc:spChg>
        <pc:spChg chg="mod ord">
          <ac:chgData name="Tiwari, Shravan" userId="4c27891f-95d4-4976-825b-8d72b130123b" providerId="ADAL" clId="{C4C3FB2E-2344-4798-B8CA-7F0D4895661F}" dt="2024-06-02T07:58:23.938" v="3958" actId="700"/>
          <ac:spMkLst>
            <pc:docMk/>
            <pc:sldMk cId="0" sldId="2147471006"/>
            <ac:spMk id="8" creationId="{B423D6B5-2A1B-E51A-86D8-0F6A7E932AD8}"/>
          </ac:spMkLst>
        </pc:spChg>
        <pc:spChg chg="mod ord">
          <ac:chgData name="Tiwari, Shravan" userId="4c27891f-95d4-4976-825b-8d72b130123b" providerId="ADAL" clId="{C4C3FB2E-2344-4798-B8CA-7F0D4895661F}" dt="2024-06-02T07:58:23.938" v="3958" actId="700"/>
          <ac:spMkLst>
            <pc:docMk/>
            <pc:sldMk cId="0" sldId="2147471006"/>
            <ac:spMk id="9" creationId="{389A053E-CBF8-B4E7-B9B6-8D228CBD3E56}"/>
          </ac:spMkLst>
        </pc:spChg>
        <pc:spChg chg="add del mod">
          <ac:chgData name="Tiwari, Shravan" userId="4c27891f-95d4-4976-825b-8d72b130123b" providerId="ADAL" clId="{C4C3FB2E-2344-4798-B8CA-7F0D4895661F}" dt="2024-06-02T07:56:52.969" v="3956" actId="6264"/>
          <ac:spMkLst>
            <pc:docMk/>
            <pc:sldMk cId="0" sldId="2147471006"/>
            <ac:spMk id="10" creationId="{C21973CF-F57B-2440-9F19-5387F80AC53F}"/>
          </ac:spMkLst>
        </pc:spChg>
        <pc:spChg chg="add del mod">
          <ac:chgData name="Tiwari, Shravan" userId="4c27891f-95d4-4976-825b-8d72b130123b" providerId="ADAL" clId="{C4C3FB2E-2344-4798-B8CA-7F0D4895661F}" dt="2024-06-02T07:56:52.969" v="3956" actId="6264"/>
          <ac:spMkLst>
            <pc:docMk/>
            <pc:sldMk cId="0" sldId="2147471006"/>
            <ac:spMk id="11" creationId="{CAFFFDEB-E820-BABE-7B03-BF764307E255}"/>
          </ac:spMkLst>
        </pc:spChg>
        <pc:spChg chg="add del mod">
          <ac:chgData name="Tiwari, Shravan" userId="4c27891f-95d4-4976-825b-8d72b130123b" providerId="ADAL" clId="{C4C3FB2E-2344-4798-B8CA-7F0D4895661F}" dt="2024-06-02T07:56:52.969" v="3956" actId="6264"/>
          <ac:spMkLst>
            <pc:docMk/>
            <pc:sldMk cId="0" sldId="2147471006"/>
            <ac:spMk id="12" creationId="{752EF5F5-2B87-9A3F-FA1F-EBC689C1BE08}"/>
          </ac:spMkLst>
        </pc:spChg>
        <pc:spChg chg="add del mod">
          <ac:chgData name="Tiwari, Shravan" userId="4c27891f-95d4-4976-825b-8d72b130123b" providerId="ADAL" clId="{C4C3FB2E-2344-4798-B8CA-7F0D4895661F}" dt="2024-06-02T07:57:04.914" v="3957" actId="6264"/>
          <ac:spMkLst>
            <pc:docMk/>
            <pc:sldMk cId="0" sldId="2147471006"/>
            <ac:spMk id="13" creationId="{128D351D-1B36-DC39-936A-A77B0AA1193B}"/>
          </ac:spMkLst>
        </pc:spChg>
        <pc:spChg chg="add del mod">
          <ac:chgData name="Tiwari, Shravan" userId="4c27891f-95d4-4976-825b-8d72b130123b" providerId="ADAL" clId="{C4C3FB2E-2344-4798-B8CA-7F0D4895661F}" dt="2024-06-02T07:57:04.914" v="3957" actId="6264"/>
          <ac:spMkLst>
            <pc:docMk/>
            <pc:sldMk cId="0" sldId="2147471006"/>
            <ac:spMk id="14" creationId="{8FBC31F7-407F-1CDE-9E13-C21A3333B9C4}"/>
          </ac:spMkLst>
        </pc:spChg>
        <pc:spChg chg="add del mod">
          <ac:chgData name="Tiwari, Shravan" userId="4c27891f-95d4-4976-825b-8d72b130123b" providerId="ADAL" clId="{C4C3FB2E-2344-4798-B8CA-7F0D4895661F}" dt="2024-06-02T07:57:04.914" v="3957" actId="6264"/>
          <ac:spMkLst>
            <pc:docMk/>
            <pc:sldMk cId="0" sldId="2147471006"/>
            <ac:spMk id="15" creationId="{F8141974-1A31-08E4-3981-71C8CBFC9B35}"/>
          </ac:spMkLst>
        </pc:spChg>
        <pc:spChg chg="add del mod">
          <ac:chgData name="Tiwari, Shravan" userId="4c27891f-95d4-4976-825b-8d72b130123b" providerId="ADAL" clId="{C4C3FB2E-2344-4798-B8CA-7F0D4895661F}" dt="2024-06-02T07:57:04.914" v="3957" actId="6264"/>
          <ac:spMkLst>
            <pc:docMk/>
            <pc:sldMk cId="0" sldId="2147471006"/>
            <ac:spMk id="16" creationId="{4C3C2551-7474-CDCD-F69F-82B9FF176847}"/>
          </ac:spMkLst>
        </pc:spChg>
        <pc:spChg chg="add del mod">
          <ac:chgData name="Tiwari, Shravan" userId="4c27891f-95d4-4976-825b-8d72b130123b" providerId="ADAL" clId="{C4C3FB2E-2344-4798-B8CA-7F0D4895661F}" dt="2024-06-02T07:57:04.914" v="3957" actId="6264"/>
          <ac:spMkLst>
            <pc:docMk/>
            <pc:sldMk cId="0" sldId="2147471006"/>
            <ac:spMk id="17" creationId="{A79A37FB-8F49-89D5-A004-B921ECC145FE}"/>
          </ac:spMkLst>
        </pc:spChg>
      </pc:sldChg>
      <pc:sldChg chg="addSp delSp modSp mod">
        <pc:chgData name="Tiwari, Shravan" userId="4c27891f-95d4-4976-825b-8d72b130123b" providerId="ADAL" clId="{C4C3FB2E-2344-4798-B8CA-7F0D4895661F}" dt="2024-06-02T08:53:35.182" v="4563" actId="1038"/>
        <pc:sldMkLst>
          <pc:docMk/>
          <pc:sldMk cId="901804564" sldId="2147476458"/>
        </pc:sldMkLst>
        <pc:spChg chg="del">
          <ac:chgData name="Tiwari, Shravan" userId="4c27891f-95d4-4976-825b-8d72b130123b" providerId="ADAL" clId="{C4C3FB2E-2344-4798-B8CA-7F0D4895661F}" dt="2024-06-02T08:52:30.992" v="4549" actId="478"/>
          <ac:spMkLst>
            <pc:docMk/>
            <pc:sldMk cId="901804564" sldId="2147476458"/>
            <ac:spMk id="3" creationId="{EF9F399F-2B83-13A3-072F-B500D9125E8D}"/>
          </ac:spMkLst>
        </pc:spChg>
        <pc:spChg chg="mod">
          <ac:chgData name="Tiwari, Shravan" userId="4c27891f-95d4-4976-825b-8d72b130123b" providerId="ADAL" clId="{C4C3FB2E-2344-4798-B8CA-7F0D4895661F}" dt="2024-06-02T04:37:42.955" v="3279" actId="2711"/>
          <ac:spMkLst>
            <pc:docMk/>
            <pc:sldMk cId="901804564" sldId="2147476458"/>
            <ac:spMk id="6" creationId="{4C495F55-3121-CA75-7FBF-69459D91F06E}"/>
          </ac:spMkLst>
        </pc:spChg>
        <pc:spChg chg="mod">
          <ac:chgData name="Tiwari, Shravan" userId="4c27891f-95d4-4976-825b-8d72b130123b" providerId="ADAL" clId="{C4C3FB2E-2344-4798-B8CA-7F0D4895661F}" dt="2024-06-02T04:37:42.955" v="3279" actId="2711"/>
          <ac:spMkLst>
            <pc:docMk/>
            <pc:sldMk cId="901804564" sldId="2147476458"/>
            <ac:spMk id="7" creationId="{C2972673-F390-9F53-F292-C1CFDABC8E4E}"/>
          </ac:spMkLst>
        </pc:spChg>
        <pc:spChg chg="del mod">
          <ac:chgData name="Tiwari, Shravan" userId="4c27891f-95d4-4976-825b-8d72b130123b" providerId="ADAL" clId="{C4C3FB2E-2344-4798-B8CA-7F0D4895661F}" dt="2024-06-02T08:52:27.213" v="4548" actId="478"/>
          <ac:spMkLst>
            <pc:docMk/>
            <pc:sldMk cId="901804564" sldId="2147476458"/>
            <ac:spMk id="9" creationId="{0E33EECD-9BEB-7420-AF2B-00B0DF2A9A4C}"/>
          </ac:spMkLst>
        </pc:spChg>
        <pc:spChg chg="mod">
          <ac:chgData name="Tiwari, Shravan" userId="4c27891f-95d4-4976-825b-8d72b130123b" providerId="ADAL" clId="{C4C3FB2E-2344-4798-B8CA-7F0D4895661F}" dt="2024-06-02T04:37:42.955" v="3279" actId="2711"/>
          <ac:spMkLst>
            <pc:docMk/>
            <pc:sldMk cId="901804564" sldId="2147476458"/>
            <ac:spMk id="11" creationId="{90BB5715-C2AC-D7D9-398F-BAAC6B458E2D}"/>
          </ac:spMkLst>
        </pc:spChg>
        <pc:spChg chg="mod">
          <ac:chgData name="Tiwari, Shravan" userId="4c27891f-95d4-4976-825b-8d72b130123b" providerId="ADAL" clId="{C4C3FB2E-2344-4798-B8CA-7F0D4895661F}" dt="2024-06-02T04:37:42.955" v="3279" actId="2711"/>
          <ac:spMkLst>
            <pc:docMk/>
            <pc:sldMk cId="901804564" sldId="2147476458"/>
            <ac:spMk id="12" creationId="{CDDD19D8-9E41-0F7D-9350-DC57C340B9E3}"/>
          </ac:spMkLst>
        </pc:spChg>
        <pc:spChg chg="mod">
          <ac:chgData name="Tiwari, Shravan" userId="4c27891f-95d4-4976-825b-8d72b130123b" providerId="ADAL" clId="{C4C3FB2E-2344-4798-B8CA-7F0D4895661F}" dt="2024-06-02T04:37:42.955" v="3279" actId="2711"/>
          <ac:spMkLst>
            <pc:docMk/>
            <pc:sldMk cId="901804564" sldId="2147476458"/>
            <ac:spMk id="16" creationId="{568CD6E4-D14D-DF54-098D-83B9B442B4B0}"/>
          </ac:spMkLst>
        </pc:spChg>
        <pc:spChg chg="mod">
          <ac:chgData name="Tiwari, Shravan" userId="4c27891f-95d4-4976-825b-8d72b130123b" providerId="ADAL" clId="{C4C3FB2E-2344-4798-B8CA-7F0D4895661F}" dt="2024-06-02T04:37:42.955" v="3279" actId="2711"/>
          <ac:spMkLst>
            <pc:docMk/>
            <pc:sldMk cId="901804564" sldId="2147476458"/>
            <ac:spMk id="17" creationId="{69938D3E-A8FB-E6C1-B2C1-25DBCC2DBC27}"/>
          </ac:spMkLst>
        </pc:spChg>
        <pc:spChg chg="add mod">
          <ac:chgData name="Tiwari, Shravan" userId="4c27891f-95d4-4976-825b-8d72b130123b" providerId="ADAL" clId="{C4C3FB2E-2344-4798-B8CA-7F0D4895661F}" dt="2024-06-02T08:53:04.959" v="4553" actId="255"/>
          <ac:spMkLst>
            <pc:docMk/>
            <pc:sldMk cId="901804564" sldId="2147476458"/>
            <ac:spMk id="23" creationId="{EABD6D5D-7FF6-9383-497B-65AC7C4C4184}"/>
          </ac:spMkLst>
        </pc:spChg>
        <pc:spChg chg="add mod">
          <ac:chgData name="Tiwari, Shravan" userId="4c27891f-95d4-4976-825b-8d72b130123b" providerId="ADAL" clId="{C4C3FB2E-2344-4798-B8CA-7F0D4895661F}" dt="2024-06-02T08:53:35.182" v="4563" actId="1038"/>
          <ac:spMkLst>
            <pc:docMk/>
            <pc:sldMk cId="901804564" sldId="2147476458"/>
            <ac:spMk id="24" creationId="{34598699-693A-AB1C-DF3D-C6CB06B3DDAE}"/>
          </ac:spMkLst>
        </pc:spChg>
        <pc:spChg chg="mod">
          <ac:chgData name="Tiwari, Shravan" userId="4c27891f-95d4-4976-825b-8d72b130123b" providerId="ADAL" clId="{C4C3FB2E-2344-4798-B8CA-7F0D4895661F}" dt="2024-06-02T04:37:42.955" v="3279" actId="2711"/>
          <ac:spMkLst>
            <pc:docMk/>
            <pc:sldMk cId="901804564" sldId="2147476458"/>
            <ac:spMk id="39" creationId="{A87688ED-9398-A5CC-904E-857F929B4AA8}"/>
          </ac:spMkLst>
        </pc:spChg>
        <pc:spChg chg="mod">
          <ac:chgData name="Tiwari, Shravan" userId="4c27891f-95d4-4976-825b-8d72b130123b" providerId="ADAL" clId="{C4C3FB2E-2344-4798-B8CA-7F0D4895661F}" dt="2024-06-02T04:37:42.955" v="3279" actId="2711"/>
          <ac:spMkLst>
            <pc:docMk/>
            <pc:sldMk cId="901804564" sldId="2147476458"/>
            <ac:spMk id="40" creationId="{8A7AD714-6915-05E0-06A4-C4F50F87D8F5}"/>
          </ac:spMkLst>
        </pc:spChg>
        <pc:spChg chg="mod">
          <ac:chgData name="Tiwari, Shravan" userId="4c27891f-95d4-4976-825b-8d72b130123b" providerId="ADAL" clId="{C4C3FB2E-2344-4798-B8CA-7F0D4895661F}" dt="2024-06-02T04:37:42.955" v="3279" actId="2711"/>
          <ac:spMkLst>
            <pc:docMk/>
            <pc:sldMk cId="901804564" sldId="2147476458"/>
            <ac:spMk id="42" creationId="{F7F1416B-72D6-751D-7605-BD52A2F90600}"/>
          </ac:spMkLst>
        </pc:spChg>
        <pc:spChg chg="mod">
          <ac:chgData name="Tiwari, Shravan" userId="4c27891f-95d4-4976-825b-8d72b130123b" providerId="ADAL" clId="{C4C3FB2E-2344-4798-B8CA-7F0D4895661F}" dt="2024-06-02T04:37:42.955" v="3279" actId="2711"/>
          <ac:spMkLst>
            <pc:docMk/>
            <pc:sldMk cId="901804564" sldId="2147476458"/>
            <ac:spMk id="43" creationId="{F5EDE375-DCD0-E7A8-4C50-AD2C3B54F7E9}"/>
          </ac:spMkLst>
        </pc:spChg>
        <pc:spChg chg="mod">
          <ac:chgData name="Tiwari, Shravan" userId="4c27891f-95d4-4976-825b-8d72b130123b" providerId="ADAL" clId="{C4C3FB2E-2344-4798-B8CA-7F0D4895661F}" dt="2024-06-02T04:37:42.955" v="3279" actId="2711"/>
          <ac:spMkLst>
            <pc:docMk/>
            <pc:sldMk cId="901804564" sldId="2147476458"/>
            <ac:spMk id="45" creationId="{B4EA8985-B8F1-31B3-F13F-210039214F6B}"/>
          </ac:spMkLst>
        </pc:spChg>
        <pc:spChg chg="mod">
          <ac:chgData name="Tiwari, Shravan" userId="4c27891f-95d4-4976-825b-8d72b130123b" providerId="ADAL" clId="{C4C3FB2E-2344-4798-B8CA-7F0D4895661F}" dt="2024-06-02T04:37:42.955" v="3279" actId="2711"/>
          <ac:spMkLst>
            <pc:docMk/>
            <pc:sldMk cId="901804564" sldId="2147476458"/>
            <ac:spMk id="46" creationId="{B3816671-1D19-0490-199A-F86A8E5151A2}"/>
          </ac:spMkLst>
        </pc:spChg>
        <pc:spChg chg="mod">
          <ac:chgData name="Tiwari, Shravan" userId="4c27891f-95d4-4976-825b-8d72b130123b" providerId="ADAL" clId="{C4C3FB2E-2344-4798-B8CA-7F0D4895661F}" dt="2024-06-02T04:37:42.955" v="3279" actId="2711"/>
          <ac:spMkLst>
            <pc:docMk/>
            <pc:sldMk cId="901804564" sldId="2147476458"/>
            <ac:spMk id="48" creationId="{3BD08506-4945-194C-3E27-286323A2BEBD}"/>
          </ac:spMkLst>
        </pc:spChg>
        <pc:spChg chg="mod">
          <ac:chgData name="Tiwari, Shravan" userId="4c27891f-95d4-4976-825b-8d72b130123b" providerId="ADAL" clId="{C4C3FB2E-2344-4798-B8CA-7F0D4895661F}" dt="2024-06-02T04:37:42.955" v="3279" actId="2711"/>
          <ac:spMkLst>
            <pc:docMk/>
            <pc:sldMk cId="901804564" sldId="2147476458"/>
            <ac:spMk id="49" creationId="{95200E96-A832-3698-820C-449F5CD312C3}"/>
          </ac:spMkLst>
        </pc:spChg>
        <pc:spChg chg="mod">
          <ac:chgData name="Tiwari, Shravan" userId="4c27891f-95d4-4976-825b-8d72b130123b" providerId="ADAL" clId="{C4C3FB2E-2344-4798-B8CA-7F0D4895661F}" dt="2024-06-02T04:37:42.955" v="3279" actId="2711"/>
          <ac:spMkLst>
            <pc:docMk/>
            <pc:sldMk cId="901804564" sldId="2147476458"/>
            <ac:spMk id="51" creationId="{F963DE66-A729-927D-DFE6-7E3A3536F052}"/>
          </ac:spMkLst>
        </pc:spChg>
        <pc:spChg chg="mod">
          <ac:chgData name="Tiwari, Shravan" userId="4c27891f-95d4-4976-825b-8d72b130123b" providerId="ADAL" clId="{C4C3FB2E-2344-4798-B8CA-7F0D4895661F}" dt="2024-06-02T04:37:42.955" v="3279" actId="2711"/>
          <ac:spMkLst>
            <pc:docMk/>
            <pc:sldMk cId="901804564" sldId="2147476458"/>
            <ac:spMk id="57" creationId="{36ED1E46-F0FA-5B7C-8C43-826919BE3515}"/>
          </ac:spMkLst>
        </pc:spChg>
        <pc:spChg chg="mod">
          <ac:chgData name="Tiwari, Shravan" userId="4c27891f-95d4-4976-825b-8d72b130123b" providerId="ADAL" clId="{C4C3FB2E-2344-4798-B8CA-7F0D4895661F}" dt="2024-06-02T04:37:42.955" v="3279" actId="2711"/>
          <ac:spMkLst>
            <pc:docMk/>
            <pc:sldMk cId="901804564" sldId="2147476458"/>
            <ac:spMk id="61" creationId="{F23E98F6-4EE3-31AE-C2F9-D0EBA35D6E45}"/>
          </ac:spMkLst>
        </pc:spChg>
        <pc:spChg chg="mod">
          <ac:chgData name="Tiwari, Shravan" userId="4c27891f-95d4-4976-825b-8d72b130123b" providerId="ADAL" clId="{C4C3FB2E-2344-4798-B8CA-7F0D4895661F}" dt="2024-06-02T04:37:42.955" v="3279" actId="2711"/>
          <ac:spMkLst>
            <pc:docMk/>
            <pc:sldMk cId="901804564" sldId="2147476458"/>
            <ac:spMk id="63" creationId="{8DDD4124-EDA2-AF1C-B8F5-CCDF016E8F05}"/>
          </ac:spMkLst>
        </pc:spChg>
        <pc:spChg chg="mod">
          <ac:chgData name="Tiwari, Shravan" userId="4c27891f-95d4-4976-825b-8d72b130123b" providerId="ADAL" clId="{C4C3FB2E-2344-4798-B8CA-7F0D4895661F}" dt="2024-06-02T04:37:42.955" v="3279" actId="2711"/>
          <ac:spMkLst>
            <pc:docMk/>
            <pc:sldMk cId="901804564" sldId="2147476458"/>
            <ac:spMk id="66" creationId="{7D35DA96-5DBA-DAD5-BE2A-8273F4C99CF7}"/>
          </ac:spMkLst>
        </pc:spChg>
        <pc:spChg chg="mod">
          <ac:chgData name="Tiwari, Shravan" userId="4c27891f-95d4-4976-825b-8d72b130123b" providerId="ADAL" clId="{C4C3FB2E-2344-4798-B8CA-7F0D4895661F}" dt="2024-06-02T04:37:42.955" v="3279" actId="2711"/>
          <ac:spMkLst>
            <pc:docMk/>
            <pc:sldMk cId="901804564" sldId="2147476458"/>
            <ac:spMk id="67" creationId="{3062B7E7-C7F9-A574-1092-3718DD2D4346}"/>
          </ac:spMkLst>
        </pc:spChg>
        <pc:picChg chg="del">
          <ac:chgData name="Tiwari, Shravan" userId="4c27891f-95d4-4976-825b-8d72b130123b" providerId="ADAL" clId="{C4C3FB2E-2344-4798-B8CA-7F0D4895661F}" dt="2024-06-02T06:25:00.336" v="3286" actId="478"/>
          <ac:picMkLst>
            <pc:docMk/>
            <pc:sldMk cId="901804564" sldId="2147476458"/>
            <ac:picMk id="5" creationId="{5AAFF83E-12B7-7BF3-FE09-7FDE59870F4F}"/>
          </ac:picMkLst>
        </pc:picChg>
        <pc:picChg chg="add mod">
          <ac:chgData name="Tiwari, Shravan" userId="4c27891f-95d4-4976-825b-8d72b130123b" providerId="ADAL" clId="{C4C3FB2E-2344-4798-B8CA-7F0D4895661F}" dt="2024-06-02T06:25:01.303" v="3287"/>
          <ac:picMkLst>
            <pc:docMk/>
            <pc:sldMk cId="901804564" sldId="2147476458"/>
            <ac:picMk id="8" creationId="{E5A848CE-CC54-3B16-7FEE-DE33DE8FCD39}"/>
          </ac:picMkLst>
        </pc:picChg>
      </pc:sldChg>
      <pc:sldChg chg="addSp modSp add mod modNotesTx">
        <pc:chgData name="Tiwari, Shravan" userId="4c27891f-95d4-4976-825b-8d72b130123b" providerId="ADAL" clId="{C4C3FB2E-2344-4798-B8CA-7F0D4895661F}" dt="2024-06-02T06:33:54.914" v="3378" actId="20577"/>
        <pc:sldMkLst>
          <pc:docMk/>
          <pc:sldMk cId="1040155934" sldId="2147476459"/>
        </pc:sldMkLst>
        <pc:spChg chg="mod">
          <ac:chgData name="Tiwari, Shravan" userId="4c27891f-95d4-4976-825b-8d72b130123b" providerId="ADAL" clId="{C4C3FB2E-2344-4798-B8CA-7F0D4895661F}" dt="2024-06-02T03:17:03.634" v="672" actId="1582"/>
          <ac:spMkLst>
            <pc:docMk/>
            <pc:sldMk cId="1040155934" sldId="2147476459"/>
            <ac:spMk id="6" creationId="{7759BB0C-F6E8-DB45-4A3D-FFD459537B0E}"/>
          </ac:spMkLst>
        </pc:spChg>
        <pc:spChg chg="mod">
          <ac:chgData name="Tiwari, Shravan" userId="4c27891f-95d4-4976-825b-8d72b130123b" providerId="ADAL" clId="{C4C3FB2E-2344-4798-B8CA-7F0D4895661F}" dt="2024-06-02T03:17:11.084" v="673" actId="1582"/>
          <ac:spMkLst>
            <pc:docMk/>
            <pc:sldMk cId="1040155934" sldId="2147476459"/>
            <ac:spMk id="7" creationId="{D58EE1D1-8AD8-A80D-22BB-ED6964686E1A}"/>
          </ac:spMkLst>
        </pc:spChg>
        <pc:spChg chg="mod">
          <ac:chgData name="Tiwari, Shravan" userId="4c27891f-95d4-4976-825b-8d72b130123b" providerId="ADAL" clId="{C4C3FB2E-2344-4798-B8CA-7F0D4895661F}" dt="2024-06-02T03:16:39.613" v="669" actId="1582"/>
          <ac:spMkLst>
            <pc:docMk/>
            <pc:sldMk cId="1040155934" sldId="2147476459"/>
            <ac:spMk id="8" creationId="{EC75587C-C905-7333-6297-C728680E3797}"/>
          </ac:spMkLst>
        </pc:spChg>
        <pc:spChg chg="mod">
          <ac:chgData name="Tiwari, Shravan" userId="4c27891f-95d4-4976-825b-8d72b130123b" providerId="ADAL" clId="{C4C3FB2E-2344-4798-B8CA-7F0D4895661F}" dt="2024-06-02T03:16:50.579" v="670" actId="1582"/>
          <ac:spMkLst>
            <pc:docMk/>
            <pc:sldMk cId="1040155934" sldId="2147476459"/>
            <ac:spMk id="9" creationId="{D779F1FD-8242-4BF9-A956-8A35D31D25BC}"/>
          </ac:spMkLst>
        </pc:spChg>
        <pc:spChg chg="mod">
          <ac:chgData name="Tiwari, Shravan" userId="4c27891f-95d4-4976-825b-8d72b130123b" providerId="ADAL" clId="{C4C3FB2E-2344-4798-B8CA-7F0D4895661F}" dt="2024-06-02T03:16:57.475" v="671" actId="1582"/>
          <ac:spMkLst>
            <pc:docMk/>
            <pc:sldMk cId="1040155934" sldId="2147476459"/>
            <ac:spMk id="11" creationId="{D5C0F1F7-E7A6-5FBC-747C-292F4E26EAA6}"/>
          </ac:spMkLst>
        </pc:spChg>
        <pc:picChg chg="add mod">
          <ac:chgData name="Tiwari, Shravan" userId="4c27891f-95d4-4976-825b-8d72b130123b" providerId="ADAL" clId="{C4C3FB2E-2344-4798-B8CA-7F0D4895661F}" dt="2024-06-02T06:25:21.004" v="3292"/>
          <ac:picMkLst>
            <pc:docMk/>
            <pc:sldMk cId="1040155934" sldId="2147476459"/>
            <ac:picMk id="4" creationId="{F9DAE17E-0555-CBE0-8A09-59424EB8C0D4}"/>
          </ac:picMkLst>
        </pc:picChg>
      </pc:sldChg>
      <pc:sldChg chg="modSp add del mod ord modShow">
        <pc:chgData name="Tiwari, Shravan" userId="4c27891f-95d4-4976-825b-8d72b130123b" providerId="ADAL" clId="{C4C3FB2E-2344-4798-B8CA-7F0D4895661F}" dt="2024-06-02T08:37:50.425" v="4420" actId="47"/>
        <pc:sldMkLst>
          <pc:docMk/>
          <pc:sldMk cId="440179578" sldId="2147476460"/>
        </pc:sldMkLst>
        <pc:spChg chg="mod">
          <ac:chgData name="Tiwari, Shravan" userId="4c27891f-95d4-4976-825b-8d72b130123b" providerId="ADAL" clId="{C4C3FB2E-2344-4798-B8CA-7F0D4895661F}" dt="2024-06-02T04:10:13.465" v="2246" actId="27636"/>
          <ac:spMkLst>
            <pc:docMk/>
            <pc:sldMk cId="440179578" sldId="2147476460"/>
            <ac:spMk id="3" creationId="{65FB86BF-F6A5-3995-F221-8FB07F760E87}"/>
          </ac:spMkLst>
        </pc:spChg>
      </pc:sldChg>
      <pc:sldChg chg="modSp add mod">
        <pc:chgData name="Tiwari, Shravan" userId="4c27891f-95d4-4976-825b-8d72b130123b" providerId="ADAL" clId="{C4C3FB2E-2344-4798-B8CA-7F0D4895661F}" dt="2024-06-02T08:20:27.350" v="4342" actId="313"/>
        <pc:sldMkLst>
          <pc:docMk/>
          <pc:sldMk cId="3606592644" sldId="2147476461"/>
        </pc:sldMkLst>
        <pc:spChg chg="mod">
          <ac:chgData name="Tiwari, Shravan" userId="4c27891f-95d4-4976-825b-8d72b130123b" providerId="ADAL" clId="{C4C3FB2E-2344-4798-B8CA-7F0D4895661F}" dt="2024-06-02T08:20:27.350" v="4342" actId="313"/>
          <ac:spMkLst>
            <pc:docMk/>
            <pc:sldMk cId="3606592644" sldId="2147476461"/>
            <ac:spMk id="3" creationId="{C95C2F37-9656-EF70-1268-9FBDC5194299}"/>
          </ac:spMkLst>
        </pc:spChg>
      </pc:sldChg>
      <pc:sldChg chg="addSp delSp modSp add mod">
        <pc:chgData name="Tiwari, Shravan" userId="4c27891f-95d4-4976-825b-8d72b130123b" providerId="ADAL" clId="{C4C3FB2E-2344-4798-B8CA-7F0D4895661F}" dt="2024-06-02T08:37:26.729" v="4419" actId="1076"/>
        <pc:sldMkLst>
          <pc:docMk/>
          <pc:sldMk cId="837342241" sldId="2147476462"/>
        </pc:sldMkLst>
        <pc:spChg chg="add del">
          <ac:chgData name="Tiwari, Shravan" userId="4c27891f-95d4-4976-825b-8d72b130123b" providerId="ADAL" clId="{C4C3FB2E-2344-4798-B8CA-7F0D4895661F}" dt="2024-06-02T08:36:24.272" v="4399" actId="478"/>
          <ac:spMkLst>
            <pc:docMk/>
            <pc:sldMk cId="837342241" sldId="2147476462"/>
            <ac:spMk id="5" creationId="{AF378696-8C61-42F5-98E1-83C006AA8E24}"/>
          </ac:spMkLst>
        </pc:spChg>
        <pc:spChg chg="mod">
          <ac:chgData name="Tiwari, Shravan" userId="4c27891f-95d4-4976-825b-8d72b130123b" providerId="ADAL" clId="{C4C3FB2E-2344-4798-B8CA-7F0D4895661F}" dt="2024-06-02T08:36:59.208" v="4416" actId="20577"/>
          <ac:spMkLst>
            <pc:docMk/>
            <pc:sldMk cId="837342241" sldId="2147476462"/>
            <ac:spMk id="9" creationId="{F7B3E773-8EA4-40AA-A4C9-3736D12A1FF6}"/>
          </ac:spMkLst>
        </pc:spChg>
        <pc:spChg chg="add del mod">
          <ac:chgData name="Tiwari, Shravan" userId="4c27891f-95d4-4976-825b-8d72b130123b" providerId="ADAL" clId="{C4C3FB2E-2344-4798-B8CA-7F0D4895661F}" dt="2024-06-02T08:36:13.315" v="4397" actId="478"/>
          <ac:spMkLst>
            <pc:docMk/>
            <pc:sldMk cId="837342241" sldId="2147476462"/>
            <ac:spMk id="12" creationId="{FDB4DACB-3152-99D6-56CF-648E3E96BB66}"/>
          </ac:spMkLst>
        </pc:spChg>
        <pc:spChg chg="add mod">
          <ac:chgData name="Tiwari, Shravan" userId="4c27891f-95d4-4976-825b-8d72b130123b" providerId="ADAL" clId="{C4C3FB2E-2344-4798-B8CA-7F0D4895661F}" dt="2024-06-02T08:36:12.281" v="4395"/>
          <ac:spMkLst>
            <pc:docMk/>
            <pc:sldMk cId="837342241" sldId="2147476462"/>
            <ac:spMk id="13" creationId="{7A0DD45B-9136-64A1-E5A4-0CE68A47EF66}"/>
          </ac:spMkLst>
        </pc:spChg>
        <pc:spChg chg="add mod">
          <ac:chgData name="Tiwari, Shravan" userId="4c27891f-95d4-4976-825b-8d72b130123b" providerId="ADAL" clId="{C4C3FB2E-2344-4798-B8CA-7F0D4895661F}" dt="2024-06-02T08:37:26.729" v="4419" actId="1076"/>
          <ac:spMkLst>
            <pc:docMk/>
            <pc:sldMk cId="837342241" sldId="2147476462"/>
            <ac:spMk id="15" creationId="{AA5425E4-56CA-6F6E-84DF-29274672899E}"/>
          </ac:spMkLst>
        </pc:spChg>
      </pc:sldChg>
      <pc:sldMasterChg chg="modSldLayout">
        <pc:chgData name="Tiwari, Shravan" userId="4c27891f-95d4-4976-825b-8d72b130123b" providerId="ADAL" clId="{C4C3FB2E-2344-4798-B8CA-7F0D4895661F}" dt="2024-06-02T08:07:12.260" v="3963" actId="14100"/>
        <pc:sldMasterMkLst>
          <pc:docMk/>
          <pc:sldMasterMk cId="706202082" sldId="2147484147"/>
        </pc:sldMasterMkLst>
        <pc:sldLayoutChg chg="modSp mod">
          <pc:chgData name="Tiwari, Shravan" userId="4c27891f-95d4-4976-825b-8d72b130123b" providerId="ADAL" clId="{C4C3FB2E-2344-4798-B8CA-7F0D4895661F}" dt="2024-06-02T08:07:12.260" v="3963" actId="14100"/>
          <pc:sldLayoutMkLst>
            <pc:docMk/>
            <pc:sldMasterMk cId="706202082" sldId="2147484147"/>
            <pc:sldLayoutMk cId="1790707995" sldId="2147484149"/>
          </pc:sldLayoutMkLst>
          <pc:spChg chg="mod">
            <ac:chgData name="Tiwari, Shravan" userId="4c27891f-95d4-4976-825b-8d72b130123b" providerId="ADAL" clId="{C4C3FB2E-2344-4798-B8CA-7F0D4895661F}" dt="2024-06-02T08:07:12.260" v="3963" actId="14100"/>
            <ac:spMkLst>
              <pc:docMk/>
              <pc:sldMasterMk cId="706202082" sldId="2147484147"/>
              <pc:sldLayoutMk cId="1790707995" sldId="2147484149"/>
              <ac:spMk id="11" creationId="{88DCC204-3911-D0CC-A41C-24DBA0A30585}"/>
            </ac:spMkLst>
          </pc:spChg>
        </pc:sldLayoutChg>
      </pc:sldMasterChg>
    </pc:docChg>
  </pc:docChgLst>
  <pc:docChgLst>
    <pc:chgData name="Huo, Hanni" userId="62744832-41d2-4007-b3e5-0d11d744955f" providerId="ADAL" clId="{3AEF3BEC-C88C-4621-AD66-9B2D580A99A5}"/>
    <pc:docChg chg="custSel addSld delSld modSld modSection modShowInfo">
      <pc:chgData name="Huo, Hanni" userId="62744832-41d2-4007-b3e5-0d11d744955f" providerId="ADAL" clId="{3AEF3BEC-C88C-4621-AD66-9B2D580A99A5}" dt="2024-06-01T02:38:18.680" v="41" actId="2696"/>
      <pc:docMkLst>
        <pc:docMk/>
      </pc:docMkLst>
      <pc:sldChg chg="del">
        <pc:chgData name="Huo, Hanni" userId="62744832-41d2-4007-b3e5-0d11d744955f" providerId="ADAL" clId="{3AEF3BEC-C88C-4621-AD66-9B2D580A99A5}" dt="2024-06-01T02:38:18.680" v="41" actId="2696"/>
        <pc:sldMkLst>
          <pc:docMk/>
          <pc:sldMk cId="0" sldId="291"/>
        </pc:sldMkLst>
      </pc:sldChg>
      <pc:sldChg chg="modNotesTx">
        <pc:chgData name="Huo, Hanni" userId="62744832-41d2-4007-b3e5-0d11d744955f" providerId="ADAL" clId="{3AEF3BEC-C88C-4621-AD66-9B2D580A99A5}" dt="2024-05-31T03:34:01.649" v="33" actId="20577"/>
        <pc:sldMkLst>
          <pc:docMk/>
          <pc:sldMk cId="1089217732" sldId="2147470957"/>
        </pc:sldMkLst>
      </pc:sldChg>
      <pc:sldChg chg="addSp delSp modSp add del mod">
        <pc:chgData name="Huo, Hanni" userId="62744832-41d2-4007-b3e5-0d11d744955f" providerId="ADAL" clId="{3AEF3BEC-C88C-4621-AD66-9B2D580A99A5}" dt="2024-06-01T02:38:07.753" v="40"/>
        <pc:sldMkLst>
          <pc:docMk/>
          <pc:sldMk cId="0" sldId="2147471006"/>
        </pc:sldMkLst>
        <pc:spChg chg="add mod">
          <ac:chgData name="Huo, Hanni" userId="62744832-41d2-4007-b3e5-0d11d744955f" providerId="ADAL" clId="{3AEF3BEC-C88C-4621-AD66-9B2D580A99A5}" dt="2024-06-01T02:38:07.753" v="40"/>
          <ac:spMkLst>
            <pc:docMk/>
            <pc:sldMk cId="0" sldId="2147471006"/>
            <ac:spMk id="4" creationId="{C11D7FA6-568C-B22D-2E1E-AF13C6157834}"/>
          </ac:spMkLst>
        </pc:spChg>
        <pc:spChg chg="add del mod">
          <ac:chgData name="Huo, Hanni" userId="62744832-41d2-4007-b3e5-0d11d744955f" providerId="ADAL" clId="{3AEF3BEC-C88C-4621-AD66-9B2D580A99A5}" dt="2024-05-31T10:12:47.310" v="38" actId="478"/>
          <ac:spMkLst>
            <pc:docMk/>
            <pc:sldMk cId="0" sldId="2147471006"/>
            <ac:spMk id="5" creationId="{350C7A59-8AB0-41C5-99B3-963C15F24617}"/>
          </ac:spMkLst>
        </pc:spChg>
        <pc:spChg chg="del">
          <ac:chgData name="Huo, Hanni" userId="62744832-41d2-4007-b3e5-0d11d744955f" providerId="ADAL" clId="{3AEF3BEC-C88C-4621-AD66-9B2D580A99A5}" dt="2024-05-31T10:12:43.962" v="37" actId="478"/>
          <ac:spMkLst>
            <pc:docMk/>
            <pc:sldMk cId="0" sldId="2147471006"/>
            <ac:spMk id="6" creationId="{00000000-0000-0000-0000-000000000000}"/>
          </ac:spMkLst>
        </pc:spChg>
        <pc:spChg chg="add mod">
          <ac:chgData name="Huo, Hanni" userId="62744832-41d2-4007-b3e5-0d11d744955f" providerId="ADAL" clId="{3AEF3BEC-C88C-4621-AD66-9B2D580A99A5}" dt="2024-05-31T10:12:48.341" v="39"/>
          <ac:spMkLst>
            <pc:docMk/>
            <pc:sldMk cId="0" sldId="2147471006"/>
            <ac:spMk id="7" creationId="{0D5657DD-4FB3-DE8C-104B-9668C6977EAA}"/>
          </ac:spMkLst>
        </pc:spChg>
        <pc:spChg chg="add mod">
          <ac:chgData name="Huo, Hanni" userId="62744832-41d2-4007-b3e5-0d11d744955f" providerId="ADAL" clId="{3AEF3BEC-C88C-4621-AD66-9B2D580A99A5}" dt="2024-05-31T10:12:48.341" v="39"/>
          <ac:spMkLst>
            <pc:docMk/>
            <pc:sldMk cId="0" sldId="2147471006"/>
            <ac:spMk id="8" creationId="{B423D6B5-2A1B-E51A-86D8-0F6A7E932AD8}"/>
          </ac:spMkLst>
        </pc:spChg>
        <pc:spChg chg="add mod">
          <ac:chgData name="Huo, Hanni" userId="62744832-41d2-4007-b3e5-0d11d744955f" providerId="ADAL" clId="{3AEF3BEC-C88C-4621-AD66-9B2D580A99A5}" dt="2024-05-31T10:12:48.341" v="39"/>
          <ac:spMkLst>
            <pc:docMk/>
            <pc:sldMk cId="0" sldId="2147471006"/>
            <ac:spMk id="9" creationId="{389A053E-CBF8-B4E7-B9B6-8D228CBD3E56}"/>
          </ac:spMkLst>
        </pc:spChg>
      </pc:sldChg>
    </pc:docChg>
  </pc:docChgLst>
  <pc:docChgLst>
    <pc:chgData name="Errington-Wood, Graeme (IM&amp;T, Kensington WA)" userId="693a62d0-adec-463b-9054-d02453ad5b2f" providerId="ADAL" clId="{2279978A-F192-47A0-88B3-8C2FA6974B89}"/>
    <pc:docChg chg="custSel modSld">
      <pc:chgData name="Errington-Wood, Graeme (IM&amp;T, Kensington WA)" userId="693a62d0-adec-463b-9054-d02453ad5b2f" providerId="ADAL" clId="{2279978A-F192-47A0-88B3-8C2FA6974B89}" dt="2023-07-21T03:04:26.721" v="0" actId="27636"/>
      <pc:docMkLst>
        <pc:docMk/>
      </pc:docMkLst>
      <pc:sldChg chg="modSp mod">
        <pc:chgData name="Errington-Wood, Graeme (IM&amp;T, Kensington WA)" userId="693a62d0-adec-463b-9054-d02453ad5b2f" providerId="ADAL" clId="{2279978A-F192-47A0-88B3-8C2FA6974B89}" dt="2023-07-21T03:04:26.721" v="0" actId="27636"/>
        <pc:sldMkLst>
          <pc:docMk/>
          <pc:sldMk cId="3790331534" sldId="2147470939"/>
        </pc:sldMkLst>
        <pc:spChg chg="mod">
          <ac:chgData name="Errington-Wood, Graeme (IM&amp;T, Kensington WA)" userId="693a62d0-adec-463b-9054-d02453ad5b2f" providerId="ADAL" clId="{2279978A-F192-47A0-88B3-8C2FA6974B89}" dt="2023-07-21T03:04:26.721" v="0" actId="27636"/>
          <ac:spMkLst>
            <pc:docMk/>
            <pc:sldMk cId="3790331534" sldId="2147470939"/>
            <ac:spMk id="3" creationId="{3DA5228C-5A1D-12C7-D41C-30A4707D4AAC}"/>
          </ac:spMkLst>
        </pc:spChg>
      </pc:sldChg>
    </pc:docChg>
  </pc:docChgLst>
  <pc:docChgLst>
    <pc:chgData name="Bohm, Tracy" userId="3f167516-7870-456c-b104-9441d931cc5f" providerId="ADAL" clId="{71035DBB-83AA-4919-8FF3-BD171D2CEE86}"/>
    <pc:docChg chg="undo custSel addSld delSld modSld">
      <pc:chgData name="Bohm, Tracy" userId="3f167516-7870-456c-b104-9441d931cc5f" providerId="ADAL" clId="{71035DBB-83AA-4919-8FF3-BD171D2CEE86}" dt="2023-07-24T02:12:31.664" v="722" actId="313"/>
      <pc:docMkLst>
        <pc:docMk/>
      </pc:docMkLst>
      <pc:sldChg chg="modSp mod">
        <pc:chgData name="Bohm, Tracy" userId="3f167516-7870-456c-b104-9441d931cc5f" providerId="ADAL" clId="{71035DBB-83AA-4919-8FF3-BD171D2CEE86}" dt="2023-07-23T21:10:23.031" v="637" actId="2"/>
        <pc:sldMkLst>
          <pc:docMk/>
          <pc:sldMk cId="884876300" sldId="263"/>
        </pc:sldMkLst>
        <pc:spChg chg="mod">
          <ac:chgData name="Bohm, Tracy" userId="3f167516-7870-456c-b104-9441d931cc5f" providerId="ADAL" clId="{71035DBB-83AA-4919-8FF3-BD171D2CEE86}" dt="2023-07-23T21:10:23.031" v="637" actId="2"/>
          <ac:spMkLst>
            <pc:docMk/>
            <pc:sldMk cId="884876300" sldId="263"/>
            <ac:spMk id="3" creationId="{BAD3678C-DACD-42B1-8C69-66E5EADF29ED}"/>
          </ac:spMkLst>
        </pc:spChg>
      </pc:sldChg>
      <pc:sldChg chg="modSp mod">
        <pc:chgData name="Bohm, Tracy" userId="3f167516-7870-456c-b104-9441d931cc5f" providerId="ADAL" clId="{71035DBB-83AA-4919-8FF3-BD171D2CEE86}" dt="2023-07-23T21:10:18.760" v="631" actId="2"/>
        <pc:sldMkLst>
          <pc:docMk/>
          <pc:sldMk cId="3737707652" sldId="264"/>
        </pc:sldMkLst>
        <pc:spChg chg="mod">
          <ac:chgData name="Bohm, Tracy" userId="3f167516-7870-456c-b104-9441d931cc5f" providerId="ADAL" clId="{71035DBB-83AA-4919-8FF3-BD171D2CEE86}" dt="2023-07-23T21:10:18.760" v="631" actId="2"/>
          <ac:spMkLst>
            <pc:docMk/>
            <pc:sldMk cId="3737707652" sldId="264"/>
            <ac:spMk id="16" creationId="{186B1DD0-2A72-4388-667D-947852A39063}"/>
          </ac:spMkLst>
        </pc:spChg>
      </pc:sldChg>
      <pc:sldChg chg="modSp mod">
        <pc:chgData name="Bohm, Tracy" userId="3f167516-7870-456c-b104-9441d931cc5f" providerId="ADAL" clId="{71035DBB-83AA-4919-8FF3-BD171D2CEE86}" dt="2023-07-23T21:10:23.318" v="638" actId="2"/>
        <pc:sldMkLst>
          <pc:docMk/>
          <pc:sldMk cId="194708393" sldId="265"/>
        </pc:sldMkLst>
        <pc:spChg chg="mod">
          <ac:chgData name="Bohm, Tracy" userId="3f167516-7870-456c-b104-9441d931cc5f" providerId="ADAL" clId="{71035DBB-83AA-4919-8FF3-BD171D2CEE86}" dt="2023-07-23T21:10:23.318" v="638" actId="2"/>
          <ac:spMkLst>
            <pc:docMk/>
            <pc:sldMk cId="194708393" sldId="265"/>
            <ac:spMk id="3" creationId="{1657B292-6958-4A19-8C63-661F4CF796DD}"/>
          </ac:spMkLst>
        </pc:spChg>
      </pc:sldChg>
      <pc:sldChg chg="modSp">
        <pc:chgData name="Bohm, Tracy" userId="3f167516-7870-456c-b104-9441d931cc5f" providerId="ADAL" clId="{71035DBB-83AA-4919-8FF3-BD171D2CEE86}" dt="2023-07-23T12:03:59.995" v="352" actId="1076"/>
        <pc:sldMkLst>
          <pc:docMk/>
          <pc:sldMk cId="826651462" sldId="266"/>
        </pc:sldMkLst>
        <pc:picChg chg="mod">
          <ac:chgData name="Bohm, Tracy" userId="3f167516-7870-456c-b104-9441d931cc5f" providerId="ADAL" clId="{71035DBB-83AA-4919-8FF3-BD171D2CEE86}" dt="2023-07-23T12:03:59.995" v="352" actId="1076"/>
          <ac:picMkLst>
            <pc:docMk/>
            <pc:sldMk cId="826651462" sldId="266"/>
            <ac:picMk id="1026" creationId="{AA87C445-3F19-4011-AA89-CACF006B58DC}"/>
          </ac:picMkLst>
        </pc:picChg>
      </pc:sldChg>
      <pc:sldChg chg="modSp mod modNotesTx">
        <pc:chgData name="Bohm, Tracy" userId="3f167516-7870-456c-b104-9441d931cc5f" providerId="ADAL" clId="{71035DBB-83AA-4919-8FF3-BD171D2CEE86}" dt="2023-07-23T21:10:53.573" v="656" actId="20577"/>
        <pc:sldMkLst>
          <pc:docMk/>
          <pc:sldMk cId="930868058" sldId="302"/>
        </pc:sldMkLst>
        <pc:spChg chg="mod">
          <ac:chgData name="Bohm, Tracy" userId="3f167516-7870-456c-b104-9441d931cc5f" providerId="ADAL" clId="{71035DBB-83AA-4919-8FF3-BD171D2CEE86}" dt="2023-07-23T21:05:27.339" v="521" actId="6549"/>
          <ac:spMkLst>
            <pc:docMk/>
            <pc:sldMk cId="930868058" sldId="302"/>
            <ac:spMk id="2" creationId="{99492B56-777D-6F69-FCBC-3D3CD5362E70}"/>
          </ac:spMkLst>
        </pc:spChg>
        <pc:graphicFrameChg chg="mod">
          <ac:chgData name="Bohm, Tracy" userId="3f167516-7870-456c-b104-9441d931cc5f" providerId="ADAL" clId="{71035DBB-83AA-4919-8FF3-BD171D2CEE86}" dt="2023-07-23T12:55:49.211" v="374" actId="20577"/>
          <ac:graphicFrameMkLst>
            <pc:docMk/>
            <pc:sldMk cId="930868058" sldId="302"/>
            <ac:graphicFrameMk id="7" creationId="{A133322F-7A91-ABD1-A4DA-1CA091187D1E}"/>
          </ac:graphicFrameMkLst>
        </pc:graphicFrameChg>
      </pc:sldChg>
      <pc:sldChg chg="modSp mod modNotesTx">
        <pc:chgData name="Bohm, Tracy" userId="3f167516-7870-456c-b104-9441d931cc5f" providerId="ADAL" clId="{71035DBB-83AA-4919-8FF3-BD171D2CEE86}" dt="2023-07-23T21:10:58.703" v="657" actId="2"/>
        <pc:sldMkLst>
          <pc:docMk/>
          <pc:sldMk cId="58820069" sldId="401"/>
        </pc:sldMkLst>
        <pc:spChg chg="mod">
          <ac:chgData name="Bohm, Tracy" userId="3f167516-7870-456c-b104-9441d931cc5f" providerId="ADAL" clId="{71035DBB-83AA-4919-8FF3-BD171D2CEE86}" dt="2023-07-23T13:18:59.427" v="468" actId="20577"/>
          <ac:spMkLst>
            <pc:docMk/>
            <pc:sldMk cId="58820069" sldId="401"/>
            <ac:spMk id="2" creationId="{99492B56-777D-6F69-FCBC-3D3CD5362E70}"/>
          </ac:spMkLst>
        </pc:spChg>
        <pc:graphicFrameChg chg="mod">
          <ac:chgData name="Bohm, Tracy" userId="3f167516-7870-456c-b104-9441d931cc5f" providerId="ADAL" clId="{71035DBB-83AA-4919-8FF3-BD171D2CEE86}" dt="2023-07-23T21:10:58.703" v="657" actId="2"/>
          <ac:graphicFrameMkLst>
            <pc:docMk/>
            <pc:sldMk cId="58820069" sldId="401"/>
            <ac:graphicFrameMk id="4" creationId="{30E8BF55-F401-38CC-FAD0-C18E49E8FB54}"/>
          </ac:graphicFrameMkLst>
        </pc:graphicFrameChg>
        <pc:graphicFrameChg chg="mod">
          <ac:chgData name="Bohm, Tracy" userId="3f167516-7870-456c-b104-9441d931cc5f" providerId="ADAL" clId="{71035DBB-83AA-4919-8FF3-BD171D2CEE86}" dt="2023-07-23T13:18:43.764" v="444"/>
          <ac:graphicFrameMkLst>
            <pc:docMk/>
            <pc:sldMk cId="58820069" sldId="401"/>
            <ac:graphicFrameMk id="7" creationId="{A133322F-7A91-ABD1-A4DA-1CA091187D1E}"/>
          </ac:graphicFrameMkLst>
        </pc:graphicFrameChg>
      </pc:sldChg>
      <pc:sldChg chg="modSp mod modNotesTx">
        <pc:chgData name="Bohm, Tracy" userId="3f167516-7870-456c-b104-9441d931cc5f" providerId="ADAL" clId="{71035DBB-83AA-4919-8FF3-BD171D2CEE86}" dt="2023-07-23T21:08:38.683" v="583"/>
        <pc:sldMkLst>
          <pc:docMk/>
          <pc:sldMk cId="522661102" sldId="404"/>
        </pc:sldMkLst>
        <pc:spChg chg="mod">
          <ac:chgData name="Bohm, Tracy" userId="3f167516-7870-456c-b104-9441d931cc5f" providerId="ADAL" clId="{71035DBB-83AA-4919-8FF3-BD171D2CEE86}" dt="2023-07-23T11:13:42.313" v="236" actId="1076"/>
          <ac:spMkLst>
            <pc:docMk/>
            <pc:sldMk cId="522661102" sldId="404"/>
            <ac:spMk id="3" creationId="{C4A5FC5D-5C74-AA1B-4ED3-0B137C8A1669}"/>
          </ac:spMkLst>
        </pc:spChg>
        <pc:graphicFrameChg chg="mod">
          <ac:chgData name="Bohm, Tracy" userId="3f167516-7870-456c-b104-9441d931cc5f" providerId="ADAL" clId="{71035DBB-83AA-4919-8FF3-BD171D2CEE86}" dt="2023-07-23T11:16:39.568" v="288"/>
          <ac:graphicFrameMkLst>
            <pc:docMk/>
            <pc:sldMk cId="522661102" sldId="404"/>
            <ac:graphicFrameMk id="6" creationId="{F38FE571-A139-7677-076E-9BB1F412D745}"/>
          </ac:graphicFrameMkLst>
        </pc:graphicFrameChg>
      </pc:sldChg>
      <pc:sldChg chg="addSp delSp modSp mod modNotesTx">
        <pc:chgData name="Bohm, Tracy" userId="3f167516-7870-456c-b104-9441d931cc5f" providerId="ADAL" clId="{71035DBB-83AA-4919-8FF3-BD171D2CEE86}" dt="2023-07-23T21:08:19.684" v="582"/>
        <pc:sldMkLst>
          <pc:docMk/>
          <pc:sldMk cId="3491935951" sldId="411"/>
        </pc:sldMkLst>
        <pc:spChg chg="add del">
          <ac:chgData name="Bohm, Tracy" userId="3f167516-7870-456c-b104-9441d931cc5f" providerId="ADAL" clId="{71035DBB-83AA-4919-8FF3-BD171D2CEE86}" dt="2023-07-23T21:08:16.728" v="581" actId="22"/>
          <ac:spMkLst>
            <pc:docMk/>
            <pc:sldMk cId="3491935951" sldId="411"/>
            <ac:spMk id="4" creationId="{92484456-3D2A-E941-C1E7-F64308262B22}"/>
          </ac:spMkLst>
        </pc:spChg>
        <pc:graphicFrameChg chg="mod">
          <ac:chgData name="Bohm, Tracy" userId="3f167516-7870-456c-b104-9441d931cc5f" providerId="ADAL" clId="{71035DBB-83AA-4919-8FF3-BD171D2CEE86}" dt="2023-07-23T14:28:15.948" v="487" actId="20577"/>
          <ac:graphicFrameMkLst>
            <pc:docMk/>
            <pc:sldMk cId="3491935951" sldId="411"/>
            <ac:graphicFrameMk id="7" creationId="{CCC6915F-D744-8F52-5DE1-1FCBD993ED5A}"/>
          </ac:graphicFrameMkLst>
        </pc:graphicFrameChg>
      </pc:sldChg>
      <pc:sldChg chg="modSp mod modNotesTx">
        <pc:chgData name="Bohm, Tracy" userId="3f167516-7870-456c-b104-9441d931cc5f" providerId="ADAL" clId="{71035DBB-83AA-4919-8FF3-BD171D2CEE86}" dt="2023-07-23T21:07:59.949" v="579"/>
        <pc:sldMkLst>
          <pc:docMk/>
          <pc:sldMk cId="3555859551" sldId="412"/>
        </pc:sldMkLst>
        <pc:spChg chg="mod">
          <ac:chgData name="Bohm, Tracy" userId="3f167516-7870-456c-b104-9441d931cc5f" providerId="ADAL" clId="{71035DBB-83AA-4919-8FF3-BD171D2CEE86}" dt="2023-07-23T14:12:40.106" v="474" actId="20577"/>
          <ac:spMkLst>
            <pc:docMk/>
            <pc:sldMk cId="3555859551" sldId="412"/>
            <ac:spMk id="3" creationId="{C160F5D5-95C7-C151-A2EF-B9FF63D10C28}"/>
          </ac:spMkLst>
        </pc:spChg>
      </pc:sldChg>
      <pc:sldChg chg="modSp mod">
        <pc:chgData name="Bohm, Tracy" userId="3f167516-7870-456c-b104-9441d931cc5f" providerId="ADAL" clId="{71035DBB-83AA-4919-8FF3-BD171D2CEE86}" dt="2023-07-23T21:10:17.314" v="630" actId="2"/>
        <pc:sldMkLst>
          <pc:docMk/>
          <pc:sldMk cId="2772753535" sldId="418"/>
        </pc:sldMkLst>
        <pc:spChg chg="mod">
          <ac:chgData name="Bohm, Tracy" userId="3f167516-7870-456c-b104-9441d931cc5f" providerId="ADAL" clId="{71035DBB-83AA-4919-8FF3-BD171D2CEE86}" dt="2023-07-23T21:10:17.314" v="630" actId="2"/>
          <ac:spMkLst>
            <pc:docMk/>
            <pc:sldMk cId="2772753535" sldId="418"/>
            <ac:spMk id="20" creationId="{D5D69D7C-C330-E424-1606-8AE6ABCB0BB6}"/>
          </ac:spMkLst>
        </pc:spChg>
      </pc:sldChg>
      <pc:sldChg chg="modSp mod">
        <pc:chgData name="Bohm, Tracy" userId="3f167516-7870-456c-b104-9441d931cc5f" providerId="ADAL" clId="{71035DBB-83AA-4919-8FF3-BD171D2CEE86}" dt="2023-07-23T21:10:15.914" v="629" actId="2"/>
        <pc:sldMkLst>
          <pc:docMk/>
          <pc:sldMk cId="1242594982" sldId="425"/>
        </pc:sldMkLst>
        <pc:spChg chg="mod">
          <ac:chgData name="Bohm, Tracy" userId="3f167516-7870-456c-b104-9441d931cc5f" providerId="ADAL" clId="{71035DBB-83AA-4919-8FF3-BD171D2CEE86}" dt="2023-07-23T21:10:15.914" v="629" actId="2"/>
          <ac:spMkLst>
            <pc:docMk/>
            <pc:sldMk cId="1242594982" sldId="425"/>
            <ac:spMk id="8" creationId="{8E96A9F9-ED0B-5E83-0E81-CBB58D99AD5A}"/>
          </ac:spMkLst>
        </pc:spChg>
      </pc:sldChg>
      <pc:sldChg chg="modSp mod">
        <pc:chgData name="Bohm, Tracy" userId="3f167516-7870-456c-b104-9441d931cc5f" providerId="ADAL" clId="{71035DBB-83AA-4919-8FF3-BD171D2CEE86}" dt="2023-07-23T21:10:05.451" v="625" actId="2"/>
        <pc:sldMkLst>
          <pc:docMk/>
          <pc:sldMk cId="4067780168" sldId="434"/>
        </pc:sldMkLst>
        <pc:spChg chg="mod">
          <ac:chgData name="Bohm, Tracy" userId="3f167516-7870-456c-b104-9441d931cc5f" providerId="ADAL" clId="{71035DBB-83AA-4919-8FF3-BD171D2CEE86}" dt="2023-07-23T21:10:05.451" v="625" actId="2"/>
          <ac:spMkLst>
            <pc:docMk/>
            <pc:sldMk cId="4067780168" sldId="434"/>
            <ac:spMk id="2" creationId="{D04F7919-EEBC-9E8F-7F35-BD0719582A4E}"/>
          </ac:spMkLst>
        </pc:spChg>
      </pc:sldChg>
      <pc:sldChg chg="modSp mod">
        <pc:chgData name="Bohm, Tracy" userId="3f167516-7870-456c-b104-9441d931cc5f" providerId="ADAL" clId="{71035DBB-83AA-4919-8FF3-BD171D2CEE86}" dt="2023-07-23T21:10:08.435" v="626" actId="2"/>
        <pc:sldMkLst>
          <pc:docMk/>
          <pc:sldMk cId="3070686884" sldId="439"/>
        </pc:sldMkLst>
        <pc:spChg chg="mod">
          <ac:chgData name="Bohm, Tracy" userId="3f167516-7870-456c-b104-9441d931cc5f" providerId="ADAL" clId="{71035DBB-83AA-4919-8FF3-BD171D2CEE86}" dt="2023-07-23T21:10:08.435" v="626" actId="2"/>
          <ac:spMkLst>
            <pc:docMk/>
            <pc:sldMk cId="3070686884" sldId="439"/>
            <ac:spMk id="2" creationId="{2775D0F4-D415-CBCD-C576-E39E21C8CDBB}"/>
          </ac:spMkLst>
        </pc:spChg>
      </pc:sldChg>
      <pc:sldChg chg="modSp mod">
        <pc:chgData name="Bohm, Tracy" userId="3f167516-7870-456c-b104-9441d931cc5f" providerId="ADAL" clId="{71035DBB-83AA-4919-8FF3-BD171D2CEE86}" dt="2023-07-23T21:10:13.742" v="628" actId="2"/>
        <pc:sldMkLst>
          <pc:docMk/>
          <pc:sldMk cId="875188334" sldId="443"/>
        </pc:sldMkLst>
        <pc:spChg chg="mod">
          <ac:chgData name="Bohm, Tracy" userId="3f167516-7870-456c-b104-9441d931cc5f" providerId="ADAL" clId="{71035DBB-83AA-4919-8FF3-BD171D2CEE86}" dt="2023-07-23T21:10:13.742" v="628" actId="2"/>
          <ac:spMkLst>
            <pc:docMk/>
            <pc:sldMk cId="875188334" sldId="443"/>
            <ac:spMk id="6" creationId="{10EED5DC-70D0-F24F-9FC9-DC18CBD78518}"/>
          </ac:spMkLst>
        </pc:spChg>
      </pc:sldChg>
      <pc:sldChg chg="modSp mod">
        <pc:chgData name="Bohm, Tracy" userId="3f167516-7870-456c-b104-9441d931cc5f" providerId="ADAL" clId="{71035DBB-83AA-4919-8FF3-BD171D2CEE86}" dt="2023-07-24T02:10:24.978" v="667" actId="20577"/>
        <pc:sldMkLst>
          <pc:docMk/>
          <pc:sldMk cId="2028119931" sldId="449"/>
        </pc:sldMkLst>
        <pc:spChg chg="mod">
          <ac:chgData name="Bohm, Tracy" userId="3f167516-7870-456c-b104-9441d931cc5f" providerId="ADAL" clId="{71035DBB-83AA-4919-8FF3-BD171D2CEE86}" dt="2023-07-23T21:10:20.683" v="633" actId="2"/>
          <ac:spMkLst>
            <pc:docMk/>
            <pc:sldMk cId="2028119931" sldId="449"/>
            <ac:spMk id="3" creationId="{53E854FD-D388-4F42-BCAC-55F5819AA625}"/>
          </ac:spMkLst>
        </pc:spChg>
        <pc:spChg chg="mod">
          <ac:chgData name="Bohm, Tracy" userId="3f167516-7870-456c-b104-9441d931cc5f" providerId="ADAL" clId="{71035DBB-83AA-4919-8FF3-BD171D2CEE86}" dt="2023-07-24T02:10:24.978" v="667" actId="20577"/>
          <ac:spMkLst>
            <pc:docMk/>
            <pc:sldMk cId="2028119931" sldId="449"/>
            <ac:spMk id="4" creationId="{4C71A31D-1D70-487B-A758-37EB612E4A7C}"/>
          </ac:spMkLst>
        </pc:spChg>
      </pc:sldChg>
      <pc:sldChg chg="modSp mod modNotesTx">
        <pc:chgData name="Bohm, Tracy" userId="3f167516-7870-456c-b104-9441d931cc5f" providerId="ADAL" clId="{71035DBB-83AA-4919-8FF3-BD171D2CEE86}" dt="2023-07-23T21:11:14.713" v="659" actId="313"/>
        <pc:sldMkLst>
          <pc:docMk/>
          <pc:sldMk cId="3979408787" sldId="2147470922"/>
        </pc:sldMkLst>
        <pc:spChg chg="mod">
          <ac:chgData name="Bohm, Tracy" userId="3f167516-7870-456c-b104-9441d931cc5f" providerId="ADAL" clId="{71035DBB-83AA-4919-8FF3-BD171D2CEE86}" dt="2023-07-23T11:11:59.871" v="171" actId="6549"/>
          <ac:spMkLst>
            <pc:docMk/>
            <pc:sldMk cId="3979408787" sldId="2147470922"/>
            <ac:spMk id="4" creationId="{69EE5D81-DCE4-F668-8BFC-7E34DCC32470}"/>
          </ac:spMkLst>
        </pc:spChg>
      </pc:sldChg>
      <pc:sldChg chg="modSp mod">
        <pc:chgData name="Bohm, Tracy" userId="3f167516-7870-456c-b104-9441d931cc5f" providerId="ADAL" clId="{71035DBB-83AA-4919-8FF3-BD171D2CEE86}" dt="2023-07-24T02:12:31.664" v="722" actId="313"/>
        <pc:sldMkLst>
          <pc:docMk/>
          <pc:sldMk cId="2046279489" sldId="2147470925"/>
        </pc:sldMkLst>
        <pc:spChg chg="mod">
          <ac:chgData name="Bohm, Tracy" userId="3f167516-7870-456c-b104-9441d931cc5f" providerId="ADAL" clId="{71035DBB-83AA-4919-8FF3-BD171D2CEE86}" dt="2023-07-23T11:54:05.403" v="351" actId="255"/>
          <ac:spMkLst>
            <pc:docMk/>
            <pc:sldMk cId="2046279489" sldId="2147470925"/>
            <ac:spMk id="16" creationId="{0DBF672F-FE81-F468-3DAA-09B940204E1C}"/>
          </ac:spMkLst>
        </pc:spChg>
        <pc:spChg chg="mod">
          <ac:chgData name="Bohm, Tracy" userId="3f167516-7870-456c-b104-9441d931cc5f" providerId="ADAL" clId="{71035DBB-83AA-4919-8FF3-BD171D2CEE86}" dt="2023-07-23T21:10:29.484" v="646" actId="2"/>
          <ac:spMkLst>
            <pc:docMk/>
            <pc:sldMk cId="2046279489" sldId="2147470925"/>
            <ac:spMk id="19" creationId="{51DE8985-4ED5-0F0A-5DD0-FA8E4E32FC1F}"/>
          </ac:spMkLst>
        </pc:spChg>
        <pc:spChg chg="mod">
          <ac:chgData name="Bohm, Tracy" userId="3f167516-7870-456c-b104-9441d931cc5f" providerId="ADAL" clId="{71035DBB-83AA-4919-8FF3-BD171D2CEE86}" dt="2023-07-23T11:53:44.951" v="350" actId="255"/>
          <ac:spMkLst>
            <pc:docMk/>
            <pc:sldMk cId="2046279489" sldId="2147470925"/>
            <ac:spMk id="22" creationId="{A0051D7F-96A8-6125-9780-43C237972B51}"/>
          </ac:spMkLst>
        </pc:spChg>
        <pc:spChg chg="mod">
          <ac:chgData name="Bohm, Tracy" userId="3f167516-7870-456c-b104-9441d931cc5f" providerId="ADAL" clId="{71035DBB-83AA-4919-8FF3-BD171D2CEE86}" dt="2023-07-24T02:12:31.664" v="722" actId="313"/>
          <ac:spMkLst>
            <pc:docMk/>
            <pc:sldMk cId="2046279489" sldId="2147470925"/>
            <ac:spMk id="23" creationId="{C0013D48-FCD3-998D-AF29-6FF36DD01F52}"/>
          </ac:spMkLst>
        </pc:spChg>
        <pc:graphicFrameChg chg="mod">
          <ac:chgData name="Bohm, Tracy" userId="3f167516-7870-456c-b104-9441d931cc5f" providerId="ADAL" clId="{71035DBB-83AA-4919-8FF3-BD171D2CEE86}" dt="2023-07-24T02:11:27.879" v="679" actId="20577"/>
          <ac:graphicFrameMkLst>
            <pc:docMk/>
            <pc:sldMk cId="2046279489" sldId="2147470925"/>
            <ac:graphicFrameMk id="7" creationId="{50DF3105-B4B0-65F6-45AA-2905E862D82D}"/>
          </ac:graphicFrameMkLst>
        </pc:graphicFrameChg>
      </pc:sldChg>
      <pc:sldChg chg="modSp mod modNotesTx">
        <pc:chgData name="Bohm, Tracy" userId="3f167516-7870-456c-b104-9441d931cc5f" providerId="ADAL" clId="{71035DBB-83AA-4919-8FF3-BD171D2CEE86}" dt="2023-07-24T02:10:04.281" v="665" actId="20577"/>
        <pc:sldMkLst>
          <pc:docMk/>
          <pc:sldMk cId="3735410855" sldId="2147470928"/>
        </pc:sldMkLst>
        <pc:spChg chg="mod">
          <ac:chgData name="Bohm, Tracy" userId="3f167516-7870-456c-b104-9441d931cc5f" providerId="ADAL" clId="{71035DBB-83AA-4919-8FF3-BD171D2CEE86}" dt="2023-07-23T21:10:26.647" v="643" actId="2"/>
          <ac:spMkLst>
            <pc:docMk/>
            <pc:sldMk cId="3735410855" sldId="2147470928"/>
            <ac:spMk id="11" creationId="{E6FB8C5E-6F78-8903-6E64-C143C4025DF3}"/>
          </ac:spMkLst>
        </pc:spChg>
        <pc:spChg chg="mod">
          <ac:chgData name="Bohm, Tracy" userId="3f167516-7870-456c-b104-9441d931cc5f" providerId="ADAL" clId="{71035DBB-83AA-4919-8FF3-BD171D2CEE86}" dt="2023-07-24T02:10:04.281" v="665" actId="20577"/>
          <ac:spMkLst>
            <pc:docMk/>
            <pc:sldMk cId="3735410855" sldId="2147470928"/>
            <ac:spMk id="26" creationId="{7F0A8FD6-4A4B-4DCE-4553-3AD2AB675B1F}"/>
          </ac:spMkLst>
        </pc:spChg>
        <pc:spChg chg="mod">
          <ac:chgData name="Bohm, Tracy" userId="3f167516-7870-456c-b104-9441d931cc5f" providerId="ADAL" clId="{71035DBB-83AA-4919-8FF3-BD171D2CEE86}" dt="2023-07-24T02:09:59.891" v="663"/>
          <ac:spMkLst>
            <pc:docMk/>
            <pc:sldMk cId="3735410855" sldId="2147470928"/>
            <ac:spMk id="29" creationId="{B14415A8-382D-CE4D-A5C8-BB45BF91E658}"/>
          </ac:spMkLst>
        </pc:spChg>
      </pc:sldChg>
      <pc:sldChg chg="modSp mod modNotesTx">
        <pc:chgData name="Bohm, Tracy" userId="3f167516-7870-456c-b104-9441d931cc5f" providerId="ADAL" clId="{71035DBB-83AA-4919-8FF3-BD171D2CEE86}" dt="2023-07-23T21:10:24.653" v="640" actId="2"/>
        <pc:sldMkLst>
          <pc:docMk/>
          <pc:sldMk cId="3604554159" sldId="2147470929"/>
        </pc:sldMkLst>
        <pc:spChg chg="mod">
          <ac:chgData name="Bohm, Tracy" userId="3f167516-7870-456c-b104-9441d931cc5f" providerId="ADAL" clId="{71035DBB-83AA-4919-8FF3-BD171D2CEE86}" dt="2023-07-23T21:10:23.635" v="639" actId="2"/>
          <ac:spMkLst>
            <pc:docMk/>
            <pc:sldMk cId="3604554159" sldId="2147470929"/>
            <ac:spMk id="13" creationId="{57AF076E-1D6A-47FA-836E-E81F97D2B819}"/>
          </ac:spMkLst>
        </pc:spChg>
      </pc:sldChg>
      <pc:sldChg chg="modSp modNotesTx">
        <pc:chgData name="Bohm, Tracy" userId="3f167516-7870-456c-b104-9441d931cc5f" providerId="ADAL" clId="{71035DBB-83AA-4919-8FF3-BD171D2CEE86}" dt="2023-07-23T21:10:31.400" v="647" actId="2"/>
        <pc:sldMkLst>
          <pc:docMk/>
          <pc:sldMk cId="896648152" sldId="2147470945"/>
        </pc:sldMkLst>
        <pc:graphicFrameChg chg="mod">
          <ac:chgData name="Bohm, Tracy" userId="3f167516-7870-456c-b104-9441d931cc5f" providerId="ADAL" clId="{71035DBB-83AA-4919-8FF3-BD171D2CEE86}" dt="2023-07-23T21:10:31.400" v="647" actId="2"/>
          <ac:graphicFrameMkLst>
            <pc:docMk/>
            <pc:sldMk cId="896648152" sldId="2147470945"/>
            <ac:graphicFrameMk id="4" creationId="{C489C250-E27B-40F1-9B7B-F961B675D86C}"/>
          </ac:graphicFrameMkLst>
        </pc:graphicFrameChg>
      </pc:sldChg>
      <pc:sldChg chg="modSp modNotesTx">
        <pc:chgData name="Bohm, Tracy" userId="3f167516-7870-456c-b104-9441d931cc5f" providerId="ADAL" clId="{71035DBB-83AA-4919-8FF3-BD171D2CEE86}" dt="2023-07-23T21:10:33.229" v="648" actId="2"/>
        <pc:sldMkLst>
          <pc:docMk/>
          <pc:sldMk cId="1175510100" sldId="2147470946"/>
        </pc:sldMkLst>
        <pc:graphicFrameChg chg="mod">
          <ac:chgData name="Bohm, Tracy" userId="3f167516-7870-456c-b104-9441d931cc5f" providerId="ADAL" clId="{71035DBB-83AA-4919-8FF3-BD171D2CEE86}" dt="2023-07-23T21:10:33.229" v="648" actId="2"/>
          <ac:graphicFrameMkLst>
            <pc:docMk/>
            <pc:sldMk cId="1175510100" sldId="2147470946"/>
            <ac:graphicFrameMk id="4" creationId="{C489C250-E27B-40F1-9B7B-F961B675D86C}"/>
          </ac:graphicFrameMkLst>
        </pc:graphicFrameChg>
      </pc:sldChg>
      <pc:sldChg chg="modNotesTx">
        <pc:chgData name="Bohm, Tracy" userId="3f167516-7870-456c-b104-9441d931cc5f" providerId="ADAL" clId="{71035DBB-83AA-4919-8FF3-BD171D2CEE86}" dt="2023-07-23T21:06:05.341" v="529"/>
        <pc:sldMkLst>
          <pc:docMk/>
          <pc:sldMk cId="3434143952" sldId="2147470947"/>
        </pc:sldMkLst>
      </pc:sldChg>
      <pc:sldChg chg="modNotesTx">
        <pc:chgData name="Bohm, Tracy" userId="3f167516-7870-456c-b104-9441d931cc5f" providerId="ADAL" clId="{71035DBB-83AA-4919-8FF3-BD171D2CEE86}" dt="2023-07-23T21:07:05.768" v="552" actId="20577"/>
        <pc:sldMkLst>
          <pc:docMk/>
          <pc:sldMk cId="102498744" sldId="2147470948"/>
        </pc:sldMkLst>
      </pc:sldChg>
      <pc:sldChg chg="modNotesTx">
        <pc:chgData name="Bohm, Tracy" userId="3f167516-7870-456c-b104-9441d931cc5f" providerId="ADAL" clId="{71035DBB-83AA-4919-8FF3-BD171D2CEE86}" dt="2023-07-23T21:07:28.225" v="578"/>
        <pc:sldMkLst>
          <pc:docMk/>
          <pc:sldMk cId="648385575" sldId="2147470949"/>
        </pc:sldMkLst>
      </pc:sldChg>
      <pc:sldChg chg="addSp modSp mod modNotesTx">
        <pc:chgData name="Bohm, Tracy" userId="3f167516-7870-456c-b104-9441d931cc5f" providerId="ADAL" clId="{71035DBB-83AA-4919-8FF3-BD171D2CEE86}" dt="2023-07-23T21:08:54.966" v="584"/>
        <pc:sldMkLst>
          <pc:docMk/>
          <pc:sldMk cId="4155001667" sldId="2147470950"/>
        </pc:sldMkLst>
        <pc:spChg chg="add mod">
          <ac:chgData name="Bohm, Tracy" userId="3f167516-7870-456c-b104-9441d931cc5f" providerId="ADAL" clId="{71035DBB-83AA-4919-8FF3-BD171D2CEE86}" dt="2023-07-23T11:20:19.505" v="309" actId="1076"/>
          <ac:spMkLst>
            <pc:docMk/>
            <pc:sldMk cId="4155001667" sldId="2147470950"/>
            <ac:spMk id="2" creationId="{217F3EAB-F09E-EDC7-8CF6-B18070576FE7}"/>
          </ac:spMkLst>
        </pc:spChg>
        <pc:spChg chg="mod">
          <ac:chgData name="Bohm, Tracy" userId="3f167516-7870-456c-b104-9441d931cc5f" providerId="ADAL" clId="{71035DBB-83AA-4919-8FF3-BD171D2CEE86}" dt="2023-07-23T11:21:43.033" v="334" actId="1076"/>
          <ac:spMkLst>
            <pc:docMk/>
            <pc:sldMk cId="4155001667" sldId="2147470950"/>
            <ac:spMk id="7" creationId="{75391DF6-7855-59D6-C8A7-254EF3F15BFF}"/>
          </ac:spMkLst>
        </pc:spChg>
        <pc:spChg chg="mod">
          <ac:chgData name="Bohm, Tracy" userId="3f167516-7870-456c-b104-9441d931cc5f" providerId="ADAL" clId="{71035DBB-83AA-4919-8FF3-BD171D2CEE86}" dt="2023-07-23T11:20:32.098" v="312" actId="1076"/>
          <ac:spMkLst>
            <pc:docMk/>
            <pc:sldMk cId="4155001667" sldId="2147470950"/>
            <ac:spMk id="8" creationId="{3F69669E-200A-B9A1-E50B-95948D060159}"/>
          </ac:spMkLst>
        </pc:spChg>
        <pc:spChg chg="add mod">
          <ac:chgData name="Bohm, Tracy" userId="3f167516-7870-456c-b104-9441d931cc5f" providerId="ADAL" clId="{71035DBB-83AA-4919-8FF3-BD171D2CEE86}" dt="2023-07-23T11:20:57.517" v="331" actId="1076"/>
          <ac:spMkLst>
            <pc:docMk/>
            <pc:sldMk cId="4155001667" sldId="2147470950"/>
            <ac:spMk id="10" creationId="{F399FB73-51AC-9515-CE85-BE348FC72053}"/>
          </ac:spMkLst>
        </pc:spChg>
      </pc:sldChg>
      <pc:sldChg chg="modSp mod modNotesTx">
        <pc:chgData name="Bohm, Tracy" userId="3f167516-7870-456c-b104-9441d931cc5f" providerId="ADAL" clId="{71035DBB-83AA-4919-8FF3-BD171D2CEE86}" dt="2023-07-23T21:09:23.834" v="585"/>
        <pc:sldMkLst>
          <pc:docMk/>
          <pc:sldMk cId="1673190330" sldId="2147470951"/>
        </pc:sldMkLst>
        <pc:graphicFrameChg chg="mod modGraphic">
          <ac:chgData name="Bohm, Tracy" userId="3f167516-7870-456c-b104-9441d931cc5f" providerId="ADAL" clId="{71035DBB-83AA-4919-8FF3-BD171D2CEE86}" dt="2023-07-23T11:24:14.480" v="347" actId="207"/>
          <ac:graphicFrameMkLst>
            <pc:docMk/>
            <pc:sldMk cId="1673190330" sldId="2147470951"/>
            <ac:graphicFrameMk id="2" creationId="{7AAEABF7-8345-8399-F790-8B26073402AD}"/>
          </ac:graphicFrameMkLst>
        </pc:graphicFrameChg>
      </pc:sldChg>
      <pc:sldChg chg="modNotesTx">
        <pc:chgData name="Bohm, Tracy" userId="3f167516-7870-456c-b104-9441d931cc5f" providerId="ADAL" clId="{71035DBB-83AA-4919-8FF3-BD171D2CEE86}" dt="2023-07-23T21:09:52.447" v="624" actId="20577"/>
        <pc:sldMkLst>
          <pc:docMk/>
          <pc:sldMk cId="3429773721" sldId="2147470952"/>
        </pc:sldMkLst>
      </pc:sldChg>
      <pc:sldChg chg="add">
        <pc:chgData name="Bohm, Tracy" userId="3f167516-7870-456c-b104-9441d931cc5f" providerId="ADAL" clId="{71035DBB-83AA-4919-8FF3-BD171D2CEE86}" dt="2023-07-23T11:26:31.531" v="348"/>
        <pc:sldMkLst>
          <pc:docMk/>
          <pc:sldMk cId="3947345502" sldId="2147470953"/>
        </pc:sldMkLst>
      </pc:sldChg>
      <pc:sldChg chg="del">
        <pc:chgData name="Bohm, Tracy" userId="3f167516-7870-456c-b104-9441d931cc5f" providerId="ADAL" clId="{71035DBB-83AA-4919-8FF3-BD171D2CEE86}" dt="2023-07-23T12:09:29.329" v="354" actId="47"/>
        <pc:sldMkLst>
          <pc:docMk/>
          <pc:sldMk cId="1206362930" sldId="2147470954"/>
        </pc:sldMkLst>
      </pc:sldChg>
      <pc:sldChg chg="del">
        <pc:chgData name="Bohm, Tracy" userId="3f167516-7870-456c-b104-9441d931cc5f" providerId="ADAL" clId="{71035DBB-83AA-4919-8FF3-BD171D2CEE86}" dt="2023-07-23T12:08:32.841" v="353" actId="47"/>
        <pc:sldMkLst>
          <pc:docMk/>
          <pc:sldMk cId="3666652156" sldId="2147470954"/>
        </pc:sldMkLst>
      </pc:sldChg>
    </pc:docChg>
  </pc:docChgLst>
  <pc:docChgLst>
    <pc:chgData name="Bohm, Tracy" userId="S::tracy.bohm_thermofisher.com#ext#@csiroau.onmicrosoft.com::b761b071-5505-427a-a40c-1665d3f62e82" providerId="AD" clId="Web-{28696679-77BF-25D9-35FD-24BA5FBFBBF4}"/>
    <pc:docChg chg="modSld">
      <pc:chgData name="Bohm, Tracy" userId="S::tracy.bohm_thermofisher.com#ext#@csiroau.onmicrosoft.com::b761b071-5505-427a-a40c-1665d3f62e82" providerId="AD" clId="Web-{28696679-77BF-25D9-35FD-24BA5FBFBBF4}" dt="2023-07-23T10:11:45.596" v="2" actId="1076"/>
      <pc:docMkLst>
        <pc:docMk/>
      </pc:docMkLst>
      <pc:sldChg chg="modSp">
        <pc:chgData name="Bohm, Tracy" userId="S::tracy.bohm_thermofisher.com#ext#@csiroau.onmicrosoft.com::b761b071-5505-427a-a40c-1665d3f62e82" providerId="AD" clId="Web-{28696679-77BF-25D9-35FD-24BA5FBFBBF4}" dt="2023-07-23T10:11:45.596" v="2" actId="1076"/>
        <pc:sldMkLst>
          <pc:docMk/>
          <pc:sldMk cId="3491935951" sldId="411"/>
        </pc:sldMkLst>
        <pc:graphicFrameChg chg="mod">
          <ac:chgData name="Bohm, Tracy" userId="S::tracy.bohm_thermofisher.com#ext#@csiroau.onmicrosoft.com::b761b071-5505-427a-a40c-1665d3f62e82" providerId="AD" clId="Web-{28696679-77BF-25D9-35FD-24BA5FBFBBF4}" dt="2023-07-23T10:11:45.596" v="2" actId="1076"/>
          <ac:graphicFrameMkLst>
            <pc:docMk/>
            <pc:sldMk cId="3491935951" sldId="411"/>
            <ac:graphicFrameMk id="7" creationId="{CCC6915F-D744-8F52-5DE1-1FCBD993ED5A}"/>
          </ac:graphicFrameMkLst>
        </pc:graphicFrameChg>
      </pc:sldChg>
      <pc:sldChg chg="modSp">
        <pc:chgData name="Bohm, Tracy" userId="S::tracy.bohm_thermofisher.com#ext#@csiroau.onmicrosoft.com::b761b071-5505-427a-a40c-1665d3f62e82" providerId="AD" clId="Web-{28696679-77BF-25D9-35FD-24BA5FBFBBF4}" dt="2023-07-23T09:59:40.641" v="1" actId="1076"/>
        <pc:sldMkLst>
          <pc:docMk/>
          <pc:sldMk cId="3979408787" sldId="2147470922"/>
        </pc:sldMkLst>
        <pc:spChg chg="mod">
          <ac:chgData name="Bohm, Tracy" userId="S::tracy.bohm_thermofisher.com#ext#@csiroau.onmicrosoft.com::b761b071-5505-427a-a40c-1665d3f62e82" providerId="AD" clId="Web-{28696679-77BF-25D9-35FD-24BA5FBFBBF4}" dt="2023-07-23T09:59:32.094" v="0" actId="14100"/>
          <ac:spMkLst>
            <pc:docMk/>
            <pc:sldMk cId="3979408787" sldId="2147470922"/>
            <ac:spMk id="5" creationId="{291404D3-0C6F-50C4-27B1-E304F1B4FBAC}"/>
          </ac:spMkLst>
        </pc:spChg>
        <pc:picChg chg="mod">
          <ac:chgData name="Bohm, Tracy" userId="S::tracy.bohm_thermofisher.com#ext#@csiroau.onmicrosoft.com::b761b071-5505-427a-a40c-1665d3f62e82" providerId="AD" clId="Web-{28696679-77BF-25D9-35FD-24BA5FBFBBF4}" dt="2023-07-23T09:59:40.641" v="1" actId="1076"/>
          <ac:picMkLst>
            <pc:docMk/>
            <pc:sldMk cId="3979408787" sldId="2147470922"/>
            <ac:picMk id="22" creationId="{266A7A48-59C0-B10D-A2FA-0F94942392E0}"/>
          </ac:picMkLst>
        </pc:picChg>
      </pc:sldChg>
    </pc:docChg>
  </pc:docChgLst>
  <pc:docChgLst>
    <pc:chgData name="King, Dianne (IM&amp;T, Clayton)" userId="S::kin293@csiro.au::3fa97433-aef5-418a-a784-4a9bb0b21088" providerId="AD" clId="Web-{8CE624FE-2CB6-4779-A151-F4A6575D628D}"/>
    <pc:docChg chg="delSld modSld">
      <pc:chgData name="King, Dianne (IM&amp;T, Clayton)" userId="S::kin293@csiro.au::3fa97433-aef5-418a-a784-4a9bb0b21088" providerId="AD" clId="Web-{8CE624FE-2CB6-4779-A151-F4A6575D628D}" dt="2023-07-21T03:19:01.309" v="10"/>
      <pc:docMkLst>
        <pc:docMk/>
      </pc:docMkLst>
      <pc:sldChg chg="modNotes">
        <pc:chgData name="King, Dianne (IM&amp;T, Clayton)" userId="S::kin293@csiro.au::3fa97433-aef5-418a-a784-4a9bb0b21088" providerId="AD" clId="Web-{8CE624FE-2CB6-4779-A151-F4A6575D628D}" dt="2023-07-21T03:16:55.445" v="8"/>
        <pc:sldMkLst>
          <pc:docMk/>
          <pc:sldMk cId="4251587149" sldId="268"/>
        </pc:sldMkLst>
      </pc:sldChg>
      <pc:sldChg chg="del">
        <pc:chgData name="King, Dianne (IM&amp;T, Clayton)" userId="S::kin293@csiro.au::3fa97433-aef5-418a-a784-4a9bb0b21088" providerId="AD" clId="Web-{8CE624FE-2CB6-4779-A151-F4A6575D628D}" dt="2023-07-21T03:19:01.309" v="10"/>
        <pc:sldMkLst>
          <pc:docMk/>
          <pc:sldMk cId="2902858491" sldId="415"/>
        </pc:sldMkLst>
      </pc:sldChg>
      <pc:sldChg chg="modSp">
        <pc:chgData name="King, Dianne (IM&amp;T, Clayton)" userId="S::kin293@csiro.au::3fa97433-aef5-418a-a784-4a9bb0b21088" providerId="AD" clId="Web-{8CE624FE-2CB6-4779-A151-F4A6575D628D}" dt="2023-07-21T03:15:18.457" v="2" actId="20577"/>
        <pc:sldMkLst>
          <pc:docMk/>
          <pc:sldMk cId="3795042471" sldId="429"/>
        </pc:sldMkLst>
        <pc:spChg chg="mod">
          <ac:chgData name="King, Dianne (IM&amp;T, Clayton)" userId="S::kin293@csiro.au::3fa97433-aef5-418a-a784-4a9bb0b21088" providerId="AD" clId="Web-{8CE624FE-2CB6-4779-A151-F4A6575D628D}" dt="2023-07-21T03:15:18.457" v="2" actId="20577"/>
          <ac:spMkLst>
            <pc:docMk/>
            <pc:sldMk cId="3795042471" sldId="429"/>
            <ac:spMk id="8" creationId="{8E96A9F9-ED0B-5E83-0E81-CBB58D99AD5A}"/>
          </ac:spMkLst>
        </pc:spChg>
      </pc:sldChg>
      <pc:sldChg chg="del">
        <pc:chgData name="King, Dianne (IM&amp;T, Clayton)" userId="S::kin293@csiro.au::3fa97433-aef5-418a-a784-4a9bb0b21088" providerId="AD" clId="Web-{8CE624FE-2CB6-4779-A151-F4A6575D628D}" dt="2023-07-21T03:18:37.324" v="9"/>
        <pc:sldMkLst>
          <pc:docMk/>
          <pc:sldMk cId="3790331534" sldId="2147470939"/>
        </pc:sldMkLst>
      </pc:sldChg>
    </pc:docChg>
  </pc:docChgLst>
  <pc:docChgLst>
    <pc:chgData name="Huo, Hanni" userId="62744832-41d2-4007-b3e5-0d11d744955f" providerId="ADAL" clId="{7CC14032-74FE-4F38-897D-CF2A7DC5A1B9}"/>
    <pc:docChg chg="undo custSel addSld delSld modSld modSection modShowInfo">
      <pc:chgData name="Huo, Hanni" userId="62744832-41d2-4007-b3e5-0d11d744955f" providerId="ADAL" clId="{7CC14032-74FE-4F38-897D-CF2A7DC5A1B9}" dt="2024-06-13T07:41:09.868" v="417" actId="2165"/>
      <pc:docMkLst>
        <pc:docMk/>
      </pc:docMkLst>
      <pc:sldChg chg="addSp modSp mod modTransition">
        <pc:chgData name="Huo, Hanni" userId="62744832-41d2-4007-b3e5-0d11d744955f" providerId="ADAL" clId="{7CC14032-74FE-4F38-897D-CF2A7DC5A1B9}" dt="2024-06-02T14:36:22.016" v="390" actId="20577"/>
        <pc:sldMkLst>
          <pc:docMk/>
          <pc:sldMk cId="210284878" sldId="307"/>
        </pc:sldMkLst>
        <pc:spChg chg="mod">
          <ac:chgData name="Huo, Hanni" userId="62744832-41d2-4007-b3e5-0d11d744955f" providerId="ADAL" clId="{7CC14032-74FE-4F38-897D-CF2A7DC5A1B9}" dt="2024-06-02T14:36:22.016" v="390" actId="20577"/>
          <ac:spMkLst>
            <pc:docMk/>
            <pc:sldMk cId="210284878" sldId="307"/>
            <ac:spMk id="3" creationId="{65FB86BF-F6A5-3995-F221-8FB07F760E87}"/>
          </ac:spMkLst>
        </pc:spChg>
        <pc:picChg chg="add mod">
          <ac:chgData name="Huo, Hanni" userId="62744832-41d2-4007-b3e5-0d11d744955f" providerId="ADAL" clId="{7CC14032-74FE-4F38-897D-CF2A7DC5A1B9}" dt="2024-06-01T02:50:57.519" v="16"/>
          <ac:picMkLst>
            <pc:docMk/>
            <pc:sldMk cId="210284878" sldId="307"/>
            <ac:picMk id="6" creationId="{0B28019A-CCEB-4BA7-1B91-5A7AA1CCB417}"/>
          </ac:picMkLst>
        </pc:picChg>
      </pc:sldChg>
      <pc:sldChg chg="del">
        <pc:chgData name="Huo, Hanni" userId="62744832-41d2-4007-b3e5-0d11d744955f" providerId="ADAL" clId="{7CC14032-74FE-4F38-897D-CF2A7DC5A1B9}" dt="2024-06-01T02:40:35.465" v="0" actId="2696"/>
        <pc:sldMkLst>
          <pc:docMk/>
          <pc:sldMk cId="0" sldId="309"/>
        </pc:sldMkLst>
      </pc:sldChg>
      <pc:sldChg chg="del">
        <pc:chgData name="Huo, Hanni" userId="62744832-41d2-4007-b3e5-0d11d744955f" providerId="ADAL" clId="{7CC14032-74FE-4F38-897D-CF2A7DC5A1B9}" dt="2024-06-01T02:55:23.908" v="80" actId="47"/>
        <pc:sldMkLst>
          <pc:docMk/>
          <pc:sldMk cId="0" sldId="385"/>
        </pc:sldMkLst>
      </pc:sldChg>
      <pc:sldChg chg="del">
        <pc:chgData name="Huo, Hanni" userId="62744832-41d2-4007-b3e5-0d11d744955f" providerId="ADAL" clId="{7CC14032-74FE-4F38-897D-CF2A7DC5A1B9}" dt="2024-06-01T02:41:37.457" v="2" actId="2696"/>
        <pc:sldMkLst>
          <pc:docMk/>
          <pc:sldMk cId="1127582349" sldId="424"/>
        </pc:sldMkLst>
      </pc:sldChg>
      <pc:sldChg chg="addSp modSp modTransition">
        <pc:chgData name="Huo, Hanni" userId="62744832-41d2-4007-b3e5-0d11d744955f" providerId="ADAL" clId="{7CC14032-74FE-4F38-897D-CF2A7DC5A1B9}" dt="2024-06-02T08:44:35.360" v="383"/>
        <pc:sldMkLst>
          <pc:docMk/>
          <pc:sldMk cId="0" sldId="2917"/>
        </pc:sldMkLst>
        <pc:picChg chg="add mod">
          <ac:chgData name="Huo, Hanni" userId="62744832-41d2-4007-b3e5-0d11d744955f" providerId="ADAL" clId="{7CC14032-74FE-4F38-897D-CF2A7DC5A1B9}" dt="2024-06-01T02:50:42.614" v="13"/>
          <ac:picMkLst>
            <pc:docMk/>
            <pc:sldMk cId="0" sldId="2917"/>
            <ac:picMk id="3" creationId="{0DF1DC1A-1F91-FC99-6974-174EC7DA54AD}"/>
          </ac:picMkLst>
        </pc:picChg>
      </pc:sldChg>
      <pc:sldChg chg="addSp modSp mod modTransition">
        <pc:chgData name="Huo, Hanni" userId="62744832-41d2-4007-b3e5-0d11d744955f" providerId="ADAL" clId="{7CC14032-74FE-4F38-897D-CF2A7DC5A1B9}" dt="2024-06-02T08:44:35.360" v="383"/>
        <pc:sldMkLst>
          <pc:docMk/>
          <pc:sldMk cId="0" sldId="8097"/>
        </pc:sldMkLst>
        <pc:spChg chg="mod">
          <ac:chgData name="Huo, Hanni" userId="62744832-41d2-4007-b3e5-0d11d744955f" providerId="ADAL" clId="{7CC14032-74FE-4F38-897D-CF2A7DC5A1B9}" dt="2024-06-01T03:21:50.949" v="99" actId="1035"/>
          <ac:spMkLst>
            <pc:docMk/>
            <pc:sldMk cId="0" sldId="8097"/>
            <ac:spMk id="9" creationId="{00000000-0000-0000-0000-000000000000}"/>
          </ac:spMkLst>
        </pc:spChg>
        <pc:picChg chg="add mod">
          <ac:chgData name="Huo, Hanni" userId="62744832-41d2-4007-b3e5-0d11d744955f" providerId="ADAL" clId="{7CC14032-74FE-4F38-897D-CF2A7DC5A1B9}" dt="2024-06-01T02:42:58.888" v="3"/>
          <ac:picMkLst>
            <pc:docMk/>
            <pc:sldMk cId="0" sldId="8097"/>
            <ac:picMk id="2" creationId="{D984E0E1-7C50-9FE4-C4C2-6DF89023E66E}"/>
          </ac:picMkLst>
        </pc:picChg>
      </pc:sldChg>
      <pc:sldChg chg="addSp modSp mod modTransition">
        <pc:chgData name="Huo, Hanni" userId="62744832-41d2-4007-b3e5-0d11d744955f" providerId="ADAL" clId="{7CC14032-74FE-4F38-897D-CF2A7DC5A1B9}" dt="2024-06-02T08:44:35.360" v="383"/>
        <pc:sldMkLst>
          <pc:docMk/>
          <pc:sldMk cId="0" sldId="8098"/>
        </pc:sldMkLst>
        <pc:spChg chg="mod">
          <ac:chgData name="Huo, Hanni" userId="62744832-41d2-4007-b3e5-0d11d744955f" providerId="ADAL" clId="{7CC14032-74FE-4F38-897D-CF2A7DC5A1B9}" dt="2024-06-02T02:36:11.242" v="268" actId="1076"/>
          <ac:spMkLst>
            <pc:docMk/>
            <pc:sldMk cId="0" sldId="8098"/>
            <ac:spMk id="2" creationId="{7BCCBB0F-E237-CF31-00A3-0F396381834F}"/>
          </ac:spMkLst>
        </pc:spChg>
        <pc:picChg chg="add mod">
          <ac:chgData name="Huo, Hanni" userId="62744832-41d2-4007-b3e5-0d11d744955f" providerId="ADAL" clId="{7CC14032-74FE-4F38-897D-CF2A7DC5A1B9}" dt="2024-06-01T02:43:50.779" v="5"/>
          <ac:picMkLst>
            <pc:docMk/>
            <pc:sldMk cId="0" sldId="8098"/>
            <ac:picMk id="3" creationId="{193D228A-A279-7B03-D047-D14B55C2443E}"/>
          </ac:picMkLst>
        </pc:picChg>
      </pc:sldChg>
      <pc:sldChg chg="addSp modSp mod modTransition">
        <pc:chgData name="Huo, Hanni" userId="62744832-41d2-4007-b3e5-0d11d744955f" providerId="ADAL" clId="{7CC14032-74FE-4F38-897D-CF2A7DC5A1B9}" dt="2024-06-02T08:44:35.360" v="383"/>
        <pc:sldMkLst>
          <pc:docMk/>
          <pc:sldMk cId="3108547940" sldId="22429"/>
        </pc:sldMkLst>
        <pc:spChg chg="mod">
          <ac:chgData name="Huo, Hanni" userId="62744832-41d2-4007-b3e5-0d11d744955f" providerId="ADAL" clId="{7CC14032-74FE-4F38-897D-CF2A7DC5A1B9}" dt="2024-06-02T08:20:23.530" v="380" actId="14100"/>
          <ac:spMkLst>
            <pc:docMk/>
            <pc:sldMk cId="3108547940" sldId="22429"/>
            <ac:spMk id="36" creationId="{B5F6094D-100C-4F6E-6D0F-3074FAD5157E}"/>
          </ac:spMkLst>
        </pc:spChg>
        <pc:spChg chg="mod">
          <ac:chgData name="Huo, Hanni" userId="62744832-41d2-4007-b3e5-0d11d744955f" providerId="ADAL" clId="{7CC14032-74FE-4F38-897D-CF2A7DC5A1B9}" dt="2024-06-02T07:17:34.815" v="365" actId="1038"/>
          <ac:spMkLst>
            <pc:docMk/>
            <pc:sldMk cId="3108547940" sldId="22429"/>
            <ac:spMk id="91" creationId="{5B1F580B-3DAF-AAF5-9F7C-C445E7AFB45F}"/>
          </ac:spMkLst>
        </pc:spChg>
        <pc:picChg chg="add mod">
          <ac:chgData name="Huo, Hanni" userId="62744832-41d2-4007-b3e5-0d11d744955f" providerId="ADAL" clId="{7CC14032-74FE-4F38-897D-CF2A7DC5A1B9}" dt="2024-06-01T02:47:55.265" v="11"/>
          <ac:picMkLst>
            <pc:docMk/>
            <pc:sldMk cId="3108547940" sldId="22429"/>
            <ac:picMk id="16" creationId="{5D3ED354-7936-D0D7-2CFE-2E4B8D00C16B}"/>
          </ac:picMkLst>
        </pc:picChg>
      </pc:sldChg>
      <pc:sldChg chg="del">
        <pc:chgData name="Huo, Hanni" userId="62744832-41d2-4007-b3e5-0d11d744955f" providerId="ADAL" clId="{7CC14032-74FE-4F38-897D-CF2A7DC5A1B9}" dt="2024-06-01T02:55:26.024" v="81" actId="47"/>
        <pc:sldMkLst>
          <pc:docMk/>
          <pc:sldMk cId="0" sldId="4099538"/>
        </pc:sldMkLst>
      </pc:sldChg>
      <pc:sldChg chg="del">
        <pc:chgData name="Huo, Hanni" userId="62744832-41d2-4007-b3e5-0d11d744955f" providerId="ADAL" clId="{7CC14032-74FE-4F38-897D-CF2A7DC5A1B9}" dt="2024-06-01T02:55:26.861" v="82" actId="47"/>
        <pc:sldMkLst>
          <pc:docMk/>
          <pc:sldMk cId="0" sldId="4099539"/>
        </pc:sldMkLst>
      </pc:sldChg>
      <pc:sldChg chg="del">
        <pc:chgData name="Huo, Hanni" userId="62744832-41d2-4007-b3e5-0d11d744955f" providerId="ADAL" clId="{7CC14032-74FE-4F38-897D-CF2A7DC5A1B9}" dt="2024-06-01T02:55:27.889" v="83" actId="47"/>
        <pc:sldMkLst>
          <pc:docMk/>
          <pc:sldMk cId="0" sldId="4099672"/>
        </pc:sldMkLst>
      </pc:sldChg>
      <pc:sldChg chg="addSp modSp modTransition">
        <pc:chgData name="Huo, Hanni" userId="62744832-41d2-4007-b3e5-0d11d744955f" providerId="ADAL" clId="{7CC14032-74FE-4F38-897D-CF2A7DC5A1B9}" dt="2024-06-02T08:44:35.360" v="383"/>
        <pc:sldMkLst>
          <pc:docMk/>
          <pc:sldMk cId="2198174340" sldId="2134806101"/>
        </pc:sldMkLst>
        <pc:picChg chg="add mod">
          <ac:chgData name="Huo, Hanni" userId="62744832-41d2-4007-b3e5-0d11d744955f" providerId="ADAL" clId="{7CC14032-74FE-4F38-897D-CF2A7DC5A1B9}" dt="2024-06-01T02:44:53.995" v="7"/>
          <ac:picMkLst>
            <pc:docMk/>
            <pc:sldMk cId="2198174340" sldId="2134806101"/>
            <ac:picMk id="3" creationId="{B1290CD3-CDC9-D838-E32F-CD937978B183}"/>
          </ac:picMkLst>
        </pc:picChg>
      </pc:sldChg>
      <pc:sldChg chg="addSp modSp mod">
        <pc:chgData name="Huo, Hanni" userId="62744832-41d2-4007-b3e5-0d11d744955f" providerId="ADAL" clId="{7CC14032-74FE-4F38-897D-CF2A7DC5A1B9}" dt="2024-06-01T03:39:44.920" v="116" actId="108"/>
        <pc:sldMkLst>
          <pc:docMk/>
          <pc:sldMk cId="301473336" sldId="2147470956"/>
        </pc:sldMkLst>
        <pc:spChg chg="mod">
          <ac:chgData name="Huo, Hanni" userId="62744832-41d2-4007-b3e5-0d11d744955f" providerId="ADAL" clId="{7CC14032-74FE-4F38-897D-CF2A7DC5A1B9}" dt="2024-06-01T03:36:29.167" v="107" actId="14100"/>
          <ac:spMkLst>
            <pc:docMk/>
            <pc:sldMk cId="301473336" sldId="2147470956"/>
            <ac:spMk id="6" creationId="{7759BB0C-F6E8-DB45-4A3D-FFD459537B0E}"/>
          </ac:spMkLst>
        </pc:spChg>
        <pc:spChg chg="mod">
          <ac:chgData name="Huo, Hanni" userId="62744832-41d2-4007-b3e5-0d11d744955f" providerId="ADAL" clId="{7CC14032-74FE-4F38-897D-CF2A7DC5A1B9}" dt="2024-06-01T03:36:32.518" v="108" actId="14100"/>
          <ac:spMkLst>
            <pc:docMk/>
            <pc:sldMk cId="301473336" sldId="2147470956"/>
            <ac:spMk id="7" creationId="{D58EE1D1-8AD8-A80D-22BB-ED6964686E1A}"/>
          </ac:spMkLst>
        </pc:spChg>
        <pc:spChg chg="mod">
          <ac:chgData name="Huo, Hanni" userId="62744832-41d2-4007-b3e5-0d11d744955f" providerId="ADAL" clId="{7CC14032-74FE-4F38-897D-CF2A7DC5A1B9}" dt="2024-06-01T03:36:13.933" v="105"/>
          <ac:spMkLst>
            <pc:docMk/>
            <pc:sldMk cId="301473336" sldId="2147470956"/>
            <ac:spMk id="8" creationId="{EC75587C-C905-7333-6297-C728680E3797}"/>
          </ac:spMkLst>
        </pc:spChg>
        <pc:spChg chg="mod">
          <ac:chgData name="Huo, Hanni" userId="62744832-41d2-4007-b3e5-0d11d744955f" providerId="ADAL" clId="{7CC14032-74FE-4F38-897D-CF2A7DC5A1B9}" dt="2024-06-01T03:39:24.206" v="112" actId="108"/>
          <ac:spMkLst>
            <pc:docMk/>
            <pc:sldMk cId="301473336" sldId="2147470956"/>
            <ac:spMk id="9" creationId="{D779F1FD-8242-4BF9-A956-8A35D31D25BC}"/>
          </ac:spMkLst>
        </pc:spChg>
        <pc:spChg chg="mod">
          <ac:chgData name="Huo, Hanni" userId="62744832-41d2-4007-b3e5-0d11d744955f" providerId="ADAL" clId="{7CC14032-74FE-4F38-897D-CF2A7DC5A1B9}" dt="2024-06-01T03:39:44.920" v="116" actId="108"/>
          <ac:spMkLst>
            <pc:docMk/>
            <pc:sldMk cId="301473336" sldId="2147470956"/>
            <ac:spMk id="11" creationId="{D5C0F1F7-E7A6-5FBC-747C-292F4E26EAA6}"/>
          </ac:spMkLst>
        </pc:spChg>
        <pc:picChg chg="add mod">
          <ac:chgData name="Huo, Hanni" userId="62744832-41d2-4007-b3e5-0d11d744955f" providerId="ADAL" clId="{7CC14032-74FE-4F38-897D-CF2A7DC5A1B9}" dt="2024-06-01T02:47:06.563" v="8"/>
          <ac:picMkLst>
            <pc:docMk/>
            <pc:sldMk cId="301473336" sldId="2147470956"/>
            <ac:picMk id="4" creationId="{B0B3433C-FB36-3540-A9F9-98D0641BF523}"/>
          </ac:picMkLst>
        </pc:picChg>
      </pc:sldChg>
      <pc:sldChg chg="addSp modSp modTransition modNotesTx">
        <pc:chgData name="Huo, Hanni" userId="62744832-41d2-4007-b3e5-0d11d744955f" providerId="ADAL" clId="{7CC14032-74FE-4F38-897D-CF2A7DC5A1B9}" dt="2024-06-02T08:44:35.360" v="383"/>
        <pc:sldMkLst>
          <pc:docMk/>
          <pc:sldMk cId="1089217732" sldId="2147470957"/>
        </pc:sldMkLst>
        <pc:picChg chg="add mod">
          <ac:chgData name="Huo, Hanni" userId="62744832-41d2-4007-b3e5-0d11d744955f" providerId="ADAL" clId="{7CC14032-74FE-4F38-897D-CF2A7DC5A1B9}" dt="2024-06-01T02:51:02.329" v="17"/>
          <ac:picMkLst>
            <pc:docMk/>
            <pc:sldMk cId="1089217732" sldId="2147470957"/>
            <ac:picMk id="2" creationId="{163F364E-E651-9303-30F4-A334BAD3955B}"/>
          </ac:picMkLst>
        </pc:picChg>
      </pc:sldChg>
      <pc:sldChg chg="addSp delSp modSp mod modTransition">
        <pc:chgData name="Huo, Hanni" userId="62744832-41d2-4007-b3e5-0d11d744955f" providerId="ADAL" clId="{7CC14032-74FE-4F38-897D-CF2A7DC5A1B9}" dt="2024-06-13T07:41:09.868" v="417" actId="2165"/>
        <pc:sldMkLst>
          <pc:docMk/>
          <pc:sldMk cId="1381858524" sldId="2147470962"/>
        </pc:sldMkLst>
        <pc:grpChg chg="add del mod">
          <ac:chgData name="Huo, Hanni" userId="62744832-41d2-4007-b3e5-0d11d744955f" providerId="ADAL" clId="{7CC14032-74FE-4F38-897D-CF2A7DC5A1B9}" dt="2024-06-02T02:55:28.074" v="272" actId="478"/>
          <ac:grpSpMkLst>
            <pc:docMk/>
            <pc:sldMk cId="1381858524" sldId="2147470962"/>
            <ac:grpSpMk id="12" creationId="{B824E811-A47D-4198-997D-483EE7270168}"/>
          </ac:grpSpMkLst>
        </pc:grpChg>
        <pc:grpChg chg="add mod">
          <ac:chgData name="Huo, Hanni" userId="62744832-41d2-4007-b3e5-0d11d744955f" providerId="ADAL" clId="{7CC14032-74FE-4F38-897D-CF2A7DC5A1B9}" dt="2024-06-02T02:57:00.066" v="286" actId="1076"/>
          <ac:grpSpMkLst>
            <pc:docMk/>
            <pc:sldMk cId="1381858524" sldId="2147470962"/>
            <ac:grpSpMk id="18" creationId="{92073C25-9358-CA44-A817-AB22FC8FA705}"/>
          </ac:grpSpMkLst>
        </pc:grpChg>
        <pc:graphicFrameChg chg="add mod modGraphic">
          <ac:chgData name="Huo, Hanni" userId="62744832-41d2-4007-b3e5-0d11d744955f" providerId="ADAL" clId="{7CC14032-74FE-4F38-897D-CF2A7DC5A1B9}" dt="2024-06-13T07:41:09.868" v="417" actId="2165"/>
          <ac:graphicFrameMkLst>
            <pc:docMk/>
            <pc:sldMk cId="1381858524" sldId="2147470962"/>
            <ac:graphicFrameMk id="11" creationId="{AB1845AD-494F-3F5B-B154-F467AE154E75}"/>
          </ac:graphicFrameMkLst>
        </pc:graphicFrameChg>
        <pc:picChg chg="add mod">
          <ac:chgData name="Huo, Hanni" userId="62744832-41d2-4007-b3e5-0d11d744955f" providerId="ADAL" clId="{7CC14032-74FE-4F38-897D-CF2A7DC5A1B9}" dt="2024-06-01T02:47:46.038" v="10"/>
          <ac:picMkLst>
            <pc:docMk/>
            <pc:sldMk cId="1381858524" sldId="2147470962"/>
            <ac:picMk id="6" creationId="{9C4F37D6-A491-30D8-03CA-7D109D9704D2}"/>
          </ac:picMkLst>
        </pc:picChg>
        <pc:picChg chg="mod">
          <ac:chgData name="Huo, Hanni" userId="62744832-41d2-4007-b3e5-0d11d744955f" providerId="ADAL" clId="{7CC14032-74FE-4F38-897D-CF2A7DC5A1B9}" dt="2024-06-02T02:55:15.663" v="269"/>
          <ac:picMkLst>
            <pc:docMk/>
            <pc:sldMk cId="1381858524" sldId="2147470962"/>
            <ac:picMk id="13" creationId="{DF225D2A-4616-5E95-6C79-E3A29A3356DA}"/>
          </ac:picMkLst>
        </pc:picChg>
        <pc:picChg chg="mod">
          <ac:chgData name="Huo, Hanni" userId="62744832-41d2-4007-b3e5-0d11d744955f" providerId="ADAL" clId="{7CC14032-74FE-4F38-897D-CF2A7DC5A1B9}" dt="2024-06-02T02:55:15.663" v="269"/>
          <ac:picMkLst>
            <pc:docMk/>
            <pc:sldMk cId="1381858524" sldId="2147470962"/>
            <ac:picMk id="14" creationId="{E91401E6-3020-2508-D59C-157B76F533CA}"/>
          </ac:picMkLst>
        </pc:picChg>
        <pc:picChg chg="mod">
          <ac:chgData name="Huo, Hanni" userId="62744832-41d2-4007-b3e5-0d11d744955f" providerId="ADAL" clId="{7CC14032-74FE-4F38-897D-CF2A7DC5A1B9}" dt="2024-06-02T02:55:15.663" v="269"/>
          <ac:picMkLst>
            <pc:docMk/>
            <pc:sldMk cId="1381858524" sldId="2147470962"/>
            <ac:picMk id="16" creationId="{B9F1643D-482A-42B1-2B3F-43B25A2241BC}"/>
          </ac:picMkLst>
        </pc:picChg>
        <pc:picChg chg="mod">
          <ac:chgData name="Huo, Hanni" userId="62744832-41d2-4007-b3e5-0d11d744955f" providerId="ADAL" clId="{7CC14032-74FE-4F38-897D-CF2A7DC5A1B9}" dt="2024-06-02T02:55:15.663" v="269"/>
          <ac:picMkLst>
            <pc:docMk/>
            <pc:sldMk cId="1381858524" sldId="2147470962"/>
            <ac:picMk id="17" creationId="{E675122C-3334-5EBD-AB09-05B4337F0085}"/>
          </ac:picMkLst>
        </pc:picChg>
        <pc:picChg chg="add mod">
          <ac:chgData name="Huo, Hanni" userId="62744832-41d2-4007-b3e5-0d11d744955f" providerId="ADAL" clId="{7CC14032-74FE-4F38-897D-CF2A7DC5A1B9}" dt="2024-06-02T02:56:06.413" v="277"/>
          <ac:picMkLst>
            <pc:docMk/>
            <pc:sldMk cId="1381858524" sldId="2147470962"/>
            <ac:picMk id="19" creationId="{DF225D2A-4616-5E95-6C79-E3A29A3356DA}"/>
          </ac:picMkLst>
        </pc:picChg>
        <pc:picChg chg="add mod">
          <ac:chgData name="Huo, Hanni" userId="62744832-41d2-4007-b3e5-0d11d744955f" providerId="ADAL" clId="{7CC14032-74FE-4F38-897D-CF2A7DC5A1B9}" dt="2024-06-02T02:56:06.413" v="277"/>
          <ac:picMkLst>
            <pc:docMk/>
            <pc:sldMk cId="1381858524" sldId="2147470962"/>
            <ac:picMk id="20" creationId="{E91401E6-3020-2508-D59C-157B76F533CA}"/>
          </ac:picMkLst>
        </pc:picChg>
        <pc:picChg chg="add mod">
          <ac:chgData name="Huo, Hanni" userId="62744832-41d2-4007-b3e5-0d11d744955f" providerId="ADAL" clId="{7CC14032-74FE-4F38-897D-CF2A7DC5A1B9}" dt="2024-06-02T02:56:06.413" v="277"/>
          <ac:picMkLst>
            <pc:docMk/>
            <pc:sldMk cId="1381858524" sldId="2147470962"/>
            <ac:picMk id="21" creationId="{B9F1643D-482A-42B1-2B3F-43B25A2241BC}"/>
          </ac:picMkLst>
        </pc:picChg>
        <pc:picChg chg="add mod">
          <ac:chgData name="Huo, Hanni" userId="62744832-41d2-4007-b3e5-0d11d744955f" providerId="ADAL" clId="{7CC14032-74FE-4F38-897D-CF2A7DC5A1B9}" dt="2024-06-02T02:56:06.413" v="277"/>
          <ac:picMkLst>
            <pc:docMk/>
            <pc:sldMk cId="1381858524" sldId="2147470962"/>
            <ac:picMk id="22" creationId="{E675122C-3334-5EBD-AB09-05B4337F0085}"/>
          </ac:picMkLst>
        </pc:picChg>
      </pc:sldChg>
      <pc:sldChg chg="addSp modSp modTransition">
        <pc:chgData name="Huo, Hanni" userId="62744832-41d2-4007-b3e5-0d11d744955f" providerId="ADAL" clId="{7CC14032-74FE-4F38-897D-CF2A7DC5A1B9}" dt="2024-06-02T08:44:35.360" v="383"/>
        <pc:sldMkLst>
          <pc:docMk/>
          <pc:sldMk cId="669040465" sldId="2147470963"/>
        </pc:sldMkLst>
        <pc:picChg chg="add mod">
          <ac:chgData name="Huo, Hanni" userId="62744832-41d2-4007-b3e5-0d11d744955f" providerId="ADAL" clId="{7CC14032-74FE-4F38-897D-CF2A7DC5A1B9}" dt="2024-06-01T02:51:17.746" v="19"/>
          <ac:picMkLst>
            <pc:docMk/>
            <pc:sldMk cId="669040465" sldId="2147470963"/>
            <ac:picMk id="4" creationId="{B905ED61-AFAC-5FB0-E29D-82569E55F5D8}"/>
          </ac:picMkLst>
        </pc:picChg>
      </pc:sldChg>
      <pc:sldChg chg="addSp modSp modTransition">
        <pc:chgData name="Huo, Hanni" userId="62744832-41d2-4007-b3e5-0d11d744955f" providerId="ADAL" clId="{7CC14032-74FE-4F38-897D-CF2A7DC5A1B9}" dt="2024-06-02T08:44:35.360" v="383"/>
        <pc:sldMkLst>
          <pc:docMk/>
          <pc:sldMk cId="2581009699" sldId="2147470966"/>
        </pc:sldMkLst>
        <pc:picChg chg="add mod">
          <ac:chgData name="Huo, Hanni" userId="62744832-41d2-4007-b3e5-0d11d744955f" providerId="ADAL" clId="{7CC14032-74FE-4F38-897D-CF2A7DC5A1B9}" dt="2024-06-01T02:51:38.045" v="21"/>
          <ac:picMkLst>
            <pc:docMk/>
            <pc:sldMk cId="2581009699" sldId="2147470966"/>
            <ac:picMk id="6" creationId="{BDE0D32D-8136-ACB1-1C17-36D0275CC101}"/>
          </ac:picMkLst>
        </pc:picChg>
      </pc:sldChg>
      <pc:sldChg chg="addSp modSp modTransition">
        <pc:chgData name="Huo, Hanni" userId="62744832-41d2-4007-b3e5-0d11d744955f" providerId="ADAL" clId="{7CC14032-74FE-4F38-897D-CF2A7DC5A1B9}" dt="2024-06-02T08:44:35.360" v="383"/>
        <pc:sldMkLst>
          <pc:docMk/>
          <pc:sldMk cId="2896910057" sldId="2147470968"/>
        </pc:sldMkLst>
        <pc:picChg chg="add mod">
          <ac:chgData name="Huo, Hanni" userId="62744832-41d2-4007-b3e5-0d11d744955f" providerId="ADAL" clId="{7CC14032-74FE-4F38-897D-CF2A7DC5A1B9}" dt="2024-06-01T02:51:46.898" v="23"/>
          <ac:picMkLst>
            <pc:docMk/>
            <pc:sldMk cId="2896910057" sldId="2147470968"/>
            <ac:picMk id="6" creationId="{AE738CBF-5C83-B9E9-F814-AFF45B387002}"/>
          </ac:picMkLst>
        </pc:picChg>
      </pc:sldChg>
      <pc:sldChg chg="del">
        <pc:chgData name="Huo, Hanni" userId="62744832-41d2-4007-b3e5-0d11d744955f" providerId="ADAL" clId="{7CC14032-74FE-4F38-897D-CF2A7DC5A1B9}" dt="2024-06-01T02:55:15.135" v="77" actId="47"/>
        <pc:sldMkLst>
          <pc:docMk/>
          <pc:sldMk cId="474156820" sldId="2147470971"/>
        </pc:sldMkLst>
      </pc:sldChg>
      <pc:sldChg chg="del">
        <pc:chgData name="Huo, Hanni" userId="62744832-41d2-4007-b3e5-0d11d744955f" providerId="ADAL" clId="{7CC14032-74FE-4F38-897D-CF2A7DC5A1B9}" dt="2024-06-01T02:55:21.540" v="78" actId="47"/>
        <pc:sldMkLst>
          <pc:docMk/>
          <pc:sldMk cId="3871844161" sldId="2147470972"/>
        </pc:sldMkLst>
      </pc:sldChg>
      <pc:sldChg chg="addSp modSp modTransition">
        <pc:chgData name="Huo, Hanni" userId="62744832-41d2-4007-b3e5-0d11d744955f" providerId="ADAL" clId="{7CC14032-74FE-4F38-897D-CF2A7DC5A1B9}" dt="2024-06-02T08:44:35.360" v="383"/>
        <pc:sldMkLst>
          <pc:docMk/>
          <pc:sldMk cId="780652253" sldId="2147470976"/>
        </pc:sldMkLst>
        <pc:picChg chg="add mod">
          <ac:chgData name="Huo, Hanni" userId="62744832-41d2-4007-b3e5-0d11d744955f" providerId="ADAL" clId="{7CC14032-74FE-4F38-897D-CF2A7DC5A1B9}" dt="2024-06-01T02:51:41.492" v="22"/>
          <ac:picMkLst>
            <pc:docMk/>
            <pc:sldMk cId="780652253" sldId="2147470976"/>
            <ac:picMk id="4" creationId="{99432EC5-C2F6-D3C9-3A82-2CAE0C238BFF}"/>
          </ac:picMkLst>
        </pc:picChg>
      </pc:sldChg>
      <pc:sldChg chg="addSp modSp modTransition">
        <pc:chgData name="Huo, Hanni" userId="62744832-41d2-4007-b3e5-0d11d744955f" providerId="ADAL" clId="{7CC14032-74FE-4F38-897D-CF2A7DC5A1B9}" dt="2024-06-02T08:44:35.360" v="383"/>
        <pc:sldMkLst>
          <pc:docMk/>
          <pc:sldMk cId="1991961777" sldId="2147470982"/>
        </pc:sldMkLst>
        <pc:picChg chg="add mod">
          <ac:chgData name="Huo, Hanni" userId="62744832-41d2-4007-b3e5-0d11d744955f" providerId="ADAL" clId="{7CC14032-74FE-4F38-897D-CF2A7DC5A1B9}" dt="2024-06-01T02:51:34.869" v="20"/>
          <ac:picMkLst>
            <pc:docMk/>
            <pc:sldMk cId="1991961777" sldId="2147470982"/>
            <ac:picMk id="5" creationId="{03A8A758-BD64-70B9-7892-621EADFBFA37}"/>
          </ac:picMkLst>
        </pc:picChg>
      </pc:sldChg>
      <pc:sldChg chg="addSp modSp mod modTransition">
        <pc:chgData name="Huo, Hanni" userId="62744832-41d2-4007-b3e5-0d11d744955f" providerId="ADAL" clId="{7CC14032-74FE-4F38-897D-CF2A7DC5A1B9}" dt="2024-06-02T08:44:35.360" v="383"/>
        <pc:sldMkLst>
          <pc:docMk/>
          <pc:sldMk cId="770146690" sldId="2147470983"/>
        </pc:sldMkLst>
        <pc:spChg chg="mod">
          <ac:chgData name="Huo, Hanni" userId="62744832-41d2-4007-b3e5-0d11d744955f" providerId="ADAL" clId="{7CC14032-74FE-4F38-897D-CF2A7DC5A1B9}" dt="2024-06-01T02:54:28.968" v="74" actId="20577"/>
          <ac:spMkLst>
            <pc:docMk/>
            <pc:sldMk cId="770146690" sldId="2147470983"/>
            <ac:spMk id="2" creationId="{F391410C-BE20-4D24-1AD7-97E59F733BD5}"/>
          </ac:spMkLst>
        </pc:spChg>
        <pc:picChg chg="add mod">
          <ac:chgData name="Huo, Hanni" userId="62744832-41d2-4007-b3e5-0d11d744955f" providerId="ADAL" clId="{7CC14032-74FE-4F38-897D-CF2A7DC5A1B9}" dt="2024-06-01T02:52:10.365" v="28"/>
          <ac:picMkLst>
            <pc:docMk/>
            <pc:sldMk cId="770146690" sldId="2147470983"/>
            <ac:picMk id="6" creationId="{E00DD0F4-7C16-790C-3218-1E9E82BC0450}"/>
          </ac:picMkLst>
        </pc:picChg>
      </pc:sldChg>
      <pc:sldChg chg="addSp modSp modTransition">
        <pc:chgData name="Huo, Hanni" userId="62744832-41d2-4007-b3e5-0d11d744955f" providerId="ADAL" clId="{7CC14032-74FE-4F38-897D-CF2A7DC5A1B9}" dt="2024-06-02T08:44:35.360" v="383"/>
        <pc:sldMkLst>
          <pc:docMk/>
          <pc:sldMk cId="3087313422" sldId="2147470984"/>
        </pc:sldMkLst>
        <pc:picChg chg="add mod">
          <ac:chgData name="Huo, Hanni" userId="62744832-41d2-4007-b3e5-0d11d744955f" providerId="ADAL" clId="{7CC14032-74FE-4F38-897D-CF2A7DC5A1B9}" dt="2024-06-01T02:51:53.073" v="25"/>
          <ac:picMkLst>
            <pc:docMk/>
            <pc:sldMk cId="3087313422" sldId="2147470984"/>
            <ac:picMk id="5" creationId="{46C3FCA2-8276-4BA6-243E-6AD32E43CA6B}"/>
          </ac:picMkLst>
        </pc:picChg>
      </pc:sldChg>
      <pc:sldChg chg="addSp modSp modTransition">
        <pc:chgData name="Huo, Hanni" userId="62744832-41d2-4007-b3e5-0d11d744955f" providerId="ADAL" clId="{7CC14032-74FE-4F38-897D-CF2A7DC5A1B9}" dt="2024-06-04T07:24:22.931" v="392" actId="20577"/>
        <pc:sldMkLst>
          <pc:docMk/>
          <pc:sldMk cId="2494671928" sldId="2147470985"/>
        </pc:sldMkLst>
        <pc:graphicFrameChg chg="mod">
          <ac:chgData name="Huo, Hanni" userId="62744832-41d2-4007-b3e5-0d11d744955f" providerId="ADAL" clId="{7CC14032-74FE-4F38-897D-CF2A7DC5A1B9}" dt="2024-06-04T07:24:22.931" v="392" actId="20577"/>
          <ac:graphicFrameMkLst>
            <pc:docMk/>
            <pc:sldMk cId="2494671928" sldId="2147470985"/>
            <ac:graphicFrameMk id="4" creationId="{1D3E1B60-69AA-E663-E7ED-1F3A46F04B81}"/>
          </ac:graphicFrameMkLst>
        </pc:graphicFrameChg>
        <pc:picChg chg="add mod">
          <ac:chgData name="Huo, Hanni" userId="62744832-41d2-4007-b3e5-0d11d744955f" providerId="ADAL" clId="{7CC14032-74FE-4F38-897D-CF2A7DC5A1B9}" dt="2024-06-01T02:47:22.258" v="9"/>
          <ac:picMkLst>
            <pc:docMk/>
            <pc:sldMk cId="2494671928" sldId="2147470985"/>
            <ac:picMk id="11" creationId="{9E70F1CD-6AA3-1880-811F-210AEF84FA30}"/>
          </ac:picMkLst>
        </pc:picChg>
      </pc:sldChg>
      <pc:sldChg chg="del">
        <pc:chgData name="Huo, Hanni" userId="62744832-41d2-4007-b3e5-0d11d744955f" providerId="ADAL" clId="{7CC14032-74FE-4F38-897D-CF2A7DC5A1B9}" dt="2024-06-01T02:55:22.810" v="79" actId="47"/>
        <pc:sldMkLst>
          <pc:docMk/>
          <pc:sldMk cId="0" sldId="2147470986"/>
        </pc:sldMkLst>
      </pc:sldChg>
      <pc:sldChg chg="del">
        <pc:chgData name="Huo, Hanni" userId="62744832-41d2-4007-b3e5-0d11d744955f" providerId="ADAL" clId="{7CC14032-74FE-4F38-897D-CF2A7DC5A1B9}" dt="2024-06-01T02:55:30.565" v="84" actId="47"/>
        <pc:sldMkLst>
          <pc:docMk/>
          <pc:sldMk cId="4227875535" sldId="2147470987"/>
        </pc:sldMkLst>
      </pc:sldChg>
      <pc:sldChg chg="del">
        <pc:chgData name="Huo, Hanni" userId="62744832-41d2-4007-b3e5-0d11d744955f" providerId="ADAL" clId="{7CC14032-74FE-4F38-897D-CF2A7DC5A1B9}" dt="2024-06-01T02:40:38.403" v="1" actId="2696"/>
        <pc:sldMkLst>
          <pc:docMk/>
          <pc:sldMk cId="0" sldId="2147470990"/>
        </pc:sldMkLst>
      </pc:sldChg>
      <pc:sldChg chg="addSp delSp modSp mod modTransition">
        <pc:chgData name="Huo, Hanni" userId="62744832-41d2-4007-b3e5-0d11d744955f" providerId="ADAL" clId="{7CC14032-74FE-4F38-897D-CF2A7DC5A1B9}" dt="2024-06-02T08:44:35.360" v="383"/>
        <pc:sldMkLst>
          <pc:docMk/>
          <pc:sldMk cId="0" sldId="2147470993"/>
        </pc:sldMkLst>
        <pc:spChg chg="del">
          <ac:chgData name="Huo, Hanni" userId="62744832-41d2-4007-b3e5-0d11d744955f" providerId="ADAL" clId="{7CC14032-74FE-4F38-897D-CF2A7DC5A1B9}" dt="2024-06-02T07:18:31.879" v="366" actId="478"/>
          <ac:spMkLst>
            <pc:docMk/>
            <pc:sldMk cId="0" sldId="2147470993"/>
            <ac:spMk id="12" creationId="{00000000-0000-0000-0000-000000000000}"/>
          </ac:spMkLst>
        </pc:spChg>
        <pc:spChg chg="del">
          <ac:chgData name="Huo, Hanni" userId="62744832-41d2-4007-b3e5-0d11d744955f" providerId="ADAL" clId="{7CC14032-74FE-4F38-897D-CF2A7DC5A1B9}" dt="2024-06-02T07:19:09.060" v="367" actId="478"/>
          <ac:spMkLst>
            <pc:docMk/>
            <pc:sldMk cId="0" sldId="2147470993"/>
            <ac:spMk id="54" creationId="{7E94E140-9782-452A-ADB5-DEB1D3CE8E1F}"/>
          </ac:spMkLst>
        </pc:spChg>
        <pc:picChg chg="add mod">
          <ac:chgData name="Huo, Hanni" userId="62744832-41d2-4007-b3e5-0d11d744955f" providerId="ADAL" clId="{7CC14032-74FE-4F38-897D-CF2A7DC5A1B9}" dt="2024-06-01T02:50:17.881" v="12"/>
          <ac:picMkLst>
            <pc:docMk/>
            <pc:sldMk cId="0" sldId="2147470993"/>
            <ac:picMk id="17" creationId="{42CCE7C1-88ED-95AF-672B-D2B4BA850AD0}"/>
          </ac:picMkLst>
        </pc:picChg>
      </pc:sldChg>
      <pc:sldChg chg="addSp modSp modTransition">
        <pc:chgData name="Huo, Hanni" userId="62744832-41d2-4007-b3e5-0d11d744955f" providerId="ADAL" clId="{7CC14032-74FE-4F38-897D-CF2A7DC5A1B9}" dt="2024-06-02T08:44:35.360" v="383"/>
        <pc:sldMkLst>
          <pc:docMk/>
          <pc:sldMk cId="3093368188" sldId="2147470994"/>
        </pc:sldMkLst>
        <pc:picChg chg="add mod">
          <ac:chgData name="Huo, Hanni" userId="62744832-41d2-4007-b3e5-0d11d744955f" providerId="ADAL" clId="{7CC14032-74FE-4F38-897D-CF2A7DC5A1B9}" dt="2024-06-01T02:50:46.055" v="14"/>
          <ac:picMkLst>
            <pc:docMk/>
            <pc:sldMk cId="3093368188" sldId="2147470994"/>
            <ac:picMk id="4" creationId="{912AEFDD-B470-0F8E-8F33-9FFC626D49CB}"/>
          </ac:picMkLst>
        </pc:picChg>
      </pc:sldChg>
      <pc:sldChg chg="addSp modSp mod modTransition">
        <pc:chgData name="Huo, Hanni" userId="62744832-41d2-4007-b3e5-0d11d744955f" providerId="ADAL" clId="{7CC14032-74FE-4F38-897D-CF2A7DC5A1B9}" dt="2024-06-02T08:44:35.360" v="383"/>
        <pc:sldMkLst>
          <pc:docMk/>
          <pc:sldMk cId="1207852280" sldId="2147470995"/>
        </pc:sldMkLst>
        <pc:spChg chg="mod">
          <ac:chgData name="Huo, Hanni" userId="62744832-41d2-4007-b3e5-0d11d744955f" providerId="ADAL" clId="{7CC14032-74FE-4F38-897D-CF2A7DC5A1B9}" dt="2024-06-02T07:42:40.848" v="374" actId="20577"/>
          <ac:spMkLst>
            <pc:docMk/>
            <pc:sldMk cId="1207852280" sldId="2147470995"/>
            <ac:spMk id="5" creationId="{AF378696-8C61-42F5-98E1-83C006AA8E24}"/>
          </ac:spMkLst>
        </pc:spChg>
        <pc:picChg chg="add mod">
          <ac:chgData name="Huo, Hanni" userId="62744832-41d2-4007-b3e5-0d11d744955f" providerId="ADAL" clId="{7CC14032-74FE-4F38-897D-CF2A7DC5A1B9}" dt="2024-06-01T02:54:34.714" v="75"/>
          <ac:picMkLst>
            <pc:docMk/>
            <pc:sldMk cId="1207852280" sldId="2147470995"/>
            <ac:picMk id="10" creationId="{4D7B51F7-45F1-FEFD-7689-7E2C39505E51}"/>
          </ac:picMkLst>
        </pc:picChg>
      </pc:sldChg>
      <pc:sldChg chg="addSp modSp">
        <pc:chgData name="Huo, Hanni" userId="62744832-41d2-4007-b3e5-0d11d744955f" providerId="ADAL" clId="{7CC14032-74FE-4F38-897D-CF2A7DC5A1B9}" dt="2024-06-01T02:54:40.276" v="76"/>
        <pc:sldMkLst>
          <pc:docMk/>
          <pc:sldMk cId="2712077353" sldId="2147470996"/>
        </pc:sldMkLst>
        <pc:picChg chg="add mod">
          <ac:chgData name="Huo, Hanni" userId="62744832-41d2-4007-b3e5-0d11d744955f" providerId="ADAL" clId="{7CC14032-74FE-4F38-897D-CF2A7DC5A1B9}" dt="2024-06-01T02:54:40.276" v="76"/>
          <ac:picMkLst>
            <pc:docMk/>
            <pc:sldMk cId="2712077353" sldId="2147470996"/>
            <ac:picMk id="6" creationId="{D45CF06A-B83A-6651-EEF3-1209BD153592}"/>
          </ac:picMkLst>
        </pc:picChg>
      </pc:sldChg>
      <pc:sldChg chg="addSp modSp mod modTransition">
        <pc:chgData name="Huo, Hanni" userId="62744832-41d2-4007-b3e5-0d11d744955f" providerId="ADAL" clId="{7CC14032-74FE-4F38-897D-CF2A7DC5A1B9}" dt="2024-06-05T01:32:28.856" v="405"/>
        <pc:sldMkLst>
          <pc:docMk/>
          <pc:sldMk cId="1777637085" sldId="2147470998"/>
        </pc:sldMkLst>
        <pc:spChg chg="mod">
          <ac:chgData name="Huo, Hanni" userId="62744832-41d2-4007-b3e5-0d11d744955f" providerId="ADAL" clId="{7CC14032-74FE-4F38-897D-CF2A7DC5A1B9}" dt="2024-06-05T01:32:28.856" v="405"/>
          <ac:spMkLst>
            <pc:docMk/>
            <pc:sldMk cId="1777637085" sldId="2147470998"/>
            <ac:spMk id="2" creationId="{DDB837FD-96D3-9ECA-F612-498EE88774DE}"/>
          </ac:spMkLst>
        </pc:spChg>
        <pc:picChg chg="add mod">
          <ac:chgData name="Huo, Hanni" userId="62744832-41d2-4007-b3e5-0d11d744955f" providerId="ADAL" clId="{7CC14032-74FE-4F38-897D-CF2A7DC5A1B9}" dt="2024-06-01T02:51:56.891" v="26"/>
          <ac:picMkLst>
            <pc:docMk/>
            <pc:sldMk cId="1777637085" sldId="2147470998"/>
            <ac:picMk id="7" creationId="{0DF82858-D627-00F9-6DB5-D5C11825D001}"/>
          </ac:picMkLst>
        </pc:picChg>
      </pc:sldChg>
      <pc:sldChg chg="addSp modSp mod modTransition">
        <pc:chgData name="Huo, Hanni" userId="62744832-41d2-4007-b3e5-0d11d744955f" providerId="ADAL" clId="{7CC14032-74FE-4F38-897D-CF2A7DC5A1B9}" dt="2024-06-05T01:32:16.719" v="399"/>
        <pc:sldMkLst>
          <pc:docMk/>
          <pc:sldMk cId="338564591" sldId="2147470999"/>
        </pc:sldMkLst>
        <pc:spChg chg="mod">
          <ac:chgData name="Huo, Hanni" userId="62744832-41d2-4007-b3e5-0d11d744955f" providerId="ADAL" clId="{7CC14032-74FE-4F38-897D-CF2A7DC5A1B9}" dt="2024-06-05T01:32:16.719" v="399"/>
          <ac:spMkLst>
            <pc:docMk/>
            <pc:sldMk cId="338564591" sldId="2147470999"/>
            <ac:spMk id="3" creationId="{858986A2-10DA-5E6D-C3B2-301F9907C731}"/>
          </ac:spMkLst>
        </pc:spChg>
        <pc:picChg chg="add mod">
          <ac:chgData name="Huo, Hanni" userId="62744832-41d2-4007-b3e5-0d11d744955f" providerId="ADAL" clId="{7CC14032-74FE-4F38-897D-CF2A7DC5A1B9}" dt="2024-06-01T02:52:02.752" v="27"/>
          <ac:picMkLst>
            <pc:docMk/>
            <pc:sldMk cId="338564591" sldId="2147470999"/>
            <ac:picMk id="8" creationId="{2B781E89-6CBF-2D0B-A814-294DBC4A1B9B}"/>
          </ac:picMkLst>
        </pc:picChg>
      </pc:sldChg>
      <pc:sldChg chg="addSp modSp modTransition">
        <pc:chgData name="Huo, Hanni" userId="62744832-41d2-4007-b3e5-0d11d744955f" providerId="ADAL" clId="{7CC14032-74FE-4F38-897D-CF2A7DC5A1B9}" dt="2024-06-02T08:44:35.360" v="383"/>
        <pc:sldMkLst>
          <pc:docMk/>
          <pc:sldMk cId="1521347753" sldId="2147471000"/>
        </pc:sldMkLst>
        <pc:picChg chg="add mod">
          <ac:chgData name="Huo, Hanni" userId="62744832-41d2-4007-b3e5-0d11d744955f" providerId="ADAL" clId="{7CC14032-74FE-4F38-897D-CF2A7DC5A1B9}" dt="2024-06-01T02:51:50.002" v="24"/>
          <ac:picMkLst>
            <pc:docMk/>
            <pc:sldMk cId="1521347753" sldId="2147471000"/>
            <ac:picMk id="5" creationId="{7F5DE224-0557-B6F1-A145-7BA9819FCC69}"/>
          </ac:picMkLst>
        </pc:picChg>
      </pc:sldChg>
      <pc:sldChg chg="addSp modSp modTransition">
        <pc:chgData name="Huo, Hanni" userId="62744832-41d2-4007-b3e5-0d11d744955f" providerId="ADAL" clId="{7CC14032-74FE-4F38-897D-CF2A7DC5A1B9}" dt="2024-06-02T08:44:35.360" v="383"/>
        <pc:sldMkLst>
          <pc:docMk/>
          <pc:sldMk cId="2269983943" sldId="2147471001"/>
        </pc:sldMkLst>
        <pc:picChg chg="add mod">
          <ac:chgData name="Huo, Hanni" userId="62744832-41d2-4007-b3e5-0d11d744955f" providerId="ADAL" clId="{7CC14032-74FE-4F38-897D-CF2A7DC5A1B9}" dt="2024-06-01T03:15:30.498" v="85"/>
          <ac:picMkLst>
            <pc:docMk/>
            <pc:sldMk cId="2269983943" sldId="2147471001"/>
            <ac:picMk id="4" creationId="{8DEB0CFE-BC1C-0560-A871-8D889BF2F1E6}"/>
          </ac:picMkLst>
        </pc:picChg>
      </pc:sldChg>
      <pc:sldChg chg="addSp modSp modTransition">
        <pc:chgData name="Huo, Hanni" userId="62744832-41d2-4007-b3e5-0d11d744955f" providerId="ADAL" clId="{7CC14032-74FE-4F38-897D-CF2A7DC5A1B9}" dt="2024-06-02T08:44:35.360" v="383"/>
        <pc:sldMkLst>
          <pc:docMk/>
          <pc:sldMk cId="952140705" sldId="2147471002"/>
        </pc:sldMkLst>
        <pc:picChg chg="add mod">
          <ac:chgData name="Huo, Hanni" userId="62744832-41d2-4007-b3e5-0d11d744955f" providerId="ADAL" clId="{7CC14032-74FE-4F38-897D-CF2A7DC5A1B9}" dt="2024-06-01T02:50:53.658" v="15"/>
          <ac:picMkLst>
            <pc:docMk/>
            <pc:sldMk cId="952140705" sldId="2147471002"/>
            <ac:picMk id="6" creationId="{F459A302-317C-9D1A-C88D-5E5D15F19E30}"/>
          </ac:picMkLst>
        </pc:picChg>
      </pc:sldChg>
      <pc:sldChg chg="addSp modSp mod modTransition">
        <pc:chgData name="Huo, Hanni" userId="62744832-41d2-4007-b3e5-0d11d744955f" providerId="ADAL" clId="{7CC14032-74FE-4F38-897D-CF2A7DC5A1B9}" dt="2024-06-02T08:44:35.360" v="383"/>
        <pc:sldMkLst>
          <pc:docMk/>
          <pc:sldMk cId="3741248778" sldId="2147471004"/>
        </pc:sldMkLst>
        <pc:graphicFrameChg chg="mod modGraphic">
          <ac:chgData name="Huo, Hanni" userId="62744832-41d2-4007-b3e5-0d11d744955f" providerId="ADAL" clId="{7CC14032-74FE-4F38-897D-CF2A7DC5A1B9}" dt="2024-06-01T12:49:47.042" v="266" actId="20577"/>
          <ac:graphicFrameMkLst>
            <pc:docMk/>
            <pc:sldMk cId="3741248778" sldId="2147471004"/>
            <ac:graphicFrameMk id="2" creationId="{00EDEA05-29B5-4094-4839-A15CBE718E16}"/>
          </ac:graphicFrameMkLst>
        </pc:graphicFrameChg>
        <pc:picChg chg="add mod">
          <ac:chgData name="Huo, Hanni" userId="62744832-41d2-4007-b3e5-0d11d744955f" providerId="ADAL" clId="{7CC14032-74FE-4F38-897D-CF2A7DC5A1B9}" dt="2024-06-01T02:51:08.864" v="18"/>
          <ac:picMkLst>
            <pc:docMk/>
            <pc:sldMk cId="3741248778" sldId="2147471004"/>
            <ac:picMk id="4" creationId="{873544F0-87BB-4D97-99A8-4C7BBA07515E}"/>
          </ac:picMkLst>
        </pc:picChg>
      </pc:sldChg>
      <pc:sldChg chg="addSp modSp modTransition">
        <pc:chgData name="Huo, Hanni" userId="62744832-41d2-4007-b3e5-0d11d744955f" providerId="ADAL" clId="{7CC14032-74FE-4F38-897D-CF2A7DC5A1B9}" dt="2024-06-02T08:44:35.360" v="383"/>
        <pc:sldMkLst>
          <pc:docMk/>
          <pc:sldMk cId="1449044252" sldId="2147471005"/>
        </pc:sldMkLst>
        <pc:picChg chg="add mod">
          <ac:chgData name="Huo, Hanni" userId="62744832-41d2-4007-b3e5-0d11d744955f" providerId="ADAL" clId="{7CC14032-74FE-4F38-897D-CF2A7DC5A1B9}" dt="2024-06-01T02:44:34.397" v="6"/>
          <ac:picMkLst>
            <pc:docMk/>
            <pc:sldMk cId="1449044252" sldId="2147471005"/>
            <ac:picMk id="6" creationId="{8E8E0B77-2953-06EE-C2CD-5294E8EE691E}"/>
          </ac:picMkLst>
        </pc:picChg>
      </pc:sldChg>
      <pc:sldChg chg="modTransition">
        <pc:chgData name="Huo, Hanni" userId="62744832-41d2-4007-b3e5-0d11d744955f" providerId="ADAL" clId="{7CC14032-74FE-4F38-897D-CF2A7DC5A1B9}" dt="2024-06-02T08:44:35.360" v="383"/>
        <pc:sldMkLst>
          <pc:docMk/>
          <pc:sldMk cId="0" sldId="2147471006"/>
        </pc:sldMkLst>
      </pc:sldChg>
      <pc:sldChg chg="addSp delSp modSp modTransition modAnim">
        <pc:chgData name="Huo, Hanni" userId="62744832-41d2-4007-b3e5-0d11d744955f" providerId="ADAL" clId="{7CC14032-74FE-4F38-897D-CF2A7DC5A1B9}" dt="2024-06-02T08:44:35.360" v="383"/>
        <pc:sldMkLst>
          <pc:docMk/>
          <pc:sldMk cId="901804564" sldId="2147476458"/>
        </pc:sldMkLst>
        <pc:picChg chg="add del mod">
          <ac:chgData name="Huo, Hanni" userId="62744832-41d2-4007-b3e5-0d11d744955f" providerId="ADAL" clId="{7CC14032-74FE-4F38-897D-CF2A7DC5A1B9}" dt="2024-06-02T08:44:35.360" v="383"/>
          <ac:picMkLst>
            <pc:docMk/>
            <pc:sldMk cId="901804564" sldId="2147476458"/>
            <ac:picMk id="20" creationId="{17CE8CAA-E7E1-E1AC-33C6-9F420276CDAE}"/>
          </ac:picMkLst>
        </pc:picChg>
      </pc:sldChg>
      <pc:sldChg chg="modSp mod modTransition">
        <pc:chgData name="Huo, Hanni" userId="62744832-41d2-4007-b3e5-0d11d744955f" providerId="ADAL" clId="{7CC14032-74FE-4F38-897D-CF2A7DC5A1B9}" dt="2024-06-02T08:44:35.360" v="383"/>
        <pc:sldMkLst>
          <pc:docMk/>
          <pc:sldMk cId="1040155934" sldId="2147476459"/>
        </pc:sldMkLst>
        <pc:spChg chg="mod">
          <ac:chgData name="Huo, Hanni" userId="62744832-41d2-4007-b3e5-0d11d744955f" providerId="ADAL" clId="{7CC14032-74FE-4F38-897D-CF2A7DC5A1B9}" dt="2024-06-02T06:08:24.567" v="356" actId="20577"/>
          <ac:spMkLst>
            <pc:docMk/>
            <pc:sldMk cId="1040155934" sldId="2147476459"/>
            <ac:spMk id="6" creationId="{7759BB0C-F6E8-DB45-4A3D-FFD459537B0E}"/>
          </ac:spMkLst>
        </pc:spChg>
      </pc:sldChg>
      <pc:sldChg chg="modTransition">
        <pc:chgData name="Huo, Hanni" userId="62744832-41d2-4007-b3e5-0d11d744955f" providerId="ADAL" clId="{7CC14032-74FE-4F38-897D-CF2A7DC5A1B9}" dt="2024-06-02T08:44:35.360" v="383"/>
        <pc:sldMkLst>
          <pc:docMk/>
          <pc:sldMk cId="3606592644" sldId="2147476461"/>
        </pc:sldMkLst>
      </pc:sldChg>
      <pc:sldChg chg="modTransition">
        <pc:chgData name="Huo, Hanni" userId="62744832-41d2-4007-b3e5-0d11d744955f" providerId="ADAL" clId="{7CC14032-74FE-4F38-897D-CF2A7DC5A1B9}" dt="2024-06-02T08:44:35.360" v="383"/>
        <pc:sldMkLst>
          <pc:docMk/>
          <pc:sldMk cId="837342241" sldId="2147476462"/>
        </pc:sldMkLst>
      </pc:sldChg>
      <pc:sldChg chg="modSp add del mod">
        <pc:chgData name="Huo, Hanni" userId="62744832-41d2-4007-b3e5-0d11d744955f" providerId="ADAL" clId="{7CC14032-74FE-4F38-897D-CF2A7DC5A1B9}" dt="2024-06-12T07:39:55.275" v="416" actId="2696"/>
        <pc:sldMkLst>
          <pc:docMk/>
          <pc:sldMk cId="2699626612" sldId="2147476463"/>
        </pc:sldMkLst>
        <pc:graphicFrameChg chg="mod modGraphic">
          <ac:chgData name="Huo, Hanni" userId="62744832-41d2-4007-b3e5-0d11d744955f" providerId="ADAL" clId="{7CC14032-74FE-4F38-897D-CF2A7DC5A1B9}" dt="2024-06-12T07:39:28.416" v="415" actId="1076"/>
          <ac:graphicFrameMkLst>
            <pc:docMk/>
            <pc:sldMk cId="2699626612" sldId="2147476463"/>
            <ac:graphicFrameMk id="5" creationId="{00000000-0000-0000-0000-000000000000}"/>
          </ac:graphicFrameMkLst>
        </pc:graphicFrameChg>
      </pc:sldChg>
      <pc:sldChg chg="modSp add del mod">
        <pc:chgData name="Huo, Hanni" userId="62744832-41d2-4007-b3e5-0d11d744955f" providerId="ADAL" clId="{7CC14032-74FE-4F38-897D-CF2A7DC5A1B9}" dt="2024-06-12T07:36:55.942" v="412" actId="2696"/>
        <pc:sldMkLst>
          <pc:docMk/>
          <pc:sldMk cId="3135550174" sldId="2147476463"/>
        </pc:sldMkLst>
        <pc:graphicFrameChg chg="mod modGraphic">
          <ac:chgData name="Huo, Hanni" userId="62744832-41d2-4007-b3e5-0d11d744955f" providerId="ADAL" clId="{7CC14032-74FE-4F38-897D-CF2A7DC5A1B9}" dt="2024-06-12T07:34:52.664" v="411" actId="14100"/>
          <ac:graphicFrameMkLst>
            <pc:docMk/>
            <pc:sldMk cId="3135550174" sldId="2147476463"/>
            <ac:graphicFrameMk id="5" creationId="{00000000-0000-0000-0000-000000000000}"/>
          </ac:graphicFrameMkLst>
        </pc:graphicFrameChg>
      </pc:sldChg>
    </pc:docChg>
  </pc:docChgLst>
  <pc:docChgLst>
    <pc:chgData name="Liang, Shuang" userId="S::shuang.liang@thermofisher.com::e97fcbab-b476-41d4-9539-6788aa0925a2" providerId="AD" clId="Web-{2EDECCF2-0828-4003-BAB2-F7BA5FF3E7FA}"/>
    <pc:docChg chg="sldOrd">
      <pc:chgData name="Liang, Shuang" userId="S::shuang.liang@thermofisher.com::e97fcbab-b476-41d4-9539-6788aa0925a2" providerId="AD" clId="Web-{2EDECCF2-0828-4003-BAB2-F7BA5FF3E7FA}" dt="2024-06-03T03:37:13.294" v="1"/>
      <pc:docMkLst>
        <pc:docMk/>
      </pc:docMkLst>
      <pc:sldChg chg="ord">
        <pc:chgData name="Liang, Shuang" userId="S::shuang.liang@thermofisher.com::e97fcbab-b476-41d4-9539-6788aa0925a2" providerId="AD" clId="Web-{2EDECCF2-0828-4003-BAB2-F7BA5FF3E7FA}" dt="2024-06-03T03:37:13.294" v="1"/>
        <pc:sldMkLst>
          <pc:docMk/>
          <pc:sldMk cId="1040155934" sldId="2147476459"/>
        </pc:sldMkLst>
      </pc:sldChg>
    </pc:docChg>
  </pc:docChgLst>
  <pc:docChgLst>
    <pc:chgData name="Errington-Wood, Graeme (IM&amp;T, Kensington WA)" userId="S::err009@csiro.au::693a62d0-adec-463b-9054-d02453ad5b2f" providerId="AD" clId="Web-{FCA4DF96-11A1-4D29-8D93-834EC179FC5D}"/>
    <pc:docChg chg="sldOrd">
      <pc:chgData name="Errington-Wood, Graeme (IM&amp;T, Kensington WA)" userId="S::err009@csiro.au::693a62d0-adec-463b-9054-d02453ad5b2f" providerId="AD" clId="Web-{FCA4DF96-11A1-4D29-8D93-834EC179FC5D}" dt="2023-07-20T03:13:28.204" v="0"/>
      <pc:docMkLst>
        <pc:docMk/>
      </pc:docMkLst>
      <pc:sldChg chg="ord">
        <pc:chgData name="Errington-Wood, Graeme (IM&amp;T, Kensington WA)" userId="S::err009@csiro.au::693a62d0-adec-463b-9054-d02453ad5b2f" providerId="AD" clId="Web-{FCA4DF96-11A1-4D29-8D93-834EC179FC5D}" dt="2023-07-20T03:13:28.204" v="0"/>
        <pc:sldMkLst>
          <pc:docMk/>
          <pc:sldMk cId="2902858491" sldId="415"/>
        </pc:sldMkLst>
      </pc:sldChg>
    </pc:docChg>
  </pc:docChgLst>
  <pc:docChgLst>
    <pc:chgData name="Tiwari, Shravan" userId="4c27891f-95d4-4976-825b-8d72b130123b" providerId="ADAL" clId="{780D3608-A8D3-4263-91AE-C1F7209B5648}"/>
    <pc:docChg chg="undo custSel addSld delSld modSld sldOrd modSection">
      <pc:chgData name="Tiwari, Shravan" userId="4c27891f-95d4-4976-825b-8d72b130123b" providerId="ADAL" clId="{780D3608-A8D3-4263-91AE-C1F7209B5648}" dt="2024-05-31T09:11:41.688" v="2895" actId="20577"/>
      <pc:docMkLst>
        <pc:docMk/>
      </pc:docMkLst>
      <pc:sldChg chg="modSp mod">
        <pc:chgData name="Tiwari, Shravan" userId="4c27891f-95d4-4976-825b-8d72b130123b" providerId="ADAL" clId="{780D3608-A8D3-4263-91AE-C1F7209B5648}" dt="2024-05-31T07:04:48.619" v="850" actId="20577"/>
        <pc:sldMkLst>
          <pc:docMk/>
          <pc:sldMk cId="0" sldId="291"/>
        </pc:sldMkLst>
        <pc:spChg chg="mod">
          <ac:chgData name="Tiwari, Shravan" userId="4c27891f-95d4-4976-825b-8d72b130123b" providerId="ADAL" clId="{780D3608-A8D3-4263-91AE-C1F7209B5648}" dt="2024-05-31T07:04:17.154" v="818" actId="20577"/>
          <ac:spMkLst>
            <pc:docMk/>
            <pc:sldMk cId="0" sldId="291"/>
            <ac:spMk id="4" creationId="{5C11BCA2-CCB9-3A86-3495-60551D16E829}"/>
          </ac:spMkLst>
        </pc:spChg>
        <pc:spChg chg="mod">
          <ac:chgData name="Tiwari, Shravan" userId="4c27891f-95d4-4976-825b-8d72b130123b" providerId="ADAL" clId="{780D3608-A8D3-4263-91AE-C1F7209B5648}" dt="2024-05-31T07:04:40.667" v="849" actId="20577"/>
          <ac:spMkLst>
            <pc:docMk/>
            <pc:sldMk cId="0" sldId="291"/>
            <ac:spMk id="5" creationId="{15766BE4-2760-24E5-30E5-238122839DFB}"/>
          </ac:spMkLst>
        </pc:spChg>
        <pc:spChg chg="mod">
          <ac:chgData name="Tiwari, Shravan" userId="4c27891f-95d4-4976-825b-8d72b130123b" providerId="ADAL" clId="{780D3608-A8D3-4263-91AE-C1F7209B5648}" dt="2024-05-31T07:04:48.619" v="850" actId="20577"/>
          <ac:spMkLst>
            <pc:docMk/>
            <pc:sldMk cId="0" sldId="291"/>
            <ac:spMk id="6" creationId="{00000000-0000-0000-0000-000000000000}"/>
          </ac:spMkLst>
        </pc:spChg>
      </pc:sldChg>
      <pc:sldChg chg="modSp mod">
        <pc:chgData name="Tiwari, Shravan" userId="4c27891f-95d4-4976-825b-8d72b130123b" providerId="ADAL" clId="{780D3608-A8D3-4263-91AE-C1F7209B5648}" dt="2024-05-31T07:20:19.316" v="1133" actId="14100"/>
        <pc:sldMkLst>
          <pc:docMk/>
          <pc:sldMk cId="210284878" sldId="307"/>
        </pc:sldMkLst>
        <pc:spChg chg="mod">
          <ac:chgData name="Tiwari, Shravan" userId="4c27891f-95d4-4976-825b-8d72b130123b" providerId="ADAL" clId="{780D3608-A8D3-4263-91AE-C1F7209B5648}" dt="2024-05-31T07:20:19.316" v="1133" actId="14100"/>
          <ac:spMkLst>
            <pc:docMk/>
            <pc:sldMk cId="210284878" sldId="307"/>
            <ac:spMk id="3" creationId="{65FB86BF-F6A5-3995-F221-8FB07F760E87}"/>
          </ac:spMkLst>
        </pc:spChg>
      </pc:sldChg>
      <pc:sldChg chg="modSp mod modNotesTx">
        <pc:chgData name="Tiwari, Shravan" userId="4c27891f-95d4-4976-825b-8d72b130123b" providerId="ADAL" clId="{780D3608-A8D3-4263-91AE-C1F7209B5648}" dt="2024-05-31T06:49:06.069" v="597" actId="20577"/>
        <pc:sldMkLst>
          <pc:docMk/>
          <pc:sldMk cId="0" sldId="309"/>
        </pc:sldMkLst>
        <pc:spChg chg="mod">
          <ac:chgData name="Tiwari, Shravan" userId="4c27891f-95d4-4976-825b-8d72b130123b" providerId="ADAL" clId="{780D3608-A8D3-4263-91AE-C1F7209B5648}" dt="2024-05-31T06:49:06.069" v="597" actId="20577"/>
          <ac:spMkLst>
            <pc:docMk/>
            <pc:sldMk cId="0" sldId="309"/>
            <ac:spMk id="2" creationId="{00000000-0000-0000-0000-000000000000}"/>
          </ac:spMkLst>
        </pc:spChg>
        <pc:graphicFrameChg chg="mod modGraphic">
          <ac:chgData name="Tiwari, Shravan" userId="4c27891f-95d4-4976-825b-8d72b130123b" providerId="ADAL" clId="{780D3608-A8D3-4263-91AE-C1F7209B5648}" dt="2024-05-31T03:14:15.507" v="43" actId="14100"/>
          <ac:graphicFrameMkLst>
            <pc:docMk/>
            <pc:sldMk cId="0" sldId="309"/>
            <ac:graphicFrameMk id="9" creationId="{00000000-0000-0000-0000-000000000000}"/>
          </ac:graphicFrameMkLst>
        </pc:graphicFrameChg>
      </pc:sldChg>
      <pc:sldChg chg="mod ord modShow">
        <pc:chgData name="Tiwari, Shravan" userId="4c27891f-95d4-4976-825b-8d72b130123b" providerId="ADAL" clId="{780D3608-A8D3-4263-91AE-C1F7209B5648}" dt="2024-05-31T07:47:02.250" v="1579"/>
        <pc:sldMkLst>
          <pc:docMk/>
          <pc:sldMk cId="0" sldId="385"/>
        </pc:sldMkLst>
      </pc:sldChg>
      <pc:sldChg chg="modSp mod modNotesTx">
        <pc:chgData name="Tiwari, Shravan" userId="4c27891f-95d4-4976-825b-8d72b130123b" providerId="ADAL" clId="{780D3608-A8D3-4263-91AE-C1F7209B5648}" dt="2024-05-31T06:49:22.644" v="600" actId="20577"/>
        <pc:sldMkLst>
          <pc:docMk/>
          <pc:sldMk cId="1127582349" sldId="424"/>
        </pc:sldMkLst>
        <pc:spChg chg="mod">
          <ac:chgData name="Tiwari, Shravan" userId="4c27891f-95d4-4976-825b-8d72b130123b" providerId="ADAL" clId="{780D3608-A8D3-4263-91AE-C1F7209B5648}" dt="2024-05-31T06:49:22.644" v="600" actId="20577"/>
          <ac:spMkLst>
            <pc:docMk/>
            <pc:sldMk cId="1127582349" sldId="424"/>
            <ac:spMk id="3" creationId="{A466D725-8D80-EBBE-B20E-A9880AE012B3}"/>
          </ac:spMkLst>
        </pc:spChg>
        <pc:spChg chg="mod">
          <ac:chgData name="Tiwari, Shravan" userId="4c27891f-95d4-4976-825b-8d72b130123b" providerId="ADAL" clId="{780D3608-A8D3-4263-91AE-C1F7209B5648}" dt="2024-05-31T03:22:51.563" v="47" actId="1076"/>
          <ac:spMkLst>
            <pc:docMk/>
            <pc:sldMk cId="1127582349" sldId="424"/>
            <ac:spMk id="9" creationId="{F4D517CB-F07C-6A9A-2DFF-D5ADCB16E918}"/>
          </ac:spMkLst>
        </pc:spChg>
      </pc:sldChg>
      <pc:sldChg chg="addSp delSp modSp mod chgLayout">
        <pc:chgData name="Tiwari, Shravan" userId="4c27891f-95d4-4976-825b-8d72b130123b" providerId="ADAL" clId="{780D3608-A8D3-4263-91AE-C1F7209B5648}" dt="2024-05-31T07:53:18.916" v="1962"/>
        <pc:sldMkLst>
          <pc:docMk/>
          <pc:sldMk cId="0" sldId="2917"/>
        </pc:sldMkLst>
        <pc:spChg chg="mod ord">
          <ac:chgData name="Tiwari, Shravan" userId="4c27891f-95d4-4976-825b-8d72b130123b" providerId="ADAL" clId="{780D3608-A8D3-4263-91AE-C1F7209B5648}" dt="2024-05-31T06:51:38.809" v="634" actId="20577"/>
          <ac:spMkLst>
            <pc:docMk/>
            <pc:sldMk cId="0" sldId="2917"/>
            <ac:spMk id="2" creationId="{00000000-0000-0000-0000-000000000000}"/>
          </ac:spMkLst>
        </pc:spChg>
        <pc:spChg chg="add del mod ord">
          <ac:chgData name="Tiwari, Shravan" userId="4c27891f-95d4-4976-825b-8d72b130123b" providerId="ADAL" clId="{780D3608-A8D3-4263-91AE-C1F7209B5648}" dt="2024-05-31T03:05:48.768" v="23" actId="478"/>
          <ac:spMkLst>
            <pc:docMk/>
            <pc:sldMk cId="0" sldId="2917"/>
            <ac:spMk id="3" creationId="{ED7CB13B-DE21-05DE-9E6A-A1CB079E9518}"/>
          </ac:spMkLst>
        </pc:spChg>
        <pc:spChg chg="del">
          <ac:chgData name="Tiwari, Shravan" userId="4c27891f-95d4-4976-825b-8d72b130123b" providerId="ADAL" clId="{780D3608-A8D3-4263-91AE-C1F7209B5648}" dt="2024-05-31T03:05:41.812" v="22" actId="700"/>
          <ac:spMkLst>
            <pc:docMk/>
            <pc:sldMk cId="0" sldId="2917"/>
            <ac:spMk id="4" creationId="{00000000-0000-0000-0000-000000000000}"/>
          </ac:spMkLst>
        </pc:spChg>
        <pc:spChg chg="mod ord">
          <ac:chgData name="Tiwari, Shravan" userId="4c27891f-95d4-4976-825b-8d72b130123b" providerId="ADAL" clId="{780D3608-A8D3-4263-91AE-C1F7209B5648}" dt="2024-05-31T03:05:41.812" v="22" actId="700"/>
          <ac:spMkLst>
            <pc:docMk/>
            <pc:sldMk cId="0" sldId="2917"/>
            <ac:spMk id="6" creationId="{00000000-0000-0000-0000-000000000000}"/>
          </ac:spMkLst>
        </pc:spChg>
        <pc:spChg chg="add mod ord">
          <ac:chgData name="Tiwari, Shravan" userId="4c27891f-95d4-4976-825b-8d72b130123b" providerId="ADAL" clId="{780D3608-A8D3-4263-91AE-C1F7209B5648}" dt="2024-05-31T03:05:41.812" v="22" actId="700"/>
          <ac:spMkLst>
            <pc:docMk/>
            <pc:sldMk cId="0" sldId="2917"/>
            <ac:spMk id="7" creationId="{D9FC07B4-61DF-9E9B-C92A-CAD5D58C7B64}"/>
          </ac:spMkLst>
        </pc:spChg>
        <pc:graphicFrameChg chg="mod modGraphic">
          <ac:chgData name="Tiwari, Shravan" userId="4c27891f-95d4-4976-825b-8d72b130123b" providerId="ADAL" clId="{780D3608-A8D3-4263-91AE-C1F7209B5648}" dt="2024-05-31T07:53:18.916" v="1962"/>
          <ac:graphicFrameMkLst>
            <pc:docMk/>
            <pc:sldMk cId="0" sldId="2917"/>
            <ac:graphicFrameMk id="5" creationId="{00000000-0000-0000-0000-000000000000}"/>
          </ac:graphicFrameMkLst>
        </pc:graphicFrameChg>
      </pc:sldChg>
      <pc:sldChg chg="modSp mod modNotesTx">
        <pc:chgData name="Tiwari, Shravan" userId="4c27891f-95d4-4976-825b-8d72b130123b" providerId="ADAL" clId="{780D3608-A8D3-4263-91AE-C1F7209B5648}" dt="2024-05-31T07:05:27.588" v="854" actId="113"/>
        <pc:sldMkLst>
          <pc:docMk/>
          <pc:sldMk cId="0" sldId="8097"/>
        </pc:sldMkLst>
        <pc:spChg chg="mod">
          <ac:chgData name="Tiwari, Shravan" userId="4c27891f-95d4-4976-825b-8d72b130123b" providerId="ADAL" clId="{780D3608-A8D3-4263-91AE-C1F7209B5648}" dt="2024-05-31T07:05:27.588" v="854" actId="113"/>
          <ac:spMkLst>
            <pc:docMk/>
            <pc:sldMk cId="0" sldId="8097"/>
            <ac:spMk id="47107" creationId="{00000000-0000-0000-0000-000000000000}"/>
          </ac:spMkLst>
        </pc:spChg>
      </pc:sldChg>
      <pc:sldChg chg="modSp mod">
        <pc:chgData name="Tiwari, Shravan" userId="4c27891f-95d4-4976-825b-8d72b130123b" providerId="ADAL" clId="{780D3608-A8D3-4263-91AE-C1F7209B5648}" dt="2024-05-31T07:05:12.398" v="853" actId="403"/>
        <pc:sldMkLst>
          <pc:docMk/>
          <pc:sldMk cId="0" sldId="8098"/>
        </pc:sldMkLst>
        <pc:spChg chg="mod">
          <ac:chgData name="Tiwari, Shravan" userId="4c27891f-95d4-4976-825b-8d72b130123b" providerId="ADAL" clId="{780D3608-A8D3-4263-91AE-C1F7209B5648}" dt="2024-05-31T06:41:10.798" v="301" actId="403"/>
          <ac:spMkLst>
            <pc:docMk/>
            <pc:sldMk cId="0" sldId="8098"/>
            <ac:spMk id="2" creationId="{7BCCBB0F-E237-CF31-00A3-0F396381834F}"/>
          </ac:spMkLst>
        </pc:spChg>
        <pc:spChg chg="mod">
          <ac:chgData name="Tiwari, Shravan" userId="4c27891f-95d4-4976-825b-8d72b130123b" providerId="ADAL" clId="{780D3608-A8D3-4263-91AE-C1F7209B5648}" dt="2024-05-31T07:05:12.398" v="853" actId="403"/>
          <ac:spMkLst>
            <pc:docMk/>
            <pc:sldMk cId="0" sldId="8098"/>
            <ac:spMk id="47107" creationId="{00000000-0000-0000-0000-000000000000}"/>
          </ac:spMkLst>
        </pc:spChg>
      </pc:sldChg>
      <pc:sldChg chg="modSp add mod">
        <pc:chgData name="Tiwari, Shravan" userId="4c27891f-95d4-4976-825b-8d72b130123b" providerId="ADAL" clId="{780D3608-A8D3-4263-91AE-C1F7209B5648}" dt="2024-05-31T08:22:31.244" v="2155" actId="1038"/>
        <pc:sldMkLst>
          <pc:docMk/>
          <pc:sldMk cId="3108547940" sldId="22429"/>
        </pc:sldMkLst>
        <pc:spChg chg="mod">
          <ac:chgData name="Tiwari, Shravan" userId="4c27891f-95d4-4976-825b-8d72b130123b" providerId="ADAL" clId="{780D3608-A8D3-4263-91AE-C1F7209B5648}" dt="2024-05-31T08:22:31.244" v="2155" actId="1038"/>
          <ac:spMkLst>
            <pc:docMk/>
            <pc:sldMk cId="3108547940" sldId="22429"/>
            <ac:spMk id="32" creationId="{CB784C9B-795A-33C7-8A62-8E625DC0E849}"/>
          </ac:spMkLst>
        </pc:spChg>
        <pc:spChg chg="mod">
          <ac:chgData name="Tiwari, Shravan" userId="4c27891f-95d4-4976-825b-8d72b130123b" providerId="ADAL" clId="{780D3608-A8D3-4263-91AE-C1F7209B5648}" dt="2024-05-31T08:20:04.897" v="2136" actId="1035"/>
          <ac:spMkLst>
            <pc:docMk/>
            <pc:sldMk cId="3108547940" sldId="22429"/>
            <ac:spMk id="33" creationId="{49081170-2C4F-15B4-DE09-CB6EA7EDA0C9}"/>
          </ac:spMkLst>
        </pc:spChg>
        <pc:spChg chg="mod">
          <ac:chgData name="Tiwari, Shravan" userId="4c27891f-95d4-4976-825b-8d72b130123b" providerId="ADAL" clId="{780D3608-A8D3-4263-91AE-C1F7209B5648}" dt="2024-05-31T08:20:04.897" v="2136" actId="1035"/>
          <ac:spMkLst>
            <pc:docMk/>
            <pc:sldMk cId="3108547940" sldId="22429"/>
            <ac:spMk id="34" creationId="{460AE6A1-FBC0-0E8E-26C8-56D366EAEC18}"/>
          </ac:spMkLst>
        </pc:spChg>
        <pc:spChg chg="mod">
          <ac:chgData name="Tiwari, Shravan" userId="4c27891f-95d4-4976-825b-8d72b130123b" providerId="ADAL" clId="{780D3608-A8D3-4263-91AE-C1F7209B5648}" dt="2024-05-31T08:20:04.897" v="2136" actId="1035"/>
          <ac:spMkLst>
            <pc:docMk/>
            <pc:sldMk cId="3108547940" sldId="22429"/>
            <ac:spMk id="36" creationId="{B5F6094D-100C-4F6E-6D0F-3074FAD5157E}"/>
          </ac:spMkLst>
        </pc:spChg>
        <pc:spChg chg="mod">
          <ac:chgData name="Tiwari, Shravan" userId="4c27891f-95d4-4976-825b-8d72b130123b" providerId="ADAL" clId="{780D3608-A8D3-4263-91AE-C1F7209B5648}" dt="2024-05-31T08:21:59.987" v="2145" actId="1036"/>
          <ac:spMkLst>
            <pc:docMk/>
            <pc:sldMk cId="3108547940" sldId="22429"/>
            <ac:spMk id="49" creationId="{871262E0-9C0C-1DFD-C53A-47FDA19571D3}"/>
          </ac:spMkLst>
        </pc:spChg>
        <pc:spChg chg="mod">
          <ac:chgData name="Tiwari, Shravan" userId="4c27891f-95d4-4976-825b-8d72b130123b" providerId="ADAL" clId="{780D3608-A8D3-4263-91AE-C1F7209B5648}" dt="2024-05-31T08:21:59.987" v="2145" actId="1036"/>
          <ac:spMkLst>
            <pc:docMk/>
            <pc:sldMk cId="3108547940" sldId="22429"/>
            <ac:spMk id="50" creationId="{B25A4F7A-0118-CFCA-4306-B2B869F6AB24}"/>
          </ac:spMkLst>
        </pc:spChg>
        <pc:spChg chg="mod">
          <ac:chgData name="Tiwari, Shravan" userId="4c27891f-95d4-4976-825b-8d72b130123b" providerId="ADAL" clId="{780D3608-A8D3-4263-91AE-C1F7209B5648}" dt="2024-05-31T08:21:59.987" v="2145" actId="1036"/>
          <ac:spMkLst>
            <pc:docMk/>
            <pc:sldMk cId="3108547940" sldId="22429"/>
            <ac:spMk id="63" creationId="{A6BF1B07-F853-F895-B381-BBC2AD9C4174}"/>
          </ac:spMkLst>
        </pc:spChg>
        <pc:spChg chg="mod">
          <ac:chgData name="Tiwari, Shravan" userId="4c27891f-95d4-4976-825b-8d72b130123b" providerId="ADAL" clId="{780D3608-A8D3-4263-91AE-C1F7209B5648}" dt="2024-05-31T08:22:11.194" v="2148" actId="1036"/>
          <ac:spMkLst>
            <pc:docMk/>
            <pc:sldMk cId="3108547940" sldId="22429"/>
            <ac:spMk id="95" creationId="{90A141FF-F71F-DD35-3FB4-C41472102FE6}"/>
          </ac:spMkLst>
        </pc:spChg>
        <pc:spChg chg="mod">
          <ac:chgData name="Tiwari, Shravan" userId="4c27891f-95d4-4976-825b-8d72b130123b" providerId="ADAL" clId="{780D3608-A8D3-4263-91AE-C1F7209B5648}" dt="2024-05-31T08:22:11.194" v="2148" actId="1036"/>
          <ac:spMkLst>
            <pc:docMk/>
            <pc:sldMk cId="3108547940" sldId="22429"/>
            <ac:spMk id="97" creationId="{A5E31BB9-5D47-02B0-4F14-288FF312CACC}"/>
          </ac:spMkLst>
        </pc:spChg>
      </pc:sldChg>
      <pc:sldChg chg="mod ord modShow">
        <pc:chgData name="Tiwari, Shravan" userId="4c27891f-95d4-4976-825b-8d72b130123b" providerId="ADAL" clId="{780D3608-A8D3-4263-91AE-C1F7209B5648}" dt="2024-05-31T07:47:02.250" v="1579"/>
        <pc:sldMkLst>
          <pc:docMk/>
          <pc:sldMk cId="0" sldId="4099538"/>
        </pc:sldMkLst>
      </pc:sldChg>
      <pc:sldChg chg="mod ord modShow">
        <pc:chgData name="Tiwari, Shravan" userId="4c27891f-95d4-4976-825b-8d72b130123b" providerId="ADAL" clId="{780D3608-A8D3-4263-91AE-C1F7209B5648}" dt="2024-05-31T07:47:02.250" v="1579"/>
        <pc:sldMkLst>
          <pc:docMk/>
          <pc:sldMk cId="0" sldId="4099539"/>
        </pc:sldMkLst>
      </pc:sldChg>
      <pc:sldChg chg="mod ord modShow">
        <pc:chgData name="Tiwari, Shravan" userId="4c27891f-95d4-4976-825b-8d72b130123b" providerId="ADAL" clId="{780D3608-A8D3-4263-91AE-C1F7209B5648}" dt="2024-05-31T07:47:02.250" v="1579"/>
        <pc:sldMkLst>
          <pc:docMk/>
          <pc:sldMk cId="0" sldId="4099672"/>
        </pc:sldMkLst>
      </pc:sldChg>
      <pc:sldChg chg="modSp mod">
        <pc:chgData name="Tiwari, Shravan" userId="4c27891f-95d4-4976-825b-8d72b130123b" providerId="ADAL" clId="{780D3608-A8D3-4263-91AE-C1F7209B5648}" dt="2024-05-31T08:26:15.923" v="2232" actId="12"/>
        <pc:sldMkLst>
          <pc:docMk/>
          <pc:sldMk cId="2198174340" sldId="2134806101"/>
        </pc:sldMkLst>
        <pc:spChg chg="mod">
          <ac:chgData name="Tiwari, Shravan" userId="4c27891f-95d4-4976-825b-8d72b130123b" providerId="ADAL" clId="{780D3608-A8D3-4263-91AE-C1F7209B5648}" dt="2024-05-31T06:48:44.226" v="580" actId="207"/>
          <ac:spMkLst>
            <pc:docMk/>
            <pc:sldMk cId="2198174340" sldId="2134806101"/>
            <ac:spMk id="17" creationId="{5EBAA700-F426-D0E6-A2F6-0F5405B99DFD}"/>
          </ac:spMkLst>
        </pc:spChg>
        <pc:graphicFrameChg chg="mod">
          <ac:chgData name="Tiwari, Shravan" userId="4c27891f-95d4-4976-825b-8d72b130123b" providerId="ADAL" clId="{780D3608-A8D3-4263-91AE-C1F7209B5648}" dt="2024-05-31T08:26:15.923" v="2232" actId="12"/>
          <ac:graphicFrameMkLst>
            <pc:docMk/>
            <pc:sldMk cId="2198174340" sldId="2134806101"/>
            <ac:graphicFrameMk id="14" creationId="{57C47815-44FF-FCEA-C3AE-8001959A7873}"/>
          </ac:graphicFrameMkLst>
        </pc:graphicFrameChg>
        <pc:graphicFrameChg chg="mod modGraphic">
          <ac:chgData name="Tiwari, Shravan" userId="4c27891f-95d4-4976-825b-8d72b130123b" providerId="ADAL" clId="{780D3608-A8D3-4263-91AE-C1F7209B5648}" dt="2024-05-31T07:07:48.498" v="892" actId="1038"/>
          <ac:graphicFrameMkLst>
            <pc:docMk/>
            <pc:sldMk cId="2198174340" sldId="2134806101"/>
            <ac:graphicFrameMk id="19" creationId="{3FE3D29C-2F1C-6CF9-D1C3-B353F4BAFE86}"/>
          </ac:graphicFrameMkLst>
        </pc:graphicFrameChg>
      </pc:sldChg>
      <pc:sldChg chg="modSp mod ord modNotesTx">
        <pc:chgData name="Tiwari, Shravan" userId="4c27891f-95d4-4976-825b-8d72b130123b" providerId="ADAL" clId="{780D3608-A8D3-4263-91AE-C1F7209B5648}" dt="2024-05-31T08:27:33.421" v="2246" actId="1036"/>
        <pc:sldMkLst>
          <pc:docMk/>
          <pc:sldMk cId="301473336" sldId="2147470956"/>
        </pc:sldMkLst>
        <pc:spChg chg="mod">
          <ac:chgData name="Tiwari, Shravan" userId="4c27891f-95d4-4976-825b-8d72b130123b" providerId="ADAL" clId="{780D3608-A8D3-4263-91AE-C1F7209B5648}" dt="2024-05-31T07:56:49.026" v="2037" actId="20577"/>
          <ac:spMkLst>
            <pc:docMk/>
            <pc:sldMk cId="301473336" sldId="2147470956"/>
            <ac:spMk id="5" creationId="{454D68C7-2E69-4E32-4364-FA8912AB8494}"/>
          </ac:spMkLst>
        </pc:spChg>
        <pc:spChg chg="mod">
          <ac:chgData name="Tiwari, Shravan" userId="4c27891f-95d4-4976-825b-8d72b130123b" providerId="ADAL" clId="{780D3608-A8D3-4263-91AE-C1F7209B5648}" dt="2024-05-31T08:25:46.780" v="2229" actId="120"/>
          <ac:spMkLst>
            <pc:docMk/>
            <pc:sldMk cId="301473336" sldId="2147470956"/>
            <ac:spMk id="6" creationId="{7759BB0C-F6E8-DB45-4A3D-FFD459537B0E}"/>
          </ac:spMkLst>
        </pc:spChg>
        <pc:spChg chg="mod">
          <ac:chgData name="Tiwari, Shravan" userId="4c27891f-95d4-4976-825b-8d72b130123b" providerId="ADAL" clId="{780D3608-A8D3-4263-91AE-C1F7209B5648}" dt="2024-05-31T08:25:52.784" v="2230" actId="120"/>
          <ac:spMkLst>
            <pc:docMk/>
            <pc:sldMk cId="301473336" sldId="2147470956"/>
            <ac:spMk id="7" creationId="{D58EE1D1-8AD8-A80D-22BB-ED6964686E1A}"/>
          </ac:spMkLst>
        </pc:spChg>
        <pc:spChg chg="mod">
          <ac:chgData name="Tiwari, Shravan" userId="4c27891f-95d4-4976-825b-8d72b130123b" providerId="ADAL" clId="{780D3608-A8D3-4263-91AE-C1F7209B5648}" dt="2024-05-31T08:25:20.966" v="2226" actId="120"/>
          <ac:spMkLst>
            <pc:docMk/>
            <pc:sldMk cId="301473336" sldId="2147470956"/>
            <ac:spMk id="8" creationId="{EC75587C-C905-7333-6297-C728680E3797}"/>
          </ac:spMkLst>
        </pc:spChg>
        <pc:spChg chg="mod">
          <ac:chgData name="Tiwari, Shravan" userId="4c27891f-95d4-4976-825b-8d72b130123b" providerId="ADAL" clId="{780D3608-A8D3-4263-91AE-C1F7209B5648}" dt="2024-05-31T08:25:29.993" v="2227" actId="120"/>
          <ac:spMkLst>
            <pc:docMk/>
            <pc:sldMk cId="301473336" sldId="2147470956"/>
            <ac:spMk id="9" creationId="{D779F1FD-8242-4BF9-A956-8A35D31D25BC}"/>
          </ac:spMkLst>
        </pc:spChg>
        <pc:spChg chg="mod">
          <ac:chgData name="Tiwari, Shravan" userId="4c27891f-95d4-4976-825b-8d72b130123b" providerId="ADAL" clId="{780D3608-A8D3-4263-91AE-C1F7209B5648}" dt="2024-05-31T08:25:39.014" v="2228" actId="120"/>
          <ac:spMkLst>
            <pc:docMk/>
            <pc:sldMk cId="301473336" sldId="2147470956"/>
            <ac:spMk id="11" creationId="{D5C0F1F7-E7A6-5FBC-747C-292F4E26EAA6}"/>
          </ac:spMkLst>
        </pc:spChg>
        <pc:spChg chg="mod">
          <ac:chgData name="Tiwari, Shravan" userId="4c27891f-95d4-4976-825b-8d72b130123b" providerId="ADAL" clId="{780D3608-A8D3-4263-91AE-C1F7209B5648}" dt="2024-05-31T08:23:56.732" v="2163" actId="1035"/>
          <ac:spMkLst>
            <pc:docMk/>
            <pc:sldMk cId="301473336" sldId="2147470956"/>
            <ac:spMk id="12" creationId="{47ABB215-CAC4-5C11-0585-84F2B0D08E04}"/>
          </ac:spMkLst>
        </pc:spChg>
        <pc:spChg chg="mod">
          <ac:chgData name="Tiwari, Shravan" userId="4c27891f-95d4-4976-825b-8d72b130123b" providerId="ADAL" clId="{780D3608-A8D3-4263-91AE-C1F7209B5648}" dt="2024-05-31T08:23:56.732" v="2163" actId="1035"/>
          <ac:spMkLst>
            <pc:docMk/>
            <pc:sldMk cId="301473336" sldId="2147470956"/>
            <ac:spMk id="13" creationId="{61D8977B-7A78-66B9-A4AD-FBC5E9BA382B}"/>
          </ac:spMkLst>
        </pc:spChg>
        <pc:spChg chg="mod">
          <ac:chgData name="Tiwari, Shravan" userId="4c27891f-95d4-4976-825b-8d72b130123b" providerId="ADAL" clId="{780D3608-A8D3-4263-91AE-C1F7209B5648}" dt="2024-05-31T07:13:22.404" v="1054" actId="1036"/>
          <ac:spMkLst>
            <pc:docMk/>
            <pc:sldMk cId="301473336" sldId="2147470956"/>
            <ac:spMk id="14" creationId="{4D7DA584-8361-7FBF-F3CE-9123D62600B8}"/>
          </ac:spMkLst>
        </pc:spChg>
        <pc:spChg chg="mod">
          <ac:chgData name="Tiwari, Shravan" userId="4c27891f-95d4-4976-825b-8d72b130123b" providerId="ADAL" clId="{780D3608-A8D3-4263-91AE-C1F7209B5648}" dt="2024-05-31T08:27:27.799" v="2239" actId="1036"/>
          <ac:spMkLst>
            <pc:docMk/>
            <pc:sldMk cId="301473336" sldId="2147470956"/>
            <ac:spMk id="15" creationId="{43D25EC0-3DC3-5136-D0D8-ABD6E4B824E9}"/>
          </ac:spMkLst>
        </pc:spChg>
        <pc:spChg chg="mod">
          <ac:chgData name="Tiwari, Shravan" userId="4c27891f-95d4-4976-825b-8d72b130123b" providerId="ADAL" clId="{780D3608-A8D3-4263-91AE-C1F7209B5648}" dt="2024-05-31T08:27:33.421" v="2246" actId="1036"/>
          <ac:spMkLst>
            <pc:docMk/>
            <pc:sldMk cId="301473336" sldId="2147470956"/>
            <ac:spMk id="16" creationId="{D13FF17B-3B80-5DE9-EEE3-9D2C1A1058B9}"/>
          </ac:spMkLst>
        </pc:spChg>
      </pc:sldChg>
      <pc:sldChg chg="addSp delSp modSp mod modNotesTx">
        <pc:chgData name="Tiwari, Shravan" userId="4c27891f-95d4-4976-825b-8d72b130123b" providerId="ADAL" clId="{780D3608-A8D3-4263-91AE-C1F7209B5648}" dt="2024-05-31T08:21:20.651" v="2140" actId="20577"/>
        <pc:sldMkLst>
          <pc:docMk/>
          <pc:sldMk cId="1089217732" sldId="2147470957"/>
        </pc:sldMkLst>
        <pc:spChg chg="del mod">
          <ac:chgData name="Tiwari, Shravan" userId="4c27891f-95d4-4976-825b-8d72b130123b" providerId="ADAL" clId="{780D3608-A8D3-4263-91AE-C1F7209B5648}" dt="2024-05-31T03:35:16.065" v="152" actId="478"/>
          <ac:spMkLst>
            <pc:docMk/>
            <pc:sldMk cId="1089217732" sldId="2147470957"/>
            <ac:spMk id="2" creationId="{721638D8-5006-DC55-DE5F-7B404C5BBAA0}"/>
          </ac:spMkLst>
        </pc:spChg>
        <pc:spChg chg="mod">
          <ac:chgData name="Tiwari, Shravan" userId="4c27891f-95d4-4976-825b-8d72b130123b" providerId="ADAL" clId="{780D3608-A8D3-4263-91AE-C1F7209B5648}" dt="2024-05-31T08:21:20.651" v="2140" actId="20577"/>
          <ac:spMkLst>
            <pc:docMk/>
            <pc:sldMk cId="1089217732" sldId="2147470957"/>
            <ac:spMk id="4" creationId="{114474FE-78BC-D3ED-A8DF-F2B7D3A28B7A}"/>
          </ac:spMkLst>
        </pc:spChg>
        <pc:spChg chg="add del mod">
          <ac:chgData name="Tiwari, Shravan" userId="4c27891f-95d4-4976-825b-8d72b130123b" providerId="ADAL" clId="{780D3608-A8D3-4263-91AE-C1F7209B5648}" dt="2024-05-31T03:35:29.472" v="154" actId="478"/>
          <ac:spMkLst>
            <pc:docMk/>
            <pc:sldMk cId="1089217732" sldId="2147470957"/>
            <ac:spMk id="5" creationId="{0C19E777-94C5-7E3F-7C8C-ADE9C910EAB0}"/>
          </ac:spMkLst>
        </pc:spChg>
        <pc:spChg chg="add mod">
          <ac:chgData name="Tiwari, Shravan" userId="4c27891f-95d4-4976-825b-8d72b130123b" providerId="ADAL" clId="{780D3608-A8D3-4263-91AE-C1F7209B5648}" dt="2024-05-31T03:35:48.442" v="159" actId="20577"/>
          <ac:spMkLst>
            <pc:docMk/>
            <pc:sldMk cId="1089217732" sldId="2147470957"/>
            <ac:spMk id="10" creationId="{1BE70193-A83C-F63C-5E3F-C292737C8FA2}"/>
          </ac:spMkLst>
        </pc:spChg>
      </pc:sldChg>
      <pc:sldChg chg="modSp mod">
        <pc:chgData name="Tiwari, Shravan" userId="4c27891f-95d4-4976-825b-8d72b130123b" providerId="ADAL" clId="{780D3608-A8D3-4263-91AE-C1F7209B5648}" dt="2024-05-31T07:56:30.933" v="2035" actId="14100"/>
        <pc:sldMkLst>
          <pc:docMk/>
          <pc:sldMk cId="1381858524" sldId="2147470962"/>
        </pc:sldMkLst>
        <pc:spChg chg="mod">
          <ac:chgData name="Tiwari, Shravan" userId="4c27891f-95d4-4976-825b-8d72b130123b" providerId="ADAL" clId="{780D3608-A8D3-4263-91AE-C1F7209B5648}" dt="2024-05-31T06:49:55.845" v="602" actId="207"/>
          <ac:spMkLst>
            <pc:docMk/>
            <pc:sldMk cId="1381858524" sldId="2147470962"/>
            <ac:spMk id="2" creationId="{F53F8B23-BB9F-7607-1263-3FC9E41226EE}"/>
          </ac:spMkLst>
        </pc:spChg>
        <pc:graphicFrameChg chg="modGraphic">
          <ac:chgData name="Tiwari, Shravan" userId="4c27891f-95d4-4976-825b-8d72b130123b" providerId="ADAL" clId="{780D3608-A8D3-4263-91AE-C1F7209B5648}" dt="2024-05-31T07:56:30.933" v="2035" actId="14100"/>
          <ac:graphicFrameMkLst>
            <pc:docMk/>
            <pc:sldMk cId="1381858524" sldId="2147470962"/>
            <ac:graphicFrameMk id="4" creationId="{37D4B1B1-AA9B-2486-D00D-C6B1120DA823}"/>
          </ac:graphicFrameMkLst>
        </pc:graphicFrameChg>
      </pc:sldChg>
      <pc:sldChg chg="modSp mod">
        <pc:chgData name="Tiwari, Shravan" userId="4c27891f-95d4-4976-825b-8d72b130123b" providerId="ADAL" clId="{780D3608-A8D3-4263-91AE-C1F7209B5648}" dt="2024-05-31T06:53:57.058" v="662" actId="1035"/>
        <pc:sldMkLst>
          <pc:docMk/>
          <pc:sldMk cId="669040465" sldId="2147470963"/>
        </pc:sldMkLst>
        <pc:spChg chg="mod">
          <ac:chgData name="Tiwari, Shravan" userId="4c27891f-95d4-4976-825b-8d72b130123b" providerId="ADAL" clId="{780D3608-A8D3-4263-91AE-C1F7209B5648}" dt="2024-05-31T06:53:57.058" v="662" actId="1035"/>
          <ac:spMkLst>
            <pc:docMk/>
            <pc:sldMk cId="669040465" sldId="2147470963"/>
            <ac:spMk id="13" creationId="{E116140A-4BFA-5992-FFA8-A2FEB112FBFC}"/>
          </ac:spMkLst>
        </pc:spChg>
      </pc:sldChg>
      <pc:sldChg chg="modSp mod">
        <pc:chgData name="Tiwari, Shravan" userId="4c27891f-95d4-4976-825b-8d72b130123b" providerId="ADAL" clId="{780D3608-A8D3-4263-91AE-C1F7209B5648}" dt="2024-05-31T06:54:25.748" v="665" actId="2711"/>
        <pc:sldMkLst>
          <pc:docMk/>
          <pc:sldMk cId="2581009699" sldId="2147470966"/>
        </pc:sldMkLst>
        <pc:spChg chg="mod">
          <ac:chgData name="Tiwari, Shravan" userId="4c27891f-95d4-4976-825b-8d72b130123b" providerId="ADAL" clId="{780D3608-A8D3-4263-91AE-C1F7209B5648}" dt="2024-05-31T06:54:25.748" v="665" actId="2711"/>
          <ac:spMkLst>
            <pc:docMk/>
            <pc:sldMk cId="2581009699" sldId="2147470966"/>
            <ac:spMk id="4" creationId="{567E4E07-87D5-7CD8-B439-C706764E48E3}"/>
          </ac:spMkLst>
        </pc:spChg>
      </pc:sldChg>
      <pc:sldChg chg="modSp mod">
        <pc:chgData name="Tiwari, Shravan" userId="4c27891f-95d4-4976-825b-8d72b130123b" providerId="ADAL" clId="{780D3608-A8D3-4263-91AE-C1F7209B5648}" dt="2024-05-31T07:01:57.436" v="754" actId="2711"/>
        <pc:sldMkLst>
          <pc:docMk/>
          <pc:sldMk cId="2896910057" sldId="2147470968"/>
        </pc:sldMkLst>
        <pc:spChg chg="mod">
          <ac:chgData name="Tiwari, Shravan" userId="4c27891f-95d4-4976-825b-8d72b130123b" providerId="ADAL" clId="{780D3608-A8D3-4263-91AE-C1F7209B5648}" dt="2024-05-31T07:01:57.436" v="754" actId="2711"/>
          <ac:spMkLst>
            <pc:docMk/>
            <pc:sldMk cId="2896910057" sldId="2147470968"/>
            <ac:spMk id="5" creationId="{2D0EF2D1-41C4-6EE5-A1AD-F3D6C15F54B2}"/>
          </ac:spMkLst>
        </pc:spChg>
      </pc:sldChg>
      <pc:sldChg chg="addSp delSp modSp mod ord modShow">
        <pc:chgData name="Tiwari, Shravan" userId="4c27891f-95d4-4976-825b-8d72b130123b" providerId="ADAL" clId="{780D3608-A8D3-4263-91AE-C1F7209B5648}" dt="2024-05-31T09:05:38.471" v="2769"/>
        <pc:sldMkLst>
          <pc:docMk/>
          <pc:sldMk cId="474156820" sldId="2147470971"/>
        </pc:sldMkLst>
        <pc:spChg chg="mod">
          <ac:chgData name="Tiwari, Shravan" userId="4c27891f-95d4-4976-825b-8d72b130123b" providerId="ADAL" clId="{780D3608-A8D3-4263-91AE-C1F7209B5648}" dt="2024-05-31T08:27:50.409" v="2250" actId="20577"/>
          <ac:spMkLst>
            <pc:docMk/>
            <pc:sldMk cId="474156820" sldId="2147470971"/>
            <ac:spMk id="2" creationId="{00000000-0000-0000-0000-000000000000}"/>
          </ac:spMkLst>
        </pc:spChg>
        <pc:spChg chg="mod">
          <ac:chgData name="Tiwari, Shravan" userId="4c27891f-95d4-4976-825b-8d72b130123b" providerId="ADAL" clId="{780D3608-A8D3-4263-91AE-C1F7209B5648}" dt="2024-05-31T08:31:55.572" v="2338" actId="1035"/>
          <ac:spMkLst>
            <pc:docMk/>
            <pc:sldMk cId="474156820" sldId="2147470971"/>
            <ac:spMk id="3" creationId="{D3CF698F-3C73-8C54-0CD7-E7C3228E8278}"/>
          </ac:spMkLst>
        </pc:spChg>
        <pc:spChg chg="mod">
          <ac:chgData name="Tiwari, Shravan" userId="4c27891f-95d4-4976-825b-8d72b130123b" providerId="ADAL" clId="{780D3608-A8D3-4263-91AE-C1F7209B5648}" dt="2024-05-31T08:31:50.417" v="2327" actId="1076"/>
          <ac:spMkLst>
            <pc:docMk/>
            <pc:sldMk cId="474156820" sldId="2147470971"/>
            <ac:spMk id="4" creationId="{4F879CF1-1627-90C6-8451-B1BD680C7DC4}"/>
          </ac:spMkLst>
        </pc:spChg>
        <pc:spChg chg="mod">
          <ac:chgData name="Tiwari, Shravan" userId="4c27891f-95d4-4976-825b-8d72b130123b" providerId="ADAL" clId="{780D3608-A8D3-4263-91AE-C1F7209B5648}" dt="2024-05-31T08:03:04.158" v="2084" actId="1076"/>
          <ac:spMkLst>
            <pc:docMk/>
            <pc:sldMk cId="474156820" sldId="2147470971"/>
            <ac:spMk id="5" creationId="{6F0DC44B-191E-E3DB-D61C-54BDB3A84876}"/>
          </ac:spMkLst>
        </pc:spChg>
        <pc:spChg chg="mod">
          <ac:chgData name="Tiwari, Shravan" userId="4c27891f-95d4-4976-825b-8d72b130123b" providerId="ADAL" clId="{780D3608-A8D3-4263-91AE-C1F7209B5648}" dt="2024-05-31T08:03:04.158" v="2084" actId="1076"/>
          <ac:spMkLst>
            <pc:docMk/>
            <pc:sldMk cId="474156820" sldId="2147470971"/>
            <ac:spMk id="15" creationId="{9EEE3830-FC60-0558-13EB-F5847C597475}"/>
          </ac:spMkLst>
        </pc:spChg>
        <pc:spChg chg="mod">
          <ac:chgData name="Tiwari, Shravan" userId="4c27891f-95d4-4976-825b-8d72b130123b" providerId="ADAL" clId="{780D3608-A8D3-4263-91AE-C1F7209B5648}" dt="2024-05-31T08:31:50.618" v="2328" actId="1036"/>
          <ac:spMkLst>
            <pc:docMk/>
            <pc:sldMk cId="474156820" sldId="2147470971"/>
            <ac:spMk id="17" creationId="{8ED0368B-7EDB-8519-5F3F-345A9D60A877}"/>
          </ac:spMkLst>
        </pc:spChg>
        <pc:spChg chg="add mod">
          <ac:chgData name="Tiwari, Shravan" userId="4c27891f-95d4-4976-825b-8d72b130123b" providerId="ADAL" clId="{780D3608-A8D3-4263-91AE-C1F7209B5648}" dt="2024-05-31T08:28:14.535" v="2275" actId="20577"/>
          <ac:spMkLst>
            <pc:docMk/>
            <pc:sldMk cId="474156820" sldId="2147470971"/>
            <ac:spMk id="20" creationId="{BD7C6EEF-90B0-7C09-296B-4DB4CBB1634B}"/>
          </ac:spMkLst>
        </pc:spChg>
        <pc:spChg chg="mod">
          <ac:chgData name="Tiwari, Shravan" userId="4c27891f-95d4-4976-825b-8d72b130123b" providerId="ADAL" clId="{780D3608-A8D3-4263-91AE-C1F7209B5648}" dt="2024-05-31T08:31:51.989" v="2332" actId="1036"/>
          <ac:spMkLst>
            <pc:docMk/>
            <pc:sldMk cId="474156820" sldId="2147470971"/>
            <ac:spMk id="23" creationId="{2A1E4400-8FB0-3B82-6A59-7A39252AE444}"/>
          </ac:spMkLst>
        </pc:spChg>
        <pc:spChg chg="mod">
          <ac:chgData name="Tiwari, Shravan" userId="4c27891f-95d4-4976-825b-8d72b130123b" providerId="ADAL" clId="{780D3608-A8D3-4263-91AE-C1F7209B5648}" dt="2024-05-31T08:31:50.417" v="2327" actId="1076"/>
          <ac:spMkLst>
            <pc:docMk/>
            <pc:sldMk cId="474156820" sldId="2147470971"/>
            <ac:spMk id="25" creationId="{00000000-0000-0000-0000-000000000000}"/>
          </ac:spMkLst>
        </pc:spChg>
        <pc:spChg chg="mod">
          <ac:chgData name="Tiwari, Shravan" userId="4c27891f-95d4-4976-825b-8d72b130123b" providerId="ADAL" clId="{780D3608-A8D3-4263-91AE-C1F7209B5648}" dt="2024-05-31T08:03:04.158" v="2084" actId="1076"/>
          <ac:spMkLst>
            <pc:docMk/>
            <pc:sldMk cId="474156820" sldId="2147470971"/>
            <ac:spMk id="40" creationId="{94C8F757-9972-5B1C-EA9D-9EA292BD0789}"/>
          </ac:spMkLst>
        </pc:spChg>
        <pc:grpChg chg="mod">
          <ac:chgData name="Tiwari, Shravan" userId="4c27891f-95d4-4976-825b-8d72b130123b" providerId="ADAL" clId="{780D3608-A8D3-4263-91AE-C1F7209B5648}" dt="2024-05-31T08:31:51.989" v="2332" actId="1036"/>
          <ac:grpSpMkLst>
            <pc:docMk/>
            <pc:sldMk cId="474156820" sldId="2147470971"/>
            <ac:grpSpMk id="7" creationId="{00000000-0000-0000-0000-000000000000}"/>
          </ac:grpSpMkLst>
        </pc:grpChg>
        <pc:cxnChg chg="add del mod ord">
          <ac:chgData name="Tiwari, Shravan" userId="4c27891f-95d4-4976-825b-8d72b130123b" providerId="ADAL" clId="{780D3608-A8D3-4263-91AE-C1F7209B5648}" dt="2024-05-31T08:31:59.745" v="2342" actId="478"/>
          <ac:cxnSpMkLst>
            <pc:docMk/>
            <pc:sldMk cId="474156820" sldId="2147470971"/>
            <ac:cxnSpMk id="6" creationId="{7479EF5F-0AC4-67ED-FD31-740107A0062E}"/>
          </ac:cxnSpMkLst>
        </pc:cxnChg>
        <pc:cxnChg chg="del mod">
          <ac:chgData name="Tiwari, Shravan" userId="4c27891f-95d4-4976-825b-8d72b130123b" providerId="ADAL" clId="{780D3608-A8D3-4263-91AE-C1F7209B5648}" dt="2024-05-31T08:28:24.624" v="2276" actId="478"/>
          <ac:cxnSpMkLst>
            <pc:docMk/>
            <pc:sldMk cId="474156820" sldId="2147470971"/>
            <ac:cxnSpMk id="9" creationId="{32A3C111-C125-2B9C-CAA5-D071C7D81F15}"/>
          </ac:cxnSpMkLst>
        </pc:cxnChg>
        <pc:cxnChg chg="add del mod">
          <ac:chgData name="Tiwari, Shravan" userId="4c27891f-95d4-4976-825b-8d72b130123b" providerId="ADAL" clId="{780D3608-A8D3-4263-91AE-C1F7209B5648}" dt="2024-05-31T08:32:01.492" v="2345" actId="14100"/>
          <ac:cxnSpMkLst>
            <pc:docMk/>
            <pc:sldMk cId="474156820" sldId="2147470971"/>
            <ac:cxnSpMk id="14" creationId="{9CFEF5EA-5C31-4CCC-B53F-26FE64097E17}"/>
          </ac:cxnSpMkLst>
        </pc:cxnChg>
        <pc:cxnChg chg="add del mod">
          <ac:chgData name="Tiwari, Shravan" userId="4c27891f-95d4-4976-825b-8d72b130123b" providerId="ADAL" clId="{780D3608-A8D3-4263-91AE-C1F7209B5648}" dt="2024-05-31T08:32:00.138" v="2343" actId="14100"/>
          <ac:cxnSpMkLst>
            <pc:docMk/>
            <pc:sldMk cId="474156820" sldId="2147470971"/>
            <ac:cxnSpMk id="18" creationId="{BC123859-E333-5B7E-F210-F82363C61794}"/>
          </ac:cxnSpMkLst>
        </pc:cxnChg>
        <pc:cxnChg chg="add mod">
          <ac:chgData name="Tiwari, Shravan" userId="4c27891f-95d4-4976-825b-8d72b130123b" providerId="ADAL" clId="{780D3608-A8D3-4263-91AE-C1F7209B5648}" dt="2024-05-31T08:31:55.572" v="2338" actId="1035"/>
          <ac:cxnSpMkLst>
            <pc:docMk/>
            <pc:sldMk cId="474156820" sldId="2147470971"/>
            <ac:cxnSpMk id="22" creationId="{A5EE7F11-8F47-3093-2B22-2DC49281B187}"/>
          </ac:cxnSpMkLst>
        </pc:cxnChg>
        <pc:cxnChg chg="add mod">
          <ac:chgData name="Tiwari, Shravan" userId="4c27891f-95d4-4976-825b-8d72b130123b" providerId="ADAL" clId="{780D3608-A8D3-4263-91AE-C1F7209B5648}" dt="2024-05-31T08:31:55.572" v="2338" actId="1035"/>
          <ac:cxnSpMkLst>
            <pc:docMk/>
            <pc:sldMk cId="474156820" sldId="2147470971"/>
            <ac:cxnSpMk id="26" creationId="{74520CF1-6968-8AEC-5F37-337E463A998A}"/>
          </ac:cxnSpMkLst>
        </pc:cxnChg>
        <pc:cxnChg chg="add del mod">
          <ac:chgData name="Tiwari, Shravan" userId="4c27891f-95d4-4976-825b-8d72b130123b" providerId="ADAL" clId="{780D3608-A8D3-4263-91AE-C1F7209B5648}" dt="2024-05-31T08:31:51.989" v="2332" actId="1036"/>
          <ac:cxnSpMkLst>
            <pc:docMk/>
            <pc:sldMk cId="474156820" sldId="2147470971"/>
            <ac:cxnSpMk id="28" creationId="{24651FB2-5394-DA06-EC41-268FCF115D5C}"/>
          </ac:cxnSpMkLst>
        </pc:cxnChg>
        <pc:cxnChg chg="add del mod">
          <ac:chgData name="Tiwari, Shravan" userId="4c27891f-95d4-4976-825b-8d72b130123b" providerId="ADAL" clId="{780D3608-A8D3-4263-91AE-C1F7209B5648}" dt="2024-05-31T08:31:51.580" v="2331" actId="478"/>
          <ac:cxnSpMkLst>
            <pc:docMk/>
            <pc:sldMk cId="474156820" sldId="2147470971"/>
            <ac:cxnSpMk id="30" creationId="{604FEB4A-1979-F840-D79C-8847AE5A1D01}"/>
          </ac:cxnSpMkLst>
        </pc:cxnChg>
        <pc:cxnChg chg="add del mod">
          <ac:chgData name="Tiwari, Shravan" userId="4c27891f-95d4-4976-825b-8d72b130123b" providerId="ADAL" clId="{780D3608-A8D3-4263-91AE-C1F7209B5648}" dt="2024-05-31T08:31:50.942" v="2329" actId="478"/>
          <ac:cxnSpMkLst>
            <pc:docMk/>
            <pc:sldMk cId="474156820" sldId="2147470971"/>
            <ac:cxnSpMk id="32" creationId="{DA67DDC7-B36C-ED85-3611-C63F9A07C9D2}"/>
          </ac:cxnSpMkLst>
        </pc:cxnChg>
        <pc:cxnChg chg="add del mod">
          <ac:chgData name="Tiwari, Shravan" userId="4c27891f-95d4-4976-825b-8d72b130123b" providerId="ADAL" clId="{780D3608-A8D3-4263-91AE-C1F7209B5648}" dt="2024-05-31T08:31:59.029" v="2341" actId="11529"/>
          <ac:cxnSpMkLst>
            <pc:docMk/>
            <pc:sldMk cId="474156820" sldId="2147470971"/>
            <ac:cxnSpMk id="34" creationId="{AC425AEA-F03F-EAFD-84FD-6E0B01031DBD}"/>
          </ac:cxnSpMkLst>
        </pc:cxnChg>
        <pc:cxnChg chg="add del mod">
          <ac:chgData name="Tiwari, Shravan" userId="4c27891f-95d4-4976-825b-8d72b130123b" providerId="ADAL" clId="{780D3608-A8D3-4263-91AE-C1F7209B5648}" dt="2024-05-31T08:31:57.396" v="2339" actId="11529"/>
          <ac:cxnSpMkLst>
            <pc:docMk/>
            <pc:sldMk cId="474156820" sldId="2147470971"/>
            <ac:cxnSpMk id="36" creationId="{12B493B0-9DB7-3A48-7989-93E0B57BBA52}"/>
          </ac:cxnSpMkLst>
        </pc:cxnChg>
        <pc:cxnChg chg="add del mod">
          <ac:chgData name="Tiwari, Shravan" userId="4c27891f-95d4-4976-825b-8d72b130123b" providerId="ADAL" clId="{780D3608-A8D3-4263-91AE-C1F7209B5648}" dt="2024-05-31T08:31:53.007" v="2334" actId="11529"/>
          <ac:cxnSpMkLst>
            <pc:docMk/>
            <pc:sldMk cId="474156820" sldId="2147470971"/>
            <ac:cxnSpMk id="39" creationId="{19A60418-C8C4-84D4-D2FF-C09D0FC9729C}"/>
          </ac:cxnSpMkLst>
        </pc:cxnChg>
        <pc:cxnChg chg="mod">
          <ac:chgData name="Tiwari, Shravan" userId="4c27891f-95d4-4976-825b-8d72b130123b" providerId="ADAL" clId="{780D3608-A8D3-4263-91AE-C1F7209B5648}" dt="2024-05-31T08:31:50.417" v="2327" actId="1076"/>
          <ac:cxnSpMkLst>
            <pc:docMk/>
            <pc:sldMk cId="474156820" sldId="2147470971"/>
            <ac:cxnSpMk id="43" creationId="{B97F7783-F239-FD3D-1164-0263355FBDD9}"/>
          </ac:cxnSpMkLst>
        </pc:cxnChg>
      </pc:sldChg>
      <pc:sldChg chg="mod ord modShow">
        <pc:chgData name="Tiwari, Shravan" userId="4c27891f-95d4-4976-825b-8d72b130123b" providerId="ADAL" clId="{780D3608-A8D3-4263-91AE-C1F7209B5648}" dt="2024-05-31T03:13:30.876" v="38"/>
        <pc:sldMkLst>
          <pc:docMk/>
          <pc:sldMk cId="3871844161" sldId="2147470972"/>
        </pc:sldMkLst>
      </pc:sldChg>
      <pc:sldChg chg="modSp mod">
        <pc:chgData name="Tiwari, Shravan" userId="4c27891f-95d4-4976-825b-8d72b130123b" providerId="ADAL" clId="{780D3608-A8D3-4263-91AE-C1F7209B5648}" dt="2024-05-31T07:02:12.648" v="755" actId="14100"/>
        <pc:sldMkLst>
          <pc:docMk/>
          <pc:sldMk cId="1991961777" sldId="2147470982"/>
        </pc:sldMkLst>
        <pc:spChg chg="mod">
          <ac:chgData name="Tiwari, Shravan" userId="4c27891f-95d4-4976-825b-8d72b130123b" providerId="ADAL" clId="{780D3608-A8D3-4263-91AE-C1F7209B5648}" dt="2024-05-31T07:02:12.648" v="755" actId="14100"/>
          <ac:spMkLst>
            <pc:docMk/>
            <pc:sldMk cId="1991961777" sldId="2147470982"/>
            <ac:spMk id="3" creationId="{C95C2F37-9656-EF70-1268-9FBDC5194299}"/>
          </ac:spMkLst>
        </pc:spChg>
      </pc:sldChg>
      <pc:sldChg chg="modSp mod">
        <pc:chgData name="Tiwari, Shravan" userId="4c27891f-95d4-4976-825b-8d72b130123b" providerId="ADAL" clId="{780D3608-A8D3-4263-91AE-C1F7209B5648}" dt="2024-05-31T07:03:36.680" v="783" actId="403"/>
        <pc:sldMkLst>
          <pc:docMk/>
          <pc:sldMk cId="770146690" sldId="2147470983"/>
        </pc:sldMkLst>
        <pc:spChg chg="mod">
          <ac:chgData name="Tiwari, Shravan" userId="4c27891f-95d4-4976-825b-8d72b130123b" providerId="ADAL" clId="{780D3608-A8D3-4263-91AE-C1F7209B5648}" dt="2024-05-31T07:03:36.680" v="783" actId="403"/>
          <ac:spMkLst>
            <pc:docMk/>
            <pc:sldMk cId="770146690" sldId="2147470983"/>
            <ac:spMk id="2" creationId="{F391410C-BE20-4D24-1AD7-97E59F733BD5}"/>
          </ac:spMkLst>
        </pc:spChg>
      </pc:sldChg>
      <pc:sldChg chg="modSp mod">
        <pc:chgData name="Tiwari, Shravan" userId="4c27891f-95d4-4976-825b-8d72b130123b" providerId="ADAL" clId="{780D3608-A8D3-4263-91AE-C1F7209B5648}" dt="2024-05-31T07:01:35.362" v="751" actId="14100"/>
        <pc:sldMkLst>
          <pc:docMk/>
          <pc:sldMk cId="3087313422" sldId="2147470984"/>
        </pc:sldMkLst>
        <pc:spChg chg="mod">
          <ac:chgData name="Tiwari, Shravan" userId="4c27891f-95d4-4976-825b-8d72b130123b" providerId="ADAL" clId="{780D3608-A8D3-4263-91AE-C1F7209B5648}" dt="2024-05-31T07:01:35.362" v="751" actId="14100"/>
          <ac:spMkLst>
            <pc:docMk/>
            <pc:sldMk cId="3087313422" sldId="2147470984"/>
            <ac:spMk id="6" creationId="{2FAAA10E-7187-7A79-17EC-4210EE32603B}"/>
          </ac:spMkLst>
        </pc:spChg>
      </pc:sldChg>
      <pc:sldChg chg="addSp modSp mod">
        <pc:chgData name="Tiwari, Shravan" userId="4c27891f-95d4-4976-825b-8d72b130123b" providerId="ADAL" clId="{780D3608-A8D3-4263-91AE-C1F7209B5648}" dt="2024-05-31T08:23:34.355" v="2158" actId="12"/>
        <pc:sldMkLst>
          <pc:docMk/>
          <pc:sldMk cId="2494671928" sldId="2147470985"/>
        </pc:sldMkLst>
        <pc:spChg chg="mod">
          <ac:chgData name="Tiwari, Shravan" userId="4c27891f-95d4-4976-825b-8d72b130123b" providerId="ADAL" clId="{780D3608-A8D3-4263-91AE-C1F7209B5648}" dt="2024-05-31T06:48:22.006" v="578" actId="6549"/>
          <ac:spMkLst>
            <pc:docMk/>
            <pc:sldMk cId="2494671928" sldId="2147470985"/>
            <ac:spMk id="2" creationId="{F53F8B23-BB9F-7607-1263-3FC9E41226EE}"/>
          </ac:spMkLst>
        </pc:spChg>
        <pc:spChg chg="add mod">
          <ac:chgData name="Tiwari, Shravan" userId="4c27891f-95d4-4976-825b-8d72b130123b" providerId="ADAL" clId="{780D3608-A8D3-4263-91AE-C1F7209B5648}" dt="2024-05-31T08:23:34.355" v="2158" actId="12"/>
          <ac:spMkLst>
            <pc:docMk/>
            <pc:sldMk cId="2494671928" sldId="2147470985"/>
            <ac:spMk id="5" creationId="{FD3FDDF9-2ED9-4282-7444-591D69DD095C}"/>
          </ac:spMkLst>
        </pc:spChg>
        <pc:graphicFrameChg chg="mod modGraphic">
          <ac:chgData name="Tiwari, Shravan" userId="4c27891f-95d4-4976-825b-8d72b130123b" providerId="ADAL" clId="{780D3608-A8D3-4263-91AE-C1F7209B5648}" dt="2024-05-31T08:20:54.608" v="2137"/>
          <ac:graphicFrameMkLst>
            <pc:docMk/>
            <pc:sldMk cId="2494671928" sldId="2147470985"/>
            <ac:graphicFrameMk id="4" creationId="{1D3E1B60-69AA-E663-E7ED-1F3A46F04B81}"/>
          </ac:graphicFrameMkLst>
        </pc:graphicFrameChg>
      </pc:sldChg>
      <pc:sldChg chg="modSp mod ord modShow modNotesTx">
        <pc:chgData name="Tiwari, Shravan" userId="4c27891f-95d4-4976-825b-8d72b130123b" providerId="ADAL" clId="{780D3608-A8D3-4263-91AE-C1F7209B5648}" dt="2024-05-31T07:47:02.250" v="1579"/>
        <pc:sldMkLst>
          <pc:docMk/>
          <pc:sldMk cId="0" sldId="2147470986"/>
        </pc:sldMkLst>
        <pc:spChg chg="mod">
          <ac:chgData name="Tiwari, Shravan" userId="4c27891f-95d4-4976-825b-8d72b130123b" providerId="ADAL" clId="{780D3608-A8D3-4263-91AE-C1F7209B5648}" dt="2024-05-31T03:43:50.030" v="194" actId="5793"/>
          <ac:spMkLst>
            <pc:docMk/>
            <pc:sldMk cId="0" sldId="2147470986"/>
            <ac:spMk id="7" creationId="{00000000-0000-0000-0000-000000000000}"/>
          </ac:spMkLst>
        </pc:spChg>
      </pc:sldChg>
      <pc:sldChg chg="modSp mod ord modShow">
        <pc:chgData name="Tiwari, Shravan" userId="4c27891f-95d4-4976-825b-8d72b130123b" providerId="ADAL" clId="{780D3608-A8D3-4263-91AE-C1F7209B5648}" dt="2024-05-31T08:32:26.975" v="2347" actId="729"/>
        <pc:sldMkLst>
          <pc:docMk/>
          <pc:sldMk cId="4227875535" sldId="2147470987"/>
        </pc:sldMkLst>
        <pc:spChg chg="mod">
          <ac:chgData name="Tiwari, Shravan" userId="4c27891f-95d4-4976-825b-8d72b130123b" providerId="ADAL" clId="{780D3608-A8D3-4263-91AE-C1F7209B5648}" dt="2024-05-31T07:19:37.405" v="1131" actId="20577"/>
          <ac:spMkLst>
            <pc:docMk/>
            <pc:sldMk cId="4227875535" sldId="2147470987"/>
            <ac:spMk id="2" creationId="{00000000-0000-0000-0000-000000000000}"/>
          </ac:spMkLst>
        </pc:spChg>
        <pc:picChg chg="mod">
          <ac:chgData name="Tiwari, Shravan" userId="4c27891f-95d4-4976-825b-8d72b130123b" providerId="ADAL" clId="{780D3608-A8D3-4263-91AE-C1F7209B5648}" dt="2024-05-31T06:50:07.415" v="604" actId="1036"/>
          <ac:picMkLst>
            <pc:docMk/>
            <pc:sldMk cId="4227875535" sldId="2147470987"/>
            <ac:picMk id="4" creationId="{E7CA3599-21EA-5A3F-D516-035AA6352574}"/>
          </ac:picMkLst>
        </pc:picChg>
      </pc:sldChg>
      <pc:sldChg chg="modSp mod">
        <pc:chgData name="Tiwari, Shravan" userId="4c27891f-95d4-4976-825b-8d72b130123b" providerId="ADAL" clId="{780D3608-A8D3-4263-91AE-C1F7209B5648}" dt="2024-05-31T03:21:52.228" v="46" actId="120"/>
        <pc:sldMkLst>
          <pc:docMk/>
          <pc:sldMk cId="0" sldId="2147470990"/>
        </pc:sldMkLst>
        <pc:graphicFrameChg chg="modGraphic">
          <ac:chgData name="Tiwari, Shravan" userId="4c27891f-95d4-4976-825b-8d72b130123b" providerId="ADAL" clId="{780D3608-A8D3-4263-91AE-C1F7209B5648}" dt="2024-05-31T03:21:52.228" v="46" actId="120"/>
          <ac:graphicFrameMkLst>
            <pc:docMk/>
            <pc:sldMk cId="0" sldId="2147470990"/>
            <ac:graphicFrameMk id="9" creationId="{00000000-0000-0000-0000-000000000000}"/>
          </ac:graphicFrameMkLst>
        </pc:graphicFrameChg>
      </pc:sldChg>
      <pc:sldChg chg="modSp mod">
        <pc:chgData name="Tiwari, Shravan" userId="4c27891f-95d4-4976-825b-8d72b130123b" providerId="ADAL" clId="{780D3608-A8D3-4263-91AE-C1F7209B5648}" dt="2024-05-31T07:18:10.951" v="1119" actId="2711"/>
        <pc:sldMkLst>
          <pc:docMk/>
          <pc:sldMk cId="0" sldId="2147470993"/>
        </pc:sldMkLst>
        <pc:spChg chg="mod">
          <ac:chgData name="Tiwari, Shravan" userId="4c27891f-95d4-4976-825b-8d72b130123b" providerId="ADAL" clId="{780D3608-A8D3-4263-91AE-C1F7209B5648}" dt="2024-05-31T06:50:42.796" v="617" actId="14100"/>
          <ac:spMkLst>
            <pc:docMk/>
            <pc:sldMk cId="0" sldId="2147470993"/>
            <ac:spMk id="13" creationId="{00000000-0000-0000-0000-000000000000}"/>
          </ac:spMkLst>
        </pc:spChg>
        <pc:spChg chg="mod">
          <ac:chgData name="Tiwari, Shravan" userId="4c27891f-95d4-4976-825b-8d72b130123b" providerId="ADAL" clId="{780D3608-A8D3-4263-91AE-C1F7209B5648}" dt="2024-05-31T06:50:42.340" v="616" actId="14100"/>
          <ac:spMkLst>
            <pc:docMk/>
            <pc:sldMk cId="0" sldId="2147470993"/>
            <ac:spMk id="14" creationId="{00000000-0000-0000-0000-000000000000}"/>
          </ac:spMkLst>
        </pc:spChg>
        <pc:spChg chg="mod">
          <ac:chgData name="Tiwari, Shravan" userId="4c27891f-95d4-4976-825b-8d72b130123b" providerId="ADAL" clId="{780D3608-A8D3-4263-91AE-C1F7209B5648}" dt="2024-05-31T03:04:31.476" v="21" actId="14100"/>
          <ac:spMkLst>
            <pc:docMk/>
            <pc:sldMk cId="0" sldId="2147470993"/>
            <ac:spMk id="22"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28" creationId="{608AE0AC-42E5-DC8C-E52D-91893E7014E8}"/>
          </ac:spMkLst>
        </pc:spChg>
        <pc:spChg chg="mod">
          <ac:chgData name="Tiwari, Shravan" userId="4c27891f-95d4-4976-825b-8d72b130123b" providerId="ADAL" clId="{780D3608-A8D3-4263-91AE-C1F7209B5648}" dt="2024-05-31T07:18:10.951" v="1119" actId="2711"/>
          <ac:spMkLst>
            <pc:docMk/>
            <pc:sldMk cId="0" sldId="2147470993"/>
            <ac:spMk id="30" creationId="{1D537793-57F1-5933-A6C1-CBD8CB4D3DC2}"/>
          </ac:spMkLst>
        </pc:spChg>
        <pc:spChg chg="mod">
          <ac:chgData name="Tiwari, Shravan" userId="4c27891f-95d4-4976-825b-8d72b130123b" providerId="ADAL" clId="{780D3608-A8D3-4263-91AE-C1F7209B5648}" dt="2024-05-31T07:18:10.951" v="1119" actId="2711"/>
          <ac:spMkLst>
            <pc:docMk/>
            <pc:sldMk cId="0" sldId="2147470993"/>
            <ac:spMk id="39" creationId="{EC6F6217-80F7-D140-0F18-669DC11FCCAF}"/>
          </ac:spMkLst>
        </pc:spChg>
        <pc:spChg chg="mod">
          <ac:chgData name="Tiwari, Shravan" userId="4c27891f-95d4-4976-825b-8d72b130123b" providerId="ADAL" clId="{780D3608-A8D3-4263-91AE-C1F7209B5648}" dt="2024-05-31T07:18:10.951" v="1119" actId="2711"/>
          <ac:spMkLst>
            <pc:docMk/>
            <pc:sldMk cId="0" sldId="2147470993"/>
            <ac:spMk id="40"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2"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3"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4"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6"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8" creationId="{00000000-0000-0000-0000-000000000000}"/>
          </ac:spMkLst>
        </pc:spChg>
        <pc:spChg chg="mod">
          <ac:chgData name="Tiwari, Shravan" userId="4c27891f-95d4-4976-825b-8d72b130123b" providerId="ADAL" clId="{780D3608-A8D3-4263-91AE-C1F7209B5648}" dt="2024-05-31T06:50:21.928" v="613" actId="1035"/>
          <ac:spMkLst>
            <pc:docMk/>
            <pc:sldMk cId="0" sldId="2147470993"/>
            <ac:spMk id="55" creationId="{18C4B46A-DA30-4997-2406-13DFEA6AD7F0}"/>
          </ac:spMkLst>
        </pc:spChg>
      </pc:sldChg>
      <pc:sldChg chg="modSp mod">
        <pc:chgData name="Tiwari, Shravan" userId="4c27891f-95d4-4976-825b-8d72b130123b" providerId="ADAL" clId="{780D3608-A8D3-4263-91AE-C1F7209B5648}" dt="2024-05-31T07:55:02.396" v="2034" actId="20577"/>
        <pc:sldMkLst>
          <pc:docMk/>
          <pc:sldMk cId="3093368188" sldId="2147470994"/>
        </pc:sldMkLst>
        <pc:graphicFrameChg chg="mod modGraphic">
          <ac:chgData name="Tiwari, Shravan" userId="4c27891f-95d4-4976-825b-8d72b130123b" providerId="ADAL" clId="{780D3608-A8D3-4263-91AE-C1F7209B5648}" dt="2024-05-31T07:55:02.396" v="2034" actId="20577"/>
          <ac:graphicFrameMkLst>
            <pc:docMk/>
            <pc:sldMk cId="3093368188" sldId="2147470994"/>
            <ac:graphicFrameMk id="5" creationId="{00000000-0000-0000-0000-000000000000}"/>
          </ac:graphicFrameMkLst>
        </pc:graphicFrameChg>
      </pc:sldChg>
      <pc:sldChg chg="modSp mod">
        <pc:chgData name="Tiwari, Shravan" userId="4c27891f-95d4-4976-825b-8d72b130123b" providerId="ADAL" clId="{780D3608-A8D3-4263-91AE-C1F7209B5648}" dt="2024-05-31T06:58:53.551" v="732" actId="2711"/>
        <pc:sldMkLst>
          <pc:docMk/>
          <pc:sldMk cId="1207852280" sldId="2147470995"/>
        </pc:sldMkLst>
        <pc:spChg chg="mod">
          <ac:chgData name="Tiwari, Shravan" userId="4c27891f-95d4-4976-825b-8d72b130123b" providerId="ADAL" clId="{780D3608-A8D3-4263-91AE-C1F7209B5648}" dt="2024-05-31T06:58:53.551" v="732" actId="2711"/>
          <ac:spMkLst>
            <pc:docMk/>
            <pc:sldMk cId="1207852280" sldId="2147470995"/>
            <ac:spMk id="5" creationId="{AF378696-8C61-42F5-98E1-83C006AA8E24}"/>
          </ac:spMkLst>
        </pc:spChg>
      </pc:sldChg>
      <pc:sldChg chg="modSp mod">
        <pc:chgData name="Tiwari, Shravan" userId="4c27891f-95d4-4976-825b-8d72b130123b" providerId="ADAL" clId="{780D3608-A8D3-4263-91AE-C1F7209B5648}" dt="2024-05-31T06:59:12.955" v="733" actId="14100"/>
        <pc:sldMkLst>
          <pc:docMk/>
          <pc:sldMk cId="2712077353" sldId="2147470996"/>
        </pc:sldMkLst>
        <pc:spChg chg="mod">
          <ac:chgData name="Tiwari, Shravan" userId="4c27891f-95d4-4976-825b-8d72b130123b" providerId="ADAL" clId="{780D3608-A8D3-4263-91AE-C1F7209B5648}" dt="2024-05-31T06:59:12.955" v="733" actId="14100"/>
          <ac:spMkLst>
            <pc:docMk/>
            <pc:sldMk cId="2712077353" sldId="2147470996"/>
            <ac:spMk id="3" creationId="{7E02D030-A3A3-A80D-C87E-E524D68D718D}"/>
          </ac:spMkLst>
        </pc:spChg>
      </pc:sldChg>
      <pc:sldChg chg="modSp mod">
        <pc:chgData name="Tiwari, Shravan" userId="4c27891f-95d4-4976-825b-8d72b130123b" providerId="ADAL" clId="{780D3608-A8D3-4263-91AE-C1F7209B5648}" dt="2024-05-31T08:19:01.913" v="2128" actId="1036"/>
        <pc:sldMkLst>
          <pc:docMk/>
          <pc:sldMk cId="1777637085" sldId="2147470998"/>
        </pc:sldMkLst>
        <pc:spChg chg="mod">
          <ac:chgData name="Tiwari, Shravan" userId="4c27891f-95d4-4976-825b-8d72b130123b" providerId="ADAL" clId="{780D3608-A8D3-4263-91AE-C1F7209B5648}" dt="2024-05-31T07:00:17.939" v="740" actId="113"/>
          <ac:spMkLst>
            <pc:docMk/>
            <pc:sldMk cId="1777637085" sldId="2147470998"/>
            <ac:spMk id="2" creationId="{DDB837FD-96D3-9ECA-F612-498EE88774DE}"/>
          </ac:spMkLst>
        </pc:spChg>
        <pc:graphicFrameChg chg="mod modGraphic">
          <ac:chgData name="Tiwari, Shravan" userId="4c27891f-95d4-4976-825b-8d72b130123b" providerId="ADAL" clId="{780D3608-A8D3-4263-91AE-C1F7209B5648}" dt="2024-05-31T08:19:01.913" v="2128" actId="1036"/>
          <ac:graphicFrameMkLst>
            <pc:docMk/>
            <pc:sldMk cId="1777637085" sldId="2147470998"/>
            <ac:graphicFrameMk id="4" creationId="{FED1E293-AF5C-50D1-F7B4-2185B8A0C771}"/>
          </ac:graphicFrameMkLst>
        </pc:graphicFrameChg>
      </pc:sldChg>
      <pc:sldChg chg="modSp mod">
        <pc:chgData name="Tiwari, Shravan" userId="4c27891f-95d4-4976-825b-8d72b130123b" providerId="ADAL" clId="{780D3608-A8D3-4263-91AE-C1F7209B5648}" dt="2024-05-31T08:19:15.927" v="2130" actId="14734"/>
        <pc:sldMkLst>
          <pc:docMk/>
          <pc:sldMk cId="338564591" sldId="2147470999"/>
        </pc:sldMkLst>
        <pc:spChg chg="mod">
          <ac:chgData name="Tiwari, Shravan" userId="4c27891f-95d4-4976-825b-8d72b130123b" providerId="ADAL" clId="{780D3608-A8D3-4263-91AE-C1F7209B5648}" dt="2024-05-31T07:00:04.100" v="738" actId="404"/>
          <ac:spMkLst>
            <pc:docMk/>
            <pc:sldMk cId="338564591" sldId="2147470999"/>
            <ac:spMk id="3" creationId="{858986A2-10DA-5E6D-C3B2-301F9907C731}"/>
          </ac:spMkLst>
        </pc:spChg>
        <pc:graphicFrameChg chg="mod modGraphic">
          <ac:chgData name="Tiwari, Shravan" userId="4c27891f-95d4-4976-825b-8d72b130123b" providerId="ADAL" clId="{780D3608-A8D3-4263-91AE-C1F7209B5648}" dt="2024-05-31T08:19:15.927" v="2130" actId="14734"/>
          <ac:graphicFrameMkLst>
            <pc:docMk/>
            <pc:sldMk cId="338564591" sldId="2147470999"/>
            <ac:graphicFrameMk id="2" creationId="{55B09DAF-9E2E-7B1B-56F7-16B25FB314D2}"/>
          </ac:graphicFrameMkLst>
        </pc:graphicFrameChg>
        <pc:graphicFrameChg chg="mod modGraphic">
          <ac:chgData name="Tiwari, Shravan" userId="4c27891f-95d4-4976-825b-8d72b130123b" providerId="ADAL" clId="{780D3608-A8D3-4263-91AE-C1F7209B5648}" dt="2024-05-31T08:19:11.142" v="2129" actId="14734"/>
          <ac:graphicFrameMkLst>
            <pc:docMk/>
            <pc:sldMk cId="338564591" sldId="2147470999"/>
            <ac:graphicFrameMk id="4" creationId="{FED1E293-AF5C-50D1-F7B4-2185B8A0C771}"/>
          </ac:graphicFrameMkLst>
        </pc:graphicFrameChg>
      </pc:sldChg>
      <pc:sldChg chg="modSp add mod modNotesTx">
        <pc:chgData name="Tiwari, Shravan" userId="4c27891f-95d4-4976-825b-8d72b130123b" providerId="ADAL" clId="{780D3608-A8D3-4263-91AE-C1F7209B5648}" dt="2024-05-31T03:41:37.230" v="191" actId="20577"/>
        <pc:sldMkLst>
          <pc:docMk/>
          <pc:sldMk cId="952140705" sldId="2147471002"/>
        </pc:sldMkLst>
        <pc:spChg chg="mod">
          <ac:chgData name="Tiwari, Shravan" userId="4c27891f-95d4-4976-825b-8d72b130123b" providerId="ADAL" clId="{780D3608-A8D3-4263-91AE-C1F7209B5648}" dt="2024-05-31T03:03:42.165" v="20" actId="20577"/>
          <ac:spMkLst>
            <pc:docMk/>
            <pc:sldMk cId="952140705" sldId="2147471002"/>
            <ac:spMk id="3" creationId="{BA83EAB9-6D4A-A657-B316-0CA04CD6AE81}"/>
          </ac:spMkLst>
        </pc:spChg>
      </pc:sldChg>
      <pc:sldChg chg="addSp delSp modSp add del mod">
        <pc:chgData name="Tiwari, Shravan" userId="4c27891f-95d4-4976-825b-8d72b130123b" providerId="ADAL" clId="{780D3608-A8D3-4263-91AE-C1F7209B5648}" dt="2024-05-31T07:31:34.099" v="1365" actId="47"/>
        <pc:sldMkLst>
          <pc:docMk/>
          <pc:sldMk cId="4021230726" sldId="2147471003"/>
        </pc:sldMkLst>
        <pc:spChg chg="mod">
          <ac:chgData name="Tiwari, Shravan" userId="4c27891f-95d4-4976-825b-8d72b130123b" providerId="ADAL" clId="{780D3608-A8D3-4263-91AE-C1F7209B5648}" dt="2024-05-31T03:46:05.499" v="219" actId="20577"/>
          <ac:spMkLst>
            <pc:docMk/>
            <pc:sldMk cId="4021230726" sldId="2147471003"/>
            <ac:spMk id="6" creationId="{00000000-0000-0000-0000-000000000000}"/>
          </ac:spMkLst>
        </pc:spChg>
        <pc:spChg chg="del">
          <ac:chgData name="Tiwari, Shravan" userId="4c27891f-95d4-4976-825b-8d72b130123b" providerId="ADAL" clId="{780D3608-A8D3-4263-91AE-C1F7209B5648}" dt="2024-05-31T03:45:31.288" v="195" actId="478"/>
          <ac:spMkLst>
            <pc:docMk/>
            <pc:sldMk cId="4021230726" sldId="2147471003"/>
            <ac:spMk id="7" creationId="{00000000-0000-0000-0000-000000000000}"/>
          </ac:spMkLst>
        </pc:spChg>
        <pc:graphicFrameChg chg="add mod modGraphic">
          <ac:chgData name="Tiwari, Shravan" userId="4c27891f-95d4-4976-825b-8d72b130123b" providerId="ADAL" clId="{780D3608-A8D3-4263-91AE-C1F7209B5648}" dt="2024-05-31T07:30:48.202" v="1362" actId="14100"/>
          <ac:graphicFrameMkLst>
            <pc:docMk/>
            <pc:sldMk cId="4021230726" sldId="2147471003"/>
            <ac:graphicFrameMk id="2" creationId="{00EDEA05-29B5-4094-4839-A15CBE718E16}"/>
          </ac:graphicFrameMkLst>
        </pc:graphicFrameChg>
        <pc:picChg chg="del mod">
          <ac:chgData name="Tiwari, Shravan" userId="4c27891f-95d4-4976-825b-8d72b130123b" providerId="ADAL" clId="{780D3608-A8D3-4263-91AE-C1F7209B5648}" dt="2024-05-31T03:45:49.837" v="200" actId="478"/>
          <ac:picMkLst>
            <pc:docMk/>
            <pc:sldMk cId="4021230726" sldId="2147471003"/>
            <ac:picMk id="11" creationId="{A3208262-6E56-AFE4-FC41-E2671B7B19C0}"/>
          </ac:picMkLst>
        </pc:picChg>
      </pc:sldChg>
      <pc:sldChg chg="modSp add mod">
        <pc:chgData name="Tiwari, Shravan" userId="4c27891f-95d4-4976-825b-8d72b130123b" providerId="ADAL" clId="{780D3608-A8D3-4263-91AE-C1F7209B5648}" dt="2024-05-31T07:46:32.410" v="1576" actId="122"/>
        <pc:sldMkLst>
          <pc:docMk/>
          <pc:sldMk cId="3741248778" sldId="2147471004"/>
        </pc:sldMkLst>
        <pc:graphicFrameChg chg="mod modGraphic">
          <ac:chgData name="Tiwari, Shravan" userId="4c27891f-95d4-4976-825b-8d72b130123b" providerId="ADAL" clId="{780D3608-A8D3-4263-91AE-C1F7209B5648}" dt="2024-05-31T07:46:32.410" v="1576" actId="122"/>
          <ac:graphicFrameMkLst>
            <pc:docMk/>
            <pc:sldMk cId="3741248778" sldId="2147471004"/>
            <ac:graphicFrameMk id="2" creationId="{00EDEA05-29B5-4094-4839-A15CBE718E16}"/>
          </ac:graphicFrameMkLst>
        </pc:graphicFrameChg>
      </pc:sldChg>
      <pc:sldChg chg="addSp delSp modSp add mod ord">
        <pc:chgData name="Tiwari, Shravan" userId="4c27891f-95d4-4976-825b-8d72b130123b" providerId="ADAL" clId="{780D3608-A8D3-4263-91AE-C1F7209B5648}" dt="2024-05-31T09:11:41.688" v="2895" actId="20577"/>
        <pc:sldMkLst>
          <pc:docMk/>
          <pc:sldMk cId="1449044252" sldId="2147471005"/>
        </pc:sldMkLst>
        <pc:spChg chg="mod">
          <ac:chgData name="Tiwari, Shravan" userId="4c27891f-95d4-4976-825b-8d72b130123b" providerId="ADAL" clId="{780D3608-A8D3-4263-91AE-C1F7209B5648}" dt="2024-05-31T09:11:41.688" v="2895" actId="20577"/>
          <ac:spMkLst>
            <pc:docMk/>
            <pc:sldMk cId="1449044252" sldId="2147471005"/>
            <ac:spMk id="3" creationId="{D3CF698F-3C73-8C54-0CD7-E7C3228E8278}"/>
          </ac:spMkLst>
        </pc:spChg>
        <pc:spChg chg="mod">
          <ac:chgData name="Tiwari, Shravan" userId="4c27891f-95d4-4976-825b-8d72b130123b" providerId="ADAL" clId="{780D3608-A8D3-4263-91AE-C1F7209B5648}" dt="2024-05-31T09:07:40.256" v="2781" actId="1036"/>
          <ac:spMkLst>
            <pc:docMk/>
            <pc:sldMk cId="1449044252" sldId="2147471005"/>
            <ac:spMk id="4" creationId="{4F879CF1-1627-90C6-8451-B1BD680C7DC4}"/>
          </ac:spMkLst>
        </pc:spChg>
        <pc:spChg chg="mod">
          <ac:chgData name="Tiwari, Shravan" userId="4c27891f-95d4-4976-825b-8d72b130123b" providerId="ADAL" clId="{780D3608-A8D3-4263-91AE-C1F7209B5648}" dt="2024-05-31T09:08:39.926" v="2846" actId="1036"/>
          <ac:spMkLst>
            <pc:docMk/>
            <pc:sldMk cId="1449044252" sldId="2147471005"/>
            <ac:spMk id="5" creationId="{6F0DC44B-191E-E3DB-D61C-54BDB3A84876}"/>
          </ac:spMkLst>
        </pc:spChg>
        <pc:spChg chg="mod topLvl">
          <ac:chgData name="Tiwari, Shravan" userId="4c27891f-95d4-4976-825b-8d72b130123b" providerId="ADAL" clId="{780D3608-A8D3-4263-91AE-C1F7209B5648}" dt="2024-05-31T08:54:06.351" v="2599" actId="20577"/>
          <ac:spMkLst>
            <pc:docMk/>
            <pc:sldMk cId="1449044252" sldId="2147471005"/>
            <ac:spMk id="11" creationId="{00000000-0000-0000-0000-000000000000}"/>
          </ac:spMkLst>
        </pc:spChg>
        <pc:spChg chg="mod topLvl">
          <ac:chgData name="Tiwari, Shravan" userId="4c27891f-95d4-4976-825b-8d72b130123b" providerId="ADAL" clId="{780D3608-A8D3-4263-91AE-C1F7209B5648}" dt="2024-05-31T08:54:57.392" v="2617" actId="20577"/>
          <ac:spMkLst>
            <pc:docMk/>
            <pc:sldMk cId="1449044252" sldId="2147471005"/>
            <ac:spMk id="12" creationId="{00000000-0000-0000-0000-000000000000}"/>
          </ac:spMkLst>
        </pc:spChg>
        <pc:spChg chg="mod">
          <ac:chgData name="Tiwari, Shravan" userId="4c27891f-95d4-4976-825b-8d72b130123b" providerId="ADAL" clId="{780D3608-A8D3-4263-91AE-C1F7209B5648}" dt="2024-05-31T09:03:05.665" v="2756" actId="1038"/>
          <ac:spMkLst>
            <pc:docMk/>
            <pc:sldMk cId="1449044252" sldId="2147471005"/>
            <ac:spMk id="15" creationId="{9EEE3830-FC60-0558-13EB-F5847C597475}"/>
          </ac:spMkLst>
        </pc:spChg>
        <pc:spChg chg="mod">
          <ac:chgData name="Tiwari, Shravan" userId="4c27891f-95d4-4976-825b-8d72b130123b" providerId="ADAL" clId="{780D3608-A8D3-4263-91AE-C1F7209B5648}" dt="2024-05-31T09:07:40.256" v="2781" actId="1036"/>
          <ac:spMkLst>
            <pc:docMk/>
            <pc:sldMk cId="1449044252" sldId="2147471005"/>
            <ac:spMk id="17" creationId="{8ED0368B-7EDB-8519-5F3F-345A9D60A877}"/>
          </ac:spMkLst>
        </pc:spChg>
        <pc:spChg chg="del mod">
          <ac:chgData name="Tiwari, Shravan" userId="4c27891f-95d4-4976-825b-8d72b130123b" providerId="ADAL" clId="{780D3608-A8D3-4263-91AE-C1F7209B5648}" dt="2024-05-31T09:01:50.802" v="2723" actId="478"/>
          <ac:spMkLst>
            <pc:docMk/>
            <pc:sldMk cId="1449044252" sldId="2147471005"/>
            <ac:spMk id="19" creationId="{D640BB8D-C6BF-3228-D12B-CA79012CB4A8}"/>
          </ac:spMkLst>
        </pc:spChg>
        <pc:spChg chg="mod">
          <ac:chgData name="Tiwari, Shravan" userId="4c27891f-95d4-4976-825b-8d72b130123b" providerId="ADAL" clId="{780D3608-A8D3-4263-91AE-C1F7209B5648}" dt="2024-05-31T09:11:38.639" v="2894" actId="20577"/>
          <ac:spMkLst>
            <pc:docMk/>
            <pc:sldMk cId="1449044252" sldId="2147471005"/>
            <ac:spMk id="20" creationId="{BD7C6EEF-90B0-7C09-296B-4DB4CBB1634B}"/>
          </ac:spMkLst>
        </pc:spChg>
        <pc:spChg chg="mod">
          <ac:chgData name="Tiwari, Shravan" userId="4c27891f-95d4-4976-825b-8d72b130123b" providerId="ADAL" clId="{780D3608-A8D3-4263-91AE-C1F7209B5648}" dt="2024-05-31T08:40:13.810" v="2459" actId="164"/>
          <ac:spMkLst>
            <pc:docMk/>
            <pc:sldMk cId="1449044252" sldId="2147471005"/>
            <ac:spMk id="23" creationId="{2A1E4400-8FB0-3B82-6A59-7A39252AE444}"/>
          </ac:spMkLst>
        </pc:spChg>
        <pc:spChg chg="mod">
          <ac:chgData name="Tiwari, Shravan" userId="4c27891f-95d4-4976-825b-8d72b130123b" providerId="ADAL" clId="{780D3608-A8D3-4263-91AE-C1F7209B5648}" dt="2024-05-31T09:07:40.256" v="2781" actId="1036"/>
          <ac:spMkLst>
            <pc:docMk/>
            <pc:sldMk cId="1449044252" sldId="2147471005"/>
            <ac:spMk id="25" creationId="{00000000-0000-0000-0000-000000000000}"/>
          </ac:spMkLst>
        </pc:spChg>
        <pc:spChg chg="mod">
          <ac:chgData name="Tiwari, Shravan" userId="4c27891f-95d4-4976-825b-8d72b130123b" providerId="ADAL" clId="{780D3608-A8D3-4263-91AE-C1F7209B5648}" dt="2024-05-31T09:03:05.665" v="2756" actId="1038"/>
          <ac:spMkLst>
            <pc:docMk/>
            <pc:sldMk cId="1449044252" sldId="2147471005"/>
            <ac:spMk id="40" creationId="{94C8F757-9972-5B1C-EA9D-9EA292BD0789}"/>
          </ac:spMkLst>
        </pc:spChg>
        <pc:spChg chg="add mod">
          <ac:chgData name="Tiwari, Shravan" userId="4c27891f-95d4-4976-825b-8d72b130123b" providerId="ADAL" clId="{780D3608-A8D3-4263-91AE-C1F7209B5648}" dt="2024-05-31T09:08:02.278" v="2816" actId="14100"/>
          <ac:spMkLst>
            <pc:docMk/>
            <pc:sldMk cId="1449044252" sldId="2147471005"/>
            <ac:spMk id="92" creationId="{97DEF71B-A3BE-046A-C3F1-D34285DBE725}"/>
          </ac:spMkLst>
        </pc:spChg>
        <pc:spChg chg="add mod">
          <ac:chgData name="Tiwari, Shravan" userId="4c27891f-95d4-4976-825b-8d72b130123b" providerId="ADAL" clId="{780D3608-A8D3-4263-91AE-C1F7209B5648}" dt="2024-05-31T09:08:34.878" v="2845" actId="20577"/>
          <ac:spMkLst>
            <pc:docMk/>
            <pc:sldMk cId="1449044252" sldId="2147471005"/>
            <ac:spMk id="97" creationId="{3B078D7B-469F-1FF4-6D04-53C41C795B31}"/>
          </ac:spMkLst>
        </pc:spChg>
        <pc:grpChg chg="del mod">
          <ac:chgData name="Tiwari, Shravan" userId="4c27891f-95d4-4976-825b-8d72b130123b" providerId="ADAL" clId="{780D3608-A8D3-4263-91AE-C1F7209B5648}" dt="2024-05-31T08:40:00.588" v="2458" actId="165"/>
          <ac:grpSpMkLst>
            <pc:docMk/>
            <pc:sldMk cId="1449044252" sldId="2147471005"/>
            <ac:grpSpMk id="7" creationId="{00000000-0000-0000-0000-000000000000}"/>
          </ac:grpSpMkLst>
        </pc:grpChg>
        <pc:grpChg chg="add mod">
          <ac:chgData name="Tiwari, Shravan" userId="4c27891f-95d4-4976-825b-8d72b130123b" providerId="ADAL" clId="{780D3608-A8D3-4263-91AE-C1F7209B5648}" dt="2024-05-31T09:03:05.665" v="2756" actId="1038"/>
          <ac:grpSpMkLst>
            <pc:docMk/>
            <pc:sldMk cId="1449044252" sldId="2147471005"/>
            <ac:grpSpMk id="52" creationId="{3707BABC-BA98-CDAE-DFFD-A7B576243594}"/>
          </ac:grpSpMkLst>
        </pc:grpChg>
        <pc:cxnChg chg="del">
          <ac:chgData name="Tiwari, Shravan" userId="4c27891f-95d4-4976-825b-8d72b130123b" providerId="ADAL" clId="{780D3608-A8D3-4263-91AE-C1F7209B5648}" dt="2024-05-31T08:38:24.442" v="2408" actId="478"/>
          <ac:cxnSpMkLst>
            <pc:docMk/>
            <pc:sldMk cId="1449044252" sldId="2147471005"/>
            <ac:cxnSpMk id="6" creationId="{7479EF5F-0AC4-67ED-FD31-740107A0062E}"/>
          </ac:cxnSpMkLst>
        </pc:cxnChg>
        <pc:cxnChg chg="del mod">
          <ac:chgData name="Tiwari, Shravan" userId="4c27891f-95d4-4976-825b-8d72b130123b" providerId="ADAL" clId="{780D3608-A8D3-4263-91AE-C1F7209B5648}" dt="2024-05-31T08:38:47.114" v="2411" actId="478"/>
          <ac:cxnSpMkLst>
            <pc:docMk/>
            <pc:sldMk cId="1449044252" sldId="2147471005"/>
            <ac:cxnSpMk id="14" creationId="{9CFEF5EA-5C31-4CCC-B53F-26FE64097E17}"/>
          </ac:cxnSpMkLst>
        </pc:cxnChg>
        <pc:cxnChg chg="del mod">
          <ac:chgData name="Tiwari, Shravan" userId="4c27891f-95d4-4976-825b-8d72b130123b" providerId="ADAL" clId="{780D3608-A8D3-4263-91AE-C1F7209B5648}" dt="2024-05-31T08:38:40.688" v="2410" actId="478"/>
          <ac:cxnSpMkLst>
            <pc:docMk/>
            <pc:sldMk cId="1449044252" sldId="2147471005"/>
            <ac:cxnSpMk id="18" creationId="{BC123859-E333-5B7E-F210-F82363C61794}"/>
          </ac:cxnSpMkLst>
        </pc:cxnChg>
        <pc:cxnChg chg="mod">
          <ac:chgData name="Tiwari, Shravan" userId="4c27891f-95d4-4976-825b-8d72b130123b" providerId="ADAL" clId="{780D3608-A8D3-4263-91AE-C1F7209B5648}" dt="2024-05-31T09:09:32.301" v="2866" actId="1036"/>
          <ac:cxnSpMkLst>
            <pc:docMk/>
            <pc:sldMk cId="1449044252" sldId="2147471005"/>
            <ac:cxnSpMk id="22" creationId="{A5EE7F11-8F47-3093-2B22-2DC49281B187}"/>
          </ac:cxnSpMkLst>
        </pc:cxnChg>
        <pc:cxnChg chg="del mod">
          <ac:chgData name="Tiwari, Shravan" userId="4c27891f-95d4-4976-825b-8d72b130123b" providerId="ADAL" clId="{780D3608-A8D3-4263-91AE-C1F7209B5648}" dt="2024-05-31T08:36:33.606" v="2387" actId="478"/>
          <ac:cxnSpMkLst>
            <pc:docMk/>
            <pc:sldMk cId="1449044252" sldId="2147471005"/>
            <ac:cxnSpMk id="26" creationId="{74520CF1-6968-8AEC-5F37-337E463A998A}"/>
          </ac:cxnSpMkLst>
        </pc:cxnChg>
        <pc:cxnChg chg="del mod">
          <ac:chgData name="Tiwari, Shravan" userId="4c27891f-95d4-4976-825b-8d72b130123b" providerId="ADAL" clId="{780D3608-A8D3-4263-91AE-C1F7209B5648}" dt="2024-05-31T08:36:00.426" v="2383" actId="478"/>
          <ac:cxnSpMkLst>
            <pc:docMk/>
            <pc:sldMk cId="1449044252" sldId="2147471005"/>
            <ac:cxnSpMk id="28" creationId="{24651FB2-5394-DA06-EC41-268FCF115D5C}"/>
          </ac:cxnSpMkLst>
        </pc:cxnChg>
        <pc:cxnChg chg="add del mod">
          <ac:chgData name="Tiwari, Shravan" userId="4c27891f-95d4-4976-825b-8d72b130123b" providerId="ADAL" clId="{780D3608-A8D3-4263-91AE-C1F7209B5648}" dt="2024-05-31T08:35:58.276" v="2382" actId="478"/>
          <ac:cxnSpMkLst>
            <pc:docMk/>
            <pc:sldMk cId="1449044252" sldId="2147471005"/>
            <ac:cxnSpMk id="30" creationId="{604FEB4A-1979-F840-D79C-8847AE5A1D01}"/>
          </ac:cxnSpMkLst>
        </pc:cxnChg>
        <pc:cxnChg chg="del">
          <ac:chgData name="Tiwari, Shravan" userId="4c27891f-95d4-4976-825b-8d72b130123b" providerId="ADAL" clId="{780D3608-A8D3-4263-91AE-C1F7209B5648}" dt="2024-05-31T08:35:55.623" v="2381" actId="478"/>
          <ac:cxnSpMkLst>
            <pc:docMk/>
            <pc:sldMk cId="1449044252" sldId="2147471005"/>
            <ac:cxnSpMk id="32" creationId="{DA67DDC7-B36C-ED85-3611-C63F9A07C9D2}"/>
          </ac:cxnSpMkLst>
        </pc:cxnChg>
        <pc:cxnChg chg="add del mod">
          <ac:chgData name="Tiwari, Shravan" userId="4c27891f-95d4-4976-825b-8d72b130123b" providerId="ADAL" clId="{780D3608-A8D3-4263-91AE-C1F7209B5648}" dt="2024-05-31T09:01:00.962" v="2686" actId="478"/>
          <ac:cxnSpMkLst>
            <pc:docMk/>
            <pc:sldMk cId="1449044252" sldId="2147471005"/>
            <ac:cxnSpMk id="38" creationId="{1BD80CCD-595B-2C0B-5660-09F29235B53D}"/>
          </ac:cxnSpMkLst>
        </pc:cxnChg>
        <pc:cxnChg chg="add del mod">
          <ac:chgData name="Tiwari, Shravan" userId="4c27891f-95d4-4976-825b-8d72b130123b" providerId="ADAL" clId="{780D3608-A8D3-4263-91AE-C1F7209B5648}" dt="2024-05-31T08:37:20.923" v="2402" actId="478"/>
          <ac:cxnSpMkLst>
            <pc:docMk/>
            <pc:sldMk cId="1449044252" sldId="2147471005"/>
            <ac:cxnSpMk id="39" creationId="{11C83237-F461-D39D-82CC-26814E18DFA7}"/>
          </ac:cxnSpMkLst>
        </pc:cxnChg>
        <pc:cxnChg chg="mod">
          <ac:chgData name="Tiwari, Shravan" userId="4c27891f-95d4-4976-825b-8d72b130123b" providerId="ADAL" clId="{780D3608-A8D3-4263-91AE-C1F7209B5648}" dt="2024-05-31T09:07:40.256" v="2781" actId="1036"/>
          <ac:cxnSpMkLst>
            <pc:docMk/>
            <pc:sldMk cId="1449044252" sldId="2147471005"/>
            <ac:cxnSpMk id="43" creationId="{B97F7783-F239-FD3D-1164-0263355FBDD9}"/>
          </ac:cxnSpMkLst>
        </pc:cxnChg>
        <pc:cxnChg chg="add del mod">
          <ac:chgData name="Tiwari, Shravan" userId="4c27891f-95d4-4976-825b-8d72b130123b" providerId="ADAL" clId="{780D3608-A8D3-4263-91AE-C1F7209B5648}" dt="2024-05-31T09:00:57.912" v="2685" actId="478"/>
          <ac:cxnSpMkLst>
            <pc:docMk/>
            <pc:sldMk cId="1449044252" sldId="2147471005"/>
            <ac:cxnSpMk id="45" creationId="{5AB01E87-B776-B181-DE7F-4E77A4997360}"/>
          </ac:cxnSpMkLst>
        </pc:cxnChg>
        <pc:cxnChg chg="add mod">
          <ac:chgData name="Tiwari, Shravan" userId="4c27891f-95d4-4976-825b-8d72b130123b" providerId="ADAL" clId="{780D3608-A8D3-4263-91AE-C1F7209B5648}" dt="2024-05-31T09:08:39.926" v="2846" actId="1036"/>
          <ac:cxnSpMkLst>
            <pc:docMk/>
            <pc:sldMk cId="1449044252" sldId="2147471005"/>
            <ac:cxnSpMk id="51" creationId="{A0DFD61E-C1BD-F36A-BA8C-0C62547C3BF4}"/>
          </ac:cxnSpMkLst>
        </pc:cxnChg>
        <pc:cxnChg chg="add mod">
          <ac:chgData name="Tiwari, Shravan" userId="4c27891f-95d4-4976-825b-8d72b130123b" providerId="ADAL" clId="{780D3608-A8D3-4263-91AE-C1F7209B5648}" dt="2024-05-31T09:08:39.926" v="2846" actId="1036"/>
          <ac:cxnSpMkLst>
            <pc:docMk/>
            <pc:sldMk cId="1449044252" sldId="2147471005"/>
            <ac:cxnSpMk id="58" creationId="{9B3902E6-3FAA-03ED-ED06-917935BFA83D}"/>
          </ac:cxnSpMkLst>
        </pc:cxnChg>
        <pc:cxnChg chg="add mod">
          <ac:chgData name="Tiwari, Shravan" userId="4c27891f-95d4-4976-825b-8d72b130123b" providerId="ADAL" clId="{780D3608-A8D3-4263-91AE-C1F7209B5648}" dt="2024-05-31T09:07:40.256" v="2781" actId="1036"/>
          <ac:cxnSpMkLst>
            <pc:docMk/>
            <pc:sldMk cId="1449044252" sldId="2147471005"/>
            <ac:cxnSpMk id="63" creationId="{047528D5-8DA5-ACCE-5F58-81817F7ED00C}"/>
          </ac:cxnSpMkLst>
        </pc:cxnChg>
        <pc:cxnChg chg="add mod">
          <ac:chgData name="Tiwari, Shravan" userId="4c27891f-95d4-4976-825b-8d72b130123b" providerId="ADAL" clId="{780D3608-A8D3-4263-91AE-C1F7209B5648}" dt="2024-05-31T09:07:40.256" v="2781" actId="1036"/>
          <ac:cxnSpMkLst>
            <pc:docMk/>
            <pc:sldMk cId="1449044252" sldId="2147471005"/>
            <ac:cxnSpMk id="65" creationId="{D224D9CE-0F4A-27A7-60FA-544D4DB52F56}"/>
          </ac:cxnSpMkLst>
        </pc:cxnChg>
        <pc:cxnChg chg="add mod">
          <ac:chgData name="Tiwari, Shravan" userId="4c27891f-95d4-4976-825b-8d72b130123b" providerId="ADAL" clId="{780D3608-A8D3-4263-91AE-C1F7209B5648}" dt="2024-05-31T09:07:40.256" v="2781" actId="1036"/>
          <ac:cxnSpMkLst>
            <pc:docMk/>
            <pc:sldMk cId="1449044252" sldId="2147471005"/>
            <ac:cxnSpMk id="67" creationId="{16A69150-90C4-A5CD-FD01-97F5E97140C5}"/>
          </ac:cxnSpMkLst>
        </pc:cxnChg>
        <pc:cxnChg chg="add mod">
          <ac:chgData name="Tiwari, Shravan" userId="4c27891f-95d4-4976-825b-8d72b130123b" providerId="ADAL" clId="{780D3608-A8D3-4263-91AE-C1F7209B5648}" dt="2024-05-31T09:07:40.256" v="2781" actId="1036"/>
          <ac:cxnSpMkLst>
            <pc:docMk/>
            <pc:sldMk cId="1449044252" sldId="2147471005"/>
            <ac:cxnSpMk id="69" creationId="{B7AAE1B4-B5A0-B880-D090-ED4738A55E82}"/>
          </ac:cxnSpMkLst>
        </pc:cxnChg>
        <pc:cxnChg chg="add mod">
          <ac:chgData name="Tiwari, Shravan" userId="4c27891f-95d4-4976-825b-8d72b130123b" providerId="ADAL" clId="{780D3608-A8D3-4263-91AE-C1F7209B5648}" dt="2024-05-31T09:08:39.926" v="2846" actId="1036"/>
          <ac:cxnSpMkLst>
            <pc:docMk/>
            <pc:sldMk cId="1449044252" sldId="2147471005"/>
            <ac:cxnSpMk id="81" creationId="{D8708841-1386-8868-0C74-5544EB5E8B94}"/>
          </ac:cxnSpMkLst>
        </pc:cxnChg>
        <pc:cxnChg chg="add mod">
          <ac:chgData name="Tiwari, Shravan" userId="4c27891f-95d4-4976-825b-8d72b130123b" providerId="ADAL" clId="{780D3608-A8D3-4263-91AE-C1F7209B5648}" dt="2024-05-31T09:09:25.413" v="2853" actId="1035"/>
          <ac:cxnSpMkLst>
            <pc:docMk/>
            <pc:sldMk cId="1449044252" sldId="2147471005"/>
            <ac:cxnSpMk id="94" creationId="{5AF590F2-D1CF-2379-D799-7CD505D0586A}"/>
          </ac:cxnSpMkLst>
        </pc:cxnChg>
        <pc:cxnChg chg="add mod">
          <ac:chgData name="Tiwari, Shravan" userId="4c27891f-95d4-4976-825b-8d72b130123b" providerId="ADAL" clId="{780D3608-A8D3-4263-91AE-C1F7209B5648}" dt="2024-05-31T09:09:06.084" v="2848" actId="13822"/>
          <ac:cxnSpMkLst>
            <pc:docMk/>
            <pc:sldMk cId="1449044252" sldId="2147471005"/>
            <ac:cxnSpMk id="100" creationId="{3B6AA730-48E7-652C-627C-19628764565A}"/>
          </ac:cxnSpMkLst>
        </pc:cxnChg>
      </pc:sldChg>
    </pc:docChg>
  </pc:docChgLst>
  <pc:docChgLst>
    <pc:chgData name="Kozhikkalathil, Nishi" userId="0c188c74-8a9d-4d88-9364-0d549502a5b1" providerId="ADAL" clId="{1FF580A5-139D-4D36-B918-4466925990EF}"/>
    <pc:docChg chg="undo custSel modSld sldOrd delMainMaster modMainMaster">
      <pc:chgData name="Kozhikkalathil, Nishi" userId="0c188c74-8a9d-4d88-9364-0d549502a5b1" providerId="ADAL" clId="{1FF580A5-139D-4D36-B918-4466925990EF}" dt="2024-06-02T08:23:19.014" v="530" actId="20577"/>
      <pc:docMkLst>
        <pc:docMk/>
      </pc:docMkLst>
      <pc:sldChg chg="ord">
        <pc:chgData name="Kozhikkalathil, Nishi" userId="0c188c74-8a9d-4d88-9364-0d549502a5b1" providerId="ADAL" clId="{1FF580A5-139D-4D36-B918-4466925990EF}" dt="2024-06-02T08:15:04.380" v="486"/>
        <pc:sldMkLst>
          <pc:docMk/>
          <pc:sldMk cId="210284878" sldId="307"/>
        </pc:sldMkLst>
      </pc:sldChg>
      <pc:sldChg chg="modSp mod">
        <pc:chgData name="Kozhikkalathil, Nishi" userId="0c188c74-8a9d-4d88-9364-0d549502a5b1" providerId="ADAL" clId="{1FF580A5-139D-4D36-B918-4466925990EF}" dt="2024-06-02T08:07:48.480" v="481" actId="14734"/>
        <pc:sldMkLst>
          <pc:docMk/>
          <pc:sldMk cId="0" sldId="2917"/>
        </pc:sldMkLst>
        <pc:graphicFrameChg chg="modGraphic">
          <ac:chgData name="Kozhikkalathil, Nishi" userId="0c188c74-8a9d-4d88-9364-0d549502a5b1" providerId="ADAL" clId="{1FF580A5-139D-4D36-B918-4466925990EF}" dt="2024-06-02T08:07:48.480" v="481" actId="14734"/>
          <ac:graphicFrameMkLst>
            <pc:docMk/>
            <pc:sldMk cId="0" sldId="2917"/>
            <ac:graphicFrameMk id="5" creationId="{00000000-0000-0000-0000-000000000000}"/>
          </ac:graphicFrameMkLst>
        </pc:graphicFrameChg>
      </pc:sldChg>
      <pc:sldChg chg="ord">
        <pc:chgData name="Kozhikkalathil, Nishi" userId="0c188c74-8a9d-4d88-9364-0d549502a5b1" providerId="ADAL" clId="{1FF580A5-139D-4D36-B918-4466925990EF}" dt="2024-06-02T02:05:16.718" v="1"/>
        <pc:sldMkLst>
          <pc:docMk/>
          <pc:sldMk cId="0" sldId="8097"/>
        </pc:sldMkLst>
      </pc:sldChg>
      <pc:sldChg chg="modNotesTx">
        <pc:chgData name="Kozhikkalathil, Nishi" userId="0c188c74-8a9d-4d88-9364-0d549502a5b1" providerId="ADAL" clId="{1FF580A5-139D-4D36-B918-4466925990EF}" dt="2024-06-02T08:09:42.134" v="482" actId="6549"/>
        <pc:sldMkLst>
          <pc:docMk/>
          <pc:sldMk cId="0" sldId="8098"/>
        </pc:sldMkLst>
      </pc:sldChg>
      <pc:sldChg chg="addSp delSp modSp mod">
        <pc:chgData name="Kozhikkalathil, Nishi" userId="0c188c74-8a9d-4d88-9364-0d549502a5b1" providerId="ADAL" clId="{1FF580A5-139D-4D36-B918-4466925990EF}" dt="2024-06-02T07:13:17.757" v="119" actId="14100"/>
        <pc:sldMkLst>
          <pc:docMk/>
          <pc:sldMk cId="3108547940" sldId="22429"/>
        </pc:sldMkLst>
        <pc:spChg chg="mod">
          <ac:chgData name="Kozhikkalathil, Nishi" userId="0c188c74-8a9d-4d88-9364-0d549502a5b1" providerId="ADAL" clId="{1FF580A5-139D-4D36-B918-4466925990EF}" dt="2024-06-02T07:13:17.757" v="119" actId="14100"/>
          <ac:spMkLst>
            <pc:docMk/>
            <pc:sldMk cId="3108547940" sldId="22429"/>
            <ac:spMk id="18" creationId="{0860A754-BDF9-C08F-901B-315CEA573397}"/>
          </ac:spMkLst>
        </pc:spChg>
        <pc:spChg chg="add del mod">
          <ac:chgData name="Kozhikkalathil, Nishi" userId="0c188c74-8a9d-4d88-9364-0d549502a5b1" providerId="ADAL" clId="{1FF580A5-139D-4D36-B918-4466925990EF}" dt="2024-06-02T07:08:43.463" v="86" actId="478"/>
          <ac:spMkLst>
            <pc:docMk/>
            <pc:sldMk cId="3108547940" sldId="22429"/>
            <ac:spMk id="19" creationId="{23B858C8-7664-C594-036A-CCF0064AEDBA}"/>
          </ac:spMkLst>
        </pc:spChg>
        <pc:spChg chg="mod">
          <ac:chgData name="Kozhikkalathil, Nishi" userId="0c188c74-8a9d-4d88-9364-0d549502a5b1" providerId="ADAL" clId="{1FF580A5-139D-4D36-B918-4466925990EF}" dt="2024-06-02T07:09:06.213" v="97" actId="1038"/>
          <ac:spMkLst>
            <pc:docMk/>
            <pc:sldMk cId="3108547940" sldId="22429"/>
            <ac:spMk id="35" creationId="{A37C2DA5-58F5-62B3-7141-BB414EC642EB}"/>
          </ac:spMkLst>
        </pc:spChg>
        <pc:spChg chg="mod">
          <ac:chgData name="Kozhikkalathil, Nishi" userId="0c188c74-8a9d-4d88-9364-0d549502a5b1" providerId="ADAL" clId="{1FF580A5-139D-4D36-B918-4466925990EF}" dt="2024-06-02T07:12:34.600" v="117" actId="14100"/>
          <ac:spMkLst>
            <pc:docMk/>
            <pc:sldMk cId="3108547940" sldId="22429"/>
            <ac:spMk id="91" creationId="{5B1F580B-3DAF-AAF5-9F7C-C445E7AFB45F}"/>
          </ac:spMkLst>
        </pc:spChg>
      </pc:sldChg>
      <pc:sldChg chg="ord">
        <pc:chgData name="Kozhikkalathil, Nishi" userId="0c188c74-8a9d-4d88-9364-0d549502a5b1" providerId="ADAL" clId="{1FF580A5-139D-4D36-B918-4466925990EF}" dt="2024-06-02T08:15:08.566" v="488"/>
        <pc:sldMkLst>
          <pc:docMk/>
          <pc:sldMk cId="1089217732" sldId="2147470957"/>
        </pc:sldMkLst>
      </pc:sldChg>
      <pc:sldChg chg="modNotesTx">
        <pc:chgData name="Kozhikkalathil, Nishi" userId="0c188c74-8a9d-4d88-9364-0d549502a5b1" providerId="ADAL" clId="{1FF580A5-139D-4D36-B918-4466925990EF}" dt="2024-06-02T02:48:01.323" v="6" actId="20577"/>
        <pc:sldMkLst>
          <pc:docMk/>
          <pc:sldMk cId="1381858524" sldId="2147470962"/>
        </pc:sldMkLst>
      </pc:sldChg>
      <pc:sldChg chg="modNotesTx">
        <pc:chgData name="Kozhikkalathil, Nishi" userId="0c188c74-8a9d-4d88-9364-0d549502a5b1" providerId="ADAL" clId="{1FF580A5-139D-4D36-B918-4466925990EF}" dt="2024-06-02T08:16:00.156" v="491" actId="20577"/>
        <pc:sldMkLst>
          <pc:docMk/>
          <pc:sldMk cId="669040465" sldId="2147470963"/>
        </pc:sldMkLst>
      </pc:sldChg>
      <pc:sldChg chg="modSp mod">
        <pc:chgData name="Kozhikkalathil, Nishi" userId="0c188c74-8a9d-4d88-9364-0d549502a5b1" providerId="ADAL" clId="{1FF580A5-139D-4D36-B918-4466925990EF}" dt="2024-06-02T07:44:00.586" v="224" actId="2711"/>
        <pc:sldMkLst>
          <pc:docMk/>
          <pc:sldMk cId="2581009699" sldId="2147470966"/>
        </pc:sldMkLst>
        <pc:spChg chg="mod">
          <ac:chgData name="Kozhikkalathil, Nishi" userId="0c188c74-8a9d-4d88-9364-0d549502a5b1" providerId="ADAL" clId="{1FF580A5-139D-4D36-B918-4466925990EF}" dt="2024-06-02T07:44:00.586" v="224" actId="2711"/>
          <ac:spMkLst>
            <pc:docMk/>
            <pc:sldMk cId="2581009699" sldId="2147470966"/>
            <ac:spMk id="4" creationId="{567E4E07-87D5-7CD8-B439-C706764E48E3}"/>
          </ac:spMkLst>
        </pc:spChg>
      </pc:sldChg>
      <pc:sldChg chg="modSp mod">
        <pc:chgData name="Kozhikkalathil, Nishi" userId="0c188c74-8a9d-4d88-9364-0d549502a5b1" providerId="ADAL" clId="{1FF580A5-139D-4D36-B918-4466925990EF}" dt="2024-06-02T07:44:18.679" v="225" actId="2711"/>
        <pc:sldMkLst>
          <pc:docMk/>
          <pc:sldMk cId="2896910057" sldId="2147470968"/>
        </pc:sldMkLst>
        <pc:spChg chg="mod">
          <ac:chgData name="Kozhikkalathil, Nishi" userId="0c188c74-8a9d-4d88-9364-0d549502a5b1" providerId="ADAL" clId="{1FF580A5-139D-4D36-B918-4466925990EF}" dt="2024-06-02T07:44:18.679" v="225" actId="2711"/>
          <ac:spMkLst>
            <pc:docMk/>
            <pc:sldMk cId="2896910057" sldId="2147470968"/>
            <ac:spMk id="5" creationId="{2D0EF2D1-41C4-6EE5-A1AD-F3D6C15F54B2}"/>
          </ac:spMkLst>
        </pc:spChg>
      </pc:sldChg>
      <pc:sldChg chg="modSp mod">
        <pc:chgData name="Kozhikkalathil, Nishi" userId="0c188c74-8a9d-4d88-9364-0d549502a5b1" providerId="ADAL" clId="{1FF580A5-139D-4D36-B918-4466925990EF}" dt="2024-06-02T07:44:45.739" v="226" actId="2711"/>
        <pc:sldMkLst>
          <pc:docMk/>
          <pc:sldMk cId="770146690" sldId="2147470983"/>
        </pc:sldMkLst>
        <pc:spChg chg="mod">
          <ac:chgData name="Kozhikkalathil, Nishi" userId="0c188c74-8a9d-4d88-9364-0d549502a5b1" providerId="ADAL" clId="{1FF580A5-139D-4D36-B918-4466925990EF}" dt="2024-06-02T07:44:45.739" v="226" actId="2711"/>
          <ac:spMkLst>
            <pc:docMk/>
            <pc:sldMk cId="770146690" sldId="2147470983"/>
            <ac:spMk id="2" creationId="{F391410C-BE20-4D24-1AD7-97E59F733BD5}"/>
          </ac:spMkLst>
        </pc:spChg>
      </pc:sldChg>
      <pc:sldChg chg="modSp mod">
        <pc:chgData name="Kozhikkalathil, Nishi" userId="0c188c74-8a9d-4d88-9364-0d549502a5b1" providerId="ADAL" clId="{1FF580A5-139D-4D36-B918-4466925990EF}" dt="2024-06-02T08:23:19.014" v="530" actId="20577"/>
        <pc:sldMkLst>
          <pc:docMk/>
          <pc:sldMk cId="2494671928" sldId="2147470985"/>
        </pc:sldMkLst>
        <pc:spChg chg="mod">
          <ac:chgData name="Kozhikkalathil, Nishi" userId="0c188c74-8a9d-4d88-9364-0d549502a5b1" providerId="ADAL" clId="{1FF580A5-139D-4D36-B918-4466925990EF}" dt="2024-06-02T08:23:19.014" v="530" actId="20577"/>
          <ac:spMkLst>
            <pc:docMk/>
            <pc:sldMk cId="2494671928" sldId="2147470985"/>
            <ac:spMk id="3" creationId="{6ABE68E9-B679-8BCA-3425-57742AC2B2FD}"/>
          </ac:spMkLst>
        </pc:spChg>
        <pc:spChg chg="mod">
          <ac:chgData name="Kozhikkalathil, Nishi" userId="0c188c74-8a9d-4d88-9364-0d549502a5b1" providerId="ADAL" clId="{1FF580A5-139D-4D36-B918-4466925990EF}" dt="2024-06-02T07:50:14.972" v="260" actId="2711"/>
          <ac:spMkLst>
            <pc:docMk/>
            <pc:sldMk cId="2494671928" sldId="2147470985"/>
            <ac:spMk id="5" creationId="{FD3FDDF9-2ED9-4282-7444-591D69DD095C}"/>
          </ac:spMkLst>
        </pc:spChg>
        <pc:graphicFrameChg chg="mod">
          <ac:chgData name="Kozhikkalathil, Nishi" userId="0c188c74-8a9d-4d88-9364-0d549502a5b1" providerId="ADAL" clId="{1FF580A5-139D-4D36-B918-4466925990EF}" dt="2024-06-02T07:53:27.231" v="274" actId="20577"/>
          <ac:graphicFrameMkLst>
            <pc:docMk/>
            <pc:sldMk cId="2494671928" sldId="2147470985"/>
            <ac:graphicFrameMk id="4" creationId="{1D3E1B60-69AA-E663-E7ED-1F3A46F04B81}"/>
          </ac:graphicFrameMkLst>
        </pc:graphicFrameChg>
      </pc:sldChg>
      <pc:sldChg chg="modSp mod">
        <pc:chgData name="Kozhikkalathil, Nishi" userId="0c188c74-8a9d-4d88-9364-0d549502a5b1" providerId="ADAL" clId="{1FF580A5-139D-4D36-B918-4466925990EF}" dt="2024-06-02T07:42:23.278" v="223" actId="20577"/>
        <pc:sldMkLst>
          <pc:docMk/>
          <pc:sldMk cId="1207852280" sldId="2147470995"/>
        </pc:sldMkLst>
        <pc:spChg chg="mod">
          <ac:chgData name="Kozhikkalathil, Nishi" userId="0c188c74-8a9d-4d88-9364-0d549502a5b1" providerId="ADAL" clId="{1FF580A5-139D-4D36-B918-4466925990EF}" dt="2024-06-02T07:42:23.278" v="223" actId="20577"/>
          <ac:spMkLst>
            <pc:docMk/>
            <pc:sldMk cId="1207852280" sldId="2147470995"/>
            <ac:spMk id="5" creationId="{AF378696-8C61-42F5-98E1-83C006AA8E24}"/>
          </ac:spMkLst>
        </pc:spChg>
      </pc:sldChg>
      <pc:sldChg chg="modSp mod">
        <pc:chgData name="Kozhikkalathil, Nishi" userId="0c188c74-8a9d-4d88-9364-0d549502a5b1" providerId="ADAL" clId="{1FF580A5-139D-4D36-B918-4466925990EF}" dt="2024-06-02T07:45:20.704" v="229"/>
        <pc:sldMkLst>
          <pc:docMk/>
          <pc:sldMk cId="2712077353" sldId="2147470996"/>
        </pc:sldMkLst>
        <pc:spChg chg="mod">
          <ac:chgData name="Kozhikkalathil, Nishi" userId="0c188c74-8a9d-4d88-9364-0d549502a5b1" providerId="ADAL" clId="{1FF580A5-139D-4D36-B918-4466925990EF}" dt="2024-06-02T07:45:20.704" v="229"/>
          <ac:spMkLst>
            <pc:docMk/>
            <pc:sldMk cId="2712077353" sldId="2147470996"/>
            <ac:spMk id="3" creationId="{7E02D030-A3A3-A80D-C87E-E524D68D718D}"/>
          </ac:spMkLst>
        </pc:spChg>
      </pc:sldChg>
      <pc:sldChg chg="ord">
        <pc:chgData name="Kozhikkalathil, Nishi" userId="0c188c74-8a9d-4d88-9364-0d549502a5b1" providerId="ADAL" clId="{1FF580A5-139D-4D36-B918-4466925990EF}" dt="2024-06-02T08:15:14.381" v="490"/>
        <pc:sldMkLst>
          <pc:docMk/>
          <pc:sldMk cId="3741248778" sldId="2147471004"/>
        </pc:sldMkLst>
      </pc:sldChg>
      <pc:sldChg chg="modSp mod">
        <pc:chgData name="Kozhikkalathil, Nishi" userId="0c188c74-8a9d-4d88-9364-0d549502a5b1" providerId="ADAL" clId="{1FF580A5-139D-4D36-B918-4466925990EF}" dt="2024-06-02T03:17:34.209" v="53" actId="1036"/>
        <pc:sldMkLst>
          <pc:docMk/>
          <pc:sldMk cId="1449044252" sldId="2147471005"/>
        </pc:sldMkLst>
        <pc:spChg chg="mod">
          <ac:chgData name="Kozhikkalathil, Nishi" userId="0c188c74-8a9d-4d88-9364-0d549502a5b1" providerId="ADAL" clId="{1FF580A5-139D-4D36-B918-4466925990EF}" dt="2024-06-02T03:17:34.209" v="53" actId="1036"/>
          <ac:spMkLst>
            <pc:docMk/>
            <pc:sldMk cId="1449044252" sldId="2147471005"/>
            <ac:spMk id="3" creationId="{D3CF698F-3C73-8C54-0CD7-E7C3228E8278}"/>
          </ac:spMkLst>
        </pc:spChg>
        <pc:spChg chg="mod">
          <ac:chgData name="Kozhikkalathil, Nishi" userId="0c188c74-8a9d-4d88-9364-0d549502a5b1" providerId="ADAL" clId="{1FF580A5-139D-4D36-B918-4466925990EF}" dt="2024-06-02T03:17:30.866" v="48" actId="1036"/>
          <ac:spMkLst>
            <pc:docMk/>
            <pc:sldMk cId="1449044252" sldId="2147471005"/>
            <ac:spMk id="20" creationId="{BD7C6EEF-90B0-7C09-296B-4DB4CBB1634B}"/>
          </ac:spMkLst>
        </pc:spChg>
        <pc:cxnChg chg="mod">
          <ac:chgData name="Kozhikkalathil, Nishi" userId="0c188c74-8a9d-4d88-9364-0d549502a5b1" providerId="ADAL" clId="{1FF580A5-139D-4D36-B918-4466925990EF}" dt="2024-06-02T03:17:34.209" v="53" actId="1036"/>
          <ac:cxnSpMkLst>
            <pc:docMk/>
            <pc:sldMk cId="1449044252" sldId="2147471005"/>
            <ac:cxnSpMk id="22" creationId="{A5EE7F11-8F47-3093-2B22-2DC49281B187}"/>
          </ac:cxnSpMkLst>
        </pc:cxnChg>
        <pc:cxnChg chg="mod">
          <ac:chgData name="Kozhikkalathil, Nishi" userId="0c188c74-8a9d-4d88-9364-0d549502a5b1" providerId="ADAL" clId="{1FF580A5-139D-4D36-B918-4466925990EF}" dt="2024-06-02T03:17:34.209" v="53" actId="1036"/>
          <ac:cxnSpMkLst>
            <pc:docMk/>
            <pc:sldMk cId="1449044252" sldId="2147471005"/>
            <ac:cxnSpMk id="94" creationId="{5AF590F2-D1CF-2379-D799-7CD505D0586A}"/>
          </ac:cxnSpMkLst>
        </pc:cxnChg>
      </pc:sldChg>
      <pc:sldChg chg="modSp mod">
        <pc:chgData name="Kozhikkalathil, Nishi" userId="0c188c74-8a9d-4d88-9364-0d549502a5b1" providerId="ADAL" clId="{1FF580A5-139D-4D36-B918-4466925990EF}" dt="2024-06-02T08:20:59.269" v="517" actId="207"/>
        <pc:sldMkLst>
          <pc:docMk/>
          <pc:sldMk cId="1040155934" sldId="2147476459"/>
        </pc:sldMkLst>
        <pc:spChg chg="mod">
          <ac:chgData name="Kozhikkalathil, Nishi" userId="0c188c74-8a9d-4d88-9364-0d549502a5b1" providerId="ADAL" clId="{1FF580A5-139D-4D36-B918-4466925990EF}" dt="2024-06-02T08:20:43.886" v="513" actId="207"/>
          <ac:spMkLst>
            <pc:docMk/>
            <pc:sldMk cId="1040155934" sldId="2147476459"/>
            <ac:spMk id="6" creationId="{7759BB0C-F6E8-DB45-4A3D-FFD459537B0E}"/>
          </ac:spMkLst>
        </pc:spChg>
        <pc:spChg chg="mod">
          <ac:chgData name="Kozhikkalathil, Nishi" userId="0c188c74-8a9d-4d88-9364-0d549502a5b1" providerId="ADAL" clId="{1FF580A5-139D-4D36-B918-4466925990EF}" dt="2024-06-02T08:20:59.269" v="517" actId="207"/>
          <ac:spMkLst>
            <pc:docMk/>
            <pc:sldMk cId="1040155934" sldId="2147476459"/>
            <ac:spMk id="7" creationId="{D58EE1D1-8AD8-A80D-22BB-ED6964686E1A}"/>
          </ac:spMkLst>
        </pc:spChg>
        <pc:spChg chg="mod">
          <ac:chgData name="Kozhikkalathil, Nishi" userId="0c188c74-8a9d-4d88-9364-0d549502a5b1" providerId="ADAL" clId="{1FF580A5-139D-4D36-B918-4466925990EF}" dt="2024-06-02T08:19:18.626" v="497" actId="207"/>
          <ac:spMkLst>
            <pc:docMk/>
            <pc:sldMk cId="1040155934" sldId="2147476459"/>
            <ac:spMk id="8" creationId="{EC75587C-C905-7333-6297-C728680E3797}"/>
          </ac:spMkLst>
        </pc:spChg>
        <pc:spChg chg="mod">
          <ac:chgData name="Kozhikkalathil, Nishi" userId="0c188c74-8a9d-4d88-9364-0d549502a5b1" providerId="ADAL" clId="{1FF580A5-139D-4D36-B918-4466925990EF}" dt="2024-06-02T08:20:22.638" v="508" actId="207"/>
          <ac:spMkLst>
            <pc:docMk/>
            <pc:sldMk cId="1040155934" sldId="2147476459"/>
            <ac:spMk id="9" creationId="{D779F1FD-8242-4BF9-A956-8A35D31D25BC}"/>
          </ac:spMkLst>
        </pc:spChg>
        <pc:spChg chg="mod">
          <ac:chgData name="Kozhikkalathil, Nishi" userId="0c188c74-8a9d-4d88-9364-0d549502a5b1" providerId="ADAL" clId="{1FF580A5-139D-4D36-B918-4466925990EF}" dt="2024-06-02T08:20:26.903" v="509" actId="207"/>
          <ac:spMkLst>
            <pc:docMk/>
            <pc:sldMk cId="1040155934" sldId="2147476459"/>
            <ac:spMk id="11" creationId="{D5C0F1F7-E7A6-5FBC-747C-292F4E26EAA6}"/>
          </ac:spMkLst>
        </pc:spChg>
      </pc:sldChg>
      <pc:sldMasterChg chg="del delSldLayout">
        <pc:chgData name="Kozhikkalathil, Nishi" userId="0c188c74-8a9d-4d88-9364-0d549502a5b1" providerId="ADAL" clId="{1FF580A5-139D-4D36-B918-4466925990EF}" dt="2024-06-02T08:05:42.921" v="388" actId="2696"/>
        <pc:sldMasterMkLst>
          <pc:docMk/>
          <pc:sldMasterMk cId="4022737140" sldId="2147483683"/>
        </pc:sldMasterMkLst>
        <pc:sldLayoutChg chg="del">
          <pc:chgData name="Kozhikkalathil, Nishi" userId="0c188c74-8a9d-4d88-9364-0d549502a5b1" providerId="ADAL" clId="{1FF580A5-139D-4D36-B918-4466925990EF}" dt="2024-06-02T08:05:42.858" v="372" actId="2696"/>
          <pc:sldLayoutMkLst>
            <pc:docMk/>
            <pc:sldMasterMk cId="4022737140" sldId="2147483683"/>
            <pc:sldLayoutMk cId="3218432992" sldId="2147483684"/>
          </pc:sldLayoutMkLst>
        </pc:sldLayoutChg>
        <pc:sldLayoutChg chg="del">
          <pc:chgData name="Kozhikkalathil, Nishi" userId="0c188c74-8a9d-4d88-9364-0d549502a5b1" providerId="ADAL" clId="{1FF580A5-139D-4D36-B918-4466925990EF}" dt="2024-06-02T08:05:42.875" v="375" actId="2696"/>
          <pc:sldLayoutMkLst>
            <pc:docMk/>
            <pc:sldMasterMk cId="4022737140" sldId="2147483683"/>
            <pc:sldLayoutMk cId="3196403103" sldId="2147483685"/>
          </pc:sldLayoutMkLst>
        </pc:sldLayoutChg>
        <pc:sldLayoutChg chg="del">
          <pc:chgData name="Kozhikkalathil, Nishi" userId="0c188c74-8a9d-4d88-9364-0d549502a5b1" providerId="ADAL" clId="{1FF580A5-139D-4D36-B918-4466925990EF}" dt="2024-06-02T08:05:42.882" v="377" actId="2696"/>
          <pc:sldLayoutMkLst>
            <pc:docMk/>
            <pc:sldMasterMk cId="4022737140" sldId="2147483683"/>
            <pc:sldLayoutMk cId="3323933263" sldId="2147483686"/>
          </pc:sldLayoutMkLst>
        </pc:sldLayoutChg>
        <pc:sldLayoutChg chg="del">
          <pc:chgData name="Kozhikkalathil, Nishi" userId="0c188c74-8a9d-4d88-9364-0d549502a5b1" providerId="ADAL" clId="{1FF580A5-139D-4D36-B918-4466925990EF}" dt="2024-06-02T08:05:42.886" v="378" actId="2696"/>
          <pc:sldLayoutMkLst>
            <pc:docMk/>
            <pc:sldMasterMk cId="4022737140" sldId="2147483683"/>
            <pc:sldLayoutMk cId="2841686147" sldId="2147483687"/>
          </pc:sldLayoutMkLst>
        </pc:sldLayoutChg>
        <pc:sldLayoutChg chg="del">
          <pc:chgData name="Kozhikkalathil, Nishi" userId="0c188c74-8a9d-4d88-9364-0d549502a5b1" providerId="ADAL" clId="{1FF580A5-139D-4D36-B918-4466925990EF}" dt="2024-06-02T08:05:42.891" v="379" actId="2696"/>
          <pc:sldLayoutMkLst>
            <pc:docMk/>
            <pc:sldMasterMk cId="4022737140" sldId="2147483683"/>
            <pc:sldLayoutMk cId="1865066353" sldId="2147483688"/>
          </pc:sldLayoutMkLst>
        </pc:sldLayoutChg>
        <pc:sldLayoutChg chg="del">
          <pc:chgData name="Kozhikkalathil, Nishi" userId="0c188c74-8a9d-4d88-9364-0d549502a5b1" providerId="ADAL" clId="{1FF580A5-139D-4D36-B918-4466925990EF}" dt="2024-06-02T08:05:42.892" v="380" actId="2696"/>
          <pc:sldLayoutMkLst>
            <pc:docMk/>
            <pc:sldMasterMk cId="4022737140" sldId="2147483683"/>
            <pc:sldLayoutMk cId="3444168571" sldId="2147483689"/>
          </pc:sldLayoutMkLst>
        </pc:sldLayoutChg>
        <pc:sldLayoutChg chg="del">
          <pc:chgData name="Kozhikkalathil, Nishi" userId="0c188c74-8a9d-4d88-9364-0d549502a5b1" providerId="ADAL" clId="{1FF580A5-139D-4D36-B918-4466925990EF}" dt="2024-06-02T08:05:42.899" v="382" actId="2696"/>
          <pc:sldLayoutMkLst>
            <pc:docMk/>
            <pc:sldMasterMk cId="4022737140" sldId="2147483683"/>
            <pc:sldLayoutMk cId="1274488466" sldId="2147483690"/>
          </pc:sldLayoutMkLst>
        </pc:sldLayoutChg>
        <pc:sldLayoutChg chg="del">
          <pc:chgData name="Kozhikkalathil, Nishi" userId="0c188c74-8a9d-4d88-9364-0d549502a5b1" providerId="ADAL" clId="{1FF580A5-139D-4D36-B918-4466925990EF}" dt="2024-06-02T08:05:42.904" v="383" actId="2696"/>
          <pc:sldLayoutMkLst>
            <pc:docMk/>
            <pc:sldMasterMk cId="4022737140" sldId="2147483683"/>
            <pc:sldLayoutMk cId="3384338848" sldId="2147483691"/>
          </pc:sldLayoutMkLst>
        </pc:sldLayoutChg>
        <pc:sldLayoutChg chg="del">
          <pc:chgData name="Kozhikkalathil, Nishi" userId="0c188c74-8a9d-4d88-9364-0d549502a5b1" providerId="ADAL" clId="{1FF580A5-139D-4D36-B918-4466925990EF}" dt="2024-06-02T08:05:42.908" v="384" actId="2696"/>
          <pc:sldLayoutMkLst>
            <pc:docMk/>
            <pc:sldMasterMk cId="4022737140" sldId="2147483683"/>
            <pc:sldLayoutMk cId="672631760" sldId="2147483692"/>
          </pc:sldLayoutMkLst>
        </pc:sldLayoutChg>
        <pc:sldLayoutChg chg="del">
          <pc:chgData name="Kozhikkalathil, Nishi" userId="0c188c74-8a9d-4d88-9364-0d549502a5b1" providerId="ADAL" clId="{1FF580A5-139D-4D36-B918-4466925990EF}" dt="2024-06-02T08:05:42.911" v="385" actId="2696"/>
          <pc:sldLayoutMkLst>
            <pc:docMk/>
            <pc:sldMasterMk cId="4022737140" sldId="2147483683"/>
            <pc:sldLayoutMk cId="3745895267" sldId="2147483693"/>
          </pc:sldLayoutMkLst>
        </pc:sldLayoutChg>
        <pc:sldLayoutChg chg="del">
          <pc:chgData name="Kozhikkalathil, Nishi" userId="0c188c74-8a9d-4d88-9364-0d549502a5b1" providerId="ADAL" clId="{1FF580A5-139D-4D36-B918-4466925990EF}" dt="2024-06-02T08:05:42.914" v="386" actId="2696"/>
          <pc:sldLayoutMkLst>
            <pc:docMk/>
            <pc:sldMasterMk cId="4022737140" sldId="2147483683"/>
            <pc:sldLayoutMk cId="1120666908" sldId="2147483694"/>
          </pc:sldLayoutMkLst>
        </pc:sldLayoutChg>
        <pc:sldLayoutChg chg="del">
          <pc:chgData name="Kozhikkalathil, Nishi" userId="0c188c74-8a9d-4d88-9364-0d549502a5b1" providerId="ADAL" clId="{1FF580A5-139D-4D36-B918-4466925990EF}" dt="2024-06-02T08:05:42.865" v="373" actId="2696"/>
          <pc:sldLayoutMkLst>
            <pc:docMk/>
            <pc:sldMasterMk cId="4022737140" sldId="2147483683"/>
            <pc:sldLayoutMk cId="518110496" sldId="2147483697"/>
          </pc:sldLayoutMkLst>
        </pc:sldLayoutChg>
        <pc:sldLayoutChg chg="del">
          <pc:chgData name="Kozhikkalathil, Nishi" userId="0c188c74-8a9d-4d88-9364-0d549502a5b1" providerId="ADAL" clId="{1FF580A5-139D-4D36-B918-4466925990EF}" dt="2024-06-02T08:05:42.866" v="374" actId="2696"/>
          <pc:sldLayoutMkLst>
            <pc:docMk/>
            <pc:sldMasterMk cId="4022737140" sldId="2147483683"/>
            <pc:sldLayoutMk cId="729040451" sldId="2147483701"/>
          </pc:sldLayoutMkLst>
        </pc:sldLayoutChg>
        <pc:sldLayoutChg chg="del">
          <pc:chgData name="Kozhikkalathil, Nishi" userId="0c188c74-8a9d-4d88-9364-0d549502a5b1" providerId="ADAL" clId="{1FF580A5-139D-4D36-B918-4466925990EF}" dt="2024-06-02T08:05:42.879" v="376" actId="2696"/>
          <pc:sldLayoutMkLst>
            <pc:docMk/>
            <pc:sldMasterMk cId="4022737140" sldId="2147483683"/>
            <pc:sldLayoutMk cId="3514257415" sldId="2147483705"/>
          </pc:sldLayoutMkLst>
        </pc:sldLayoutChg>
        <pc:sldLayoutChg chg="del">
          <pc:chgData name="Kozhikkalathil, Nishi" userId="0c188c74-8a9d-4d88-9364-0d549502a5b1" providerId="ADAL" clId="{1FF580A5-139D-4D36-B918-4466925990EF}" dt="2024-06-02T08:05:42.896" v="381" actId="2696"/>
          <pc:sldLayoutMkLst>
            <pc:docMk/>
            <pc:sldMasterMk cId="4022737140" sldId="2147483683"/>
            <pc:sldLayoutMk cId="804656633" sldId="2147483858"/>
          </pc:sldLayoutMkLst>
        </pc:sldLayoutChg>
        <pc:sldLayoutChg chg="del">
          <pc:chgData name="Kozhikkalathil, Nishi" userId="0c188c74-8a9d-4d88-9364-0d549502a5b1" providerId="ADAL" clId="{1FF580A5-139D-4D36-B918-4466925990EF}" dt="2024-06-02T08:05:42.918" v="387" actId="2696"/>
          <pc:sldLayoutMkLst>
            <pc:docMk/>
            <pc:sldMasterMk cId="4022737140" sldId="2147483683"/>
            <pc:sldLayoutMk cId="1272854471" sldId="2147483879"/>
          </pc:sldLayoutMkLst>
        </pc:sldLayoutChg>
      </pc:sldMasterChg>
      <pc:sldMasterChg chg="delSp del mod delSldLayout modSldLayout">
        <pc:chgData name="Kozhikkalathil, Nishi" userId="0c188c74-8a9d-4d88-9364-0d549502a5b1" providerId="ADAL" clId="{1FF580A5-139D-4D36-B918-4466925990EF}" dt="2024-06-02T08:05:45.488" v="428" actId="2696"/>
        <pc:sldMasterMkLst>
          <pc:docMk/>
          <pc:sldMasterMk cId="2968426397" sldId="2147483709"/>
        </pc:sldMasterMkLst>
        <pc:picChg chg="del">
          <ac:chgData name="Kozhikkalathil, Nishi" userId="0c188c74-8a9d-4d88-9364-0d549502a5b1" providerId="ADAL" clId="{1FF580A5-139D-4D36-B918-4466925990EF}" dt="2024-06-02T08:02:12.563" v="292" actId="478"/>
          <ac:picMkLst>
            <pc:docMk/>
            <pc:sldMasterMk cId="2968426397" sldId="2147483709"/>
            <ac:picMk id="6" creationId="{1D99F6DE-9351-1240-AACA-180705475965}"/>
          </ac:picMkLst>
        </pc:picChg>
        <pc:sldLayoutChg chg="delSp del mod">
          <pc:chgData name="Kozhikkalathil, Nishi" userId="0c188c74-8a9d-4d88-9364-0d549502a5b1" providerId="ADAL" clId="{1FF580A5-139D-4D36-B918-4466925990EF}" dt="2024-06-02T08:05:45.418" v="405" actId="2696"/>
          <pc:sldLayoutMkLst>
            <pc:docMk/>
            <pc:sldMasterMk cId="2968426397" sldId="2147483709"/>
            <pc:sldLayoutMk cId="995267253" sldId="2147483710"/>
          </pc:sldLayoutMkLst>
          <pc:picChg chg="del">
            <ac:chgData name="Kozhikkalathil, Nishi" userId="0c188c74-8a9d-4d88-9364-0d549502a5b1" providerId="ADAL" clId="{1FF580A5-139D-4D36-B918-4466925990EF}" dt="2024-06-02T08:02:16.301" v="293" actId="478"/>
            <ac:picMkLst>
              <pc:docMk/>
              <pc:sldMasterMk cId="2968426397" sldId="2147483709"/>
              <pc:sldLayoutMk cId="995267253" sldId="2147483710"/>
              <ac:picMk id="10" creationId="{3D0E9AAB-FD72-2643-BFC4-B94B291F6BA4}"/>
            </ac:picMkLst>
          </pc:picChg>
        </pc:sldLayoutChg>
        <pc:sldLayoutChg chg="delSp del mod">
          <pc:chgData name="Kozhikkalathil, Nishi" userId="0c188c74-8a9d-4d88-9364-0d549502a5b1" providerId="ADAL" clId="{1FF580A5-139D-4D36-B918-4466925990EF}" dt="2024-06-02T08:05:45.422" v="406" actId="2696"/>
          <pc:sldLayoutMkLst>
            <pc:docMk/>
            <pc:sldMasterMk cId="2968426397" sldId="2147483709"/>
            <pc:sldLayoutMk cId="2737235371" sldId="2147483711"/>
          </pc:sldLayoutMkLst>
          <pc:picChg chg="del">
            <ac:chgData name="Kozhikkalathil, Nishi" userId="0c188c74-8a9d-4d88-9364-0d549502a5b1" providerId="ADAL" clId="{1FF580A5-139D-4D36-B918-4466925990EF}" dt="2024-06-02T08:02:19.350" v="294" actId="478"/>
            <ac:picMkLst>
              <pc:docMk/>
              <pc:sldMasterMk cId="2968426397" sldId="2147483709"/>
              <pc:sldLayoutMk cId="2737235371" sldId="2147483711"/>
              <ac:picMk id="10" creationId="{A3B9622D-F19E-432D-860A-326029CCE79D}"/>
            </ac:picMkLst>
          </pc:picChg>
        </pc:sldLayoutChg>
        <pc:sldLayoutChg chg="delSp del mod">
          <pc:chgData name="Kozhikkalathil, Nishi" userId="0c188c74-8a9d-4d88-9364-0d549502a5b1" providerId="ADAL" clId="{1FF580A5-139D-4D36-B918-4466925990EF}" dt="2024-06-02T08:05:45.426" v="407" actId="2696"/>
          <pc:sldLayoutMkLst>
            <pc:docMk/>
            <pc:sldMasterMk cId="2968426397" sldId="2147483709"/>
            <pc:sldLayoutMk cId="1078919717" sldId="2147483712"/>
          </pc:sldLayoutMkLst>
          <pc:picChg chg="del">
            <ac:chgData name="Kozhikkalathil, Nishi" userId="0c188c74-8a9d-4d88-9364-0d549502a5b1" providerId="ADAL" clId="{1FF580A5-139D-4D36-B918-4466925990EF}" dt="2024-06-02T08:02:22.465" v="295" actId="478"/>
            <ac:picMkLst>
              <pc:docMk/>
              <pc:sldMasterMk cId="2968426397" sldId="2147483709"/>
              <pc:sldLayoutMk cId="1078919717" sldId="2147483712"/>
              <ac:picMk id="12" creationId="{76C8B3A7-6D79-4B41-84C1-E8DAF3E537D1}"/>
            </ac:picMkLst>
          </pc:picChg>
        </pc:sldLayoutChg>
        <pc:sldLayoutChg chg="del">
          <pc:chgData name="Kozhikkalathil, Nishi" userId="0c188c74-8a9d-4d88-9364-0d549502a5b1" providerId="ADAL" clId="{1FF580A5-139D-4D36-B918-4466925990EF}" dt="2024-06-02T08:05:45.444" v="411" actId="2696"/>
          <pc:sldLayoutMkLst>
            <pc:docMk/>
            <pc:sldMasterMk cId="2968426397" sldId="2147483709"/>
            <pc:sldLayoutMk cId="267527818" sldId="2147483713"/>
          </pc:sldLayoutMkLst>
        </pc:sldLayoutChg>
        <pc:sldLayoutChg chg="del">
          <pc:chgData name="Kozhikkalathil, Nishi" userId="0c188c74-8a9d-4d88-9364-0d549502a5b1" providerId="ADAL" clId="{1FF580A5-139D-4D36-B918-4466925990EF}" dt="2024-06-02T08:05:45.450" v="412" actId="2696"/>
          <pc:sldLayoutMkLst>
            <pc:docMk/>
            <pc:sldMasterMk cId="2968426397" sldId="2147483709"/>
            <pc:sldLayoutMk cId="655591651" sldId="2147483714"/>
          </pc:sldLayoutMkLst>
        </pc:sldLayoutChg>
        <pc:sldLayoutChg chg="del">
          <pc:chgData name="Kozhikkalathil, Nishi" userId="0c188c74-8a9d-4d88-9364-0d549502a5b1" providerId="ADAL" clId="{1FF580A5-139D-4D36-B918-4466925990EF}" dt="2024-06-02T08:05:45.453" v="413" actId="2696"/>
          <pc:sldLayoutMkLst>
            <pc:docMk/>
            <pc:sldMasterMk cId="2968426397" sldId="2147483709"/>
            <pc:sldLayoutMk cId="1998137099" sldId="2147483715"/>
          </pc:sldLayoutMkLst>
        </pc:sldLayoutChg>
        <pc:sldLayoutChg chg="del">
          <pc:chgData name="Kozhikkalathil, Nishi" userId="0c188c74-8a9d-4d88-9364-0d549502a5b1" providerId="ADAL" clId="{1FF580A5-139D-4D36-B918-4466925990EF}" dt="2024-06-02T08:05:45.454" v="414" actId="2696"/>
          <pc:sldLayoutMkLst>
            <pc:docMk/>
            <pc:sldMasterMk cId="2968426397" sldId="2147483709"/>
            <pc:sldLayoutMk cId="117225306" sldId="2147483716"/>
          </pc:sldLayoutMkLst>
        </pc:sldLayoutChg>
        <pc:sldLayoutChg chg="del">
          <pc:chgData name="Kozhikkalathil, Nishi" userId="0c188c74-8a9d-4d88-9364-0d549502a5b1" providerId="ADAL" clId="{1FF580A5-139D-4D36-B918-4466925990EF}" dt="2024-06-02T08:05:45.459" v="415" actId="2696"/>
          <pc:sldLayoutMkLst>
            <pc:docMk/>
            <pc:sldMasterMk cId="2968426397" sldId="2147483709"/>
            <pc:sldLayoutMk cId="4149760717" sldId="2147483717"/>
          </pc:sldLayoutMkLst>
        </pc:sldLayoutChg>
        <pc:sldLayoutChg chg="del">
          <pc:chgData name="Kozhikkalathil, Nishi" userId="0c188c74-8a9d-4d88-9364-0d549502a5b1" providerId="ADAL" clId="{1FF580A5-139D-4D36-B918-4466925990EF}" dt="2024-06-02T08:05:45.459" v="416" actId="2696"/>
          <pc:sldLayoutMkLst>
            <pc:docMk/>
            <pc:sldMasterMk cId="2968426397" sldId="2147483709"/>
            <pc:sldLayoutMk cId="850588577" sldId="2147483718"/>
          </pc:sldLayoutMkLst>
        </pc:sldLayoutChg>
        <pc:sldLayoutChg chg="del">
          <pc:chgData name="Kozhikkalathil, Nishi" userId="0c188c74-8a9d-4d88-9364-0d549502a5b1" providerId="ADAL" clId="{1FF580A5-139D-4D36-B918-4466925990EF}" dt="2024-06-02T08:05:45.463" v="417" actId="2696"/>
          <pc:sldLayoutMkLst>
            <pc:docMk/>
            <pc:sldMasterMk cId="2968426397" sldId="2147483709"/>
            <pc:sldLayoutMk cId="3951072430" sldId="2147483719"/>
          </pc:sldLayoutMkLst>
        </pc:sldLayoutChg>
        <pc:sldLayoutChg chg="del">
          <pc:chgData name="Kozhikkalathil, Nishi" userId="0c188c74-8a9d-4d88-9364-0d549502a5b1" providerId="ADAL" clId="{1FF580A5-139D-4D36-B918-4466925990EF}" dt="2024-06-02T08:05:45.469" v="419" actId="2696"/>
          <pc:sldLayoutMkLst>
            <pc:docMk/>
            <pc:sldMasterMk cId="2968426397" sldId="2147483709"/>
            <pc:sldLayoutMk cId="2235123959" sldId="2147483720"/>
          </pc:sldLayoutMkLst>
        </pc:sldLayoutChg>
        <pc:sldLayoutChg chg="del">
          <pc:chgData name="Kozhikkalathil, Nishi" userId="0c188c74-8a9d-4d88-9364-0d549502a5b1" providerId="ADAL" clId="{1FF580A5-139D-4D36-B918-4466925990EF}" dt="2024-06-02T08:05:45.471" v="420" actId="2696"/>
          <pc:sldLayoutMkLst>
            <pc:docMk/>
            <pc:sldMasterMk cId="2968426397" sldId="2147483709"/>
            <pc:sldLayoutMk cId="3619339810" sldId="2147483721"/>
          </pc:sldLayoutMkLst>
        </pc:sldLayoutChg>
        <pc:sldLayoutChg chg="del">
          <pc:chgData name="Kozhikkalathil, Nishi" userId="0c188c74-8a9d-4d88-9364-0d549502a5b1" providerId="ADAL" clId="{1FF580A5-139D-4D36-B918-4466925990EF}" dt="2024-06-02T08:05:45.473" v="421" actId="2696"/>
          <pc:sldLayoutMkLst>
            <pc:docMk/>
            <pc:sldMasterMk cId="2968426397" sldId="2147483709"/>
            <pc:sldLayoutMk cId="3853952526" sldId="2147483722"/>
          </pc:sldLayoutMkLst>
        </pc:sldLayoutChg>
        <pc:sldLayoutChg chg="del">
          <pc:chgData name="Kozhikkalathil, Nishi" userId="0c188c74-8a9d-4d88-9364-0d549502a5b1" providerId="ADAL" clId="{1FF580A5-139D-4D36-B918-4466925990EF}" dt="2024-06-02T08:05:45.475" v="422" actId="2696"/>
          <pc:sldLayoutMkLst>
            <pc:docMk/>
            <pc:sldMasterMk cId="2968426397" sldId="2147483709"/>
            <pc:sldLayoutMk cId="2294395556" sldId="2147483723"/>
          </pc:sldLayoutMkLst>
        </pc:sldLayoutChg>
        <pc:sldLayoutChg chg="del">
          <pc:chgData name="Kozhikkalathil, Nishi" userId="0c188c74-8a9d-4d88-9364-0d549502a5b1" providerId="ADAL" clId="{1FF580A5-139D-4D36-B918-4466925990EF}" dt="2024-06-02T08:05:45.478" v="423" actId="2696"/>
          <pc:sldLayoutMkLst>
            <pc:docMk/>
            <pc:sldMasterMk cId="2968426397" sldId="2147483709"/>
            <pc:sldLayoutMk cId="377538541" sldId="2147483724"/>
          </pc:sldLayoutMkLst>
        </pc:sldLayoutChg>
        <pc:sldLayoutChg chg="del">
          <pc:chgData name="Kozhikkalathil, Nishi" userId="0c188c74-8a9d-4d88-9364-0d549502a5b1" providerId="ADAL" clId="{1FF580A5-139D-4D36-B918-4466925990EF}" dt="2024-06-02T08:05:45.480" v="424" actId="2696"/>
          <pc:sldLayoutMkLst>
            <pc:docMk/>
            <pc:sldMasterMk cId="2968426397" sldId="2147483709"/>
            <pc:sldLayoutMk cId="1379175954" sldId="2147483725"/>
          </pc:sldLayoutMkLst>
        </pc:sldLayoutChg>
        <pc:sldLayoutChg chg="del">
          <pc:chgData name="Kozhikkalathil, Nishi" userId="0c188c74-8a9d-4d88-9364-0d549502a5b1" providerId="ADAL" clId="{1FF580A5-139D-4D36-B918-4466925990EF}" dt="2024-06-02T08:05:45.482" v="425" actId="2696"/>
          <pc:sldLayoutMkLst>
            <pc:docMk/>
            <pc:sldMasterMk cId="2968426397" sldId="2147483709"/>
            <pc:sldLayoutMk cId="81180501" sldId="2147483726"/>
          </pc:sldLayoutMkLst>
        </pc:sldLayoutChg>
        <pc:sldLayoutChg chg="del">
          <pc:chgData name="Kozhikkalathil, Nishi" userId="0c188c74-8a9d-4d88-9364-0d549502a5b1" providerId="ADAL" clId="{1FF580A5-139D-4D36-B918-4466925990EF}" dt="2024-06-02T08:05:45.485" v="426" actId="2696"/>
          <pc:sldLayoutMkLst>
            <pc:docMk/>
            <pc:sldMasterMk cId="2968426397" sldId="2147483709"/>
            <pc:sldLayoutMk cId="2468652318" sldId="2147483727"/>
          </pc:sldLayoutMkLst>
        </pc:sldLayoutChg>
        <pc:sldLayoutChg chg="del">
          <pc:chgData name="Kozhikkalathil, Nishi" userId="0c188c74-8a9d-4d88-9364-0d549502a5b1" providerId="ADAL" clId="{1FF580A5-139D-4D36-B918-4466925990EF}" dt="2024-06-02T08:05:45.487" v="427" actId="2696"/>
          <pc:sldLayoutMkLst>
            <pc:docMk/>
            <pc:sldMasterMk cId="2968426397" sldId="2147483709"/>
            <pc:sldLayoutMk cId="3104115395" sldId="2147483728"/>
          </pc:sldLayoutMkLst>
        </pc:sldLayoutChg>
        <pc:sldLayoutChg chg="delSp del mod">
          <pc:chgData name="Kozhikkalathil, Nishi" userId="0c188c74-8a9d-4d88-9364-0d549502a5b1" providerId="ADAL" clId="{1FF580A5-139D-4D36-B918-4466925990EF}" dt="2024-06-02T08:05:45.431" v="408" actId="2696"/>
          <pc:sldLayoutMkLst>
            <pc:docMk/>
            <pc:sldMasterMk cId="2968426397" sldId="2147483709"/>
            <pc:sldLayoutMk cId="4071210774" sldId="2147483868"/>
          </pc:sldLayoutMkLst>
          <pc:picChg chg="del">
            <ac:chgData name="Kozhikkalathil, Nishi" userId="0c188c74-8a9d-4d88-9364-0d549502a5b1" providerId="ADAL" clId="{1FF580A5-139D-4D36-B918-4466925990EF}" dt="2024-06-02T08:02:25.911" v="296" actId="478"/>
            <ac:picMkLst>
              <pc:docMk/>
              <pc:sldMasterMk cId="2968426397" sldId="2147483709"/>
              <pc:sldLayoutMk cId="4071210774" sldId="2147483868"/>
              <ac:picMk id="12" creationId="{76C8B3A7-6D79-4B41-84C1-E8DAF3E537D1}"/>
            </ac:picMkLst>
          </pc:picChg>
        </pc:sldLayoutChg>
        <pc:sldLayoutChg chg="delSp del mod">
          <pc:chgData name="Kozhikkalathil, Nishi" userId="0c188c74-8a9d-4d88-9364-0d549502a5b1" providerId="ADAL" clId="{1FF580A5-139D-4D36-B918-4466925990EF}" dt="2024-06-02T08:05:45.441" v="410" actId="2696"/>
          <pc:sldLayoutMkLst>
            <pc:docMk/>
            <pc:sldMasterMk cId="2968426397" sldId="2147483709"/>
            <pc:sldLayoutMk cId="345343017" sldId="2147483869"/>
          </pc:sldLayoutMkLst>
          <pc:picChg chg="del">
            <ac:chgData name="Kozhikkalathil, Nishi" userId="0c188c74-8a9d-4d88-9364-0d549502a5b1" providerId="ADAL" clId="{1FF580A5-139D-4D36-B918-4466925990EF}" dt="2024-06-02T08:02:32.517" v="298" actId="478"/>
            <ac:picMkLst>
              <pc:docMk/>
              <pc:sldMasterMk cId="2968426397" sldId="2147483709"/>
              <pc:sldLayoutMk cId="345343017" sldId="2147483869"/>
              <ac:picMk id="12" creationId="{76C8B3A7-6D79-4B41-84C1-E8DAF3E537D1}"/>
            </ac:picMkLst>
          </pc:picChg>
        </pc:sldLayoutChg>
        <pc:sldLayoutChg chg="delSp del mod">
          <pc:chgData name="Kozhikkalathil, Nishi" userId="0c188c74-8a9d-4d88-9364-0d549502a5b1" providerId="ADAL" clId="{1FF580A5-139D-4D36-B918-4466925990EF}" dt="2024-06-02T08:05:45.437" v="409" actId="2696"/>
          <pc:sldLayoutMkLst>
            <pc:docMk/>
            <pc:sldMasterMk cId="2968426397" sldId="2147483709"/>
            <pc:sldLayoutMk cId="250784183" sldId="2147483870"/>
          </pc:sldLayoutMkLst>
          <pc:picChg chg="del">
            <ac:chgData name="Kozhikkalathil, Nishi" userId="0c188c74-8a9d-4d88-9364-0d549502a5b1" providerId="ADAL" clId="{1FF580A5-139D-4D36-B918-4466925990EF}" dt="2024-06-02T08:02:29.590" v="297" actId="478"/>
            <ac:picMkLst>
              <pc:docMk/>
              <pc:sldMasterMk cId="2968426397" sldId="2147483709"/>
              <pc:sldLayoutMk cId="250784183" sldId="2147483870"/>
              <ac:picMk id="12" creationId="{76C8B3A7-6D79-4B41-84C1-E8DAF3E537D1}"/>
            </ac:picMkLst>
          </pc:picChg>
        </pc:sldLayoutChg>
        <pc:sldLayoutChg chg="del">
          <pc:chgData name="Kozhikkalathil, Nishi" userId="0c188c74-8a9d-4d88-9364-0d549502a5b1" providerId="ADAL" clId="{1FF580A5-139D-4D36-B918-4466925990EF}" dt="2024-06-02T08:05:45.467" v="418" actId="2696"/>
          <pc:sldLayoutMkLst>
            <pc:docMk/>
            <pc:sldMasterMk cId="2968426397" sldId="2147483709"/>
            <pc:sldLayoutMk cId="2615437075" sldId="2147483871"/>
          </pc:sldLayoutMkLst>
        </pc:sldLayoutChg>
      </pc:sldMasterChg>
      <pc:sldMasterChg chg="delSp del mod delSldLayout modSldLayout">
        <pc:chgData name="Kozhikkalathil, Nishi" userId="0c188c74-8a9d-4d88-9364-0d549502a5b1" providerId="ADAL" clId="{1FF580A5-139D-4D36-B918-4466925990EF}" dt="2024-06-02T08:05:46.754" v="444" actId="2696"/>
        <pc:sldMasterMkLst>
          <pc:docMk/>
          <pc:sldMasterMk cId="2343220655" sldId="2147483729"/>
        </pc:sldMasterMkLst>
        <pc:picChg chg="del">
          <ac:chgData name="Kozhikkalathil, Nishi" userId="0c188c74-8a9d-4d88-9364-0d549502a5b1" providerId="ADAL" clId="{1FF580A5-139D-4D36-B918-4466925990EF}" dt="2024-06-02T08:01:27.980" v="287" actId="478"/>
          <ac:picMkLst>
            <pc:docMk/>
            <pc:sldMasterMk cId="2343220655" sldId="2147483729"/>
            <ac:picMk id="10" creationId="{5D46349F-4F50-4446-8BA9-4263776EBB91}"/>
          </ac:picMkLst>
        </pc:picChg>
        <pc:sldLayoutChg chg="delSp del mod">
          <pc:chgData name="Kozhikkalathil, Nishi" userId="0c188c74-8a9d-4d88-9364-0d549502a5b1" providerId="ADAL" clId="{1FF580A5-139D-4D36-B918-4466925990EF}" dt="2024-06-02T08:05:46.711" v="429" actId="2696"/>
          <pc:sldLayoutMkLst>
            <pc:docMk/>
            <pc:sldMasterMk cId="2343220655" sldId="2147483729"/>
            <pc:sldLayoutMk cId="879548229" sldId="2147483730"/>
          </pc:sldLayoutMkLst>
          <pc:picChg chg="del">
            <ac:chgData name="Kozhikkalathil, Nishi" userId="0c188c74-8a9d-4d88-9364-0d549502a5b1" providerId="ADAL" clId="{1FF580A5-139D-4D36-B918-4466925990EF}" dt="2024-06-02T08:01:32.023" v="288" actId="478"/>
            <ac:picMkLst>
              <pc:docMk/>
              <pc:sldMasterMk cId="2343220655" sldId="2147483729"/>
              <pc:sldLayoutMk cId="879548229" sldId="2147483730"/>
              <ac:picMk id="8" creationId="{C9FD9A8B-B204-4EC3-9CD2-BA2AD366ED5B}"/>
            </ac:picMkLst>
          </pc:picChg>
        </pc:sldLayoutChg>
        <pc:sldLayoutChg chg="delSp del mod">
          <pc:chgData name="Kozhikkalathil, Nishi" userId="0c188c74-8a9d-4d88-9364-0d549502a5b1" providerId="ADAL" clId="{1FF580A5-139D-4D36-B918-4466925990EF}" dt="2024-06-02T08:05:46.716" v="430" actId="2696"/>
          <pc:sldLayoutMkLst>
            <pc:docMk/>
            <pc:sldMasterMk cId="2343220655" sldId="2147483729"/>
            <pc:sldLayoutMk cId="1792808586" sldId="2147483731"/>
          </pc:sldLayoutMkLst>
          <pc:picChg chg="del">
            <ac:chgData name="Kozhikkalathil, Nishi" userId="0c188c74-8a9d-4d88-9364-0d549502a5b1" providerId="ADAL" clId="{1FF580A5-139D-4D36-B918-4466925990EF}" dt="2024-06-02T08:01:36.279" v="289" actId="478"/>
            <ac:picMkLst>
              <pc:docMk/>
              <pc:sldMasterMk cId="2343220655" sldId="2147483729"/>
              <pc:sldLayoutMk cId="1792808586" sldId="2147483731"/>
              <ac:picMk id="10" creationId="{506C1F87-268D-4E82-9F10-8C710E20EE9D}"/>
            </ac:picMkLst>
          </pc:picChg>
        </pc:sldLayoutChg>
        <pc:sldLayoutChg chg="del">
          <pc:chgData name="Kozhikkalathil, Nishi" userId="0c188c74-8a9d-4d88-9364-0d549502a5b1" providerId="ADAL" clId="{1FF580A5-139D-4D36-B918-4466925990EF}" dt="2024-06-02T08:05:46.718" v="431" actId="2696"/>
          <pc:sldLayoutMkLst>
            <pc:docMk/>
            <pc:sldMasterMk cId="2343220655" sldId="2147483729"/>
            <pc:sldLayoutMk cId="4170341308" sldId="2147483732"/>
          </pc:sldLayoutMkLst>
        </pc:sldLayoutChg>
        <pc:sldLayoutChg chg="del">
          <pc:chgData name="Kozhikkalathil, Nishi" userId="0c188c74-8a9d-4d88-9364-0d549502a5b1" providerId="ADAL" clId="{1FF580A5-139D-4D36-B918-4466925990EF}" dt="2024-06-02T08:05:46.724" v="432" actId="2696"/>
          <pc:sldLayoutMkLst>
            <pc:docMk/>
            <pc:sldMasterMk cId="2343220655" sldId="2147483729"/>
            <pc:sldLayoutMk cId="1135857608" sldId="2147483733"/>
          </pc:sldLayoutMkLst>
        </pc:sldLayoutChg>
        <pc:sldLayoutChg chg="del">
          <pc:chgData name="Kozhikkalathil, Nishi" userId="0c188c74-8a9d-4d88-9364-0d549502a5b1" providerId="ADAL" clId="{1FF580A5-139D-4D36-B918-4466925990EF}" dt="2024-06-02T08:05:46.725" v="433" actId="2696"/>
          <pc:sldLayoutMkLst>
            <pc:docMk/>
            <pc:sldMasterMk cId="2343220655" sldId="2147483729"/>
            <pc:sldLayoutMk cId="1747962759" sldId="2147483734"/>
          </pc:sldLayoutMkLst>
        </pc:sldLayoutChg>
        <pc:sldLayoutChg chg="del">
          <pc:chgData name="Kozhikkalathil, Nishi" userId="0c188c74-8a9d-4d88-9364-0d549502a5b1" providerId="ADAL" clId="{1FF580A5-139D-4D36-B918-4466925990EF}" dt="2024-06-02T08:05:46.730" v="434" actId="2696"/>
          <pc:sldLayoutMkLst>
            <pc:docMk/>
            <pc:sldMasterMk cId="2343220655" sldId="2147483729"/>
            <pc:sldLayoutMk cId="2006312949" sldId="2147483735"/>
          </pc:sldLayoutMkLst>
        </pc:sldLayoutChg>
        <pc:sldLayoutChg chg="del">
          <pc:chgData name="Kozhikkalathil, Nishi" userId="0c188c74-8a9d-4d88-9364-0d549502a5b1" providerId="ADAL" clId="{1FF580A5-139D-4D36-B918-4466925990EF}" dt="2024-06-02T08:05:46.733" v="435" actId="2696"/>
          <pc:sldLayoutMkLst>
            <pc:docMk/>
            <pc:sldMasterMk cId="2343220655" sldId="2147483729"/>
            <pc:sldLayoutMk cId="3723046482" sldId="2147483736"/>
          </pc:sldLayoutMkLst>
        </pc:sldLayoutChg>
        <pc:sldLayoutChg chg="del">
          <pc:chgData name="Kozhikkalathil, Nishi" userId="0c188c74-8a9d-4d88-9364-0d549502a5b1" providerId="ADAL" clId="{1FF580A5-139D-4D36-B918-4466925990EF}" dt="2024-06-02T08:05:46.735" v="436" actId="2696"/>
          <pc:sldLayoutMkLst>
            <pc:docMk/>
            <pc:sldMasterMk cId="2343220655" sldId="2147483729"/>
            <pc:sldLayoutMk cId="400104707" sldId="2147483737"/>
          </pc:sldLayoutMkLst>
        </pc:sldLayoutChg>
        <pc:sldLayoutChg chg="del">
          <pc:chgData name="Kozhikkalathil, Nishi" userId="0c188c74-8a9d-4d88-9364-0d549502a5b1" providerId="ADAL" clId="{1FF580A5-139D-4D36-B918-4466925990EF}" dt="2024-06-02T08:05:46.738" v="437" actId="2696"/>
          <pc:sldLayoutMkLst>
            <pc:docMk/>
            <pc:sldMasterMk cId="2343220655" sldId="2147483729"/>
            <pc:sldLayoutMk cId="3110224283" sldId="2147483738"/>
          </pc:sldLayoutMkLst>
        </pc:sldLayoutChg>
        <pc:sldLayoutChg chg="del">
          <pc:chgData name="Kozhikkalathil, Nishi" userId="0c188c74-8a9d-4d88-9364-0d549502a5b1" providerId="ADAL" clId="{1FF580A5-139D-4D36-B918-4466925990EF}" dt="2024-06-02T08:05:46.740" v="438" actId="2696"/>
          <pc:sldLayoutMkLst>
            <pc:docMk/>
            <pc:sldMasterMk cId="2343220655" sldId="2147483729"/>
            <pc:sldLayoutMk cId="3050401368" sldId="2147483739"/>
          </pc:sldLayoutMkLst>
        </pc:sldLayoutChg>
        <pc:sldLayoutChg chg="del">
          <pc:chgData name="Kozhikkalathil, Nishi" userId="0c188c74-8a9d-4d88-9364-0d549502a5b1" providerId="ADAL" clId="{1FF580A5-139D-4D36-B918-4466925990EF}" dt="2024-06-02T08:05:46.743" v="439" actId="2696"/>
          <pc:sldLayoutMkLst>
            <pc:docMk/>
            <pc:sldMasterMk cId="2343220655" sldId="2147483729"/>
            <pc:sldLayoutMk cId="645384941" sldId="2147483740"/>
          </pc:sldLayoutMkLst>
        </pc:sldLayoutChg>
        <pc:sldLayoutChg chg="del">
          <pc:chgData name="Kozhikkalathil, Nishi" userId="0c188c74-8a9d-4d88-9364-0d549502a5b1" providerId="ADAL" clId="{1FF580A5-139D-4D36-B918-4466925990EF}" dt="2024-06-02T08:05:46.745" v="440" actId="2696"/>
          <pc:sldLayoutMkLst>
            <pc:docMk/>
            <pc:sldMasterMk cId="2343220655" sldId="2147483729"/>
            <pc:sldLayoutMk cId="150606576" sldId="2147483741"/>
          </pc:sldLayoutMkLst>
        </pc:sldLayoutChg>
        <pc:sldLayoutChg chg="del">
          <pc:chgData name="Kozhikkalathil, Nishi" userId="0c188c74-8a9d-4d88-9364-0d549502a5b1" providerId="ADAL" clId="{1FF580A5-139D-4D36-B918-4466925990EF}" dt="2024-06-02T08:05:46.747" v="441" actId="2696"/>
          <pc:sldLayoutMkLst>
            <pc:docMk/>
            <pc:sldMasterMk cId="2343220655" sldId="2147483729"/>
            <pc:sldLayoutMk cId="422721213" sldId="2147483742"/>
          </pc:sldLayoutMkLst>
        </pc:sldLayoutChg>
        <pc:sldLayoutChg chg="delSp del mod">
          <pc:chgData name="Kozhikkalathil, Nishi" userId="0c188c74-8a9d-4d88-9364-0d549502a5b1" providerId="ADAL" clId="{1FF580A5-139D-4D36-B918-4466925990EF}" dt="2024-06-02T08:05:46.749" v="442" actId="2696"/>
          <pc:sldLayoutMkLst>
            <pc:docMk/>
            <pc:sldMasterMk cId="2343220655" sldId="2147483729"/>
            <pc:sldLayoutMk cId="2321465319" sldId="2147483743"/>
          </pc:sldLayoutMkLst>
          <pc:picChg chg="del">
            <ac:chgData name="Kozhikkalathil, Nishi" userId="0c188c74-8a9d-4d88-9364-0d549502a5b1" providerId="ADAL" clId="{1FF580A5-139D-4D36-B918-4466925990EF}" dt="2024-06-02T08:01:44.628" v="290" actId="478"/>
            <ac:picMkLst>
              <pc:docMk/>
              <pc:sldMasterMk cId="2343220655" sldId="2147483729"/>
              <pc:sldLayoutMk cId="2321465319" sldId="2147483743"/>
              <ac:picMk id="7" creationId="{B6B0BF06-28AD-4AE0-B95F-477AF982B2BE}"/>
            </ac:picMkLst>
          </pc:picChg>
        </pc:sldLayoutChg>
        <pc:sldLayoutChg chg="delSp del mod">
          <pc:chgData name="Kozhikkalathil, Nishi" userId="0c188c74-8a9d-4d88-9364-0d549502a5b1" providerId="ADAL" clId="{1FF580A5-139D-4D36-B918-4466925990EF}" dt="2024-06-02T08:05:46.751" v="443" actId="2696"/>
          <pc:sldLayoutMkLst>
            <pc:docMk/>
            <pc:sldMasterMk cId="2343220655" sldId="2147483729"/>
            <pc:sldLayoutMk cId="3214813659" sldId="2147483744"/>
          </pc:sldLayoutMkLst>
          <pc:picChg chg="del">
            <ac:chgData name="Kozhikkalathil, Nishi" userId="0c188c74-8a9d-4d88-9364-0d549502a5b1" providerId="ADAL" clId="{1FF580A5-139D-4D36-B918-4466925990EF}" dt="2024-06-02T08:01:48.924" v="291" actId="478"/>
            <ac:picMkLst>
              <pc:docMk/>
              <pc:sldMasterMk cId="2343220655" sldId="2147483729"/>
              <pc:sldLayoutMk cId="3214813659" sldId="2147483744"/>
              <ac:picMk id="5" creationId="{A0D40E9F-1680-46D9-A966-C00787EC8DC9}"/>
            </ac:picMkLst>
          </pc:picChg>
        </pc:sldLayoutChg>
      </pc:sldMasterChg>
      <pc:sldMasterChg chg="del delSldLayout">
        <pc:chgData name="Kozhikkalathil, Nishi" userId="0c188c74-8a9d-4d88-9364-0d549502a5b1" providerId="ADAL" clId="{1FF580A5-139D-4D36-B918-4466925990EF}" dt="2024-06-02T08:05:27.208" v="335" actId="2696"/>
        <pc:sldMasterMkLst>
          <pc:docMk/>
          <pc:sldMasterMk cId="551333402" sldId="2147483745"/>
        </pc:sldMasterMkLst>
        <pc:sldLayoutChg chg="del">
          <pc:chgData name="Kozhikkalathil, Nishi" userId="0c188c74-8a9d-4d88-9364-0d549502a5b1" providerId="ADAL" clId="{1FF580A5-139D-4D36-B918-4466925990EF}" dt="2024-06-02T08:05:27.112" v="316" actId="2696"/>
          <pc:sldLayoutMkLst>
            <pc:docMk/>
            <pc:sldMasterMk cId="551333402" sldId="2147483745"/>
            <pc:sldLayoutMk cId="506322686" sldId="2147483746"/>
          </pc:sldLayoutMkLst>
        </pc:sldLayoutChg>
        <pc:sldLayoutChg chg="del">
          <pc:chgData name="Kozhikkalathil, Nishi" userId="0c188c74-8a9d-4d88-9364-0d549502a5b1" providerId="ADAL" clId="{1FF580A5-139D-4D36-B918-4466925990EF}" dt="2024-06-02T08:05:27.121" v="317" actId="2696"/>
          <pc:sldLayoutMkLst>
            <pc:docMk/>
            <pc:sldMasterMk cId="551333402" sldId="2147483745"/>
            <pc:sldLayoutMk cId="2621014604" sldId="2147483747"/>
          </pc:sldLayoutMkLst>
        </pc:sldLayoutChg>
        <pc:sldLayoutChg chg="del">
          <pc:chgData name="Kozhikkalathil, Nishi" userId="0c188c74-8a9d-4d88-9364-0d549502a5b1" providerId="ADAL" clId="{1FF580A5-139D-4D36-B918-4466925990EF}" dt="2024-06-02T08:05:27.124" v="318" actId="2696"/>
          <pc:sldLayoutMkLst>
            <pc:docMk/>
            <pc:sldMasterMk cId="551333402" sldId="2147483745"/>
            <pc:sldLayoutMk cId="613270849" sldId="2147483748"/>
          </pc:sldLayoutMkLst>
        </pc:sldLayoutChg>
        <pc:sldLayoutChg chg="del">
          <pc:chgData name="Kozhikkalathil, Nishi" userId="0c188c74-8a9d-4d88-9364-0d549502a5b1" providerId="ADAL" clId="{1FF580A5-139D-4D36-B918-4466925990EF}" dt="2024-06-02T08:05:27.133" v="319" actId="2696"/>
          <pc:sldLayoutMkLst>
            <pc:docMk/>
            <pc:sldMasterMk cId="551333402" sldId="2147483745"/>
            <pc:sldLayoutMk cId="806908386" sldId="2147483749"/>
          </pc:sldLayoutMkLst>
        </pc:sldLayoutChg>
        <pc:sldLayoutChg chg="del">
          <pc:chgData name="Kozhikkalathil, Nishi" userId="0c188c74-8a9d-4d88-9364-0d549502a5b1" providerId="ADAL" clId="{1FF580A5-139D-4D36-B918-4466925990EF}" dt="2024-06-02T08:05:27.134" v="320" actId="2696"/>
          <pc:sldLayoutMkLst>
            <pc:docMk/>
            <pc:sldMasterMk cId="551333402" sldId="2147483745"/>
            <pc:sldLayoutMk cId="911532329" sldId="2147483750"/>
          </pc:sldLayoutMkLst>
        </pc:sldLayoutChg>
        <pc:sldLayoutChg chg="del">
          <pc:chgData name="Kozhikkalathil, Nishi" userId="0c188c74-8a9d-4d88-9364-0d549502a5b1" providerId="ADAL" clId="{1FF580A5-139D-4D36-B918-4466925990EF}" dt="2024-06-02T08:05:27.140" v="321" actId="2696"/>
          <pc:sldLayoutMkLst>
            <pc:docMk/>
            <pc:sldMasterMk cId="551333402" sldId="2147483745"/>
            <pc:sldLayoutMk cId="993266531" sldId="2147483751"/>
          </pc:sldLayoutMkLst>
        </pc:sldLayoutChg>
        <pc:sldLayoutChg chg="del">
          <pc:chgData name="Kozhikkalathil, Nishi" userId="0c188c74-8a9d-4d88-9364-0d549502a5b1" providerId="ADAL" clId="{1FF580A5-139D-4D36-B918-4466925990EF}" dt="2024-06-02T08:05:27.146" v="322" actId="2696"/>
          <pc:sldLayoutMkLst>
            <pc:docMk/>
            <pc:sldMasterMk cId="551333402" sldId="2147483745"/>
            <pc:sldLayoutMk cId="1401180138" sldId="2147483752"/>
          </pc:sldLayoutMkLst>
        </pc:sldLayoutChg>
        <pc:sldLayoutChg chg="del">
          <pc:chgData name="Kozhikkalathil, Nishi" userId="0c188c74-8a9d-4d88-9364-0d549502a5b1" providerId="ADAL" clId="{1FF580A5-139D-4D36-B918-4466925990EF}" dt="2024-06-02T08:05:27.156" v="323" actId="2696"/>
          <pc:sldLayoutMkLst>
            <pc:docMk/>
            <pc:sldMasterMk cId="551333402" sldId="2147483745"/>
            <pc:sldLayoutMk cId="3897395912" sldId="2147483753"/>
          </pc:sldLayoutMkLst>
        </pc:sldLayoutChg>
        <pc:sldLayoutChg chg="del">
          <pc:chgData name="Kozhikkalathil, Nishi" userId="0c188c74-8a9d-4d88-9364-0d549502a5b1" providerId="ADAL" clId="{1FF580A5-139D-4D36-B918-4466925990EF}" dt="2024-06-02T08:05:27.159" v="324" actId="2696"/>
          <pc:sldLayoutMkLst>
            <pc:docMk/>
            <pc:sldMasterMk cId="551333402" sldId="2147483745"/>
            <pc:sldLayoutMk cId="4055482718" sldId="2147483754"/>
          </pc:sldLayoutMkLst>
        </pc:sldLayoutChg>
        <pc:sldLayoutChg chg="del">
          <pc:chgData name="Kozhikkalathil, Nishi" userId="0c188c74-8a9d-4d88-9364-0d549502a5b1" providerId="ADAL" clId="{1FF580A5-139D-4D36-B918-4466925990EF}" dt="2024-06-02T08:05:27.165" v="325" actId="2696"/>
          <pc:sldLayoutMkLst>
            <pc:docMk/>
            <pc:sldMasterMk cId="551333402" sldId="2147483745"/>
            <pc:sldLayoutMk cId="1418358757" sldId="2147483755"/>
          </pc:sldLayoutMkLst>
        </pc:sldLayoutChg>
        <pc:sldLayoutChg chg="del">
          <pc:chgData name="Kozhikkalathil, Nishi" userId="0c188c74-8a9d-4d88-9364-0d549502a5b1" providerId="ADAL" clId="{1FF580A5-139D-4D36-B918-4466925990EF}" dt="2024-06-02T08:05:27.174" v="326" actId="2696"/>
          <pc:sldLayoutMkLst>
            <pc:docMk/>
            <pc:sldMasterMk cId="551333402" sldId="2147483745"/>
            <pc:sldLayoutMk cId="804247579" sldId="2147483756"/>
          </pc:sldLayoutMkLst>
        </pc:sldLayoutChg>
        <pc:sldLayoutChg chg="del">
          <pc:chgData name="Kozhikkalathil, Nishi" userId="0c188c74-8a9d-4d88-9364-0d549502a5b1" providerId="ADAL" clId="{1FF580A5-139D-4D36-B918-4466925990EF}" dt="2024-06-02T08:05:27.176" v="327" actId="2696"/>
          <pc:sldLayoutMkLst>
            <pc:docMk/>
            <pc:sldMasterMk cId="551333402" sldId="2147483745"/>
            <pc:sldLayoutMk cId="3853357669" sldId="2147483757"/>
          </pc:sldLayoutMkLst>
        </pc:sldLayoutChg>
        <pc:sldLayoutChg chg="del">
          <pc:chgData name="Kozhikkalathil, Nishi" userId="0c188c74-8a9d-4d88-9364-0d549502a5b1" providerId="ADAL" clId="{1FF580A5-139D-4D36-B918-4466925990EF}" dt="2024-06-02T08:05:27.179" v="328" actId="2696"/>
          <pc:sldLayoutMkLst>
            <pc:docMk/>
            <pc:sldMasterMk cId="551333402" sldId="2147483745"/>
            <pc:sldLayoutMk cId="2762594520" sldId="2147483758"/>
          </pc:sldLayoutMkLst>
        </pc:sldLayoutChg>
        <pc:sldLayoutChg chg="del">
          <pc:chgData name="Kozhikkalathil, Nishi" userId="0c188c74-8a9d-4d88-9364-0d549502a5b1" providerId="ADAL" clId="{1FF580A5-139D-4D36-B918-4466925990EF}" dt="2024-06-02T08:05:27.183" v="329" actId="2696"/>
          <pc:sldLayoutMkLst>
            <pc:docMk/>
            <pc:sldMasterMk cId="551333402" sldId="2147483745"/>
            <pc:sldLayoutMk cId="4098274249" sldId="2147483759"/>
          </pc:sldLayoutMkLst>
        </pc:sldLayoutChg>
        <pc:sldLayoutChg chg="del">
          <pc:chgData name="Kozhikkalathil, Nishi" userId="0c188c74-8a9d-4d88-9364-0d549502a5b1" providerId="ADAL" clId="{1FF580A5-139D-4D36-B918-4466925990EF}" dt="2024-06-02T08:05:27.190" v="330" actId="2696"/>
          <pc:sldLayoutMkLst>
            <pc:docMk/>
            <pc:sldMasterMk cId="551333402" sldId="2147483745"/>
            <pc:sldLayoutMk cId="1913066658" sldId="2147483760"/>
          </pc:sldLayoutMkLst>
        </pc:sldLayoutChg>
        <pc:sldLayoutChg chg="del">
          <pc:chgData name="Kozhikkalathil, Nishi" userId="0c188c74-8a9d-4d88-9364-0d549502a5b1" providerId="ADAL" clId="{1FF580A5-139D-4D36-B918-4466925990EF}" dt="2024-06-02T08:05:27.191" v="331" actId="2696"/>
          <pc:sldLayoutMkLst>
            <pc:docMk/>
            <pc:sldMasterMk cId="551333402" sldId="2147483745"/>
            <pc:sldLayoutMk cId="4182872209" sldId="2147483761"/>
          </pc:sldLayoutMkLst>
        </pc:sldLayoutChg>
        <pc:sldLayoutChg chg="del">
          <pc:chgData name="Kozhikkalathil, Nishi" userId="0c188c74-8a9d-4d88-9364-0d549502a5b1" providerId="ADAL" clId="{1FF580A5-139D-4D36-B918-4466925990EF}" dt="2024-06-02T08:05:27.195" v="332" actId="2696"/>
          <pc:sldLayoutMkLst>
            <pc:docMk/>
            <pc:sldMasterMk cId="551333402" sldId="2147483745"/>
            <pc:sldLayoutMk cId="2045846922" sldId="2147483762"/>
          </pc:sldLayoutMkLst>
        </pc:sldLayoutChg>
        <pc:sldLayoutChg chg="del">
          <pc:chgData name="Kozhikkalathil, Nishi" userId="0c188c74-8a9d-4d88-9364-0d549502a5b1" providerId="ADAL" clId="{1FF580A5-139D-4D36-B918-4466925990EF}" dt="2024-06-02T08:05:27.202" v="333" actId="2696"/>
          <pc:sldLayoutMkLst>
            <pc:docMk/>
            <pc:sldMasterMk cId="551333402" sldId="2147483745"/>
            <pc:sldLayoutMk cId="3464070052" sldId="2147483763"/>
          </pc:sldLayoutMkLst>
        </pc:sldLayoutChg>
        <pc:sldLayoutChg chg="del">
          <pc:chgData name="Kozhikkalathil, Nishi" userId="0c188c74-8a9d-4d88-9364-0d549502a5b1" providerId="ADAL" clId="{1FF580A5-139D-4D36-B918-4466925990EF}" dt="2024-06-02T08:05:27.204" v="334" actId="2696"/>
          <pc:sldLayoutMkLst>
            <pc:docMk/>
            <pc:sldMasterMk cId="551333402" sldId="2147483745"/>
            <pc:sldLayoutMk cId="2925956847" sldId="2147483764"/>
          </pc:sldLayoutMkLst>
        </pc:sldLayoutChg>
      </pc:sldMasterChg>
      <pc:sldMasterChg chg="delSp del mod delSldLayout modSldLayout">
        <pc:chgData name="Kozhikkalathil, Nishi" userId="0c188c74-8a9d-4d88-9364-0d549502a5b1" providerId="ADAL" clId="{1FF580A5-139D-4D36-B918-4466925990EF}" dt="2024-06-02T08:05:31.647" v="351" actId="2696"/>
        <pc:sldMasterMkLst>
          <pc:docMk/>
          <pc:sldMasterMk cId="3838291267" sldId="2147483765"/>
        </pc:sldMasterMkLst>
        <pc:picChg chg="del">
          <ac:chgData name="Kozhikkalathil, Nishi" userId="0c188c74-8a9d-4d88-9364-0d549502a5b1" providerId="ADAL" clId="{1FF580A5-139D-4D36-B918-4466925990EF}" dt="2024-06-02T08:04:45.734" v="310" actId="478"/>
          <ac:picMkLst>
            <pc:docMk/>
            <pc:sldMasterMk cId="3838291267" sldId="2147483765"/>
            <ac:picMk id="11" creationId="{35B5D801-8BF9-4650-9BFF-FFF9F24B1811}"/>
          </ac:picMkLst>
        </pc:picChg>
        <pc:sldLayoutChg chg="delSp del mod">
          <pc:chgData name="Kozhikkalathil, Nishi" userId="0c188c74-8a9d-4d88-9364-0d549502a5b1" providerId="ADAL" clId="{1FF580A5-139D-4D36-B918-4466925990EF}" dt="2024-06-02T08:05:31.575" v="336" actId="2696"/>
          <pc:sldLayoutMkLst>
            <pc:docMk/>
            <pc:sldMasterMk cId="3838291267" sldId="2147483765"/>
            <pc:sldLayoutMk cId="4127032755" sldId="2147483766"/>
          </pc:sldLayoutMkLst>
          <pc:picChg chg="del">
            <ac:chgData name="Kozhikkalathil, Nishi" userId="0c188c74-8a9d-4d88-9364-0d549502a5b1" providerId="ADAL" clId="{1FF580A5-139D-4D36-B918-4466925990EF}" dt="2024-06-02T08:04:48.951" v="311" actId="478"/>
            <ac:picMkLst>
              <pc:docMk/>
              <pc:sldMasterMk cId="3838291267" sldId="2147483765"/>
              <pc:sldLayoutMk cId="4127032755" sldId="2147483766"/>
              <ac:picMk id="10" creationId="{F7785B6E-E88B-43F0-AF0F-FE873692AB65}"/>
            </ac:picMkLst>
          </pc:picChg>
        </pc:sldLayoutChg>
        <pc:sldLayoutChg chg="delSp del mod">
          <pc:chgData name="Kozhikkalathil, Nishi" userId="0c188c74-8a9d-4d88-9364-0d549502a5b1" providerId="ADAL" clId="{1FF580A5-139D-4D36-B918-4466925990EF}" dt="2024-06-02T08:05:31.581" v="337" actId="2696"/>
          <pc:sldLayoutMkLst>
            <pc:docMk/>
            <pc:sldMasterMk cId="3838291267" sldId="2147483765"/>
            <pc:sldLayoutMk cId="3898641261" sldId="2147483767"/>
          </pc:sldLayoutMkLst>
          <pc:picChg chg="del">
            <ac:chgData name="Kozhikkalathil, Nishi" userId="0c188c74-8a9d-4d88-9364-0d549502a5b1" providerId="ADAL" clId="{1FF580A5-139D-4D36-B918-4466925990EF}" dt="2024-06-02T08:04:52.279" v="312" actId="478"/>
            <ac:picMkLst>
              <pc:docMk/>
              <pc:sldMasterMk cId="3838291267" sldId="2147483765"/>
              <pc:sldLayoutMk cId="3898641261" sldId="2147483767"/>
              <ac:picMk id="10" creationId="{F8FF943A-2EFE-4939-9416-AA45E8893D6C}"/>
            </ac:picMkLst>
          </pc:picChg>
        </pc:sldLayoutChg>
        <pc:sldLayoutChg chg="delSp del mod">
          <pc:chgData name="Kozhikkalathil, Nishi" userId="0c188c74-8a9d-4d88-9364-0d549502a5b1" providerId="ADAL" clId="{1FF580A5-139D-4D36-B918-4466925990EF}" dt="2024-06-02T08:05:31.590" v="338" actId="2696"/>
          <pc:sldLayoutMkLst>
            <pc:docMk/>
            <pc:sldMasterMk cId="3838291267" sldId="2147483765"/>
            <pc:sldLayoutMk cId="1585278241" sldId="2147483768"/>
          </pc:sldLayoutMkLst>
          <pc:picChg chg="del">
            <ac:chgData name="Kozhikkalathil, Nishi" userId="0c188c74-8a9d-4d88-9364-0d549502a5b1" providerId="ADAL" clId="{1FF580A5-139D-4D36-B918-4466925990EF}" dt="2024-06-02T08:04:56.647" v="313" actId="478"/>
            <ac:picMkLst>
              <pc:docMk/>
              <pc:sldMasterMk cId="3838291267" sldId="2147483765"/>
              <pc:sldLayoutMk cId="1585278241" sldId="2147483768"/>
              <ac:picMk id="10" creationId="{3CA196B7-7271-40B8-B951-8FDD29916E58}"/>
            </ac:picMkLst>
          </pc:picChg>
        </pc:sldLayoutChg>
        <pc:sldLayoutChg chg="del">
          <pc:chgData name="Kozhikkalathil, Nishi" userId="0c188c74-8a9d-4d88-9364-0d549502a5b1" providerId="ADAL" clId="{1FF580A5-139D-4D36-B918-4466925990EF}" dt="2024-06-02T08:05:31.598" v="339" actId="2696"/>
          <pc:sldLayoutMkLst>
            <pc:docMk/>
            <pc:sldMasterMk cId="3838291267" sldId="2147483765"/>
            <pc:sldLayoutMk cId="917464555" sldId="2147483769"/>
          </pc:sldLayoutMkLst>
        </pc:sldLayoutChg>
        <pc:sldLayoutChg chg="del">
          <pc:chgData name="Kozhikkalathil, Nishi" userId="0c188c74-8a9d-4d88-9364-0d549502a5b1" providerId="ADAL" clId="{1FF580A5-139D-4D36-B918-4466925990EF}" dt="2024-06-02T08:05:31.603" v="340" actId="2696"/>
          <pc:sldLayoutMkLst>
            <pc:docMk/>
            <pc:sldMasterMk cId="3838291267" sldId="2147483765"/>
            <pc:sldLayoutMk cId="1811248267" sldId="2147483770"/>
          </pc:sldLayoutMkLst>
        </pc:sldLayoutChg>
        <pc:sldLayoutChg chg="del">
          <pc:chgData name="Kozhikkalathil, Nishi" userId="0c188c74-8a9d-4d88-9364-0d549502a5b1" providerId="ADAL" clId="{1FF580A5-139D-4D36-B918-4466925990EF}" dt="2024-06-02T08:05:31.608" v="341" actId="2696"/>
          <pc:sldLayoutMkLst>
            <pc:docMk/>
            <pc:sldMasterMk cId="3838291267" sldId="2147483765"/>
            <pc:sldLayoutMk cId="1558759901" sldId="2147483771"/>
          </pc:sldLayoutMkLst>
        </pc:sldLayoutChg>
        <pc:sldLayoutChg chg="del">
          <pc:chgData name="Kozhikkalathil, Nishi" userId="0c188c74-8a9d-4d88-9364-0d549502a5b1" providerId="ADAL" clId="{1FF580A5-139D-4D36-B918-4466925990EF}" dt="2024-06-02T08:05:31.614" v="342" actId="2696"/>
          <pc:sldLayoutMkLst>
            <pc:docMk/>
            <pc:sldMasterMk cId="3838291267" sldId="2147483765"/>
            <pc:sldLayoutMk cId="3434817463" sldId="2147483772"/>
          </pc:sldLayoutMkLst>
        </pc:sldLayoutChg>
        <pc:sldLayoutChg chg="del">
          <pc:chgData name="Kozhikkalathil, Nishi" userId="0c188c74-8a9d-4d88-9364-0d549502a5b1" providerId="ADAL" clId="{1FF580A5-139D-4D36-B918-4466925990EF}" dt="2024-06-02T08:05:31.617" v="343" actId="2696"/>
          <pc:sldLayoutMkLst>
            <pc:docMk/>
            <pc:sldMasterMk cId="3838291267" sldId="2147483765"/>
            <pc:sldLayoutMk cId="2618155876" sldId="2147483773"/>
          </pc:sldLayoutMkLst>
        </pc:sldLayoutChg>
        <pc:sldLayoutChg chg="del">
          <pc:chgData name="Kozhikkalathil, Nishi" userId="0c188c74-8a9d-4d88-9364-0d549502a5b1" providerId="ADAL" clId="{1FF580A5-139D-4D36-B918-4466925990EF}" dt="2024-06-02T08:05:31.621" v="344" actId="2696"/>
          <pc:sldLayoutMkLst>
            <pc:docMk/>
            <pc:sldMasterMk cId="3838291267" sldId="2147483765"/>
            <pc:sldLayoutMk cId="1668499793" sldId="2147483774"/>
          </pc:sldLayoutMkLst>
        </pc:sldLayoutChg>
        <pc:sldLayoutChg chg="del">
          <pc:chgData name="Kozhikkalathil, Nishi" userId="0c188c74-8a9d-4d88-9364-0d549502a5b1" providerId="ADAL" clId="{1FF580A5-139D-4D36-B918-4466925990EF}" dt="2024-06-02T08:05:31.626" v="345" actId="2696"/>
          <pc:sldLayoutMkLst>
            <pc:docMk/>
            <pc:sldMasterMk cId="3838291267" sldId="2147483765"/>
            <pc:sldLayoutMk cId="428194411" sldId="2147483775"/>
          </pc:sldLayoutMkLst>
        </pc:sldLayoutChg>
        <pc:sldLayoutChg chg="del">
          <pc:chgData name="Kozhikkalathil, Nishi" userId="0c188c74-8a9d-4d88-9364-0d549502a5b1" providerId="ADAL" clId="{1FF580A5-139D-4D36-B918-4466925990EF}" dt="2024-06-02T08:05:31.630" v="346" actId="2696"/>
          <pc:sldLayoutMkLst>
            <pc:docMk/>
            <pc:sldMasterMk cId="3838291267" sldId="2147483765"/>
            <pc:sldLayoutMk cId="2906382468" sldId="2147483776"/>
          </pc:sldLayoutMkLst>
        </pc:sldLayoutChg>
        <pc:sldLayoutChg chg="del">
          <pc:chgData name="Kozhikkalathil, Nishi" userId="0c188c74-8a9d-4d88-9364-0d549502a5b1" providerId="ADAL" clId="{1FF580A5-139D-4D36-B918-4466925990EF}" dt="2024-06-02T08:05:31.632" v="347" actId="2696"/>
          <pc:sldLayoutMkLst>
            <pc:docMk/>
            <pc:sldMasterMk cId="3838291267" sldId="2147483765"/>
            <pc:sldLayoutMk cId="500638488" sldId="2147483777"/>
          </pc:sldLayoutMkLst>
        </pc:sldLayoutChg>
        <pc:sldLayoutChg chg="del">
          <pc:chgData name="Kozhikkalathil, Nishi" userId="0c188c74-8a9d-4d88-9364-0d549502a5b1" providerId="ADAL" clId="{1FF580A5-139D-4D36-B918-4466925990EF}" dt="2024-06-02T08:05:31.636" v="348" actId="2696"/>
          <pc:sldLayoutMkLst>
            <pc:docMk/>
            <pc:sldMasterMk cId="3838291267" sldId="2147483765"/>
            <pc:sldLayoutMk cId="1098494089" sldId="2147483778"/>
          </pc:sldLayoutMkLst>
        </pc:sldLayoutChg>
        <pc:sldLayoutChg chg="delSp del mod">
          <pc:chgData name="Kozhikkalathil, Nishi" userId="0c188c74-8a9d-4d88-9364-0d549502a5b1" providerId="ADAL" clId="{1FF580A5-139D-4D36-B918-4466925990EF}" dt="2024-06-02T08:05:31.641" v="349" actId="2696"/>
          <pc:sldLayoutMkLst>
            <pc:docMk/>
            <pc:sldMasterMk cId="3838291267" sldId="2147483765"/>
            <pc:sldLayoutMk cId="2082113030" sldId="2147483779"/>
          </pc:sldLayoutMkLst>
          <pc:picChg chg="del">
            <ac:chgData name="Kozhikkalathil, Nishi" userId="0c188c74-8a9d-4d88-9364-0d549502a5b1" providerId="ADAL" clId="{1FF580A5-139D-4D36-B918-4466925990EF}" dt="2024-06-02T08:05:08.094" v="314" actId="478"/>
            <ac:picMkLst>
              <pc:docMk/>
              <pc:sldMasterMk cId="3838291267" sldId="2147483765"/>
              <pc:sldLayoutMk cId="2082113030" sldId="2147483779"/>
              <ac:picMk id="8" creationId="{986DC4BE-CEEE-431B-9F14-9C577221400D}"/>
            </ac:picMkLst>
          </pc:picChg>
        </pc:sldLayoutChg>
        <pc:sldLayoutChg chg="delSp del mod">
          <pc:chgData name="Kozhikkalathil, Nishi" userId="0c188c74-8a9d-4d88-9364-0d549502a5b1" providerId="ADAL" clId="{1FF580A5-139D-4D36-B918-4466925990EF}" dt="2024-06-02T08:05:31.642" v="350" actId="2696"/>
          <pc:sldLayoutMkLst>
            <pc:docMk/>
            <pc:sldMasterMk cId="3838291267" sldId="2147483765"/>
            <pc:sldLayoutMk cId="1147221677" sldId="2147483780"/>
          </pc:sldLayoutMkLst>
          <pc:picChg chg="del">
            <ac:chgData name="Kozhikkalathil, Nishi" userId="0c188c74-8a9d-4d88-9364-0d549502a5b1" providerId="ADAL" clId="{1FF580A5-139D-4D36-B918-4466925990EF}" dt="2024-06-02T08:05:11.213" v="315" actId="478"/>
            <ac:picMkLst>
              <pc:docMk/>
              <pc:sldMasterMk cId="3838291267" sldId="2147483765"/>
              <pc:sldLayoutMk cId="1147221677" sldId="2147483780"/>
              <ac:picMk id="5" creationId="{4F794113-D310-44FA-B463-B20C679AB5DD}"/>
            </ac:picMkLst>
          </pc:picChg>
        </pc:sldLayoutChg>
      </pc:sldMasterChg>
      <pc:sldMasterChg chg="del mod delSldLayout">
        <pc:chgData name="Kozhikkalathil, Nishi" userId="0c188c74-8a9d-4d88-9364-0d549502a5b1" providerId="ADAL" clId="{1FF580A5-139D-4D36-B918-4466925990EF}" dt="2024-06-02T08:05:34.665" v="371" actId="2696"/>
        <pc:sldMasterMkLst>
          <pc:docMk/>
          <pc:sldMasterMk cId="1904957525" sldId="2147483781"/>
        </pc:sldMasterMkLst>
        <pc:sldLayoutChg chg="del">
          <pc:chgData name="Kozhikkalathil, Nishi" userId="0c188c74-8a9d-4d88-9364-0d549502a5b1" providerId="ADAL" clId="{1FF580A5-139D-4D36-B918-4466925990EF}" dt="2024-06-02T08:05:34.551" v="352" actId="2696"/>
          <pc:sldLayoutMkLst>
            <pc:docMk/>
            <pc:sldMasterMk cId="1904957525" sldId="2147483781"/>
            <pc:sldLayoutMk cId="2195934276" sldId="2147483782"/>
          </pc:sldLayoutMkLst>
        </pc:sldLayoutChg>
        <pc:sldLayoutChg chg="del">
          <pc:chgData name="Kozhikkalathil, Nishi" userId="0c188c74-8a9d-4d88-9364-0d549502a5b1" providerId="ADAL" clId="{1FF580A5-139D-4D36-B918-4466925990EF}" dt="2024-06-02T08:05:34.568" v="353" actId="2696"/>
          <pc:sldLayoutMkLst>
            <pc:docMk/>
            <pc:sldMasterMk cId="1904957525" sldId="2147483781"/>
            <pc:sldLayoutMk cId="1222376629" sldId="2147483783"/>
          </pc:sldLayoutMkLst>
        </pc:sldLayoutChg>
        <pc:sldLayoutChg chg="del">
          <pc:chgData name="Kozhikkalathil, Nishi" userId="0c188c74-8a9d-4d88-9364-0d549502a5b1" providerId="ADAL" clId="{1FF580A5-139D-4D36-B918-4466925990EF}" dt="2024-06-02T08:05:34.583" v="354" actId="2696"/>
          <pc:sldLayoutMkLst>
            <pc:docMk/>
            <pc:sldMasterMk cId="1904957525" sldId="2147483781"/>
            <pc:sldLayoutMk cId="3513602081" sldId="2147483784"/>
          </pc:sldLayoutMkLst>
        </pc:sldLayoutChg>
        <pc:sldLayoutChg chg="del">
          <pc:chgData name="Kozhikkalathil, Nishi" userId="0c188c74-8a9d-4d88-9364-0d549502a5b1" providerId="ADAL" clId="{1FF580A5-139D-4D36-B918-4466925990EF}" dt="2024-06-02T08:05:34.586" v="355" actId="2696"/>
          <pc:sldLayoutMkLst>
            <pc:docMk/>
            <pc:sldMasterMk cId="1904957525" sldId="2147483781"/>
            <pc:sldLayoutMk cId="4048479821" sldId="2147483785"/>
          </pc:sldLayoutMkLst>
        </pc:sldLayoutChg>
        <pc:sldLayoutChg chg="del">
          <pc:chgData name="Kozhikkalathil, Nishi" userId="0c188c74-8a9d-4d88-9364-0d549502a5b1" providerId="ADAL" clId="{1FF580A5-139D-4D36-B918-4466925990EF}" dt="2024-06-02T08:05:34.591" v="356" actId="2696"/>
          <pc:sldLayoutMkLst>
            <pc:docMk/>
            <pc:sldMasterMk cId="1904957525" sldId="2147483781"/>
            <pc:sldLayoutMk cId="2057886380" sldId="2147483786"/>
          </pc:sldLayoutMkLst>
        </pc:sldLayoutChg>
        <pc:sldLayoutChg chg="del">
          <pc:chgData name="Kozhikkalathil, Nishi" userId="0c188c74-8a9d-4d88-9364-0d549502a5b1" providerId="ADAL" clId="{1FF580A5-139D-4D36-B918-4466925990EF}" dt="2024-06-02T08:05:34.596" v="357" actId="2696"/>
          <pc:sldLayoutMkLst>
            <pc:docMk/>
            <pc:sldMasterMk cId="1904957525" sldId="2147483781"/>
            <pc:sldLayoutMk cId="2628550128" sldId="2147483787"/>
          </pc:sldLayoutMkLst>
        </pc:sldLayoutChg>
        <pc:sldLayoutChg chg="del">
          <pc:chgData name="Kozhikkalathil, Nishi" userId="0c188c74-8a9d-4d88-9364-0d549502a5b1" providerId="ADAL" clId="{1FF580A5-139D-4D36-B918-4466925990EF}" dt="2024-06-02T08:05:34.599" v="358" actId="2696"/>
          <pc:sldLayoutMkLst>
            <pc:docMk/>
            <pc:sldMasterMk cId="1904957525" sldId="2147483781"/>
            <pc:sldLayoutMk cId="3481506684" sldId="2147483788"/>
          </pc:sldLayoutMkLst>
        </pc:sldLayoutChg>
        <pc:sldLayoutChg chg="del">
          <pc:chgData name="Kozhikkalathil, Nishi" userId="0c188c74-8a9d-4d88-9364-0d549502a5b1" providerId="ADAL" clId="{1FF580A5-139D-4D36-B918-4466925990EF}" dt="2024-06-02T08:05:34.601" v="359" actId="2696"/>
          <pc:sldLayoutMkLst>
            <pc:docMk/>
            <pc:sldMasterMk cId="1904957525" sldId="2147483781"/>
            <pc:sldLayoutMk cId="4249582228" sldId="2147483789"/>
          </pc:sldLayoutMkLst>
        </pc:sldLayoutChg>
        <pc:sldLayoutChg chg="del">
          <pc:chgData name="Kozhikkalathil, Nishi" userId="0c188c74-8a9d-4d88-9364-0d549502a5b1" providerId="ADAL" clId="{1FF580A5-139D-4D36-B918-4466925990EF}" dt="2024-06-02T08:05:34.606" v="360" actId="2696"/>
          <pc:sldLayoutMkLst>
            <pc:docMk/>
            <pc:sldMasterMk cId="1904957525" sldId="2147483781"/>
            <pc:sldLayoutMk cId="1500733177" sldId="2147483790"/>
          </pc:sldLayoutMkLst>
        </pc:sldLayoutChg>
        <pc:sldLayoutChg chg="del">
          <pc:chgData name="Kozhikkalathil, Nishi" userId="0c188c74-8a9d-4d88-9364-0d549502a5b1" providerId="ADAL" clId="{1FF580A5-139D-4D36-B918-4466925990EF}" dt="2024-06-02T08:05:34.610" v="361" actId="2696"/>
          <pc:sldLayoutMkLst>
            <pc:docMk/>
            <pc:sldMasterMk cId="1904957525" sldId="2147483781"/>
            <pc:sldLayoutMk cId="3501407291" sldId="2147483791"/>
          </pc:sldLayoutMkLst>
        </pc:sldLayoutChg>
        <pc:sldLayoutChg chg="del">
          <pc:chgData name="Kozhikkalathil, Nishi" userId="0c188c74-8a9d-4d88-9364-0d549502a5b1" providerId="ADAL" clId="{1FF580A5-139D-4D36-B918-4466925990EF}" dt="2024-06-02T08:05:34.614" v="362" actId="2696"/>
          <pc:sldLayoutMkLst>
            <pc:docMk/>
            <pc:sldMasterMk cId="1904957525" sldId="2147483781"/>
            <pc:sldLayoutMk cId="1090326780" sldId="2147483792"/>
          </pc:sldLayoutMkLst>
        </pc:sldLayoutChg>
        <pc:sldLayoutChg chg="del">
          <pc:chgData name="Kozhikkalathil, Nishi" userId="0c188c74-8a9d-4d88-9364-0d549502a5b1" providerId="ADAL" clId="{1FF580A5-139D-4D36-B918-4466925990EF}" dt="2024-06-02T08:05:34.617" v="363" actId="2696"/>
          <pc:sldLayoutMkLst>
            <pc:docMk/>
            <pc:sldMasterMk cId="1904957525" sldId="2147483781"/>
            <pc:sldLayoutMk cId="548407362" sldId="2147483793"/>
          </pc:sldLayoutMkLst>
        </pc:sldLayoutChg>
        <pc:sldLayoutChg chg="del">
          <pc:chgData name="Kozhikkalathil, Nishi" userId="0c188c74-8a9d-4d88-9364-0d549502a5b1" providerId="ADAL" clId="{1FF580A5-139D-4D36-B918-4466925990EF}" dt="2024-06-02T08:05:34.621" v="364" actId="2696"/>
          <pc:sldLayoutMkLst>
            <pc:docMk/>
            <pc:sldMasterMk cId="1904957525" sldId="2147483781"/>
            <pc:sldLayoutMk cId="2527592283" sldId="2147483794"/>
          </pc:sldLayoutMkLst>
        </pc:sldLayoutChg>
        <pc:sldLayoutChg chg="del">
          <pc:chgData name="Kozhikkalathil, Nishi" userId="0c188c74-8a9d-4d88-9364-0d549502a5b1" providerId="ADAL" clId="{1FF580A5-139D-4D36-B918-4466925990EF}" dt="2024-06-02T08:05:34.622" v="365" actId="2696"/>
          <pc:sldLayoutMkLst>
            <pc:docMk/>
            <pc:sldMasterMk cId="1904957525" sldId="2147483781"/>
            <pc:sldLayoutMk cId="3233249633" sldId="2147483795"/>
          </pc:sldLayoutMkLst>
        </pc:sldLayoutChg>
        <pc:sldLayoutChg chg="del">
          <pc:chgData name="Kozhikkalathil, Nishi" userId="0c188c74-8a9d-4d88-9364-0d549502a5b1" providerId="ADAL" clId="{1FF580A5-139D-4D36-B918-4466925990EF}" dt="2024-06-02T08:05:34.628" v="366" actId="2696"/>
          <pc:sldLayoutMkLst>
            <pc:docMk/>
            <pc:sldMasterMk cId="1904957525" sldId="2147483781"/>
            <pc:sldLayoutMk cId="320738463" sldId="2147483796"/>
          </pc:sldLayoutMkLst>
        </pc:sldLayoutChg>
        <pc:sldLayoutChg chg="del">
          <pc:chgData name="Kozhikkalathil, Nishi" userId="0c188c74-8a9d-4d88-9364-0d549502a5b1" providerId="ADAL" clId="{1FF580A5-139D-4D36-B918-4466925990EF}" dt="2024-06-02T08:05:34.630" v="367" actId="2696"/>
          <pc:sldLayoutMkLst>
            <pc:docMk/>
            <pc:sldMasterMk cId="1904957525" sldId="2147483781"/>
            <pc:sldLayoutMk cId="660087836" sldId="2147483797"/>
          </pc:sldLayoutMkLst>
        </pc:sldLayoutChg>
        <pc:sldLayoutChg chg="del">
          <pc:chgData name="Kozhikkalathil, Nishi" userId="0c188c74-8a9d-4d88-9364-0d549502a5b1" providerId="ADAL" clId="{1FF580A5-139D-4D36-B918-4466925990EF}" dt="2024-06-02T08:05:34.634" v="368" actId="2696"/>
          <pc:sldLayoutMkLst>
            <pc:docMk/>
            <pc:sldMasterMk cId="1904957525" sldId="2147483781"/>
            <pc:sldLayoutMk cId="2606900272" sldId="2147483798"/>
          </pc:sldLayoutMkLst>
        </pc:sldLayoutChg>
        <pc:sldLayoutChg chg="del">
          <pc:chgData name="Kozhikkalathil, Nishi" userId="0c188c74-8a9d-4d88-9364-0d549502a5b1" providerId="ADAL" clId="{1FF580A5-139D-4D36-B918-4466925990EF}" dt="2024-06-02T08:05:34.646" v="369" actId="2696"/>
          <pc:sldLayoutMkLst>
            <pc:docMk/>
            <pc:sldMasterMk cId="1904957525" sldId="2147483781"/>
            <pc:sldLayoutMk cId="1098406186" sldId="2147483799"/>
          </pc:sldLayoutMkLst>
        </pc:sldLayoutChg>
        <pc:sldLayoutChg chg="del">
          <pc:chgData name="Kozhikkalathil, Nishi" userId="0c188c74-8a9d-4d88-9364-0d549502a5b1" providerId="ADAL" clId="{1FF580A5-139D-4D36-B918-4466925990EF}" dt="2024-06-02T08:05:34.662" v="370" actId="2696"/>
          <pc:sldLayoutMkLst>
            <pc:docMk/>
            <pc:sldMasterMk cId="1904957525" sldId="2147483781"/>
            <pc:sldLayoutMk cId="1534252354" sldId="2147483800"/>
          </pc:sldLayoutMkLst>
        </pc:sldLayoutChg>
      </pc:sldMasterChg>
      <pc:sldMasterChg chg="delSp del mod delSldLayout modSldLayout">
        <pc:chgData name="Kozhikkalathil, Nishi" userId="0c188c74-8a9d-4d88-9364-0d549502a5b1" providerId="ADAL" clId="{1FF580A5-139D-4D36-B918-4466925990EF}" dt="2024-06-02T08:05:44.258" v="404" actId="2696"/>
        <pc:sldMasterMkLst>
          <pc:docMk/>
          <pc:sldMasterMk cId="3642846439" sldId="2147483801"/>
        </pc:sldMasterMkLst>
        <pc:picChg chg="del">
          <ac:chgData name="Kozhikkalathil, Nishi" userId="0c188c74-8a9d-4d88-9364-0d549502a5b1" providerId="ADAL" clId="{1FF580A5-139D-4D36-B918-4466925990EF}" dt="2024-06-02T08:03:12.925" v="300" actId="478"/>
          <ac:picMkLst>
            <pc:docMk/>
            <pc:sldMasterMk cId="3642846439" sldId="2147483801"/>
            <ac:picMk id="10" creationId="{E48BB93D-47BD-4299-AC60-ADD2BF55C87B}"/>
          </ac:picMkLst>
        </pc:picChg>
        <pc:sldLayoutChg chg="delSp del mod">
          <pc:chgData name="Kozhikkalathil, Nishi" userId="0c188c74-8a9d-4d88-9364-0d549502a5b1" providerId="ADAL" clId="{1FF580A5-139D-4D36-B918-4466925990EF}" dt="2024-06-02T08:05:44.209" v="389" actId="2696"/>
          <pc:sldLayoutMkLst>
            <pc:docMk/>
            <pc:sldMasterMk cId="3642846439" sldId="2147483801"/>
            <pc:sldLayoutMk cId="1784869002" sldId="2147483802"/>
          </pc:sldLayoutMkLst>
          <pc:picChg chg="del">
            <ac:chgData name="Kozhikkalathil, Nishi" userId="0c188c74-8a9d-4d88-9364-0d549502a5b1" providerId="ADAL" clId="{1FF580A5-139D-4D36-B918-4466925990EF}" dt="2024-06-02T08:03:16.538" v="301" actId="478"/>
            <ac:picMkLst>
              <pc:docMk/>
              <pc:sldMasterMk cId="3642846439" sldId="2147483801"/>
              <pc:sldLayoutMk cId="1784869002" sldId="2147483802"/>
              <ac:picMk id="8" creationId="{C387BE29-1632-4D81-AE78-54533B5FB70A}"/>
            </ac:picMkLst>
          </pc:picChg>
        </pc:sldLayoutChg>
        <pc:sldLayoutChg chg="delSp del mod">
          <pc:chgData name="Kozhikkalathil, Nishi" userId="0c188c74-8a9d-4d88-9364-0d549502a5b1" providerId="ADAL" clId="{1FF580A5-139D-4D36-B918-4466925990EF}" dt="2024-06-02T08:05:44.211" v="390" actId="2696"/>
          <pc:sldLayoutMkLst>
            <pc:docMk/>
            <pc:sldMasterMk cId="3642846439" sldId="2147483801"/>
            <pc:sldLayoutMk cId="1864751774" sldId="2147483803"/>
          </pc:sldLayoutMkLst>
          <pc:picChg chg="del">
            <ac:chgData name="Kozhikkalathil, Nishi" userId="0c188c74-8a9d-4d88-9364-0d549502a5b1" providerId="ADAL" clId="{1FF580A5-139D-4D36-B918-4466925990EF}" dt="2024-06-02T08:03:19.769" v="302" actId="478"/>
            <ac:picMkLst>
              <pc:docMk/>
              <pc:sldMasterMk cId="3642846439" sldId="2147483801"/>
              <pc:sldLayoutMk cId="1864751774" sldId="2147483803"/>
              <ac:picMk id="9" creationId="{B1CABD70-4867-48FD-AC0D-DCF015F1BC31}"/>
            </ac:picMkLst>
          </pc:picChg>
        </pc:sldLayoutChg>
        <pc:sldLayoutChg chg="delSp modSp del mod">
          <pc:chgData name="Kozhikkalathil, Nishi" userId="0c188c74-8a9d-4d88-9364-0d549502a5b1" providerId="ADAL" clId="{1FF580A5-139D-4D36-B918-4466925990EF}" dt="2024-06-02T08:05:44.219" v="391" actId="2696"/>
          <pc:sldLayoutMkLst>
            <pc:docMk/>
            <pc:sldMasterMk cId="3642846439" sldId="2147483801"/>
            <pc:sldLayoutMk cId="1746219339" sldId="2147483804"/>
          </pc:sldLayoutMkLst>
          <pc:spChg chg="del mod">
            <ac:chgData name="Kozhikkalathil, Nishi" userId="0c188c74-8a9d-4d88-9364-0d549502a5b1" providerId="ADAL" clId="{1FF580A5-139D-4D36-B918-4466925990EF}" dt="2024-06-02T08:03:35.805" v="306"/>
            <ac:spMkLst>
              <pc:docMk/>
              <pc:sldMasterMk cId="3642846439" sldId="2147483801"/>
              <pc:sldLayoutMk cId="1746219339" sldId="2147483804"/>
              <ac:spMk id="7" creationId="{00000000-0000-0000-0000-000000000000}"/>
            </ac:spMkLst>
          </pc:spChg>
          <pc:picChg chg="del">
            <ac:chgData name="Kozhikkalathil, Nishi" userId="0c188c74-8a9d-4d88-9364-0d549502a5b1" providerId="ADAL" clId="{1FF580A5-139D-4D36-B918-4466925990EF}" dt="2024-06-02T08:03:29.685" v="303" actId="478"/>
            <ac:picMkLst>
              <pc:docMk/>
              <pc:sldMasterMk cId="3642846439" sldId="2147483801"/>
              <pc:sldLayoutMk cId="1746219339" sldId="2147483804"/>
              <ac:picMk id="8" creationId="{F4E7955D-800C-4935-BA3F-A34E93CC020B}"/>
            </ac:picMkLst>
          </pc:picChg>
        </pc:sldLayoutChg>
        <pc:sldLayoutChg chg="del">
          <pc:chgData name="Kozhikkalathil, Nishi" userId="0c188c74-8a9d-4d88-9364-0d549502a5b1" providerId="ADAL" clId="{1FF580A5-139D-4D36-B918-4466925990EF}" dt="2024-06-02T08:05:44.221" v="392" actId="2696"/>
          <pc:sldLayoutMkLst>
            <pc:docMk/>
            <pc:sldMasterMk cId="3642846439" sldId="2147483801"/>
            <pc:sldLayoutMk cId="3846392248" sldId="2147483805"/>
          </pc:sldLayoutMkLst>
        </pc:sldLayoutChg>
        <pc:sldLayoutChg chg="del">
          <pc:chgData name="Kozhikkalathil, Nishi" userId="0c188c74-8a9d-4d88-9364-0d549502a5b1" providerId="ADAL" clId="{1FF580A5-139D-4D36-B918-4466925990EF}" dt="2024-06-02T08:05:44.228" v="393" actId="2696"/>
          <pc:sldLayoutMkLst>
            <pc:docMk/>
            <pc:sldMasterMk cId="3642846439" sldId="2147483801"/>
            <pc:sldLayoutMk cId="964751951" sldId="2147483806"/>
          </pc:sldLayoutMkLst>
        </pc:sldLayoutChg>
        <pc:sldLayoutChg chg="del">
          <pc:chgData name="Kozhikkalathil, Nishi" userId="0c188c74-8a9d-4d88-9364-0d549502a5b1" providerId="ADAL" clId="{1FF580A5-139D-4D36-B918-4466925990EF}" dt="2024-06-02T08:05:44.232" v="394" actId="2696"/>
          <pc:sldLayoutMkLst>
            <pc:docMk/>
            <pc:sldMasterMk cId="3642846439" sldId="2147483801"/>
            <pc:sldLayoutMk cId="3664275479" sldId="2147483807"/>
          </pc:sldLayoutMkLst>
        </pc:sldLayoutChg>
        <pc:sldLayoutChg chg="del">
          <pc:chgData name="Kozhikkalathil, Nishi" userId="0c188c74-8a9d-4d88-9364-0d549502a5b1" providerId="ADAL" clId="{1FF580A5-139D-4D36-B918-4466925990EF}" dt="2024-06-02T08:05:44.235" v="395" actId="2696"/>
          <pc:sldLayoutMkLst>
            <pc:docMk/>
            <pc:sldMasterMk cId="3642846439" sldId="2147483801"/>
            <pc:sldLayoutMk cId="941933950" sldId="2147483808"/>
          </pc:sldLayoutMkLst>
        </pc:sldLayoutChg>
        <pc:sldLayoutChg chg="del">
          <pc:chgData name="Kozhikkalathil, Nishi" userId="0c188c74-8a9d-4d88-9364-0d549502a5b1" providerId="ADAL" clId="{1FF580A5-139D-4D36-B918-4466925990EF}" dt="2024-06-02T08:05:44.238" v="396" actId="2696"/>
          <pc:sldLayoutMkLst>
            <pc:docMk/>
            <pc:sldMasterMk cId="3642846439" sldId="2147483801"/>
            <pc:sldLayoutMk cId="2995410454" sldId="2147483809"/>
          </pc:sldLayoutMkLst>
        </pc:sldLayoutChg>
        <pc:sldLayoutChg chg="del">
          <pc:chgData name="Kozhikkalathil, Nishi" userId="0c188c74-8a9d-4d88-9364-0d549502a5b1" providerId="ADAL" clId="{1FF580A5-139D-4D36-B918-4466925990EF}" dt="2024-06-02T08:05:44.240" v="397" actId="2696"/>
          <pc:sldLayoutMkLst>
            <pc:docMk/>
            <pc:sldMasterMk cId="3642846439" sldId="2147483801"/>
            <pc:sldLayoutMk cId="2548870271" sldId="2147483810"/>
          </pc:sldLayoutMkLst>
        </pc:sldLayoutChg>
        <pc:sldLayoutChg chg="del">
          <pc:chgData name="Kozhikkalathil, Nishi" userId="0c188c74-8a9d-4d88-9364-0d549502a5b1" providerId="ADAL" clId="{1FF580A5-139D-4D36-B918-4466925990EF}" dt="2024-06-02T08:05:44.242" v="398" actId="2696"/>
          <pc:sldLayoutMkLst>
            <pc:docMk/>
            <pc:sldMasterMk cId="3642846439" sldId="2147483801"/>
            <pc:sldLayoutMk cId="713211729" sldId="2147483811"/>
          </pc:sldLayoutMkLst>
        </pc:sldLayoutChg>
        <pc:sldLayoutChg chg="del">
          <pc:chgData name="Kozhikkalathil, Nishi" userId="0c188c74-8a9d-4d88-9364-0d549502a5b1" providerId="ADAL" clId="{1FF580A5-139D-4D36-B918-4466925990EF}" dt="2024-06-02T08:05:44.245" v="399" actId="2696"/>
          <pc:sldLayoutMkLst>
            <pc:docMk/>
            <pc:sldMasterMk cId="3642846439" sldId="2147483801"/>
            <pc:sldLayoutMk cId="1635167963" sldId="2147483812"/>
          </pc:sldLayoutMkLst>
        </pc:sldLayoutChg>
        <pc:sldLayoutChg chg="del">
          <pc:chgData name="Kozhikkalathil, Nishi" userId="0c188c74-8a9d-4d88-9364-0d549502a5b1" providerId="ADAL" clId="{1FF580A5-139D-4D36-B918-4466925990EF}" dt="2024-06-02T08:05:44.248" v="400" actId="2696"/>
          <pc:sldLayoutMkLst>
            <pc:docMk/>
            <pc:sldMasterMk cId="3642846439" sldId="2147483801"/>
            <pc:sldLayoutMk cId="2870715767" sldId="2147483813"/>
          </pc:sldLayoutMkLst>
        </pc:sldLayoutChg>
        <pc:sldLayoutChg chg="del">
          <pc:chgData name="Kozhikkalathil, Nishi" userId="0c188c74-8a9d-4d88-9364-0d549502a5b1" providerId="ADAL" clId="{1FF580A5-139D-4D36-B918-4466925990EF}" dt="2024-06-02T08:05:44.249" v="401" actId="2696"/>
          <pc:sldLayoutMkLst>
            <pc:docMk/>
            <pc:sldMasterMk cId="3642846439" sldId="2147483801"/>
            <pc:sldLayoutMk cId="2600783570" sldId="2147483814"/>
          </pc:sldLayoutMkLst>
        </pc:sldLayoutChg>
        <pc:sldLayoutChg chg="delSp del mod">
          <pc:chgData name="Kozhikkalathil, Nishi" userId="0c188c74-8a9d-4d88-9364-0d549502a5b1" providerId="ADAL" clId="{1FF580A5-139D-4D36-B918-4466925990EF}" dt="2024-06-02T08:05:44.252" v="402" actId="2696"/>
          <pc:sldLayoutMkLst>
            <pc:docMk/>
            <pc:sldMasterMk cId="3642846439" sldId="2147483801"/>
            <pc:sldLayoutMk cId="1720923153" sldId="2147483815"/>
          </pc:sldLayoutMkLst>
          <pc:picChg chg="del">
            <ac:chgData name="Kozhikkalathil, Nishi" userId="0c188c74-8a9d-4d88-9364-0d549502a5b1" providerId="ADAL" clId="{1FF580A5-139D-4D36-B918-4466925990EF}" dt="2024-06-02T08:03:43.425" v="307" actId="478"/>
            <ac:picMkLst>
              <pc:docMk/>
              <pc:sldMasterMk cId="3642846439" sldId="2147483801"/>
              <pc:sldLayoutMk cId="1720923153" sldId="2147483815"/>
              <ac:picMk id="7" creationId="{E95FEBB1-2FB4-404D-B517-C1502B5932FA}"/>
            </ac:picMkLst>
          </pc:picChg>
        </pc:sldLayoutChg>
        <pc:sldLayoutChg chg="delSp del mod">
          <pc:chgData name="Kozhikkalathil, Nishi" userId="0c188c74-8a9d-4d88-9364-0d549502a5b1" providerId="ADAL" clId="{1FF580A5-139D-4D36-B918-4466925990EF}" dt="2024-06-02T08:05:44.254" v="403" actId="2696"/>
          <pc:sldLayoutMkLst>
            <pc:docMk/>
            <pc:sldMasterMk cId="3642846439" sldId="2147483801"/>
            <pc:sldLayoutMk cId="1616746899" sldId="2147483816"/>
          </pc:sldLayoutMkLst>
          <pc:picChg chg="del">
            <ac:chgData name="Kozhikkalathil, Nishi" userId="0c188c74-8a9d-4d88-9364-0d549502a5b1" providerId="ADAL" clId="{1FF580A5-139D-4D36-B918-4466925990EF}" dt="2024-06-02T08:03:46.582" v="308" actId="478"/>
            <ac:picMkLst>
              <pc:docMk/>
              <pc:sldMasterMk cId="3642846439" sldId="2147483801"/>
              <pc:sldLayoutMk cId="1616746899" sldId="2147483816"/>
              <ac:picMk id="7" creationId="{826E1E94-9471-4672-BA14-8DD18A74FB5F}"/>
            </ac:picMkLst>
          </pc:picChg>
        </pc:sldLayoutChg>
      </pc:sldMasterChg>
      <pc:sldMasterChg chg="delSp del mod delSldLayout modSldLayout">
        <pc:chgData name="Kozhikkalathil, Nishi" userId="0c188c74-8a9d-4d88-9364-0d549502a5b1" providerId="ADAL" clId="{1FF580A5-139D-4D36-B918-4466925990EF}" dt="2024-06-02T08:05:48.887" v="478" actId="2696"/>
        <pc:sldMasterMkLst>
          <pc:docMk/>
          <pc:sldMasterMk cId="1607783698" sldId="2147483817"/>
        </pc:sldMasterMkLst>
        <pc:picChg chg="del">
          <ac:chgData name="Kozhikkalathil, Nishi" userId="0c188c74-8a9d-4d88-9364-0d549502a5b1" providerId="ADAL" clId="{1FF580A5-139D-4D36-B918-4466925990EF}" dt="2024-06-02T08:00:09.939" v="276" actId="478"/>
          <ac:picMkLst>
            <pc:docMk/>
            <pc:sldMasterMk cId="1607783698" sldId="2147483817"/>
            <ac:picMk id="22" creationId="{00000000-0000-0000-0000-000000000000}"/>
          </ac:picMkLst>
        </pc:picChg>
        <pc:sldLayoutChg chg="delSp del mod">
          <pc:chgData name="Kozhikkalathil, Nishi" userId="0c188c74-8a9d-4d88-9364-0d549502a5b1" providerId="ADAL" clId="{1FF580A5-139D-4D36-B918-4466925990EF}" dt="2024-06-02T08:05:48.839" v="461" actId="2696"/>
          <pc:sldLayoutMkLst>
            <pc:docMk/>
            <pc:sldMasterMk cId="1607783698" sldId="2147483817"/>
            <pc:sldLayoutMk cId="2203764448" sldId="2147483818"/>
          </pc:sldLayoutMkLst>
          <pc:picChg chg="del">
            <ac:chgData name="Kozhikkalathil, Nishi" userId="0c188c74-8a9d-4d88-9364-0d549502a5b1" providerId="ADAL" clId="{1FF580A5-139D-4D36-B918-4466925990EF}" dt="2024-06-02T08:00:15.044" v="277" actId="478"/>
            <ac:picMkLst>
              <pc:docMk/>
              <pc:sldMasterMk cId="1607783698" sldId="2147483817"/>
              <pc:sldLayoutMk cId="2203764448" sldId="2147483818"/>
              <ac:picMk id="8" creationId="{00000000-0000-0000-0000-000000000000}"/>
            </ac:picMkLst>
          </pc:picChg>
        </pc:sldLayoutChg>
        <pc:sldLayoutChg chg="delSp del mod">
          <pc:chgData name="Kozhikkalathil, Nishi" userId="0c188c74-8a9d-4d88-9364-0d549502a5b1" providerId="ADAL" clId="{1FF580A5-139D-4D36-B918-4466925990EF}" dt="2024-06-02T08:05:48.843" v="462" actId="2696"/>
          <pc:sldLayoutMkLst>
            <pc:docMk/>
            <pc:sldMasterMk cId="1607783698" sldId="2147483817"/>
            <pc:sldLayoutMk cId="296548501" sldId="2147483819"/>
          </pc:sldLayoutMkLst>
          <pc:picChg chg="del">
            <ac:chgData name="Kozhikkalathil, Nishi" userId="0c188c74-8a9d-4d88-9364-0d549502a5b1" providerId="ADAL" clId="{1FF580A5-139D-4D36-B918-4466925990EF}" dt="2024-06-02T08:00:19.028" v="278" actId="478"/>
            <ac:picMkLst>
              <pc:docMk/>
              <pc:sldMasterMk cId="1607783698" sldId="2147483817"/>
              <pc:sldLayoutMk cId="296548501" sldId="2147483819"/>
              <ac:picMk id="9" creationId="{00000000-0000-0000-0000-000000000000}"/>
            </ac:picMkLst>
          </pc:picChg>
        </pc:sldLayoutChg>
        <pc:sldLayoutChg chg="del">
          <pc:chgData name="Kozhikkalathil, Nishi" userId="0c188c74-8a9d-4d88-9364-0d549502a5b1" providerId="ADAL" clId="{1FF580A5-139D-4D36-B918-4466925990EF}" dt="2024-06-02T08:05:48.853" v="463" actId="2696"/>
          <pc:sldLayoutMkLst>
            <pc:docMk/>
            <pc:sldMasterMk cId="1607783698" sldId="2147483817"/>
            <pc:sldLayoutMk cId="3222515709" sldId="2147483820"/>
          </pc:sldLayoutMkLst>
        </pc:sldLayoutChg>
        <pc:sldLayoutChg chg="del">
          <pc:chgData name="Kozhikkalathil, Nishi" userId="0c188c74-8a9d-4d88-9364-0d549502a5b1" providerId="ADAL" clId="{1FF580A5-139D-4D36-B918-4466925990EF}" dt="2024-06-02T08:05:48.855" v="464" actId="2696"/>
          <pc:sldLayoutMkLst>
            <pc:docMk/>
            <pc:sldMasterMk cId="1607783698" sldId="2147483817"/>
            <pc:sldLayoutMk cId="2884212476" sldId="2147483821"/>
          </pc:sldLayoutMkLst>
        </pc:sldLayoutChg>
        <pc:sldLayoutChg chg="del">
          <pc:chgData name="Kozhikkalathil, Nishi" userId="0c188c74-8a9d-4d88-9364-0d549502a5b1" providerId="ADAL" clId="{1FF580A5-139D-4D36-B918-4466925990EF}" dt="2024-06-02T08:05:48.860" v="465" actId="2696"/>
          <pc:sldLayoutMkLst>
            <pc:docMk/>
            <pc:sldMasterMk cId="1607783698" sldId="2147483817"/>
            <pc:sldLayoutMk cId="3065071386" sldId="2147483822"/>
          </pc:sldLayoutMkLst>
        </pc:sldLayoutChg>
        <pc:sldLayoutChg chg="del">
          <pc:chgData name="Kozhikkalathil, Nishi" userId="0c188c74-8a9d-4d88-9364-0d549502a5b1" providerId="ADAL" clId="{1FF580A5-139D-4D36-B918-4466925990EF}" dt="2024-06-02T08:05:48.863" v="466" actId="2696"/>
          <pc:sldLayoutMkLst>
            <pc:docMk/>
            <pc:sldMasterMk cId="1607783698" sldId="2147483817"/>
            <pc:sldLayoutMk cId="148419333" sldId="2147483823"/>
          </pc:sldLayoutMkLst>
        </pc:sldLayoutChg>
        <pc:sldLayoutChg chg="del">
          <pc:chgData name="Kozhikkalathil, Nishi" userId="0c188c74-8a9d-4d88-9364-0d549502a5b1" providerId="ADAL" clId="{1FF580A5-139D-4D36-B918-4466925990EF}" dt="2024-06-02T08:05:48.865" v="467" actId="2696"/>
          <pc:sldLayoutMkLst>
            <pc:docMk/>
            <pc:sldMasterMk cId="1607783698" sldId="2147483817"/>
            <pc:sldLayoutMk cId="1518563162" sldId="2147483824"/>
          </pc:sldLayoutMkLst>
        </pc:sldLayoutChg>
        <pc:sldLayoutChg chg="del">
          <pc:chgData name="Kozhikkalathil, Nishi" userId="0c188c74-8a9d-4d88-9364-0d549502a5b1" providerId="ADAL" clId="{1FF580A5-139D-4D36-B918-4466925990EF}" dt="2024-06-02T08:05:48.867" v="468" actId="2696"/>
          <pc:sldLayoutMkLst>
            <pc:docMk/>
            <pc:sldMasterMk cId="1607783698" sldId="2147483817"/>
            <pc:sldLayoutMk cId="1695783235" sldId="2147483825"/>
          </pc:sldLayoutMkLst>
        </pc:sldLayoutChg>
        <pc:sldLayoutChg chg="del">
          <pc:chgData name="Kozhikkalathil, Nishi" userId="0c188c74-8a9d-4d88-9364-0d549502a5b1" providerId="ADAL" clId="{1FF580A5-139D-4D36-B918-4466925990EF}" dt="2024-06-02T08:05:48.869" v="469" actId="2696"/>
          <pc:sldLayoutMkLst>
            <pc:docMk/>
            <pc:sldMasterMk cId="1607783698" sldId="2147483817"/>
            <pc:sldLayoutMk cId="2405243674" sldId="2147483826"/>
          </pc:sldLayoutMkLst>
        </pc:sldLayoutChg>
        <pc:sldLayoutChg chg="del">
          <pc:chgData name="Kozhikkalathil, Nishi" userId="0c188c74-8a9d-4d88-9364-0d549502a5b1" providerId="ADAL" clId="{1FF580A5-139D-4D36-B918-4466925990EF}" dt="2024-06-02T08:05:48.871" v="470" actId="2696"/>
          <pc:sldLayoutMkLst>
            <pc:docMk/>
            <pc:sldMasterMk cId="1607783698" sldId="2147483817"/>
            <pc:sldLayoutMk cId="672789416" sldId="2147483827"/>
          </pc:sldLayoutMkLst>
        </pc:sldLayoutChg>
        <pc:sldLayoutChg chg="del">
          <pc:chgData name="Kozhikkalathil, Nishi" userId="0c188c74-8a9d-4d88-9364-0d549502a5b1" providerId="ADAL" clId="{1FF580A5-139D-4D36-B918-4466925990EF}" dt="2024-06-02T08:05:48.873" v="471" actId="2696"/>
          <pc:sldLayoutMkLst>
            <pc:docMk/>
            <pc:sldMasterMk cId="1607783698" sldId="2147483817"/>
            <pc:sldLayoutMk cId="1655633224" sldId="2147483828"/>
          </pc:sldLayoutMkLst>
        </pc:sldLayoutChg>
        <pc:sldLayoutChg chg="del">
          <pc:chgData name="Kozhikkalathil, Nishi" userId="0c188c74-8a9d-4d88-9364-0d549502a5b1" providerId="ADAL" clId="{1FF580A5-139D-4D36-B918-4466925990EF}" dt="2024-06-02T08:05:48.876" v="472" actId="2696"/>
          <pc:sldLayoutMkLst>
            <pc:docMk/>
            <pc:sldMasterMk cId="1607783698" sldId="2147483817"/>
            <pc:sldLayoutMk cId="2603636571" sldId="2147483829"/>
          </pc:sldLayoutMkLst>
        </pc:sldLayoutChg>
        <pc:sldLayoutChg chg="del">
          <pc:chgData name="Kozhikkalathil, Nishi" userId="0c188c74-8a9d-4d88-9364-0d549502a5b1" providerId="ADAL" clId="{1FF580A5-139D-4D36-B918-4466925990EF}" dt="2024-06-02T08:05:48.877" v="473" actId="2696"/>
          <pc:sldLayoutMkLst>
            <pc:docMk/>
            <pc:sldMasterMk cId="1607783698" sldId="2147483817"/>
            <pc:sldLayoutMk cId="6619353" sldId="2147483830"/>
          </pc:sldLayoutMkLst>
        </pc:sldLayoutChg>
        <pc:sldLayoutChg chg="del">
          <pc:chgData name="Kozhikkalathil, Nishi" userId="0c188c74-8a9d-4d88-9364-0d549502a5b1" providerId="ADAL" clId="{1FF580A5-139D-4D36-B918-4466925990EF}" dt="2024-06-02T08:05:48.880" v="474" actId="2696"/>
          <pc:sldLayoutMkLst>
            <pc:docMk/>
            <pc:sldMasterMk cId="1607783698" sldId="2147483817"/>
            <pc:sldLayoutMk cId="1369275203" sldId="2147483831"/>
          </pc:sldLayoutMkLst>
        </pc:sldLayoutChg>
        <pc:sldLayoutChg chg="delSp del mod">
          <pc:chgData name="Kozhikkalathil, Nishi" userId="0c188c74-8a9d-4d88-9364-0d549502a5b1" providerId="ADAL" clId="{1FF580A5-139D-4D36-B918-4466925990EF}" dt="2024-06-02T08:05:48.882" v="475" actId="2696"/>
          <pc:sldLayoutMkLst>
            <pc:docMk/>
            <pc:sldMasterMk cId="1607783698" sldId="2147483817"/>
            <pc:sldLayoutMk cId="444236719" sldId="2147483832"/>
          </pc:sldLayoutMkLst>
          <pc:picChg chg="del">
            <ac:chgData name="Kozhikkalathil, Nishi" userId="0c188c74-8a9d-4d88-9364-0d549502a5b1" providerId="ADAL" clId="{1FF580A5-139D-4D36-B918-4466925990EF}" dt="2024-06-02T08:00:27.731" v="279" actId="478"/>
            <ac:picMkLst>
              <pc:docMk/>
              <pc:sldMasterMk cId="1607783698" sldId="2147483817"/>
              <pc:sldLayoutMk cId="444236719" sldId="2147483832"/>
              <ac:picMk id="7" creationId="{00000000-0000-0000-0000-000000000000}"/>
            </ac:picMkLst>
          </pc:picChg>
        </pc:sldLayoutChg>
        <pc:sldLayoutChg chg="delSp del mod">
          <pc:chgData name="Kozhikkalathil, Nishi" userId="0c188c74-8a9d-4d88-9364-0d549502a5b1" providerId="ADAL" clId="{1FF580A5-139D-4D36-B918-4466925990EF}" dt="2024-06-02T08:05:48.883" v="476" actId="2696"/>
          <pc:sldLayoutMkLst>
            <pc:docMk/>
            <pc:sldMasterMk cId="1607783698" sldId="2147483817"/>
            <pc:sldLayoutMk cId="2337592891" sldId="2147483833"/>
          </pc:sldLayoutMkLst>
          <pc:picChg chg="del">
            <ac:chgData name="Kozhikkalathil, Nishi" userId="0c188c74-8a9d-4d88-9364-0d549502a5b1" providerId="ADAL" clId="{1FF580A5-139D-4D36-B918-4466925990EF}" dt="2024-06-02T08:00:31.379" v="280" actId="478"/>
            <ac:picMkLst>
              <pc:docMk/>
              <pc:sldMasterMk cId="1607783698" sldId="2147483817"/>
              <pc:sldLayoutMk cId="2337592891" sldId="2147483833"/>
              <ac:picMk id="5" creationId="{8ED2A108-B854-40BC-AA72-4E9E7C74E58A}"/>
            </ac:picMkLst>
          </pc:picChg>
        </pc:sldLayoutChg>
        <pc:sldLayoutChg chg="del">
          <pc:chgData name="Kozhikkalathil, Nishi" userId="0c188c74-8a9d-4d88-9364-0d549502a5b1" providerId="ADAL" clId="{1FF580A5-139D-4D36-B918-4466925990EF}" dt="2024-06-02T08:05:48.885" v="477" actId="2696"/>
          <pc:sldLayoutMkLst>
            <pc:docMk/>
            <pc:sldMasterMk cId="1607783698" sldId="2147483817"/>
            <pc:sldLayoutMk cId="3510203313" sldId="2147483834"/>
          </pc:sldLayoutMkLst>
        </pc:sldLayoutChg>
      </pc:sldMasterChg>
      <pc:sldMasterChg chg="delSp del mod delSldLayout modSldLayout">
        <pc:chgData name="Kozhikkalathil, Nishi" userId="0c188c74-8a9d-4d88-9364-0d549502a5b1" providerId="ADAL" clId="{1FF580A5-139D-4D36-B918-4466925990EF}" dt="2024-06-02T08:05:47.684" v="460" actId="2696"/>
        <pc:sldMasterMkLst>
          <pc:docMk/>
          <pc:sldMasterMk cId="4022737140" sldId="2147483848"/>
        </pc:sldMasterMkLst>
        <pc:picChg chg="del">
          <ac:chgData name="Kozhikkalathil, Nishi" userId="0c188c74-8a9d-4d88-9364-0d549502a5b1" providerId="ADAL" clId="{1FF580A5-139D-4D36-B918-4466925990EF}" dt="2024-06-02T08:00:52.855" v="282" actId="478"/>
          <ac:picMkLst>
            <pc:docMk/>
            <pc:sldMasterMk cId="4022737140" sldId="2147483848"/>
            <ac:picMk id="22" creationId="{00000000-0000-0000-0000-000000000000}"/>
          </ac:picMkLst>
        </pc:picChg>
        <pc:sldLayoutChg chg="del">
          <pc:chgData name="Kozhikkalathil, Nishi" userId="0c188c74-8a9d-4d88-9364-0d549502a5b1" providerId="ADAL" clId="{1FF580A5-139D-4D36-B918-4466925990EF}" dt="2024-06-02T08:05:47.671" v="454" actId="2696"/>
          <pc:sldLayoutMkLst>
            <pc:docMk/>
            <pc:sldMasterMk cId="4022737140" sldId="2147483848"/>
            <pc:sldLayoutMk cId="629327016" sldId="2147483708"/>
          </pc:sldLayoutMkLst>
        </pc:sldLayoutChg>
        <pc:sldLayoutChg chg="delSp del mod">
          <pc:chgData name="Kozhikkalathil, Nishi" userId="0c188c74-8a9d-4d88-9364-0d549502a5b1" providerId="ADAL" clId="{1FF580A5-139D-4D36-B918-4466925990EF}" dt="2024-06-02T08:05:47.636" v="445" actId="2696"/>
          <pc:sldLayoutMkLst>
            <pc:docMk/>
            <pc:sldMasterMk cId="4022737140" sldId="2147483848"/>
            <pc:sldLayoutMk cId="3218432992" sldId="2147483849"/>
          </pc:sldLayoutMkLst>
          <pc:picChg chg="del">
            <ac:chgData name="Kozhikkalathil, Nishi" userId="0c188c74-8a9d-4d88-9364-0d549502a5b1" providerId="ADAL" clId="{1FF580A5-139D-4D36-B918-4466925990EF}" dt="2024-06-02T08:00:56.244" v="283" actId="478"/>
            <ac:picMkLst>
              <pc:docMk/>
              <pc:sldMasterMk cId="4022737140" sldId="2147483848"/>
              <pc:sldLayoutMk cId="3218432992" sldId="2147483849"/>
              <ac:picMk id="9" creationId="{141940E5-CFDC-4AE5-B7DE-C1189A627790}"/>
            </ac:picMkLst>
          </pc:picChg>
        </pc:sldLayoutChg>
        <pc:sldLayoutChg chg="delSp del mod">
          <pc:chgData name="Kozhikkalathil, Nishi" userId="0c188c74-8a9d-4d88-9364-0d549502a5b1" providerId="ADAL" clId="{1FF580A5-139D-4D36-B918-4466925990EF}" dt="2024-06-02T08:05:47.638" v="446" actId="2696"/>
          <pc:sldLayoutMkLst>
            <pc:docMk/>
            <pc:sldMasterMk cId="4022737140" sldId="2147483848"/>
            <pc:sldLayoutMk cId="518110496" sldId="2147483850"/>
          </pc:sldLayoutMkLst>
          <pc:picChg chg="del">
            <ac:chgData name="Kozhikkalathil, Nishi" userId="0c188c74-8a9d-4d88-9364-0d549502a5b1" providerId="ADAL" clId="{1FF580A5-139D-4D36-B918-4466925990EF}" dt="2024-06-02T08:00:59.631" v="284" actId="478"/>
            <ac:picMkLst>
              <pc:docMk/>
              <pc:sldMasterMk cId="4022737140" sldId="2147483848"/>
              <pc:sldLayoutMk cId="518110496" sldId="2147483850"/>
              <ac:picMk id="11" creationId="{60678DA6-06CD-4ECF-84DB-DE698FD2B157}"/>
            </ac:picMkLst>
          </pc:picChg>
        </pc:sldLayoutChg>
        <pc:sldLayoutChg chg="del">
          <pc:chgData name="Kozhikkalathil, Nishi" userId="0c188c74-8a9d-4d88-9364-0d549502a5b1" providerId="ADAL" clId="{1FF580A5-139D-4D36-B918-4466925990EF}" dt="2024-06-02T08:05:47.650" v="447" actId="2696"/>
          <pc:sldLayoutMkLst>
            <pc:docMk/>
            <pc:sldMasterMk cId="4022737140" sldId="2147483848"/>
            <pc:sldLayoutMk cId="729040451" sldId="2147483851"/>
          </pc:sldLayoutMkLst>
        </pc:sldLayoutChg>
        <pc:sldLayoutChg chg="del">
          <pc:chgData name="Kozhikkalathil, Nishi" userId="0c188c74-8a9d-4d88-9364-0d549502a5b1" providerId="ADAL" clId="{1FF580A5-139D-4D36-B918-4466925990EF}" dt="2024-06-02T08:05:47.654" v="448" actId="2696"/>
          <pc:sldLayoutMkLst>
            <pc:docMk/>
            <pc:sldMasterMk cId="4022737140" sldId="2147483848"/>
            <pc:sldLayoutMk cId="3196403103" sldId="2147483852"/>
          </pc:sldLayoutMkLst>
        </pc:sldLayoutChg>
        <pc:sldLayoutChg chg="del">
          <pc:chgData name="Kozhikkalathil, Nishi" userId="0c188c74-8a9d-4d88-9364-0d549502a5b1" providerId="ADAL" clId="{1FF580A5-139D-4D36-B918-4466925990EF}" dt="2024-06-02T08:05:47.658" v="449" actId="2696"/>
          <pc:sldLayoutMkLst>
            <pc:docMk/>
            <pc:sldMasterMk cId="4022737140" sldId="2147483848"/>
            <pc:sldLayoutMk cId="3514257415" sldId="2147483853"/>
          </pc:sldLayoutMkLst>
        </pc:sldLayoutChg>
        <pc:sldLayoutChg chg="del">
          <pc:chgData name="Kozhikkalathil, Nishi" userId="0c188c74-8a9d-4d88-9364-0d549502a5b1" providerId="ADAL" clId="{1FF580A5-139D-4D36-B918-4466925990EF}" dt="2024-06-02T08:05:47.659" v="450" actId="2696"/>
          <pc:sldLayoutMkLst>
            <pc:docMk/>
            <pc:sldMasterMk cId="4022737140" sldId="2147483848"/>
            <pc:sldLayoutMk cId="3323933263" sldId="2147483854"/>
          </pc:sldLayoutMkLst>
        </pc:sldLayoutChg>
        <pc:sldLayoutChg chg="del">
          <pc:chgData name="Kozhikkalathil, Nishi" userId="0c188c74-8a9d-4d88-9364-0d549502a5b1" providerId="ADAL" clId="{1FF580A5-139D-4D36-B918-4466925990EF}" dt="2024-06-02T08:05:47.664" v="451" actId="2696"/>
          <pc:sldLayoutMkLst>
            <pc:docMk/>
            <pc:sldMasterMk cId="4022737140" sldId="2147483848"/>
            <pc:sldLayoutMk cId="2841686147" sldId="2147483855"/>
          </pc:sldLayoutMkLst>
        </pc:sldLayoutChg>
        <pc:sldLayoutChg chg="del">
          <pc:chgData name="Kozhikkalathil, Nishi" userId="0c188c74-8a9d-4d88-9364-0d549502a5b1" providerId="ADAL" clId="{1FF580A5-139D-4D36-B918-4466925990EF}" dt="2024-06-02T08:05:47.667" v="452" actId="2696"/>
          <pc:sldLayoutMkLst>
            <pc:docMk/>
            <pc:sldMasterMk cId="4022737140" sldId="2147483848"/>
            <pc:sldLayoutMk cId="1865066353" sldId="2147483856"/>
          </pc:sldLayoutMkLst>
        </pc:sldLayoutChg>
        <pc:sldLayoutChg chg="del">
          <pc:chgData name="Kozhikkalathil, Nishi" userId="0c188c74-8a9d-4d88-9364-0d549502a5b1" providerId="ADAL" clId="{1FF580A5-139D-4D36-B918-4466925990EF}" dt="2024-06-02T08:05:47.669" v="453" actId="2696"/>
          <pc:sldLayoutMkLst>
            <pc:docMk/>
            <pc:sldMasterMk cId="4022737140" sldId="2147483848"/>
            <pc:sldLayoutMk cId="3444168571" sldId="2147483857"/>
          </pc:sldLayoutMkLst>
        </pc:sldLayoutChg>
        <pc:sldLayoutChg chg="del">
          <pc:chgData name="Kozhikkalathil, Nishi" userId="0c188c74-8a9d-4d88-9364-0d549502a5b1" providerId="ADAL" clId="{1FF580A5-139D-4D36-B918-4466925990EF}" dt="2024-06-02T08:05:47.672" v="455" actId="2696"/>
          <pc:sldLayoutMkLst>
            <pc:docMk/>
            <pc:sldMasterMk cId="4022737140" sldId="2147483848"/>
            <pc:sldLayoutMk cId="1274488466" sldId="2147483859"/>
          </pc:sldLayoutMkLst>
        </pc:sldLayoutChg>
        <pc:sldLayoutChg chg="del">
          <pc:chgData name="Kozhikkalathil, Nishi" userId="0c188c74-8a9d-4d88-9364-0d549502a5b1" providerId="ADAL" clId="{1FF580A5-139D-4D36-B918-4466925990EF}" dt="2024-06-02T08:05:47.675" v="456" actId="2696"/>
          <pc:sldLayoutMkLst>
            <pc:docMk/>
            <pc:sldMasterMk cId="4022737140" sldId="2147483848"/>
            <pc:sldLayoutMk cId="3384338848" sldId="2147483860"/>
          </pc:sldLayoutMkLst>
        </pc:sldLayoutChg>
        <pc:sldLayoutChg chg="del">
          <pc:chgData name="Kozhikkalathil, Nishi" userId="0c188c74-8a9d-4d88-9364-0d549502a5b1" providerId="ADAL" clId="{1FF580A5-139D-4D36-B918-4466925990EF}" dt="2024-06-02T08:05:47.677" v="457" actId="2696"/>
          <pc:sldLayoutMkLst>
            <pc:docMk/>
            <pc:sldMasterMk cId="4022737140" sldId="2147483848"/>
            <pc:sldLayoutMk cId="672631760" sldId="2147483861"/>
          </pc:sldLayoutMkLst>
        </pc:sldLayoutChg>
        <pc:sldLayoutChg chg="delSp del mod">
          <pc:chgData name="Kozhikkalathil, Nishi" userId="0c188c74-8a9d-4d88-9364-0d549502a5b1" providerId="ADAL" clId="{1FF580A5-139D-4D36-B918-4466925990EF}" dt="2024-06-02T08:05:47.678" v="458" actId="2696"/>
          <pc:sldLayoutMkLst>
            <pc:docMk/>
            <pc:sldMasterMk cId="4022737140" sldId="2147483848"/>
            <pc:sldLayoutMk cId="3745895267" sldId="2147483862"/>
          </pc:sldLayoutMkLst>
          <pc:picChg chg="del">
            <ac:chgData name="Kozhikkalathil, Nishi" userId="0c188c74-8a9d-4d88-9364-0d549502a5b1" providerId="ADAL" clId="{1FF580A5-139D-4D36-B918-4466925990EF}" dt="2024-06-02T08:01:07.548" v="285" actId="478"/>
            <ac:picMkLst>
              <pc:docMk/>
              <pc:sldMasterMk cId="4022737140" sldId="2147483848"/>
              <pc:sldLayoutMk cId="3745895267" sldId="2147483862"/>
              <ac:picMk id="8" creationId="{9C83648A-0017-4D0A-95A9-13FB7D2339DF}"/>
            </ac:picMkLst>
          </pc:picChg>
        </pc:sldLayoutChg>
        <pc:sldLayoutChg chg="delSp del mod">
          <pc:chgData name="Kozhikkalathil, Nishi" userId="0c188c74-8a9d-4d88-9364-0d549502a5b1" providerId="ADAL" clId="{1FF580A5-139D-4D36-B918-4466925990EF}" dt="2024-06-02T08:05:47.681" v="459" actId="2696"/>
          <pc:sldLayoutMkLst>
            <pc:docMk/>
            <pc:sldMasterMk cId="4022737140" sldId="2147483848"/>
            <pc:sldLayoutMk cId="1120666908" sldId="2147483863"/>
          </pc:sldLayoutMkLst>
          <pc:picChg chg="del">
            <ac:chgData name="Kozhikkalathil, Nishi" userId="0c188c74-8a9d-4d88-9364-0d549502a5b1" providerId="ADAL" clId="{1FF580A5-139D-4D36-B918-4466925990EF}" dt="2024-06-02T08:01:10.996" v="286" actId="478"/>
            <ac:picMkLst>
              <pc:docMk/>
              <pc:sldMasterMk cId="4022737140" sldId="2147483848"/>
              <pc:sldLayoutMk cId="1120666908" sldId="2147483863"/>
              <ac:picMk id="5" creationId="{D8B189D6-0E11-4F79-97E3-184BDA7B664E}"/>
            </ac:picMkLst>
          </pc:picChg>
        </pc:sldLayoutChg>
      </pc:sldMasterChg>
    </pc:docChg>
  </pc:docChgLst>
  <pc:docChgLst>
    <pc:chgData name="Kozhikkalathil, Nishi" userId="0c188c74-8a9d-4d88-9364-0d549502a5b1" providerId="ADAL" clId="{8CBB90CA-6811-4CE8-970B-FF958FE64A88}"/>
    <pc:docChg chg="undo redo custSel modSld">
      <pc:chgData name="Kozhikkalathil, Nishi" userId="0c188c74-8a9d-4d88-9364-0d549502a5b1" providerId="ADAL" clId="{8CBB90CA-6811-4CE8-970B-FF958FE64A88}" dt="2024-05-31T09:01:52.587" v="1211" actId="1035"/>
      <pc:docMkLst>
        <pc:docMk/>
      </pc:docMkLst>
      <pc:sldChg chg="addSp delSp modSp mod">
        <pc:chgData name="Kozhikkalathil, Nishi" userId="0c188c74-8a9d-4d88-9364-0d549502a5b1" providerId="ADAL" clId="{8CBB90CA-6811-4CE8-970B-FF958FE64A88}" dt="2024-05-31T09:01:52.587" v="1211" actId="1035"/>
        <pc:sldMkLst>
          <pc:docMk/>
          <pc:sldMk cId="3108547940" sldId="22429"/>
        </pc:sldMkLst>
        <pc:spChg chg="mod">
          <ac:chgData name="Kozhikkalathil, Nishi" userId="0c188c74-8a9d-4d88-9364-0d549502a5b1" providerId="ADAL" clId="{8CBB90CA-6811-4CE8-970B-FF958FE64A88}" dt="2024-05-31T07:59:38.941" v="1096" actId="13926"/>
          <ac:spMkLst>
            <pc:docMk/>
            <pc:sldMk cId="3108547940" sldId="22429"/>
            <ac:spMk id="2" creationId="{8C8CD1E9-8C5E-054D-8E4C-8F06D6545A72}"/>
          </ac:spMkLst>
        </pc:spChg>
        <pc:spChg chg="mod">
          <ac:chgData name="Kozhikkalathil, Nishi" userId="0c188c74-8a9d-4d88-9364-0d549502a5b1" providerId="ADAL" clId="{8CBB90CA-6811-4CE8-970B-FF958FE64A88}" dt="2024-05-31T09:01:52.587" v="1211" actId="1035"/>
          <ac:spMkLst>
            <pc:docMk/>
            <pc:sldMk cId="3108547940" sldId="22429"/>
            <ac:spMk id="15" creationId="{C023EFFE-A070-7473-C518-8DE8F31354A4}"/>
          </ac:spMkLst>
        </pc:spChg>
        <pc:spChg chg="del mod">
          <ac:chgData name="Kozhikkalathil, Nishi" userId="0c188c74-8a9d-4d88-9364-0d549502a5b1" providerId="ADAL" clId="{8CBB90CA-6811-4CE8-970B-FF958FE64A88}" dt="2024-05-31T07:40:21.351" v="565" actId="478"/>
          <ac:spMkLst>
            <pc:docMk/>
            <pc:sldMk cId="3108547940" sldId="22429"/>
            <ac:spMk id="16" creationId="{B7FFD56D-E75B-CF5B-E196-4AF63B392240}"/>
          </ac:spMkLst>
        </pc:spChg>
        <pc:spChg chg="del">
          <ac:chgData name="Kozhikkalathil, Nishi" userId="0c188c74-8a9d-4d88-9364-0d549502a5b1" providerId="ADAL" clId="{8CBB90CA-6811-4CE8-970B-FF958FE64A88}" dt="2024-05-31T07:53:01.550" v="986" actId="478"/>
          <ac:spMkLst>
            <pc:docMk/>
            <pc:sldMk cId="3108547940" sldId="22429"/>
            <ac:spMk id="17" creationId="{CB3E016C-FD6E-2496-CB55-12198056C189}"/>
          </ac:spMkLst>
        </pc:spChg>
        <pc:spChg chg="mod">
          <ac:chgData name="Kozhikkalathil, Nishi" userId="0c188c74-8a9d-4d88-9364-0d549502a5b1" providerId="ADAL" clId="{8CBB90CA-6811-4CE8-970B-FF958FE64A88}" dt="2024-05-31T08:55:42.133" v="1100" actId="207"/>
          <ac:spMkLst>
            <pc:docMk/>
            <pc:sldMk cId="3108547940" sldId="22429"/>
            <ac:spMk id="18" creationId="{0860A754-BDF9-C08F-901B-315CEA573397}"/>
          </ac:spMkLst>
        </pc:spChg>
        <pc:spChg chg="del">
          <ac:chgData name="Kozhikkalathil, Nishi" userId="0c188c74-8a9d-4d88-9364-0d549502a5b1" providerId="ADAL" clId="{8CBB90CA-6811-4CE8-970B-FF958FE64A88}" dt="2024-05-31T07:53:18.840" v="991" actId="478"/>
          <ac:spMkLst>
            <pc:docMk/>
            <pc:sldMk cId="3108547940" sldId="22429"/>
            <ac:spMk id="19" creationId="{087FC0EE-C91F-5FF4-991A-5DCB1BC3D8B8}"/>
          </ac:spMkLst>
        </pc:spChg>
        <pc:spChg chg="mod">
          <ac:chgData name="Kozhikkalathil, Nishi" userId="0c188c74-8a9d-4d88-9364-0d549502a5b1" providerId="ADAL" clId="{8CBB90CA-6811-4CE8-970B-FF958FE64A88}" dt="2024-05-31T07:34:04.482" v="456" actId="20577"/>
          <ac:spMkLst>
            <pc:docMk/>
            <pc:sldMk cId="3108547940" sldId="22429"/>
            <ac:spMk id="20" creationId="{192854B7-98B6-8183-A992-8923E7EF209A}"/>
          </ac:spMkLst>
        </pc:spChg>
        <pc:spChg chg="mod">
          <ac:chgData name="Kozhikkalathil, Nishi" userId="0c188c74-8a9d-4d88-9364-0d549502a5b1" providerId="ADAL" clId="{8CBB90CA-6811-4CE8-970B-FF958FE64A88}" dt="2024-05-31T07:34:09.226" v="460" actId="20577"/>
          <ac:spMkLst>
            <pc:docMk/>
            <pc:sldMk cId="3108547940" sldId="22429"/>
            <ac:spMk id="21" creationId="{52B4AF8E-8379-2E25-CF78-E4548EAE54AC}"/>
          </ac:spMkLst>
        </pc:spChg>
        <pc:spChg chg="mod">
          <ac:chgData name="Kozhikkalathil, Nishi" userId="0c188c74-8a9d-4d88-9364-0d549502a5b1" providerId="ADAL" clId="{8CBB90CA-6811-4CE8-970B-FF958FE64A88}" dt="2024-05-31T07:34:15.049" v="463" actId="20577"/>
          <ac:spMkLst>
            <pc:docMk/>
            <pc:sldMk cId="3108547940" sldId="22429"/>
            <ac:spMk id="22" creationId="{1C791699-18A4-4CBA-DE21-CA783F6E7B79}"/>
          </ac:spMkLst>
        </pc:spChg>
        <pc:spChg chg="mod">
          <ac:chgData name="Kozhikkalathil, Nishi" userId="0c188c74-8a9d-4d88-9364-0d549502a5b1" providerId="ADAL" clId="{8CBB90CA-6811-4CE8-970B-FF958FE64A88}" dt="2024-05-31T07:34:18.160" v="466" actId="20577"/>
          <ac:spMkLst>
            <pc:docMk/>
            <pc:sldMk cId="3108547940" sldId="22429"/>
            <ac:spMk id="23" creationId="{A5988B82-59D5-9D54-C269-8CFC97D59F5C}"/>
          </ac:spMkLst>
        </pc:spChg>
        <pc:spChg chg="mod">
          <ac:chgData name="Kozhikkalathil, Nishi" userId="0c188c74-8a9d-4d88-9364-0d549502a5b1" providerId="ADAL" clId="{8CBB90CA-6811-4CE8-970B-FF958FE64A88}" dt="2024-05-31T07:34:21.707" v="469" actId="20577"/>
          <ac:spMkLst>
            <pc:docMk/>
            <pc:sldMk cId="3108547940" sldId="22429"/>
            <ac:spMk id="24" creationId="{36425740-FECE-BBDF-2442-094B62B82D4E}"/>
          </ac:spMkLst>
        </pc:spChg>
        <pc:spChg chg="mod">
          <ac:chgData name="Kozhikkalathil, Nishi" userId="0c188c74-8a9d-4d88-9364-0d549502a5b1" providerId="ADAL" clId="{8CBB90CA-6811-4CE8-970B-FF958FE64A88}" dt="2024-05-31T07:34:25.314" v="472" actId="20577"/>
          <ac:spMkLst>
            <pc:docMk/>
            <pc:sldMk cId="3108547940" sldId="22429"/>
            <ac:spMk id="25" creationId="{1A28243B-86B6-DEC1-EDA7-19F2381B9722}"/>
          </ac:spMkLst>
        </pc:spChg>
        <pc:spChg chg="mod">
          <ac:chgData name="Kozhikkalathil, Nishi" userId="0c188c74-8a9d-4d88-9364-0d549502a5b1" providerId="ADAL" clId="{8CBB90CA-6811-4CE8-970B-FF958FE64A88}" dt="2024-05-31T07:34:29.125" v="475" actId="20577"/>
          <ac:spMkLst>
            <pc:docMk/>
            <pc:sldMk cId="3108547940" sldId="22429"/>
            <ac:spMk id="26" creationId="{232632EC-A95B-2089-38A6-43BFCFD90A9D}"/>
          </ac:spMkLst>
        </pc:spChg>
        <pc:spChg chg="mod">
          <ac:chgData name="Kozhikkalathil, Nishi" userId="0c188c74-8a9d-4d88-9364-0d549502a5b1" providerId="ADAL" clId="{8CBB90CA-6811-4CE8-970B-FF958FE64A88}" dt="2024-05-31T07:34:34.342" v="478" actId="20577"/>
          <ac:spMkLst>
            <pc:docMk/>
            <pc:sldMk cId="3108547940" sldId="22429"/>
            <ac:spMk id="27" creationId="{1187958A-1DBD-E5D7-75F4-30BC98724FCA}"/>
          </ac:spMkLst>
        </pc:spChg>
        <pc:spChg chg="mod">
          <ac:chgData name="Kozhikkalathil, Nishi" userId="0c188c74-8a9d-4d88-9364-0d549502a5b1" providerId="ADAL" clId="{8CBB90CA-6811-4CE8-970B-FF958FE64A88}" dt="2024-05-31T07:34:38.538" v="481" actId="20577"/>
          <ac:spMkLst>
            <pc:docMk/>
            <pc:sldMk cId="3108547940" sldId="22429"/>
            <ac:spMk id="28" creationId="{94072B4E-40D2-12C0-B0C6-E72AAA1C9B2C}"/>
          </ac:spMkLst>
        </pc:spChg>
        <pc:spChg chg="mod">
          <ac:chgData name="Kozhikkalathil, Nishi" userId="0c188c74-8a9d-4d88-9364-0d549502a5b1" providerId="ADAL" clId="{8CBB90CA-6811-4CE8-970B-FF958FE64A88}" dt="2024-05-31T07:34:43.085" v="484" actId="20577"/>
          <ac:spMkLst>
            <pc:docMk/>
            <pc:sldMk cId="3108547940" sldId="22429"/>
            <ac:spMk id="29" creationId="{7592F32D-9788-6D27-1861-D606E96FBA5D}"/>
          </ac:spMkLst>
        </pc:spChg>
        <pc:spChg chg="mod">
          <ac:chgData name="Kozhikkalathil, Nishi" userId="0c188c74-8a9d-4d88-9364-0d549502a5b1" providerId="ADAL" clId="{8CBB90CA-6811-4CE8-970B-FF958FE64A88}" dt="2024-05-31T07:34:47.380" v="487" actId="20577"/>
          <ac:spMkLst>
            <pc:docMk/>
            <pc:sldMk cId="3108547940" sldId="22429"/>
            <ac:spMk id="31" creationId="{1FAC6BE3-D3A1-6786-CBDC-863B5E26DC34}"/>
          </ac:spMkLst>
        </pc:spChg>
        <pc:spChg chg="add mod">
          <ac:chgData name="Kozhikkalathil, Nishi" userId="0c188c74-8a9d-4d88-9364-0d549502a5b1" providerId="ADAL" clId="{8CBB90CA-6811-4CE8-970B-FF958FE64A88}" dt="2024-05-31T07:52:03.410" v="967" actId="207"/>
          <ac:spMkLst>
            <pc:docMk/>
            <pc:sldMk cId="3108547940" sldId="22429"/>
            <ac:spMk id="32" creationId="{CB784C9B-795A-33C7-8A62-8E625DC0E849}"/>
          </ac:spMkLst>
        </pc:spChg>
        <pc:spChg chg="add mod">
          <ac:chgData name="Kozhikkalathil, Nishi" userId="0c188c74-8a9d-4d88-9364-0d549502a5b1" providerId="ADAL" clId="{8CBB90CA-6811-4CE8-970B-FF958FE64A88}" dt="2024-05-31T08:55:26.604" v="1099" actId="207"/>
          <ac:spMkLst>
            <pc:docMk/>
            <pc:sldMk cId="3108547940" sldId="22429"/>
            <ac:spMk id="33" creationId="{49081170-2C4F-15B4-DE09-CB6EA7EDA0C9}"/>
          </ac:spMkLst>
        </pc:spChg>
        <pc:spChg chg="add mod">
          <ac:chgData name="Kozhikkalathil, Nishi" userId="0c188c74-8a9d-4d88-9364-0d549502a5b1" providerId="ADAL" clId="{8CBB90CA-6811-4CE8-970B-FF958FE64A88}" dt="2024-05-31T07:49:59.246" v="942" actId="14100"/>
          <ac:spMkLst>
            <pc:docMk/>
            <pc:sldMk cId="3108547940" sldId="22429"/>
            <ac:spMk id="34" creationId="{460AE6A1-FBC0-0E8E-26C8-56D366EAEC18}"/>
          </ac:spMkLst>
        </pc:spChg>
        <pc:spChg chg="add mod">
          <ac:chgData name="Kozhikkalathil, Nishi" userId="0c188c74-8a9d-4d88-9364-0d549502a5b1" providerId="ADAL" clId="{8CBB90CA-6811-4CE8-970B-FF958FE64A88}" dt="2024-05-31T08:55:26.604" v="1099" actId="207"/>
          <ac:spMkLst>
            <pc:docMk/>
            <pc:sldMk cId="3108547940" sldId="22429"/>
            <ac:spMk id="35" creationId="{A37C2DA5-58F5-62B3-7141-BB414EC642EB}"/>
          </ac:spMkLst>
        </pc:spChg>
        <pc:spChg chg="add mod">
          <ac:chgData name="Kozhikkalathil, Nishi" userId="0c188c74-8a9d-4d88-9364-0d549502a5b1" providerId="ADAL" clId="{8CBB90CA-6811-4CE8-970B-FF958FE64A88}" dt="2024-05-31T07:52:36.642" v="979" actId="20577"/>
          <ac:spMkLst>
            <pc:docMk/>
            <pc:sldMk cId="3108547940" sldId="22429"/>
            <ac:spMk id="36" creationId="{B5F6094D-100C-4F6E-6D0F-3074FAD5157E}"/>
          </ac:spMkLst>
        </pc:spChg>
        <pc:spChg chg="add mod">
          <ac:chgData name="Kozhikkalathil, Nishi" userId="0c188c74-8a9d-4d88-9364-0d549502a5b1" providerId="ADAL" clId="{8CBB90CA-6811-4CE8-970B-FF958FE64A88}" dt="2024-05-31T08:58:22.398" v="1193" actId="20577"/>
          <ac:spMkLst>
            <pc:docMk/>
            <pc:sldMk cId="3108547940" sldId="22429"/>
            <ac:spMk id="37" creationId="{349A1000-66CA-772E-843F-156684BA4C3F}"/>
          </ac:spMkLst>
        </pc:spChg>
        <pc:spChg chg="add mod">
          <ac:chgData name="Kozhikkalathil, Nishi" userId="0c188c74-8a9d-4d88-9364-0d549502a5b1" providerId="ADAL" clId="{8CBB90CA-6811-4CE8-970B-FF958FE64A88}" dt="2024-05-31T08:57:08.653" v="1165" actId="1037"/>
          <ac:spMkLst>
            <pc:docMk/>
            <pc:sldMk cId="3108547940" sldId="22429"/>
            <ac:spMk id="47" creationId="{F23E0A8A-D67D-885E-9DDD-67EFCCE331C6}"/>
          </ac:spMkLst>
        </pc:spChg>
        <pc:spChg chg="add mod">
          <ac:chgData name="Kozhikkalathil, Nishi" userId="0c188c74-8a9d-4d88-9364-0d549502a5b1" providerId="ADAL" clId="{8CBB90CA-6811-4CE8-970B-FF958FE64A88}" dt="2024-05-31T08:56:45.648" v="1152" actId="108"/>
          <ac:spMkLst>
            <pc:docMk/>
            <pc:sldMk cId="3108547940" sldId="22429"/>
            <ac:spMk id="48" creationId="{DEFC9414-92FE-9E0A-971E-34F5C029172C}"/>
          </ac:spMkLst>
        </pc:spChg>
        <pc:spChg chg="add mod">
          <ac:chgData name="Kozhikkalathil, Nishi" userId="0c188c74-8a9d-4d88-9364-0d549502a5b1" providerId="ADAL" clId="{8CBB90CA-6811-4CE8-970B-FF958FE64A88}" dt="2024-05-31T08:55:26.604" v="1099" actId="207"/>
          <ac:spMkLst>
            <pc:docMk/>
            <pc:sldMk cId="3108547940" sldId="22429"/>
            <ac:spMk id="49" creationId="{871262E0-9C0C-1DFD-C53A-47FDA19571D3}"/>
          </ac:spMkLst>
        </pc:spChg>
        <pc:spChg chg="add mod">
          <ac:chgData name="Kozhikkalathil, Nishi" userId="0c188c74-8a9d-4d88-9364-0d549502a5b1" providerId="ADAL" clId="{8CBB90CA-6811-4CE8-970B-FF958FE64A88}" dt="2024-05-31T08:57:21.090" v="1166" actId="207"/>
          <ac:spMkLst>
            <pc:docMk/>
            <pc:sldMk cId="3108547940" sldId="22429"/>
            <ac:spMk id="50" creationId="{B25A4F7A-0118-CFCA-4306-B2B869F6AB24}"/>
          </ac:spMkLst>
        </pc:spChg>
        <pc:spChg chg="mod">
          <ac:chgData name="Kozhikkalathil, Nishi" userId="0c188c74-8a9d-4d88-9364-0d549502a5b1" providerId="ADAL" clId="{8CBB90CA-6811-4CE8-970B-FF958FE64A88}" dt="2024-05-31T07:36:31.695" v="519" actId="20577"/>
          <ac:spMkLst>
            <pc:docMk/>
            <pc:sldMk cId="3108547940" sldId="22429"/>
            <ac:spMk id="58" creationId="{D10AA367-E351-0F36-90F3-23947E6132AE}"/>
          </ac:spMkLst>
        </pc:spChg>
        <pc:spChg chg="mod">
          <ac:chgData name="Kozhikkalathil, Nishi" userId="0c188c74-8a9d-4d88-9364-0d549502a5b1" providerId="ADAL" clId="{8CBB90CA-6811-4CE8-970B-FF958FE64A88}" dt="2024-05-31T08:55:26.604" v="1099" actId="207"/>
          <ac:spMkLst>
            <pc:docMk/>
            <pc:sldMk cId="3108547940" sldId="22429"/>
            <ac:spMk id="63" creationId="{A6BF1B07-F853-F895-B381-BBC2AD9C4174}"/>
          </ac:spMkLst>
        </pc:spChg>
        <pc:spChg chg="del">
          <ac:chgData name="Kozhikkalathil, Nishi" userId="0c188c74-8a9d-4d88-9364-0d549502a5b1" providerId="ADAL" clId="{8CBB90CA-6811-4CE8-970B-FF958FE64A88}" dt="2024-05-31T07:56:09.896" v="1037" actId="478"/>
          <ac:spMkLst>
            <pc:docMk/>
            <pc:sldMk cId="3108547940" sldId="22429"/>
            <ac:spMk id="66" creationId="{2EAAA038-8287-6536-BE56-E550F0C084A0}"/>
          </ac:spMkLst>
        </pc:spChg>
        <pc:spChg chg="del">
          <ac:chgData name="Kozhikkalathil, Nishi" userId="0c188c74-8a9d-4d88-9364-0d549502a5b1" providerId="ADAL" clId="{8CBB90CA-6811-4CE8-970B-FF958FE64A88}" dt="2024-05-31T07:56:13.185" v="1038" actId="478"/>
          <ac:spMkLst>
            <pc:docMk/>
            <pc:sldMk cId="3108547940" sldId="22429"/>
            <ac:spMk id="68" creationId="{71A9560B-69C3-9B77-5E09-C4BECC853099}"/>
          </ac:spMkLst>
        </pc:spChg>
        <pc:spChg chg="del">
          <ac:chgData name="Kozhikkalathil, Nishi" userId="0c188c74-8a9d-4d88-9364-0d549502a5b1" providerId="ADAL" clId="{8CBB90CA-6811-4CE8-970B-FF958FE64A88}" dt="2024-05-31T07:53:09.400" v="987" actId="478"/>
          <ac:spMkLst>
            <pc:docMk/>
            <pc:sldMk cId="3108547940" sldId="22429"/>
            <ac:spMk id="83" creationId="{929DBFB4-C5CA-D3C9-1106-C4C37C80051D}"/>
          </ac:spMkLst>
        </pc:spChg>
        <pc:spChg chg="del mod">
          <ac:chgData name="Kozhikkalathil, Nishi" userId="0c188c74-8a9d-4d88-9364-0d549502a5b1" providerId="ADAL" clId="{8CBB90CA-6811-4CE8-970B-FF958FE64A88}" dt="2024-05-31T07:50:57.489" v="952" actId="478"/>
          <ac:spMkLst>
            <pc:docMk/>
            <pc:sldMk cId="3108547940" sldId="22429"/>
            <ac:spMk id="84" creationId="{A7EF2B80-DC66-7A48-44B4-8A510AB82CC7}"/>
          </ac:spMkLst>
        </pc:spChg>
        <pc:spChg chg="mod">
          <ac:chgData name="Kozhikkalathil, Nishi" userId="0c188c74-8a9d-4d88-9364-0d549502a5b1" providerId="ADAL" clId="{8CBB90CA-6811-4CE8-970B-FF958FE64A88}" dt="2024-05-31T08:55:26.604" v="1099" actId="207"/>
          <ac:spMkLst>
            <pc:docMk/>
            <pc:sldMk cId="3108547940" sldId="22429"/>
            <ac:spMk id="85" creationId="{FDB48D84-F72B-00AB-2957-EAFA31294A5F}"/>
          </ac:spMkLst>
        </pc:spChg>
        <pc:spChg chg="del mod">
          <ac:chgData name="Kozhikkalathil, Nishi" userId="0c188c74-8a9d-4d88-9364-0d549502a5b1" providerId="ADAL" clId="{8CBB90CA-6811-4CE8-970B-FF958FE64A88}" dt="2024-05-31T07:41:48.551" v="653" actId="478"/>
          <ac:spMkLst>
            <pc:docMk/>
            <pc:sldMk cId="3108547940" sldId="22429"/>
            <ac:spMk id="87" creationId="{2244FB87-C054-4CF2-A3EA-EDDCB98BC9DA}"/>
          </ac:spMkLst>
        </pc:spChg>
        <pc:spChg chg="del">
          <ac:chgData name="Kozhikkalathil, Nishi" userId="0c188c74-8a9d-4d88-9364-0d549502a5b1" providerId="ADAL" clId="{8CBB90CA-6811-4CE8-970B-FF958FE64A88}" dt="2024-05-31T07:39:50.371" v="562" actId="478"/>
          <ac:spMkLst>
            <pc:docMk/>
            <pc:sldMk cId="3108547940" sldId="22429"/>
            <ac:spMk id="89" creationId="{C318529D-800D-95E8-D242-E235AACAD943}"/>
          </ac:spMkLst>
        </pc:spChg>
        <pc:spChg chg="mod">
          <ac:chgData name="Kozhikkalathil, Nishi" userId="0c188c74-8a9d-4d88-9364-0d549502a5b1" providerId="ADAL" clId="{8CBB90CA-6811-4CE8-970B-FF958FE64A88}" dt="2024-05-31T08:55:26.604" v="1099" actId="207"/>
          <ac:spMkLst>
            <pc:docMk/>
            <pc:sldMk cId="3108547940" sldId="22429"/>
            <ac:spMk id="91" creationId="{5B1F580B-3DAF-AAF5-9F7C-C445E7AFB45F}"/>
          </ac:spMkLst>
        </pc:spChg>
        <pc:spChg chg="mod">
          <ac:chgData name="Kozhikkalathil, Nishi" userId="0c188c74-8a9d-4d88-9364-0d549502a5b1" providerId="ADAL" clId="{8CBB90CA-6811-4CE8-970B-FF958FE64A88}" dt="2024-05-31T08:57:27.196" v="1167" actId="207"/>
          <ac:spMkLst>
            <pc:docMk/>
            <pc:sldMk cId="3108547940" sldId="22429"/>
            <ac:spMk id="92" creationId="{39EBE51F-8597-9102-9476-BCB3BA78E79F}"/>
          </ac:spMkLst>
        </pc:spChg>
        <pc:spChg chg="del">
          <ac:chgData name="Kozhikkalathil, Nishi" userId="0c188c74-8a9d-4d88-9364-0d549502a5b1" providerId="ADAL" clId="{8CBB90CA-6811-4CE8-970B-FF958FE64A88}" dt="2024-05-31T07:42:53.549" v="657" actId="478"/>
          <ac:spMkLst>
            <pc:docMk/>
            <pc:sldMk cId="3108547940" sldId="22429"/>
            <ac:spMk id="93" creationId="{0C719778-80A1-1CDF-125A-9C6B480B4433}"/>
          </ac:spMkLst>
        </pc:spChg>
        <pc:spChg chg="del">
          <ac:chgData name="Kozhikkalathil, Nishi" userId="0c188c74-8a9d-4d88-9364-0d549502a5b1" providerId="ADAL" clId="{8CBB90CA-6811-4CE8-970B-FF958FE64A88}" dt="2024-05-31T07:44:47.194" v="703" actId="478"/>
          <ac:spMkLst>
            <pc:docMk/>
            <pc:sldMk cId="3108547940" sldId="22429"/>
            <ac:spMk id="94" creationId="{B9695587-0A7D-90F6-2ADA-D92AF37D5489}"/>
          </ac:spMkLst>
        </pc:spChg>
        <pc:spChg chg="mod">
          <ac:chgData name="Kozhikkalathil, Nishi" userId="0c188c74-8a9d-4d88-9364-0d549502a5b1" providerId="ADAL" clId="{8CBB90CA-6811-4CE8-970B-FF958FE64A88}" dt="2024-05-31T08:55:26.604" v="1099" actId="207"/>
          <ac:spMkLst>
            <pc:docMk/>
            <pc:sldMk cId="3108547940" sldId="22429"/>
            <ac:spMk id="95" creationId="{90A141FF-F71F-DD35-3FB4-C41472102FE6}"/>
          </ac:spMkLst>
        </pc:spChg>
        <pc:spChg chg="del">
          <ac:chgData name="Kozhikkalathil, Nishi" userId="0c188c74-8a9d-4d88-9364-0d549502a5b1" providerId="ADAL" clId="{8CBB90CA-6811-4CE8-970B-FF958FE64A88}" dt="2024-05-31T07:45:59.070" v="818" actId="478"/>
          <ac:spMkLst>
            <pc:docMk/>
            <pc:sldMk cId="3108547940" sldId="22429"/>
            <ac:spMk id="96" creationId="{782DC9E8-C68A-A738-2AF0-AB189800607F}"/>
          </ac:spMkLst>
        </pc:spChg>
        <pc:spChg chg="mod">
          <ac:chgData name="Kozhikkalathil, Nishi" userId="0c188c74-8a9d-4d88-9364-0d549502a5b1" providerId="ADAL" clId="{8CBB90CA-6811-4CE8-970B-FF958FE64A88}" dt="2024-05-31T08:55:26.604" v="1099" actId="207"/>
          <ac:spMkLst>
            <pc:docMk/>
            <pc:sldMk cId="3108547940" sldId="22429"/>
            <ac:spMk id="97" creationId="{A5E31BB9-5D47-02B0-4F14-288FF312CACC}"/>
          </ac:spMkLst>
        </pc:spChg>
        <pc:spChg chg="del">
          <ac:chgData name="Kozhikkalathil, Nishi" userId="0c188c74-8a9d-4d88-9364-0d549502a5b1" providerId="ADAL" clId="{8CBB90CA-6811-4CE8-970B-FF958FE64A88}" dt="2024-05-31T07:48:42.065" v="920" actId="478"/>
          <ac:spMkLst>
            <pc:docMk/>
            <pc:sldMk cId="3108547940" sldId="22429"/>
            <ac:spMk id="98" creationId="{EFDCF157-4DBD-61AC-B90A-B9E99B1D606A}"/>
          </ac:spMkLst>
        </pc:spChg>
        <pc:spChg chg="del">
          <ac:chgData name="Kozhikkalathil, Nishi" userId="0c188c74-8a9d-4d88-9364-0d549502a5b1" providerId="ADAL" clId="{8CBB90CA-6811-4CE8-970B-FF958FE64A88}" dt="2024-05-31T07:52:44.212" v="980" actId="478"/>
          <ac:spMkLst>
            <pc:docMk/>
            <pc:sldMk cId="3108547940" sldId="22429"/>
            <ac:spMk id="99" creationId="{04649C10-3045-5689-EC88-5A52FD476B57}"/>
          </ac:spMkLst>
        </pc:spChg>
        <pc:spChg chg="del">
          <ac:chgData name="Kozhikkalathil, Nishi" userId="0c188c74-8a9d-4d88-9364-0d549502a5b1" providerId="ADAL" clId="{8CBB90CA-6811-4CE8-970B-FF958FE64A88}" dt="2024-05-31T07:52:48.864" v="981" actId="478"/>
          <ac:spMkLst>
            <pc:docMk/>
            <pc:sldMk cId="3108547940" sldId="22429"/>
            <ac:spMk id="100" creationId="{553D0657-1B44-B7FA-D9D8-232F28CA5082}"/>
          </ac:spMkLst>
        </pc:spChg>
        <pc:spChg chg="del">
          <ac:chgData name="Kozhikkalathil, Nishi" userId="0c188c74-8a9d-4d88-9364-0d549502a5b1" providerId="ADAL" clId="{8CBB90CA-6811-4CE8-970B-FF958FE64A88}" dt="2024-05-31T07:52:50.657" v="982" actId="478"/>
          <ac:spMkLst>
            <pc:docMk/>
            <pc:sldMk cId="3108547940" sldId="22429"/>
            <ac:spMk id="101" creationId="{2F0EB581-3F37-EAEA-66F0-09AFC5F48C94}"/>
          </ac:spMkLst>
        </pc:spChg>
        <pc:spChg chg="del">
          <ac:chgData name="Kozhikkalathil, Nishi" userId="0c188c74-8a9d-4d88-9364-0d549502a5b1" providerId="ADAL" clId="{8CBB90CA-6811-4CE8-970B-FF958FE64A88}" dt="2024-05-31T07:52:54.463" v="983" actId="478"/>
          <ac:spMkLst>
            <pc:docMk/>
            <pc:sldMk cId="3108547940" sldId="22429"/>
            <ac:spMk id="102" creationId="{6EB75126-FB1A-6D8E-C95A-37B9A9BA9BD9}"/>
          </ac:spMkLst>
        </pc:spChg>
        <pc:spChg chg="del">
          <ac:chgData name="Kozhikkalathil, Nishi" userId="0c188c74-8a9d-4d88-9364-0d549502a5b1" providerId="ADAL" clId="{8CBB90CA-6811-4CE8-970B-FF958FE64A88}" dt="2024-05-31T07:47:08.521" v="909" actId="478"/>
          <ac:spMkLst>
            <pc:docMk/>
            <pc:sldMk cId="3108547940" sldId="22429"/>
            <ac:spMk id="103" creationId="{AAEA4CDA-33F6-D9F2-A9D7-8293BE107F25}"/>
          </ac:spMkLst>
        </pc:spChg>
        <pc:spChg chg="del">
          <ac:chgData name="Kozhikkalathil, Nishi" userId="0c188c74-8a9d-4d88-9364-0d549502a5b1" providerId="ADAL" clId="{8CBB90CA-6811-4CE8-970B-FF958FE64A88}" dt="2024-05-31T07:47:13.201" v="911" actId="478"/>
          <ac:spMkLst>
            <pc:docMk/>
            <pc:sldMk cId="3108547940" sldId="22429"/>
            <ac:spMk id="104" creationId="{DA08EFD2-2B43-27FA-2A52-7C82A4063CFD}"/>
          </ac:spMkLst>
        </pc:spChg>
        <pc:spChg chg="del">
          <ac:chgData name="Kozhikkalathil, Nishi" userId="0c188c74-8a9d-4d88-9364-0d549502a5b1" providerId="ADAL" clId="{8CBB90CA-6811-4CE8-970B-FF958FE64A88}" dt="2024-05-31T07:53:21.580" v="992" actId="478"/>
          <ac:spMkLst>
            <pc:docMk/>
            <pc:sldMk cId="3108547940" sldId="22429"/>
            <ac:spMk id="106" creationId="{18650ACD-8CA1-3ADA-3C60-EF2A6AB227DC}"/>
          </ac:spMkLst>
        </pc:spChg>
        <pc:spChg chg="del">
          <ac:chgData name="Kozhikkalathil, Nishi" userId="0c188c74-8a9d-4d88-9364-0d549502a5b1" providerId="ADAL" clId="{8CBB90CA-6811-4CE8-970B-FF958FE64A88}" dt="2024-05-31T07:53:12.561" v="988" actId="478"/>
          <ac:spMkLst>
            <pc:docMk/>
            <pc:sldMk cId="3108547940" sldId="22429"/>
            <ac:spMk id="108" creationId="{11D9F1CD-88CD-9CD5-C2E5-1CE13BD682B5}"/>
          </ac:spMkLst>
        </pc:spChg>
        <pc:spChg chg="del">
          <ac:chgData name="Kozhikkalathil, Nishi" userId="0c188c74-8a9d-4d88-9364-0d549502a5b1" providerId="ADAL" clId="{8CBB90CA-6811-4CE8-970B-FF958FE64A88}" dt="2024-05-31T07:52:56.293" v="984" actId="478"/>
          <ac:spMkLst>
            <pc:docMk/>
            <pc:sldMk cId="3108547940" sldId="22429"/>
            <ac:spMk id="111" creationId="{117E5BDB-88AA-5760-319A-8C7C9990028B}"/>
          </ac:spMkLst>
        </pc:spChg>
        <pc:spChg chg="del">
          <ac:chgData name="Kozhikkalathil, Nishi" userId="0c188c74-8a9d-4d88-9364-0d549502a5b1" providerId="ADAL" clId="{8CBB90CA-6811-4CE8-970B-FF958FE64A88}" dt="2024-05-31T07:52:59.715" v="985" actId="478"/>
          <ac:spMkLst>
            <pc:docMk/>
            <pc:sldMk cId="3108547940" sldId="22429"/>
            <ac:spMk id="112" creationId="{CFBEBDA2-C4EB-B32D-A376-9BD19439A9E2}"/>
          </ac:spMkLst>
        </pc:spChg>
        <pc:spChg chg="del">
          <ac:chgData name="Kozhikkalathil, Nishi" userId="0c188c74-8a9d-4d88-9364-0d549502a5b1" providerId="ADAL" clId="{8CBB90CA-6811-4CE8-970B-FF958FE64A88}" dt="2024-05-31T07:53:14.361" v="989" actId="478"/>
          <ac:spMkLst>
            <pc:docMk/>
            <pc:sldMk cId="3108547940" sldId="22429"/>
            <ac:spMk id="113" creationId="{983E05DF-B0A2-8450-D123-5C1C32ACC4C7}"/>
          </ac:spMkLst>
        </pc:spChg>
        <pc:spChg chg="del">
          <ac:chgData name="Kozhikkalathil, Nishi" userId="0c188c74-8a9d-4d88-9364-0d549502a5b1" providerId="ADAL" clId="{8CBB90CA-6811-4CE8-970B-FF958FE64A88}" dt="2024-05-31T07:53:17.276" v="990" actId="478"/>
          <ac:spMkLst>
            <pc:docMk/>
            <pc:sldMk cId="3108547940" sldId="22429"/>
            <ac:spMk id="114" creationId="{C42534B0-81D8-273F-2399-2531B75DAE5B}"/>
          </ac:spMkLst>
        </pc:spChg>
        <pc:spChg chg="mod">
          <ac:chgData name="Kozhikkalathil, Nishi" userId="0c188c74-8a9d-4d88-9364-0d549502a5b1" providerId="ADAL" clId="{8CBB90CA-6811-4CE8-970B-FF958FE64A88}" dt="2024-05-31T09:01:52.587" v="1211" actId="1035"/>
          <ac:spMkLst>
            <pc:docMk/>
            <pc:sldMk cId="3108547940" sldId="22429"/>
            <ac:spMk id="115" creationId="{965B316B-CB06-A573-5BB4-05878B694CB9}"/>
          </ac:spMkLst>
        </pc:spChg>
        <pc:spChg chg="del">
          <ac:chgData name="Kozhikkalathil, Nishi" userId="0c188c74-8a9d-4d88-9364-0d549502a5b1" providerId="ADAL" clId="{8CBB90CA-6811-4CE8-970B-FF958FE64A88}" dt="2024-05-31T07:47:10.483" v="910" actId="478"/>
          <ac:spMkLst>
            <pc:docMk/>
            <pc:sldMk cId="3108547940" sldId="22429"/>
            <ac:spMk id="116" creationId="{2184D29C-C5F0-D9E8-78BD-9C8668C5430F}"/>
          </ac:spMkLst>
        </pc:spChg>
      </pc:sldChg>
      <pc:sldChg chg="modSp mod">
        <pc:chgData name="Kozhikkalathil, Nishi" userId="0c188c74-8a9d-4d88-9364-0d549502a5b1" providerId="ADAL" clId="{8CBB90CA-6811-4CE8-970B-FF958FE64A88}" dt="2024-05-31T07:26:40.040" v="450"/>
        <pc:sldMkLst>
          <pc:docMk/>
          <pc:sldMk cId="2198174340" sldId="2134806101"/>
        </pc:sldMkLst>
        <pc:spChg chg="mod">
          <ac:chgData name="Kozhikkalathil, Nishi" userId="0c188c74-8a9d-4d88-9364-0d549502a5b1" providerId="ADAL" clId="{8CBB90CA-6811-4CE8-970B-FF958FE64A88}" dt="2024-05-31T07:23:07.147" v="416" actId="20577"/>
          <ac:spMkLst>
            <pc:docMk/>
            <pc:sldMk cId="2198174340" sldId="2134806101"/>
            <ac:spMk id="17" creationId="{5EBAA700-F426-D0E6-A2F6-0F5405B99DFD}"/>
          </ac:spMkLst>
        </pc:spChg>
        <pc:graphicFrameChg chg="mod">
          <ac:chgData name="Kozhikkalathil, Nishi" userId="0c188c74-8a9d-4d88-9364-0d549502a5b1" providerId="ADAL" clId="{8CBB90CA-6811-4CE8-970B-FF958FE64A88}" dt="2024-05-31T07:26:34.491" v="447"/>
          <ac:graphicFrameMkLst>
            <pc:docMk/>
            <pc:sldMk cId="2198174340" sldId="2134806101"/>
            <ac:graphicFrameMk id="14" creationId="{57C47815-44FF-FCEA-C3AE-8001959A7873}"/>
          </ac:graphicFrameMkLst>
        </pc:graphicFrameChg>
        <pc:graphicFrameChg chg="mod">
          <ac:chgData name="Kozhikkalathil, Nishi" userId="0c188c74-8a9d-4d88-9364-0d549502a5b1" providerId="ADAL" clId="{8CBB90CA-6811-4CE8-970B-FF958FE64A88}" dt="2024-05-31T07:26:40.040" v="450"/>
          <ac:graphicFrameMkLst>
            <pc:docMk/>
            <pc:sldMk cId="2198174340" sldId="2134806101"/>
            <ac:graphicFrameMk id="19" creationId="{3FE3D29C-2F1C-6CF9-D1C3-B353F4BAFE86}"/>
          </ac:graphicFrameMkLst>
        </pc:graphicFrameChg>
      </pc:sldChg>
      <pc:sldChg chg="modSp mod">
        <pc:chgData name="Kozhikkalathil, Nishi" userId="0c188c74-8a9d-4d88-9364-0d549502a5b1" providerId="ADAL" clId="{8CBB90CA-6811-4CE8-970B-FF958FE64A88}" dt="2024-05-31T07:28:25.257" v="452" actId="207"/>
        <pc:sldMkLst>
          <pc:docMk/>
          <pc:sldMk cId="301473336" sldId="2147470956"/>
        </pc:sldMkLst>
        <pc:spChg chg="mod">
          <ac:chgData name="Kozhikkalathil, Nishi" userId="0c188c74-8a9d-4d88-9364-0d549502a5b1" providerId="ADAL" clId="{8CBB90CA-6811-4CE8-970B-FF958FE64A88}" dt="2024-05-31T07:28:16.404" v="451" actId="207"/>
          <ac:spMkLst>
            <pc:docMk/>
            <pc:sldMk cId="301473336" sldId="2147470956"/>
            <ac:spMk id="7" creationId="{D58EE1D1-8AD8-A80D-22BB-ED6964686E1A}"/>
          </ac:spMkLst>
        </pc:spChg>
        <pc:spChg chg="mod">
          <ac:chgData name="Kozhikkalathil, Nishi" userId="0c188c74-8a9d-4d88-9364-0d549502a5b1" providerId="ADAL" clId="{8CBB90CA-6811-4CE8-970B-FF958FE64A88}" dt="2024-05-31T07:28:25.257" v="452" actId="207"/>
          <ac:spMkLst>
            <pc:docMk/>
            <pc:sldMk cId="301473336" sldId="2147470956"/>
            <ac:spMk id="13" creationId="{61D8977B-7A78-66B9-A4AD-FBC5E9BA382B}"/>
          </ac:spMkLst>
        </pc:spChg>
      </pc:sldChg>
      <pc:sldChg chg="addSp delSp modSp mod">
        <pc:chgData name="Kozhikkalathil, Nishi" userId="0c188c74-8a9d-4d88-9364-0d549502a5b1" providerId="ADAL" clId="{8CBB90CA-6811-4CE8-970B-FF958FE64A88}" dt="2024-05-31T03:32:52.615" v="384" actId="20577"/>
        <pc:sldMkLst>
          <pc:docMk/>
          <pc:sldMk cId="1089217732" sldId="2147470957"/>
        </pc:sldMkLst>
        <pc:spChg chg="mod">
          <ac:chgData name="Kozhikkalathil, Nishi" userId="0c188c74-8a9d-4d88-9364-0d549502a5b1" providerId="ADAL" clId="{8CBB90CA-6811-4CE8-970B-FF958FE64A88}" dt="2024-05-31T03:32:52.615" v="384" actId="20577"/>
          <ac:spMkLst>
            <pc:docMk/>
            <pc:sldMk cId="1089217732" sldId="2147470957"/>
            <ac:spMk id="4" creationId="{114474FE-78BC-D3ED-A8DF-F2B7D3A28B7A}"/>
          </ac:spMkLst>
        </pc:spChg>
        <pc:spChg chg="del mod">
          <ac:chgData name="Kozhikkalathil, Nishi" userId="0c188c74-8a9d-4d88-9364-0d549502a5b1" providerId="ADAL" clId="{8CBB90CA-6811-4CE8-970B-FF958FE64A88}" dt="2024-05-31T03:29:57.756" v="309" actId="478"/>
          <ac:spMkLst>
            <pc:docMk/>
            <pc:sldMk cId="1089217732" sldId="2147470957"/>
            <ac:spMk id="9" creationId="{6B1F0B2C-1079-A938-EC1F-D8A40D0EB412}"/>
          </ac:spMkLst>
        </pc:spChg>
        <pc:picChg chg="del">
          <ac:chgData name="Kozhikkalathil, Nishi" userId="0c188c74-8a9d-4d88-9364-0d549502a5b1" providerId="ADAL" clId="{8CBB90CA-6811-4CE8-970B-FF958FE64A88}" dt="2024-05-31T03:22:34.443" v="11" actId="478"/>
          <ac:picMkLst>
            <pc:docMk/>
            <pc:sldMk cId="1089217732" sldId="2147470957"/>
            <ac:picMk id="3" creationId="{064EA13D-AA39-5768-93A7-3323114039C3}"/>
          </ac:picMkLst>
        </pc:picChg>
        <pc:picChg chg="add del mod">
          <ac:chgData name="Kozhikkalathil, Nishi" userId="0c188c74-8a9d-4d88-9364-0d549502a5b1" providerId="ADAL" clId="{8CBB90CA-6811-4CE8-970B-FF958FE64A88}" dt="2024-05-31T03:15:04.882" v="10" actId="478"/>
          <ac:picMkLst>
            <pc:docMk/>
            <pc:sldMk cId="1089217732" sldId="2147470957"/>
            <ac:picMk id="6" creationId="{F551A0CD-2650-AA25-94D3-54B6BB40CA20}"/>
          </ac:picMkLst>
        </pc:picChg>
        <pc:picChg chg="add mod">
          <ac:chgData name="Kozhikkalathil, Nishi" userId="0c188c74-8a9d-4d88-9364-0d549502a5b1" providerId="ADAL" clId="{8CBB90CA-6811-4CE8-970B-FF958FE64A88}" dt="2024-05-31T03:23:06.887" v="22" actId="1076"/>
          <ac:picMkLst>
            <pc:docMk/>
            <pc:sldMk cId="1089217732" sldId="2147470957"/>
            <ac:picMk id="8" creationId="{022EDA01-ADA9-F4A3-D632-8A5ED84EC756}"/>
          </ac:picMkLst>
        </pc:picChg>
        <pc:picChg chg="add mod">
          <ac:chgData name="Kozhikkalathil, Nishi" userId="0c188c74-8a9d-4d88-9364-0d549502a5b1" providerId="ADAL" clId="{8CBB90CA-6811-4CE8-970B-FF958FE64A88}" dt="2024-05-31T03:23:11.196" v="35" actId="1035"/>
          <ac:picMkLst>
            <pc:docMk/>
            <pc:sldMk cId="1089217732" sldId="2147470957"/>
            <ac:picMk id="11" creationId="{A7BEE95B-55C1-6190-5783-96C1D8D27953}"/>
          </ac:picMkLst>
        </pc:picChg>
      </pc:sldChg>
      <pc:sldChg chg="modSp mod">
        <pc:chgData name="Kozhikkalathil, Nishi" userId="0c188c74-8a9d-4d88-9364-0d549502a5b1" providerId="ADAL" clId="{8CBB90CA-6811-4CE8-970B-FF958FE64A88}" dt="2024-05-31T07:25:02.918" v="435" actId="207"/>
        <pc:sldMkLst>
          <pc:docMk/>
          <pc:sldMk cId="474156820" sldId="2147470971"/>
        </pc:sldMkLst>
        <pc:spChg chg="mod">
          <ac:chgData name="Kozhikkalathil, Nishi" userId="0c188c74-8a9d-4d88-9364-0d549502a5b1" providerId="ADAL" clId="{8CBB90CA-6811-4CE8-970B-FF958FE64A88}" dt="2024-05-31T07:24:14.613" v="426" actId="207"/>
          <ac:spMkLst>
            <pc:docMk/>
            <pc:sldMk cId="474156820" sldId="2147470971"/>
            <ac:spMk id="3" creationId="{D3CF698F-3C73-8C54-0CD7-E7C3228E8278}"/>
          </ac:spMkLst>
        </pc:spChg>
        <pc:spChg chg="mod">
          <ac:chgData name="Kozhikkalathil, Nishi" userId="0c188c74-8a9d-4d88-9364-0d549502a5b1" providerId="ADAL" clId="{8CBB90CA-6811-4CE8-970B-FF958FE64A88}" dt="2024-05-31T07:24:41.110" v="430" actId="207"/>
          <ac:spMkLst>
            <pc:docMk/>
            <pc:sldMk cId="474156820" sldId="2147470971"/>
            <ac:spMk id="4" creationId="{4F879CF1-1627-90C6-8451-B1BD680C7DC4}"/>
          </ac:spMkLst>
        </pc:spChg>
        <pc:spChg chg="mod">
          <ac:chgData name="Kozhikkalathil, Nishi" userId="0c188c74-8a9d-4d88-9364-0d549502a5b1" providerId="ADAL" clId="{8CBB90CA-6811-4CE8-970B-FF958FE64A88}" dt="2024-05-31T07:24:23.909" v="427" actId="207"/>
          <ac:spMkLst>
            <pc:docMk/>
            <pc:sldMk cId="474156820" sldId="2147470971"/>
            <ac:spMk id="5" creationId="{6F0DC44B-191E-E3DB-D61C-54BDB3A84876}"/>
          </ac:spMkLst>
        </pc:spChg>
        <pc:spChg chg="mod">
          <ac:chgData name="Kozhikkalathil, Nishi" userId="0c188c74-8a9d-4d88-9364-0d549502a5b1" providerId="ADAL" clId="{8CBB90CA-6811-4CE8-970B-FF958FE64A88}" dt="2024-05-31T07:24:46.552" v="431" actId="207"/>
          <ac:spMkLst>
            <pc:docMk/>
            <pc:sldMk cId="474156820" sldId="2147470971"/>
            <ac:spMk id="11" creationId="{00000000-0000-0000-0000-000000000000}"/>
          </ac:spMkLst>
        </pc:spChg>
        <pc:spChg chg="mod">
          <ac:chgData name="Kozhikkalathil, Nishi" userId="0c188c74-8a9d-4d88-9364-0d549502a5b1" providerId="ADAL" clId="{8CBB90CA-6811-4CE8-970B-FF958FE64A88}" dt="2024-05-31T07:24:54.967" v="433" actId="207"/>
          <ac:spMkLst>
            <pc:docMk/>
            <pc:sldMk cId="474156820" sldId="2147470971"/>
            <ac:spMk id="12" creationId="{00000000-0000-0000-0000-000000000000}"/>
          </ac:spMkLst>
        </pc:spChg>
        <pc:spChg chg="mod">
          <ac:chgData name="Kozhikkalathil, Nishi" userId="0c188c74-8a9d-4d88-9364-0d549502a5b1" providerId="ADAL" clId="{8CBB90CA-6811-4CE8-970B-FF958FE64A88}" dt="2024-05-31T07:24:59.156" v="434" actId="207"/>
          <ac:spMkLst>
            <pc:docMk/>
            <pc:sldMk cId="474156820" sldId="2147470971"/>
            <ac:spMk id="15" creationId="{9EEE3830-FC60-0558-13EB-F5847C597475}"/>
          </ac:spMkLst>
        </pc:spChg>
        <pc:spChg chg="mod">
          <ac:chgData name="Kozhikkalathil, Nishi" userId="0c188c74-8a9d-4d88-9364-0d549502a5b1" providerId="ADAL" clId="{8CBB90CA-6811-4CE8-970B-FF958FE64A88}" dt="2024-05-31T07:24:31.902" v="428" actId="207"/>
          <ac:spMkLst>
            <pc:docMk/>
            <pc:sldMk cId="474156820" sldId="2147470971"/>
            <ac:spMk id="17" creationId="{8ED0368B-7EDB-8519-5F3F-345A9D60A877}"/>
          </ac:spMkLst>
        </pc:spChg>
        <pc:spChg chg="mod">
          <ac:chgData name="Kozhikkalathil, Nishi" userId="0c188c74-8a9d-4d88-9364-0d549502a5b1" providerId="ADAL" clId="{8CBB90CA-6811-4CE8-970B-FF958FE64A88}" dt="2024-05-31T07:24:50.505" v="432" actId="207"/>
          <ac:spMkLst>
            <pc:docMk/>
            <pc:sldMk cId="474156820" sldId="2147470971"/>
            <ac:spMk id="23" creationId="{2A1E4400-8FB0-3B82-6A59-7A39252AE444}"/>
          </ac:spMkLst>
        </pc:spChg>
        <pc:spChg chg="mod">
          <ac:chgData name="Kozhikkalathil, Nishi" userId="0c188c74-8a9d-4d88-9364-0d549502a5b1" providerId="ADAL" clId="{8CBB90CA-6811-4CE8-970B-FF958FE64A88}" dt="2024-05-31T07:24:35.773" v="429" actId="207"/>
          <ac:spMkLst>
            <pc:docMk/>
            <pc:sldMk cId="474156820" sldId="2147470971"/>
            <ac:spMk id="25" creationId="{00000000-0000-0000-0000-000000000000}"/>
          </ac:spMkLst>
        </pc:spChg>
        <pc:spChg chg="mod">
          <ac:chgData name="Kozhikkalathil, Nishi" userId="0c188c74-8a9d-4d88-9364-0d549502a5b1" providerId="ADAL" clId="{8CBB90CA-6811-4CE8-970B-FF958FE64A88}" dt="2024-05-31T07:25:02.918" v="435" actId="207"/>
          <ac:spMkLst>
            <pc:docMk/>
            <pc:sldMk cId="474156820" sldId="2147470971"/>
            <ac:spMk id="40" creationId="{94C8F757-9972-5B1C-EA9D-9EA292BD0789}"/>
          </ac:spMkLst>
        </pc:spChg>
        <pc:grpChg chg="mod">
          <ac:chgData name="Kozhikkalathil, Nishi" userId="0c188c74-8a9d-4d88-9364-0d549502a5b1" providerId="ADAL" clId="{8CBB90CA-6811-4CE8-970B-FF958FE64A88}" dt="2024-05-31T07:22:11.638" v="413" actId="207"/>
          <ac:grpSpMkLst>
            <pc:docMk/>
            <pc:sldMk cId="474156820" sldId="2147470971"/>
            <ac:grpSpMk id="7" creationId="{00000000-0000-0000-0000-000000000000}"/>
          </ac:grpSpMkLst>
        </pc:grpChg>
      </pc:sldChg>
      <pc:sldChg chg="modSp">
        <pc:chgData name="Kozhikkalathil, Nishi" userId="0c188c74-8a9d-4d88-9364-0d549502a5b1" providerId="ADAL" clId="{8CBB90CA-6811-4CE8-970B-FF958FE64A88}" dt="2024-05-31T08:00:53.264" v="1098" actId="207"/>
        <pc:sldMkLst>
          <pc:docMk/>
          <pc:sldMk cId="2494671928" sldId="2147470985"/>
        </pc:sldMkLst>
        <pc:graphicFrameChg chg="mod">
          <ac:chgData name="Kozhikkalathil, Nishi" userId="0c188c74-8a9d-4d88-9364-0d549502a5b1" providerId="ADAL" clId="{8CBB90CA-6811-4CE8-970B-FF958FE64A88}" dt="2024-05-31T08:00:53.264" v="1098" actId="207"/>
          <ac:graphicFrameMkLst>
            <pc:docMk/>
            <pc:sldMk cId="2494671928" sldId="2147470985"/>
            <ac:graphicFrameMk id="4" creationId="{1D3E1B60-69AA-E663-E7ED-1F3A46F04B81}"/>
          </ac:graphicFrameMkLst>
        </pc:graphicFrameChg>
      </pc:sldChg>
      <pc:sldChg chg="modSp">
        <pc:chgData name="Kozhikkalathil, Nishi" userId="0c188c74-8a9d-4d88-9364-0d549502a5b1" providerId="ADAL" clId="{8CBB90CA-6811-4CE8-970B-FF958FE64A88}" dt="2024-05-31T07:19:12.630" v="390"/>
        <pc:sldMkLst>
          <pc:docMk/>
          <pc:sldMk cId="952140705" sldId="2147471002"/>
        </pc:sldMkLst>
        <pc:graphicFrameChg chg="mod">
          <ac:chgData name="Kozhikkalathil, Nishi" userId="0c188c74-8a9d-4d88-9364-0d549502a5b1" providerId="ADAL" clId="{8CBB90CA-6811-4CE8-970B-FF958FE64A88}" dt="2024-05-31T07:19:12.630" v="390"/>
          <ac:graphicFrameMkLst>
            <pc:docMk/>
            <pc:sldMk cId="952140705" sldId="2147471002"/>
            <ac:graphicFrameMk id="2" creationId="{3218B2C2-7C18-0BCC-7C12-643170EC123A}"/>
          </ac:graphicFrameMkLst>
        </pc:graphicFrameChg>
      </pc:sldChg>
    </pc:docChg>
  </pc:docChgLst>
  <pc:docChgLst>
    <pc:chgData name="King, Dianne (IM&amp;T, Clayton)" userId="S::kin293@csiro.au::3fa97433-aef5-418a-a784-4a9bb0b21088" providerId="AD" clId="Web-{3CFD543C-6CC3-4DFF-A255-A45F6A2E422A}"/>
    <pc:docChg chg="modSld">
      <pc:chgData name="King, Dianne (IM&amp;T, Clayton)" userId="S::kin293@csiro.au::3fa97433-aef5-418a-a784-4a9bb0b21088" providerId="AD" clId="Web-{3CFD543C-6CC3-4DFF-A255-A45F6A2E422A}" dt="2023-07-20T04:53:03.733" v="7"/>
      <pc:docMkLst>
        <pc:docMk/>
      </pc:docMkLst>
      <pc:sldChg chg="modSp">
        <pc:chgData name="King, Dianne (IM&amp;T, Clayton)" userId="S::kin293@csiro.au::3fa97433-aef5-418a-a784-4a9bb0b21088" providerId="AD" clId="Web-{3CFD543C-6CC3-4DFF-A255-A45F6A2E422A}" dt="2023-07-20T04:49:54.809" v="1"/>
        <pc:sldMkLst>
          <pc:docMk/>
          <pc:sldMk cId="2489848618" sldId="438"/>
        </pc:sldMkLst>
        <pc:picChg chg="mod">
          <ac:chgData name="King, Dianne (IM&amp;T, Clayton)" userId="S::kin293@csiro.au::3fa97433-aef5-418a-a784-4a9bb0b21088" providerId="AD" clId="Web-{3CFD543C-6CC3-4DFF-A255-A45F6A2E422A}" dt="2023-07-20T04:49:54.809" v="1"/>
          <ac:picMkLst>
            <pc:docMk/>
            <pc:sldMk cId="2489848618" sldId="438"/>
            <ac:picMk id="9" creationId="{8AE217B3-3441-DC52-6727-F15009576894}"/>
          </ac:picMkLst>
        </pc:picChg>
      </pc:sldChg>
      <pc:sldChg chg="modSp">
        <pc:chgData name="King, Dianne (IM&amp;T, Clayton)" userId="S::kin293@csiro.au::3fa97433-aef5-418a-a784-4a9bb0b21088" providerId="AD" clId="Web-{3CFD543C-6CC3-4DFF-A255-A45F6A2E422A}" dt="2023-07-20T04:53:03.733" v="7"/>
        <pc:sldMkLst>
          <pc:docMk/>
          <pc:sldMk cId="613955024" sldId="445"/>
        </pc:sldMkLst>
        <pc:picChg chg="mod">
          <ac:chgData name="King, Dianne (IM&amp;T, Clayton)" userId="S::kin293@csiro.au::3fa97433-aef5-418a-a784-4a9bb0b21088" providerId="AD" clId="Web-{3CFD543C-6CC3-4DFF-A255-A45F6A2E422A}" dt="2023-07-20T04:53:03.733" v="7"/>
          <ac:picMkLst>
            <pc:docMk/>
            <pc:sldMk cId="613955024" sldId="445"/>
            <ac:picMk id="8" creationId="{61BC722C-FCBD-01E6-A75C-4B10ECAF2642}"/>
          </ac:picMkLst>
        </pc:picChg>
      </pc:sldChg>
      <pc:sldChg chg="modSp mod modClrScheme chgLayout">
        <pc:chgData name="King, Dianne (IM&amp;T, Clayton)" userId="S::kin293@csiro.au::3fa97433-aef5-418a-a784-4a9bb0b21088" providerId="AD" clId="Web-{3CFD543C-6CC3-4DFF-A255-A45F6A2E422A}" dt="2023-07-20T04:51:04.356" v="5"/>
        <pc:sldMkLst>
          <pc:docMk/>
          <pc:sldMk cId="148293674" sldId="446"/>
        </pc:sldMkLst>
        <pc:spChg chg="mod">
          <ac:chgData name="King, Dianne (IM&amp;T, Clayton)" userId="S::kin293@csiro.au::3fa97433-aef5-418a-a784-4a9bb0b21088" providerId="AD" clId="Web-{3CFD543C-6CC3-4DFF-A255-A45F6A2E422A}" dt="2023-07-20T04:51:04.356" v="4"/>
          <ac:spMkLst>
            <pc:docMk/>
            <pc:sldMk cId="148293674" sldId="446"/>
            <ac:spMk id="7" creationId="{46041617-CC00-FEB9-C09C-3F417B15AB39}"/>
          </ac:spMkLst>
        </pc:spChg>
        <pc:picChg chg="mod">
          <ac:chgData name="King, Dianne (IM&amp;T, Clayton)" userId="S::kin293@csiro.au::3fa97433-aef5-418a-a784-4a9bb0b21088" providerId="AD" clId="Web-{3CFD543C-6CC3-4DFF-A255-A45F6A2E422A}" dt="2023-07-20T04:51:04.356" v="5"/>
          <ac:picMkLst>
            <pc:docMk/>
            <pc:sldMk cId="148293674" sldId="446"/>
            <ac:picMk id="10" creationId="{6C0E60B6-080F-9EE6-5CBA-310EDBAE2E35}"/>
          </ac:picMkLst>
        </pc:picChg>
      </pc:sldChg>
      <pc:sldChg chg="modSp">
        <pc:chgData name="King, Dianne (IM&amp;T, Clayton)" userId="S::kin293@csiro.au::3fa97433-aef5-418a-a784-4a9bb0b21088" providerId="AD" clId="Web-{3CFD543C-6CC3-4DFF-A255-A45F6A2E422A}" dt="2023-07-20T04:51:42.763" v="6"/>
        <pc:sldMkLst>
          <pc:docMk/>
          <pc:sldMk cId="245211525" sldId="447"/>
        </pc:sldMkLst>
        <pc:picChg chg="mod">
          <ac:chgData name="King, Dianne (IM&amp;T, Clayton)" userId="S::kin293@csiro.au::3fa97433-aef5-418a-a784-4a9bb0b21088" providerId="AD" clId="Web-{3CFD543C-6CC3-4DFF-A255-A45F6A2E422A}" dt="2023-07-20T04:51:42.763" v="6"/>
          <ac:picMkLst>
            <pc:docMk/>
            <pc:sldMk cId="245211525" sldId="447"/>
            <ac:picMk id="10" creationId="{6C0E60B6-080F-9EE6-5CBA-310EDBAE2E35}"/>
          </ac:picMkLst>
        </pc:picChg>
      </pc:sldChg>
    </pc:docChg>
  </pc:docChgLst>
  <pc:docChgLst>
    <pc:chgData name="Bohm, Tracy" userId="S::tracy.bohm_thermofisher.com#ext#@csiroau.onmicrosoft.com::b761b071-5505-427a-a40c-1665d3f62e82" providerId="AD" clId="Web-{2F072C87-CF9C-D12E-2AEE-21CDCC3F61A7}"/>
    <pc:docChg chg="addSld modSld sldOrd addMainMaster">
      <pc:chgData name="Bohm, Tracy" userId="S::tracy.bohm_thermofisher.com#ext#@csiroau.onmicrosoft.com::b761b071-5505-427a-a40c-1665d3f62e82" providerId="AD" clId="Web-{2F072C87-CF9C-D12E-2AEE-21CDCC3F61A7}" dt="2023-07-21T03:12:45.695" v="53"/>
      <pc:docMkLst>
        <pc:docMk/>
      </pc:docMkLst>
      <pc:sldChg chg="modSp">
        <pc:chgData name="Bohm, Tracy" userId="S::tracy.bohm_thermofisher.com#ext#@csiroau.onmicrosoft.com::b761b071-5505-427a-a40c-1665d3f62e82" providerId="AD" clId="Web-{2F072C87-CF9C-D12E-2AEE-21CDCC3F61A7}" dt="2023-07-21T03:09:05.891" v="52" actId="20577"/>
        <pc:sldMkLst>
          <pc:docMk/>
          <pc:sldMk cId="1127582349" sldId="424"/>
        </pc:sldMkLst>
        <pc:spChg chg="mod">
          <ac:chgData name="Bohm, Tracy" userId="S::tracy.bohm_thermofisher.com#ext#@csiroau.onmicrosoft.com::b761b071-5505-427a-a40c-1665d3f62e82" providerId="AD" clId="Web-{2F072C87-CF9C-D12E-2AEE-21CDCC3F61A7}" dt="2023-07-21T03:09:05.891" v="52" actId="20577"/>
          <ac:spMkLst>
            <pc:docMk/>
            <pc:sldMk cId="1127582349" sldId="424"/>
            <ac:spMk id="9" creationId="{F4D517CB-F07C-6A9A-2DFF-D5ADCB16E918}"/>
          </ac:spMkLst>
        </pc:spChg>
      </pc:sldChg>
      <pc:sldChg chg="add ord">
        <pc:chgData name="Bohm, Tracy" userId="S::tracy.bohm_thermofisher.com#ext#@csiroau.onmicrosoft.com::b761b071-5505-427a-a40c-1665d3f62e82" providerId="AD" clId="Web-{2F072C87-CF9C-D12E-2AEE-21CDCC3F61A7}" dt="2023-07-21T03:12:45.695" v="53"/>
        <pc:sldMkLst>
          <pc:docMk/>
          <pc:sldMk cId="2046279489" sldId="2147470925"/>
        </pc:sldMkLst>
      </pc:sldChg>
      <pc:sldChg chg="add">
        <pc:chgData name="Bohm, Tracy" userId="S::tracy.bohm_thermofisher.com#ext#@csiroau.onmicrosoft.com::b761b071-5505-427a-a40c-1665d3f62e82" providerId="AD" clId="Web-{2F072C87-CF9C-D12E-2AEE-21CDCC3F61A7}" dt="2023-07-21T02:39:20.556" v="1"/>
        <pc:sldMkLst>
          <pc:docMk/>
          <pc:sldMk cId="1240524942" sldId="2147470926"/>
        </pc:sldMkLst>
      </pc:sldChg>
      <pc:sldChg chg="add">
        <pc:chgData name="Bohm, Tracy" userId="S::tracy.bohm_thermofisher.com#ext#@csiroau.onmicrosoft.com::b761b071-5505-427a-a40c-1665d3f62e82" providerId="AD" clId="Web-{2F072C87-CF9C-D12E-2AEE-21CDCC3F61A7}" dt="2023-07-21T02:39:20.822" v="2"/>
        <pc:sldMkLst>
          <pc:docMk/>
          <pc:sldMk cId="1478236237" sldId="2147470927"/>
        </pc:sldMkLst>
      </pc:sldChg>
      <pc:sldChg chg="add">
        <pc:chgData name="Bohm, Tracy" userId="S::tracy.bohm_thermofisher.com#ext#@csiroau.onmicrosoft.com::b761b071-5505-427a-a40c-1665d3f62e82" providerId="AD" clId="Web-{2F072C87-CF9C-D12E-2AEE-21CDCC3F61A7}" dt="2023-07-21T02:39:21.088" v="3"/>
        <pc:sldMkLst>
          <pc:docMk/>
          <pc:sldMk cId="3735410855" sldId="2147470928"/>
        </pc:sldMkLst>
      </pc:sldChg>
      <pc:sldChg chg="add">
        <pc:chgData name="Bohm, Tracy" userId="S::tracy.bohm_thermofisher.com#ext#@csiroau.onmicrosoft.com::b761b071-5505-427a-a40c-1665d3f62e82" providerId="AD" clId="Web-{2F072C87-CF9C-D12E-2AEE-21CDCC3F61A7}" dt="2023-07-21T02:39:21.431" v="4"/>
        <pc:sldMkLst>
          <pc:docMk/>
          <pc:sldMk cId="3604554159" sldId="2147470929"/>
        </pc:sldMkLst>
      </pc:sldChg>
      <pc:sldChg chg="add">
        <pc:chgData name="Bohm, Tracy" userId="S::tracy.bohm_thermofisher.com#ext#@csiroau.onmicrosoft.com::b761b071-5505-427a-a40c-1665d3f62e82" providerId="AD" clId="Web-{2F072C87-CF9C-D12E-2AEE-21CDCC3F61A7}" dt="2023-07-21T02:39:21.619" v="5"/>
        <pc:sldMkLst>
          <pc:docMk/>
          <pc:sldMk cId="177925252" sldId="2147470930"/>
        </pc:sldMkLst>
      </pc:sldChg>
      <pc:sldChg chg="add">
        <pc:chgData name="Bohm, Tracy" userId="S::tracy.bohm_thermofisher.com#ext#@csiroau.onmicrosoft.com::b761b071-5505-427a-a40c-1665d3f62e82" providerId="AD" clId="Web-{2F072C87-CF9C-D12E-2AEE-21CDCC3F61A7}" dt="2023-07-21T02:39:21.806" v="6"/>
        <pc:sldMkLst>
          <pc:docMk/>
          <pc:sldMk cId="2836883608" sldId="2147470931"/>
        </pc:sldMkLst>
      </pc:sldChg>
      <pc:sldChg chg="add">
        <pc:chgData name="Bohm, Tracy" userId="S::tracy.bohm_thermofisher.com#ext#@csiroau.onmicrosoft.com::b761b071-5505-427a-a40c-1665d3f62e82" providerId="AD" clId="Web-{2F072C87-CF9C-D12E-2AEE-21CDCC3F61A7}" dt="2023-07-21T02:39:22.041" v="7"/>
        <pc:sldMkLst>
          <pc:docMk/>
          <pc:sldMk cId="3985697816" sldId="2147470932"/>
        </pc:sldMkLst>
      </pc:sldChg>
      <pc:sldChg chg="add">
        <pc:chgData name="Bohm, Tracy" userId="S::tracy.bohm_thermofisher.com#ext#@csiroau.onmicrosoft.com::b761b071-5505-427a-a40c-1665d3f62e82" providerId="AD" clId="Web-{2F072C87-CF9C-D12E-2AEE-21CDCC3F61A7}" dt="2023-07-21T02:39:22.244" v="8"/>
        <pc:sldMkLst>
          <pc:docMk/>
          <pc:sldMk cId="2487879742" sldId="2147470933"/>
        </pc:sldMkLst>
      </pc:sldChg>
      <pc:sldChg chg="add">
        <pc:chgData name="Bohm, Tracy" userId="S::tracy.bohm_thermofisher.com#ext#@csiroau.onmicrosoft.com::b761b071-5505-427a-a40c-1665d3f62e82" providerId="AD" clId="Web-{2F072C87-CF9C-D12E-2AEE-21CDCC3F61A7}" dt="2023-07-21T02:39:22.666" v="9"/>
        <pc:sldMkLst>
          <pc:docMk/>
          <pc:sldMk cId="4164505087" sldId="2147470934"/>
        </pc:sldMkLst>
      </pc:sldChg>
      <pc:sldChg chg="add">
        <pc:chgData name="Bohm, Tracy" userId="S::tracy.bohm_thermofisher.com#ext#@csiroau.onmicrosoft.com::b761b071-5505-427a-a40c-1665d3f62e82" providerId="AD" clId="Web-{2F072C87-CF9C-D12E-2AEE-21CDCC3F61A7}" dt="2023-07-21T02:39:23.088" v="10"/>
        <pc:sldMkLst>
          <pc:docMk/>
          <pc:sldMk cId="2216059393" sldId="2147470935"/>
        </pc:sldMkLst>
      </pc:sldChg>
      <pc:sldChg chg="add">
        <pc:chgData name="Bohm, Tracy" userId="S::tracy.bohm_thermofisher.com#ext#@csiroau.onmicrosoft.com::b761b071-5505-427a-a40c-1665d3f62e82" providerId="AD" clId="Web-{2F072C87-CF9C-D12E-2AEE-21CDCC3F61A7}" dt="2023-07-21T02:39:23.353" v="11"/>
        <pc:sldMkLst>
          <pc:docMk/>
          <pc:sldMk cId="2398852912" sldId="2147470936"/>
        </pc:sldMkLst>
      </pc:sldChg>
      <pc:sldChg chg="add ord">
        <pc:chgData name="Bohm, Tracy" userId="S::tracy.bohm_thermofisher.com#ext#@csiroau.onmicrosoft.com::b761b071-5505-427a-a40c-1665d3f62e82" providerId="AD" clId="Web-{2F072C87-CF9C-D12E-2AEE-21CDCC3F61A7}" dt="2023-07-21T03:06:10.510" v="47"/>
        <pc:sldMkLst>
          <pc:docMk/>
          <pc:sldMk cId="341373168" sldId="2147470937"/>
        </pc:sldMkLst>
      </pc:sldChg>
      <pc:sldChg chg="add">
        <pc:chgData name="Bohm, Tracy" userId="S::tracy.bohm_thermofisher.com#ext#@csiroau.onmicrosoft.com::b761b071-5505-427a-a40c-1665d3f62e82" providerId="AD" clId="Web-{2F072C87-CF9C-D12E-2AEE-21CDCC3F61A7}" dt="2023-07-21T02:39:24.041" v="13"/>
        <pc:sldMkLst>
          <pc:docMk/>
          <pc:sldMk cId="3397362257" sldId="2147470938"/>
        </pc:sldMkLst>
      </pc:sldChg>
      <pc:sldChg chg="new">
        <pc:chgData name="Bohm, Tracy" userId="S::tracy.bohm_thermofisher.com#ext#@csiroau.onmicrosoft.com::b761b071-5505-427a-a40c-1665d3f62e82" providerId="AD" clId="Web-{2F072C87-CF9C-D12E-2AEE-21CDCC3F61A7}" dt="2023-07-21T03:03:06.317" v="14"/>
        <pc:sldMkLst>
          <pc:docMk/>
          <pc:sldMk cId="3790331534" sldId="2147470939"/>
        </pc:sldMkLst>
      </pc:sldChg>
      <pc:sldMasterChg chg="add addSldLayout">
        <pc:chgData name="Bohm, Tracy" userId="S::tracy.bohm_thermofisher.com#ext#@csiroau.onmicrosoft.com::b761b071-5505-427a-a40c-1665d3f62e82" providerId="AD" clId="Web-{2F072C87-CF9C-D12E-2AEE-21CDCC3F61A7}" dt="2023-07-21T02:39:24.041" v="13"/>
        <pc:sldMasterMkLst>
          <pc:docMk/>
          <pc:sldMasterMk cId="1448471911" sldId="2147484069"/>
        </pc:sldMasterMkLst>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084515562" sldId="2147484070"/>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983326759" sldId="2147484071"/>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4023333259" sldId="2147484072"/>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773343286" sldId="2147484073"/>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70651362" sldId="2147484074"/>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437374077" sldId="2147484075"/>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986909660" sldId="2147484076"/>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105470337" sldId="2147484077"/>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066290302" sldId="2147484078"/>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84612088" sldId="2147484079"/>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906191695" sldId="2147484080"/>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720881759" sldId="2147484081"/>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944309182" sldId="2147484082"/>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652599223" sldId="2147484083"/>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305361603" sldId="2147484084"/>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244215997" sldId="2147484085"/>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988507268" sldId="2147484086"/>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636752787" sldId="2147484088"/>
          </pc:sldLayoutMkLst>
        </pc:sldLayoutChg>
        <pc:sldLayoutChg chg="add">
          <pc:chgData name="Bohm, Tracy" userId="S::tracy.bohm_thermofisher.com#ext#@csiroau.onmicrosoft.com::b761b071-5505-427a-a40c-1665d3f62e82" providerId="AD" clId="Web-{2F072C87-CF9C-D12E-2AEE-21CDCC3F61A7}" dt="2023-07-21T02:39:20.556" v="1"/>
          <pc:sldLayoutMkLst>
            <pc:docMk/>
            <pc:sldMasterMk cId="1448471911" sldId="2147484069"/>
            <pc:sldLayoutMk cId="1084515562" sldId="2147484089"/>
          </pc:sldLayoutMkLst>
        </pc:sldLayoutChg>
        <pc:sldLayoutChg chg="add">
          <pc:chgData name="Bohm, Tracy" userId="S::tracy.bohm_thermofisher.com#ext#@csiroau.onmicrosoft.com::b761b071-5505-427a-a40c-1665d3f62e82" providerId="AD" clId="Web-{2F072C87-CF9C-D12E-2AEE-21CDCC3F61A7}" dt="2023-07-21T02:39:20.822" v="2"/>
          <pc:sldLayoutMkLst>
            <pc:docMk/>
            <pc:sldMasterMk cId="1448471911" sldId="2147484069"/>
            <pc:sldLayoutMk cId="1084515562" sldId="2147484090"/>
          </pc:sldLayoutMkLst>
        </pc:sldLayoutChg>
        <pc:sldLayoutChg chg="add">
          <pc:chgData name="Bohm, Tracy" userId="S::tracy.bohm_thermofisher.com#ext#@csiroau.onmicrosoft.com::b761b071-5505-427a-a40c-1665d3f62e82" providerId="AD" clId="Web-{2F072C87-CF9C-D12E-2AEE-21CDCC3F61A7}" dt="2023-07-21T02:39:21.088" v="3"/>
          <pc:sldLayoutMkLst>
            <pc:docMk/>
            <pc:sldMasterMk cId="1448471911" sldId="2147484069"/>
            <pc:sldLayoutMk cId="1084515562" sldId="2147484091"/>
          </pc:sldLayoutMkLst>
        </pc:sldLayoutChg>
        <pc:sldLayoutChg chg="add">
          <pc:chgData name="Bohm, Tracy" userId="S::tracy.bohm_thermofisher.com#ext#@csiroau.onmicrosoft.com::b761b071-5505-427a-a40c-1665d3f62e82" providerId="AD" clId="Web-{2F072C87-CF9C-D12E-2AEE-21CDCC3F61A7}" dt="2023-07-21T02:39:21.431" v="4"/>
          <pc:sldLayoutMkLst>
            <pc:docMk/>
            <pc:sldMasterMk cId="1448471911" sldId="2147484069"/>
            <pc:sldLayoutMk cId="1084515562" sldId="2147484092"/>
          </pc:sldLayoutMkLst>
        </pc:sldLayoutChg>
        <pc:sldLayoutChg chg="add">
          <pc:chgData name="Bohm, Tracy" userId="S::tracy.bohm_thermofisher.com#ext#@csiroau.onmicrosoft.com::b761b071-5505-427a-a40c-1665d3f62e82" providerId="AD" clId="Web-{2F072C87-CF9C-D12E-2AEE-21CDCC3F61A7}" dt="2023-07-21T02:39:21.619" v="5"/>
          <pc:sldLayoutMkLst>
            <pc:docMk/>
            <pc:sldMasterMk cId="1448471911" sldId="2147484069"/>
            <pc:sldLayoutMk cId="1084515562" sldId="2147484093"/>
          </pc:sldLayoutMkLst>
        </pc:sldLayoutChg>
        <pc:sldLayoutChg chg="add">
          <pc:chgData name="Bohm, Tracy" userId="S::tracy.bohm_thermofisher.com#ext#@csiroau.onmicrosoft.com::b761b071-5505-427a-a40c-1665d3f62e82" providerId="AD" clId="Web-{2F072C87-CF9C-D12E-2AEE-21CDCC3F61A7}" dt="2023-07-21T02:39:21.806" v="6"/>
          <pc:sldLayoutMkLst>
            <pc:docMk/>
            <pc:sldMasterMk cId="1448471911" sldId="2147484069"/>
            <pc:sldLayoutMk cId="1084515562" sldId="2147484094"/>
          </pc:sldLayoutMkLst>
        </pc:sldLayoutChg>
        <pc:sldLayoutChg chg="add">
          <pc:chgData name="Bohm, Tracy" userId="S::tracy.bohm_thermofisher.com#ext#@csiroau.onmicrosoft.com::b761b071-5505-427a-a40c-1665d3f62e82" providerId="AD" clId="Web-{2F072C87-CF9C-D12E-2AEE-21CDCC3F61A7}" dt="2023-07-21T02:39:22.041" v="7"/>
          <pc:sldLayoutMkLst>
            <pc:docMk/>
            <pc:sldMasterMk cId="1448471911" sldId="2147484069"/>
            <pc:sldLayoutMk cId="1084515562" sldId="2147484095"/>
          </pc:sldLayoutMkLst>
        </pc:sldLayoutChg>
        <pc:sldLayoutChg chg="add">
          <pc:chgData name="Bohm, Tracy" userId="S::tracy.bohm_thermofisher.com#ext#@csiroau.onmicrosoft.com::b761b071-5505-427a-a40c-1665d3f62e82" providerId="AD" clId="Web-{2F072C87-CF9C-D12E-2AEE-21CDCC3F61A7}" dt="2023-07-21T02:39:22.244" v="8"/>
          <pc:sldLayoutMkLst>
            <pc:docMk/>
            <pc:sldMasterMk cId="1448471911" sldId="2147484069"/>
            <pc:sldLayoutMk cId="1084515562" sldId="2147484096"/>
          </pc:sldLayoutMkLst>
        </pc:sldLayoutChg>
        <pc:sldLayoutChg chg="add">
          <pc:chgData name="Bohm, Tracy" userId="S::tracy.bohm_thermofisher.com#ext#@csiroau.onmicrosoft.com::b761b071-5505-427a-a40c-1665d3f62e82" providerId="AD" clId="Web-{2F072C87-CF9C-D12E-2AEE-21CDCC3F61A7}" dt="2023-07-21T02:39:22.666" v="9"/>
          <pc:sldLayoutMkLst>
            <pc:docMk/>
            <pc:sldMasterMk cId="1448471911" sldId="2147484069"/>
            <pc:sldLayoutMk cId="1084515562" sldId="2147484097"/>
          </pc:sldLayoutMkLst>
        </pc:sldLayoutChg>
        <pc:sldLayoutChg chg="add">
          <pc:chgData name="Bohm, Tracy" userId="S::tracy.bohm_thermofisher.com#ext#@csiroau.onmicrosoft.com::b761b071-5505-427a-a40c-1665d3f62e82" providerId="AD" clId="Web-{2F072C87-CF9C-D12E-2AEE-21CDCC3F61A7}" dt="2023-07-21T02:39:23.088" v="10"/>
          <pc:sldLayoutMkLst>
            <pc:docMk/>
            <pc:sldMasterMk cId="1448471911" sldId="2147484069"/>
            <pc:sldLayoutMk cId="1084515562" sldId="2147484098"/>
          </pc:sldLayoutMkLst>
        </pc:sldLayoutChg>
        <pc:sldLayoutChg chg="add">
          <pc:chgData name="Bohm, Tracy" userId="S::tracy.bohm_thermofisher.com#ext#@csiroau.onmicrosoft.com::b761b071-5505-427a-a40c-1665d3f62e82" providerId="AD" clId="Web-{2F072C87-CF9C-D12E-2AEE-21CDCC3F61A7}" dt="2023-07-21T02:39:23.353" v="11"/>
          <pc:sldLayoutMkLst>
            <pc:docMk/>
            <pc:sldMasterMk cId="1448471911" sldId="2147484069"/>
            <pc:sldLayoutMk cId="1084515562" sldId="2147484099"/>
          </pc:sldLayoutMkLst>
        </pc:sldLayoutChg>
        <pc:sldLayoutChg chg="add">
          <pc:chgData name="Bohm, Tracy" userId="S::tracy.bohm_thermofisher.com#ext#@csiroau.onmicrosoft.com::b761b071-5505-427a-a40c-1665d3f62e82" providerId="AD" clId="Web-{2F072C87-CF9C-D12E-2AEE-21CDCC3F61A7}" dt="2023-07-21T02:39:23.650" v="12"/>
          <pc:sldLayoutMkLst>
            <pc:docMk/>
            <pc:sldMasterMk cId="1448471911" sldId="2147484069"/>
            <pc:sldLayoutMk cId="1084515562" sldId="2147484100"/>
          </pc:sldLayoutMkLst>
        </pc:sldLayoutChg>
        <pc:sldLayoutChg chg="add">
          <pc:chgData name="Bohm, Tracy" userId="S::tracy.bohm_thermofisher.com#ext#@csiroau.onmicrosoft.com::b761b071-5505-427a-a40c-1665d3f62e82" providerId="AD" clId="Web-{2F072C87-CF9C-D12E-2AEE-21CDCC3F61A7}" dt="2023-07-21T02:39:24.041" v="13"/>
          <pc:sldLayoutMkLst>
            <pc:docMk/>
            <pc:sldMasterMk cId="1448471911" sldId="2147484069"/>
            <pc:sldLayoutMk cId="1084515562" sldId="2147484101"/>
          </pc:sldLayoutMkLst>
        </pc:sldLayoutChg>
      </pc:sldMasterChg>
    </pc:docChg>
  </pc:docChgLst>
  <pc:docChgLst>
    <pc:chgData name="King, Dianne (IM&amp;T, Clayton)" userId="S::kin293@csiro.au::3fa97433-aef5-418a-a784-4a9bb0b21088" providerId="AD" clId="Web-{F90636DC-A693-455A-A68C-F4BED74572F5}"/>
    <pc:docChg chg="delSld modSld sldOrd">
      <pc:chgData name="King, Dianne (IM&amp;T, Clayton)" userId="S::kin293@csiro.au::3fa97433-aef5-418a-a784-4a9bb0b21088" providerId="AD" clId="Web-{F90636DC-A693-455A-A68C-F4BED74572F5}" dt="2023-07-21T05:10:52.340" v="26"/>
      <pc:docMkLst>
        <pc:docMk/>
      </pc:docMkLst>
      <pc:sldChg chg="del">
        <pc:chgData name="King, Dianne (IM&amp;T, Clayton)" userId="S::kin293@csiro.au::3fa97433-aef5-418a-a784-4a9bb0b21088" providerId="AD" clId="Web-{F90636DC-A693-455A-A68C-F4BED74572F5}" dt="2023-07-21T05:09:36.901" v="0"/>
        <pc:sldMkLst>
          <pc:docMk/>
          <pc:sldMk cId="1253921648" sldId="413"/>
        </pc:sldMkLst>
      </pc:sldChg>
      <pc:sldChg chg="del">
        <pc:chgData name="King, Dianne (IM&amp;T, Clayton)" userId="S::kin293@csiro.au::3fa97433-aef5-418a-a784-4a9bb0b21088" providerId="AD" clId="Web-{F90636DC-A693-455A-A68C-F4BED74572F5}" dt="2023-07-21T05:09:36.916" v="2"/>
        <pc:sldMkLst>
          <pc:docMk/>
          <pc:sldMk cId="1392688973" sldId="422"/>
        </pc:sldMkLst>
      </pc:sldChg>
      <pc:sldChg chg="del">
        <pc:chgData name="King, Dianne (IM&amp;T, Clayton)" userId="S::kin293@csiro.au::3fa97433-aef5-418a-a784-4a9bb0b21088" providerId="AD" clId="Web-{F90636DC-A693-455A-A68C-F4BED74572F5}" dt="2023-07-21T05:09:36.901" v="1"/>
        <pc:sldMkLst>
          <pc:docMk/>
          <pc:sldMk cId="1344052534" sldId="423"/>
        </pc:sldMkLst>
      </pc:sldChg>
      <pc:sldChg chg="addSp delSp modSp">
        <pc:chgData name="King, Dianne (IM&amp;T, Clayton)" userId="S::kin293@csiro.au::3fa97433-aef5-418a-a784-4a9bb0b21088" providerId="AD" clId="Web-{F90636DC-A693-455A-A68C-F4BED74572F5}" dt="2023-07-21T05:10:06.355" v="18" actId="20577"/>
        <pc:sldMkLst>
          <pc:docMk/>
          <pc:sldMk cId="3000502401" sldId="432"/>
        </pc:sldMkLst>
        <pc:spChg chg="add mod">
          <ac:chgData name="King, Dianne (IM&amp;T, Clayton)" userId="S::kin293@csiro.au::3fa97433-aef5-418a-a784-4a9bb0b21088" providerId="AD" clId="Web-{F90636DC-A693-455A-A68C-F4BED74572F5}" dt="2023-07-21T05:10:06.355" v="18" actId="20577"/>
          <ac:spMkLst>
            <pc:docMk/>
            <pc:sldMk cId="3000502401" sldId="432"/>
            <ac:spMk id="40" creationId="{9CE7F52D-0211-6355-5861-092A6BCB958E}"/>
          </ac:spMkLst>
        </pc:spChg>
        <pc:graphicFrameChg chg="del">
          <ac:chgData name="King, Dianne (IM&amp;T, Clayton)" userId="S::kin293@csiro.au::3fa97433-aef5-418a-a784-4a9bb0b21088" providerId="AD" clId="Web-{F90636DC-A693-455A-A68C-F4BED74572F5}" dt="2023-07-21T05:09:47.979" v="5"/>
          <ac:graphicFrameMkLst>
            <pc:docMk/>
            <pc:sldMk cId="3000502401" sldId="432"/>
            <ac:graphicFrameMk id="2" creationId="{0B2A631A-EEF6-096D-B9F9-025B721AA3E7}"/>
          </ac:graphicFrameMkLst>
        </pc:graphicFrameChg>
        <pc:picChg chg="del mod">
          <ac:chgData name="King, Dianne (IM&amp;T, Clayton)" userId="S::kin293@csiro.au::3fa97433-aef5-418a-a784-4a9bb0b21088" providerId="AD" clId="Web-{F90636DC-A693-455A-A68C-F4BED74572F5}" dt="2023-07-21T05:09:58.776" v="8"/>
          <ac:picMkLst>
            <pc:docMk/>
            <pc:sldMk cId="3000502401" sldId="432"/>
            <ac:picMk id="9" creationId="{3EDEA748-4CD3-C0FE-BD2A-684D6D3B9851}"/>
          </ac:picMkLst>
        </pc:picChg>
      </pc:sldChg>
      <pc:sldChg chg="del">
        <pc:chgData name="King, Dianne (IM&amp;T, Clayton)" userId="S::kin293@csiro.au::3fa97433-aef5-418a-a784-4a9bb0b21088" providerId="AD" clId="Web-{F90636DC-A693-455A-A68C-F4BED74572F5}" dt="2023-07-21T05:09:36.916" v="4"/>
        <pc:sldMkLst>
          <pc:docMk/>
          <pc:sldMk cId="1828809446" sldId="433"/>
        </pc:sldMkLst>
      </pc:sldChg>
      <pc:sldChg chg="del">
        <pc:chgData name="King, Dianne (IM&amp;T, Clayton)" userId="S::kin293@csiro.au::3fa97433-aef5-418a-a784-4a9bb0b21088" providerId="AD" clId="Web-{F90636DC-A693-455A-A68C-F4BED74572F5}" dt="2023-07-21T05:09:36.916" v="3"/>
        <pc:sldMkLst>
          <pc:docMk/>
          <pc:sldMk cId="2546813330" sldId="435"/>
        </pc:sldMkLst>
      </pc:sldChg>
      <pc:sldChg chg="modSp">
        <pc:chgData name="King, Dianne (IM&amp;T, Clayton)" userId="S::kin293@csiro.au::3fa97433-aef5-418a-a784-4a9bb0b21088" providerId="AD" clId="Web-{F90636DC-A693-455A-A68C-F4BED74572F5}" dt="2023-07-21T05:10:41.433" v="25" actId="20577"/>
        <pc:sldMkLst>
          <pc:docMk/>
          <pc:sldMk cId="1485149024" sldId="437"/>
        </pc:sldMkLst>
        <pc:spChg chg="mod">
          <ac:chgData name="King, Dianne (IM&amp;T, Clayton)" userId="S::kin293@csiro.au::3fa97433-aef5-418a-a784-4a9bb0b21088" providerId="AD" clId="Web-{F90636DC-A693-455A-A68C-F4BED74572F5}" dt="2023-07-21T05:10:41.433" v="25" actId="20577"/>
          <ac:spMkLst>
            <pc:docMk/>
            <pc:sldMk cId="1485149024" sldId="437"/>
            <ac:spMk id="2" creationId="{A033AC1F-4B8C-21FB-ACFE-7532098C1E90}"/>
          </ac:spMkLst>
        </pc:spChg>
      </pc:sldChg>
      <pc:sldChg chg="ord">
        <pc:chgData name="King, Dianne (IM&amp;T, Clayton)" userId="S::kin293@csiro.au::3fa97433-aef5-418a-a784-4a9bb0b21088" providerId="AD" clId="Web-{F90636DC-A693-455A-A68C-F4BED74572F5}" dt="2023-07-21T05:10:52.340" v="26"/>
        <pc:sldMkLst>
          <pc:docMk/>
          <pc:sldMk cId="3168988785" sldId="454"/>
        </pc:sldMkLst>
      </pc:sldChg>
    </pc:docChg>
  </pc:docChgLst>
  <pc:docChgLst>
    <pc:chgData name="Haag, Tim (Manufacturing, Clayton)" userId="S::haa021@csiro.au::9e3f364a-fc44-40dd-8be3-0d0e9e1b309d" providerId="AD" clId="Web-{709F27E2-B4D8-97E0-1203-B994EDB34200}"/>
    <pc:docChg chg="sldOrd">
      <pc:chgData name="Haag, Tim (Manufacturing, Clayton)" userId="S::haa021@csiro.au::9e3f364a-fc44-40dd-8be3-0d0e9e1b309d" providerId="AD" clId="Web-{709F27E2-B4D8-97E0-1203-B994EDB34200}" dt="2023-07-28T00:12:15.047" v="0"/>
      <pc:docMkLst>
        <pc:docMk/>
      </pc:docMkLst>
      <pc:sldChg chg="ord">
        <pc:chgData name="Haag, Tim (Manufacturing, Clayton)" userId="S::haa021@csiro.au::9e3f364a-fc44-40dd-8be3-0d0e9e1b309d" providerId="AD" clId="Web-{709F27E2-B4D8-97E0-1203-B994EDB34200}" dt="2023-07-28T00:12:15.047" v="0"/>
        <pc:sldMkLst>
          <pc:docMk/>
          <pc:sldMk cId="194708393" sldId="265"/>
        </pc:sldMkLst>
      </pc:sldChg>
    </pc:docChg>
  </pc:docChgLst>
  <pc:docChgLst>
    <pc:chgData name="Staples, Jessie (CorpAffairs, Kensington WA)" userId="S::sta399@csiro.au::7d0f0da2-c0b8-4772-aeff-0f6772a21e28" providerId="AD" clId="Web-{264B5D91-26C8-4D0B-8EDF-4234D11630F4}"/>
    <pc:docChg chg="addSld delSld modSld addMainMaster modMainMaster">
      <pc:chgData name="Staples, Jessie (CorpAffairs, Kensington WA)" userId="S::sta399@csiro.au::7d0f0da2-c0b8-4772-aeff-0f6772a21e28" providerId="AD" clId="Web-{264B5D91-26C8-4D0B-8EDF-4234D11630F4}" dt="2023-07-19T04:17:14.730" v="22"/>
      <pc:docMkLst>
        <pc:docMk/>
      </pc:docMkLst>
      <pc:sldChg chg="modSp">
        <pc:chgData name="Staples, Jessie (CorpAffairs, Kensington WA)" userId="S::sta399@csiro.au::7d0f0da2-c0b8-4772-aeff-0f6772a21e28" providerId="AD" clId="Web-{264B5D91-26C8-4D0B-8EDF-4234D11630F4}" dt="2023-07-19T04:16:18.494" v="18" actId="20577"/>
        <pc:sldMkLst>
          <pc:docMk/>
          <pc:sldMk cId="588011030" sldId="391"/>
        </pc:sldMkLst>
        <pc:spChg chg="mod">
          <ac:chgData name="Staples, Jessie (CorpAffairs, Kensington WA)" userId="S::sta399@csiro.au::7d0f0da2-c0b8-4772-aeff-0f6772a21e28" providerId="AD" clId="Web-{264B5D91-26C8-4D0B-8EDF-4234D11630F4}" dt="2023-07-19T04:16:18.494" v="18" actId="20577"/>
          <ac:spMkLst>
            <pc:docMk/>
            <pc:sldMk cId="588011030" sldId="391"/>
            <ac:spMk id="3" creationId="{9FFF3D01-5742-4D39-91FA-A6B4898DF900}"/>
          </ac:spMkLst>
        </pc:spChg>
      </pc:sldChg>
      <pc:sldChg chg="new del">
        <pc:chgData name="Staples, Jessie (CorpAffairs, Kensington WA)" userId="S::sta399@csiro.au::7d0f0da2-c0b8-4772-aeff-0f6772a21e28" providerId="AD" clId="Web-{264B5D91-26C8-4D0B-8EDF-4234D11630F4}" dt="2023-07-19T04:17:14.730" v="22"/>
        <pc:sldMkLst>
          <pc:docMk/>
          <pc:sldMk cId="352871171" sldId="412"/>
        </pc:sldMkLst>
      </pc:sldChg>
      <pc:sldChg chg="add">
        <pc:chgData name="Staples, Jessie (CorpAffairs, Kensington WA)" userId="S::sta399@csiro.au::7d0f0da2-c0b8-4772-aeff-0f6772a21e28" providerId="AD" clId="Web-{264B5D91-26C8-4D0B-8EDF-4234D11630F4}" dt="2023-07-19T04:17:05.980" v="20"/>
        <pc:sldMkLst>
          <pc:docMk/>
          <pc:sldMk cId="1253921648" sldId="413"/>
        </pc:sldMkLst>
      </pc:sldChg>
      <pc:sldChg chg="add">
        <pc:chgData name="Staples, Jessie (CorpAffairs, Kensington WA)" userId="S::sta399@csiro.au::7d0f0da2-c0b8-4772-aeff-0f6772a21e28" providerId="AD" clId="Web-{264B5D91-26C8-4D0B-8EDF-4234D11630F4}" dt="2023-07-19T04:17:12.558" v="21"/>
        <pc:sldMkLst>
          <pc:docMk/>
          <pc:sldMk cId="3215566854" sldId="414"/>
        </pc:sldMkLst>
      </pc:sldChg>
      <pc:sldMasterChg chg="modSldLayout">
        <pc:chgData name="Staples, Jessie (CorpAffairs, Kensington WA)" userId="S::sta399@csiro.au::7d0f0da2-c0b8-4772-aeff-0f6772a21e28" providerId="AD" clId="Web-{264B5D91-26C8-4D0B-8EDF-4234D11630F4}" dt="2023-07-19T04:17:05.980" v="20"/>
        <pc:sldMasterMkLst>
          <pc:docMk/>
          <pc:sldMasterMk cId="4022737140" sldId="2147483683"/>
        </pc:sldMasterMkLst>
        <pc:sldLayoutChg chg="replId">
          <pc:chgData name="Staples, Jessie (CorpAffairs, Kensington WA)" userId="S::sta399@csiro.au::7d0f0da2-c0b8-4772-aeff-0f6772a21e28" providerId="AD" clId="Web-{264B5D91-26C8-4D0B-8EDF-4234D11630F4}" dt="2023-07-19T04:17:05.980" v="20"/>
          <pc:sldLayoutMkLst>
            <pc:docMk/>
            <pc:sldMasterMk cId="4022737140" sldId="2147483683"/>
            <pc:sldLayoutMk cId="804656633" sldId="2147483858"/>
          </pc:sldLayoutMkLst>
        </pc:sldLayoutChg>
      </pc:sldMasterChg>
      <pc:sldMasterChg chg="add addSldLayout">
        <pc:chgData name="Staples, Jessie (CorpAffairs, Kensington WA)" userId="S::sta399@csiro.au::7d0f0da2-c0b8-4772-aeff-0f6772a21e28" providerId="AD" clId="Web-{264B5D91-26C8-4D0B-8EDF-4234D11630F4}" dt="2023-07-19T04:17:05.980" v="20"/>
        <pc:sldMasterMkLst>
          <pc:docMk/>
          <pc:sldMasterMk cId="4022737140" sldId="2147483848"/>
        </pc:sldMasterMkLst>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629327016" sldId="2147483708"/>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218432992" sldId="2147483849"/>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518110496" sldId="2147483850"/>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729040451" sldId="2147483851"/>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196403103" sldId="2147483852"/>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514257415" sldId="2147483853"/>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323933263" sldId="2147483854"/>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2841686147" sldId="2147483855"/>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1865066353" sldId="2147483856"/>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444168571" sldId="2147483857"/>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1274488466" sldId="2147483859"/>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384338848" sldId="2147483860"/>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672631760" sldId="2147483861"/>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745895267" sldId="2147483862"/>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1120666908" sldId="2147483863"/>
          </pc:sldLayoutMkLst>
        </pc:sldLayoutChg>
      </pc:sldMasterChg>
    </pc:docChg>
  </pc:docChgLst>
  <pc:docChgLst>
    <pc:chgData name="King, Dianne (IM&amp;T, Clayton)" userId="S::kin293@csiro.au::3fa97433-aef5-418a-a784-4a9bb0b21088" providerId="AD" clId="Web-{0A52A568-9466-4E2A-953E-D2F0B121625D}"/>
    <pc:docChg chg="modSld">
      <pc:chgData name="King, Dianne (IM&amp;T, Clayton)" userId="S::kin293@csiro.au::3fa97433-aef5-418a-a784-4a9bb0b21088" providerId="AD" clId="Web-{0A52A568-9466-4E2A-953E-D2F0B121625D}" dt="2023-07-21T01:30:09.454" v="51" actId="20577"/>
      <pc:docMkLst>
        <pc:docMk/>
      </pc:docMkLst>
      <pc:sldChg chg="modSp">
        <pc:chgData name="King, Dianne (IM&amp;T, Clayton)" userId="S::kin293@csiro.au::3fa97433-aef5-418a-a784-4a9bb0b21088" providerId="AD" clId="Web-{0A52A568-9466-4E2A-953E-D2F0B121625D}" dt="2023-07-21T01:30:09.454" v="51" actId="20577"/>
        <pc:sldMkLst>
          <pc:docMk/>
          <pc:sldMk cId="353554901" sldId="451"/>
        </pc:sldMkLst>
        <pc:spChg chg="mod">
          <ac:chgData name="King, Dianne (IM&amp;T, Clayton)" userId="S::kin293@csiro.au::3fa97433-aef5-418a-a784-4a9bb0b21088" providerId="AD" clId="Web-{0A52A568-9466-4E2A-953E-D2F0B121625D}" dt="2023-07-21T01:30:09.454" v="51" actId="20577"/>
          <ac:spMkLst>
            <pc:docMk/>
            <pc:sldMk cId="353554901" sldId="451"/>
            <ac:spMk id="5" creationId="{4337704B-52BB-A4D3-5401-2749D590D82B}"/>
          </ac:spMkLst>
        </pc:spChg>
      </pc:sldChg>
    </pc:docChg>
  </pc:docChgLst>
  <pc:docChgLst>
    <pc:chgData name="Kozhikkalathil, Nishi" userId="0c188c74-8a9d-4d88-9364-0d549502a5b1" providerId="ADAL" clId="{EE493F1E-F6C5-4E88-9352-27F47577D105}"/>
    <pc:docChg chg="undo custSel addSld delSld modSld">
      <pc:chgData name="Kozhikkalathil, Nishi" userId="0c188c74-8a9d-4d88-9364-0d549502a5b1" providerId="ADAL" clId="{EE493F1E-F6C5-4E88-9352-27F47577D105}" dt="2023-07-31T08:11:58.329" v="201" actId="20577"/>
      <pc:docMkLst>
        <pc:docMk/>
      </pc:docMkLst>
      <pc:sldChg chg="modSp add del">
        <pc:chgData name="Kozhikkalathil, Nishi" userId="0c188c74-8a9d-4d88-9364-0d549502a5b1" providerId="ADAL" clId="{EE493F1E-F6C5-4E88-9352-27F47577D105}" dt="2023-07-23T07:50:08.516" v="63"/>
        <pc:sldMkLst>
          <pc:docMk/>
          <pc:sldMk cId="930868058" sldId="302"/>
        </pc:sldMkLst>
        <pc:graphicFrameChg chg="mod">
          <ac:chgData name="Kozhikkalathil, Nishi" userId="0c188c74-8a9d-4d88-9364-0d549502a5b1" providerId="ADAL" clId="{EE493F1E-F6C5-4E88-9352-27F47577D105}" dt="2023-07-23T07:50:08.516" v="63"/>
          <ac:graphicFrameMkLst>
            <pc:docMk/>
            <pc:sldMk cId="930868058" sldId="302"/>
            <ac:graphicFrameMk id="7" creationId="{A133322F-7A91-ABD1-A4DA-1CA091187D1E}"/>
          </ac:graphicFrameMkLst>
        </pc:graphicFrameChg>
      </pc:sldChg>
      <pc:sldChg chg="modSp add del mod">
        <pc:chgData name="Kozhikkalathil, Nishi" userId="0c188c74-8a9d-4d88-9364-0d549502a5b1" providerId="ADAL" clId="{EE493F1E-F6C5-4E88-9352-27F47577D105}" dt="2023-07-23T07:51:19.851" v="111"/>
        <pc:sldMkLst>
          <pc:docMk/>
          <pc:sldMk cId="2155001712" sldId="316"/>
        </pc:sldMkLst>
        <pc:spChg chg="mod">
          <ac:chgData name="Kozhikkalathil, Nishi" userId="0c188c74-8a9d-4d88-9364-0d549502a5b1" providerId="ADAL" clId="{EE493F1E-F6C5-4E88-9352-27F47577D105}" dt="2023-07-23T07:51:19.808" v="110"/>
          <ac:spMkLst>
            <pc:docMk/>
            <pc:sldMk cId="2155001712" sldId="316"/>
            <ac:spMk id="2" creationId="{6D5DDD7B-5186-40B9-E37A-E4B3DD243714}"/>
          </ac:spMkLst>
        </pc:spChg>
        <pc:spChg chg="mod">
          <ac:chgData name="Kozhikkalathil, Nishi" userId="0c188c74-8a9d-4d88-9364-0d549502a5b1" providerId="ADAL" clId="{EE493F1E-F6C5-4E88-9352-27F47577D105}" dt="2023-07-23T07:51:19.808" v="110"/>
          <ac:spMkLst>
            <pc:docMk/>
            <pc:sldMk cId="2155001712" sldId="316"/>
            <ac:spMk id="3" creationId="{EE32497A-953E-0D84-A2B2-A2A61B1093BB}"/>
          </ac:spMkLst>
        </pc:spChg>
      </pc:sldChg>
      <pc:sldChg chg="modSp add del">
        <pc:chgData name="Kozhikkalathil, Nishi" userId="0c188c74-8a9d-4d88-9364-0d549502a5b1" providerId="ADAL" clId="{EE493F1E-F6C5-4E88-9352-27F47577D105}" dt="2023-07-23T07:50:32.582" v="99" actId="108"/>
        <pc:sldMkLst>
          <pc:docMk/>
          <pc:sldMk cId="58820069" sldId="401"/>
        </pc:sldMkLst>
        <pc:graphicFrameChg chg="mod">
          <ac:chgData name="Kozhikkalathil, Nishi" userId="0c188c74-8a9d-4d88-9364-0d549502a5b1" providerId="ADAL" clId="{EE493F1E-F6C5-4E88-9352-27F47577D105}" dt="2023-07-23T07:50:32.582" v="99" actId="108"/>
          <ac:graphicFrameMkLst>
            <pc:docMk/>
            <pc:sldMk cId="58820069" sldId="401"/>
            <ac:graphicFrameMk id="4" creationId="{30E8BF55-F401-38CC-FAD0-C18E49E8FB54}"/>
          </ac:graphicFrameMkLst>
        </pc:graphicFrameChg>
        <pc:graphicFrameChg chg="mod">
          <ac:chgData name="Kozhikkalathil, Nishi" userId="0c188c74-8a9d-4d88-9364-0d549502a5b1" providerId="ADAL" clId="{EE493F1E-F6C5-4E88-9352-27F47577D105}" dt="2023-07-23T07:50:30.587" v="96" actId="108"/>
          <ac:graphicFrameMkLst>
            <pc:docMk/>
            <pc:sldMk cId="58820069" sldId="401"/>
            <ac:graphicFrameMk id="7" creationId="{A133322F-7A91-ABD1-A4DA-1CA091187D1E}"/>
          </ac:graphicFrameMkLst>
        </pc:graphicFrameChg>
      </pc:sldChg>
      <pc:sldChg chg="modSp add del">
        <pc:chgData name="Kozhikkalathil, Nishi" userId="0c188c74-8a9d-4d88-9364-0d549502a5b1" providerId="ADAL" clId="{EE493F1E-F6C5-4E88-9352-27F47577D105}" dt="2023-07-23T12:10:16.450" v="198"/>
        <pc:sldMkLst>
          <pc:docMk/>
          <pc:sldMk cId="522661102" sldId="404"/>
        </pc:sldMkLst>
        <pc:graphicFrameChg chg="mod">
          <ac:chgData name="Kozhikkalathil, Nishi" userId="0c188c74-8a9d-4d88-9364-0d549502a5b1" providerId="ADAL" clId="{EE493F1E-F6C5-4E88-9352-27F47577D105}" dt="2023-07-23T12:10:16.450" v="198"/>
          <ac:graphicFrameMkLst>
            <pc:docMk/>
            <pc:sldMk cId="522661102" sldId="404"/>
            <ac:graphicFrameMk id="6" creationId="{F38FE571-A139-7677-076E-9BB1F412D745}"/>
          </ac:graphicFrameMkLst>
        </pc:graphicFrameChg>
      </pc:sldChg>
      <pc:sldChg chg="delSp modSp add del mod">
        <pc:chgData name="Kozhikkalathil, Nishi" userId="0c188c74-8a9d-4d88-9364-0d549502a5b1" providerId="ADAL" clId="{EE493F1E-F6C5-4E88-9352-27F47577D105}" dt="2023-07-23T12:11:59.033" v="199" actId="20577"/>
        <pc:sldMkLst>
          <pc:docMk/>
          <pc:sldMk cId="3491935951" sldId="411"/>
        </pc:sldMkLst>
        <pc:spChg chg="del">
          <ac:chgData name="Kozhikkalathil, Nishi" userId="0c188c74-8a9d-4d88-9364-0d549502a5b1" providerId="ADAL" clId="{EE493F1E-F6C5-4E88-9352-27F47577D105}" dt="2023-07-23T07:59:43.142" v="169" actId="478"/>
          <ac:spMkLst>
            <pc:docMk/>
            <pc:sldMk cId="3491935951" sldId="411"/>
            <ac:spMk id="4" creationId="{FD364390-4E9C-794C-63AC-60D25AC5FD55}"/>
          </ac:spMkLst>
        </pc:spChg>
        <pc:spChg chg="del">
          <ac:chgData name="Kozhikkalathil, Nishi" userId="0c188c74-8a9d-4d88-9364-0d549502a5b1" providerId="ADAL" clId="{EE493F1E-F6C5-4E88-9352-27F47577D105}" dt="2023-07-23T08:03:00.388" v="179" actId="478"/>
          <ac:spMkLst>
            <pc:docMk/>
            <pc:sldMk cId="3491935951" sldId="411"/>
            <ac:spMk id="5" creationId="{0FE4FC17-B03B-0AAF-2ADE-3AB674B1B435}"/>
          </ac:spMkLst>
        </pc:spChg>
        <pc:graphicFrameChg chg="mod">
          <ac:chgData name="Kozhikkalathil, Nishi" userId="0c188c74-8a9d-4d88-9364-0d549502a5b1" providerId="ADAL" clId="{EE493F1E-F6C5-4E88-9352-27F47577D105}" dt="2023-07-23T12:11:59.033" v="199" actId="20577"/>
          <ac:graphicFrameMkLst>
            <pc:docMk/>
            <pc:sldMk cId="3491935951" sldId="411"/>
            <ac:graphicFrameMk id="7" creationId="{CCC6915F-D744-8F52-5DE1-1FCBD993ED5A}"/>
          </ac:graphicFrameMkLst>
        </pc:graphicFrameChg>
      </pc:sldChg>
      <pc:sldChg chg="modSp add del mod">
        <pc:chgData name="Kozhikkalathil, Nishi" userId="0c188c74-8a9d-4d88-9364-0d549502a5b1" providerId="ADAL" clId="{EE493F1E-F6C5-4E88-9352-27F47577D105}" dt="2023-07-23T07:54:27.893" v="136" actId="14100"/>
        <pc:sldMkLst>
          <pc:docMk/>
          <pc:sldMk cId="3555859551" sldId="412"/>
        </pc:sldMkLst>
        <pc:spChg chg="mod">
          <ac:chgData name="Kozhikkalathil, Nishi" userId="0c188c74-8a9d-4d88-9364-0d549502a5b1" providerId="ADAL" clId="{EE493F1E-F6C5-4E88-9352-27F47577D105}" dt="2023-07-23T07:54:27.893" v="136" actId="14100"/>
          <ac:spMkLst>
            <pc:docMk/>
            <pc:sldMk cId="3555859551" sldId="412"/>
            <ac:spMk id="2" creationId="{A041B8D3-BB20-2373-F14F-F86609851315}"/>
          </ac:spMkLst>
        </pc:spChg>
      </pc:sldChg>
      <pc:sldChg chg="del">
        <pc:chgData name="Kozhikkalathil, Nishi" userId="0c188c74-8a9d-4d88-9364-0d549502a5b1" providerId="ADAL" clId="{EE493F1E-F6C5-4E88-9352-27F47577D105}" dt="2023-07-23T07:46:19.829" v="19" actId="47"/>
        <pc:sldMkLst>
          <pc:docMk/>
          <pc:sldMk cId="3000502401" sldId="432"/>
        </pc:sldMkLst>
      </pc:sldChg>
      <pc:sldChg chg="delSp modSp add del mod">
        <pc:chgData name="Kozhikkalathil, Nishi" userId="0c188c74-8a9d-4d88-9364-0d549502a5b1" providerId="ADAL" clId="{EE493F1E-F6C5-4E88-9352-27F47577D105}" dt="2023-07-23T08:02:48.313" v="178" actId="478"/>
        <pc:sldMkLst>
          <pc:docMk/>
          <pc:sldMk cId="2843451224" sldId="2147470903"/>
        </pc:sldMkLst>
        <pc:spChg chg="del mod">
          <ac:chgData name="Kozhikkalathil, Nishi" userId="0c188c74-8a9d-4d88-9364-0d549502a5b1" providerId="ADAL" clId="{EE493F1E-F6C5-4E88-9352-27F47577D105}" dt="2023-07-23T08:02:48.313" v="178" actId="478"/>
          <ac:spMkLst>
            <pc:docMk/>
            <pc:sldMk cId="2843451224" sldId="2147470903"/>
            <ac:spMk id="3" creationId="{8CB57487-779D-0848-998C-091D0B2690CA}"/>
          </ac:spMkLst>
        </pc:spChg>
      </pc:sldChg>
      <pc:sldChg chg="add del">
        <pc:chgData name="Kozhikkalathil, Nishi" userId="0c188c74-8a9d-4d88-9364-0d549502a5b1" providerId="ADAL" clId="{EE493F1E-F6C5-4E88-9352-27F47577D105}" dt="2023-07-23T07:51:08.970" v="105"/>
        <pc:sldMkLst>
          <pc:docMk/>
          <pc:sldMk cId="3979408787" sldId="2147470922"/>
        </pc:sldMkLst>
      </pc:sldChg>
      <pc:sldChg chg="delSp modSp mod">
        <pc:chgData name="Kozhikkalathil, Nishi" userId="0c188c74-8a9d-4d88-9364-0d549502a5b1" providerId="ADAL" clId="{EE493F1E-F6C5-4E88-9352-27F47577D105}" dt="2023-07-23T08:02:39.127" v="176" actId="478"/>
        <pc:sldMkLst>
          <pc:docMk/>
          <pc:sldMk cId="2046279489" sldId="2147470925"/>
        </pc:sldMkLst>
        <pc:spChg chg="del">
          <ac:chgData name="Kozhikkalathil, Nishi" userId="0c188c74-8a9d-4d88-9364-0d549502a5b1" providerId="ADAL" clId="{EE493F1E-F6C5-4E88-9352-27F47577D105}" dt="2023-07-23T08:02:39.127" v="176" actId="478"/>
          <ac:spMkLst>
            <pc:docMk/>
            <pc:sldMk cId="2046279489" sldId="2147470925"/>
            <ac:spMk id="5" creationId="{A36F87E7-FA35-80BC-1A0F-B0AFB51BBB8C}"/>
          </ac:spMkLst>
        </pc:spChg>
        <pc:spChg chg="del">
          <ac:chgData name="Kozhikkalathil, Nishi" userId="0c188c74-8a9d-4d88-9364-0d549502a5b1" providerId="ADAL" clId="{EE493F1E-F6C5-4E88-9352-27F47577D105}" dt="2023-07-23T07:42:14.727" v="13" actId="478"/>
          <ac:spMkLst>
            <pc:docMk/>
            <pc:sldMk cId="2046279489" sldId="2147470925"/>
            <ac:spMk id="6" creationId="{6916DDCA-6FE6-4673-8FBB-88B31D98AC1F}"/>
          </ac:spMkLst>
        </pc:spChg>
        <pc:graphicFrameChg chg="mod">
          <ac:chgData name="Kozhikkalathil, Nishi" userId="0c188c74-8a9d-4d88-9364-0d549502a5b1" providerId="ADAL" clId="{EE493F1E-F6C5-4E88-9352-27F47577D105}" dt="2023-07-21T03:14:05.855" v="5" actId="255"/>
          <ac:graphicFrameMkLst>
            <pc:docMk/>
            <pc:sldMk cId="2046279489" sldId="2147470925"/>
            <ac:graphicFrameMk id="7" creationId="{50DF3105-B4B0-65F6-45AA-2905E862D82D}"/>
          </ac:graphicFrameMkLst>
        </pc:graphicFrameChg>
      </pc:sldChg>
      <pc:sldChg chg="delSp modSp mod">
        <pc:chgData name="Kozhikkalathil, Nishi" userId="0c188c74-8a9d-4d88-9364-0d549502a5b1" providerId="ADAL" clId="{EE493F1E-F6C5-4E88-9352-27F47577D105}" dt="2023-07-23T07:42:20.688" v="15" actId="478"/>
        <pc:sldMkLst>
          <pc:docMk/>
          <pc:sldMk cId="1240524942" sldId="2147470926"/>
        </pc:sldMkLst>
        <pc:spChg chg="del mod">
          <ac:chgData name="Kozhikkalathil, Nishi" userId="0c188c74-8a9d-4d88-9364-0d549502a5b1" providerId="ADAL" clId="{EE493F1E-F6C5-4E88-9352-27F47577D105}" dt="2023-07-23T07:42:20.688" v="15" actId="478"/>
          <ac:spMkLst>
            <pc:docMk/>
            <pc:sldMk cId="1240524942" sldId="2147470926"/>
            <ac:spMk id="66" creationId="{4DC4F98A-AD9E-425D-AFE8-E81258936A3E}"/>
          </ac:spMkLst>
        </pc:spChg>
      </pc:sldChg>
      <pc:sldChg chg="delSp mod">
        <pc:chgData name="Kozhikkalathil, Nishi" userId="0c188c74-8a9d-4d88-9364-0d549502a5b1" providerId="ADAL" clId="{EE493F1E-F6C5-4E88-9352-27F47577D105}" dt="2023-07-23T07:42:09.234" v="12" actId="478"/>
        <pc:sldMkLst>
          <pc:docMk/>
          <pc:sldMk cId="1478236237" sldId="2147470927"/>
        </pc:sldMkLst>
        <pc:spChg chg="del">
          <ac:chgData name="Kozhikkalathil, Nishi" userId="0c188c74-8a9d-4d88-9364-0d549502a5b1" providerId="ADAL" clId="{EE493F1E-F6C5-4E88-9352-27F47577D105}" dt="2023-07-23T07:42:09.234" v="12" actId="478"/>
          <ac:spMkLst>
            <pc:docMk/>
            <pc:sldMk cId="1478236237" sldId="2147470927"/>
            <ac:spMk id="2" creationId="{60CB4B21-7620-3192-9BAB-8DF92A132AD8}"/>
          </ac:spMkLst>
        </pc:spChg>
      </pc:sldChg>
      <pc:sldChg chg="delSp mod">
        <pc:chgData name="Kozhikkalathil, Nishi" userId="0c188c74-8a9d-4d88-9364-0d549502a5b1" providerId="ADAL" clId="{EE493F1E-F6C5-4E88-9352-27F47577D105}" dt="2023-07-23T07:42:05.223" v="11" actId="478"/>
        <pc:sldMkLst>
          <pc:docMk/>
          <pc:sldMk cId="3735410855" sldId="2147470928"/>
        </pc:sldMkLst>
        <pc:spChg chg="del">
          <ac:chgData name="Kozhikkalathil, Nishi" userId="0c188c74-8a9d-4d88-9364-0d549502a5b1" providerId="ADAL" clId="{EE493F1E-F6C5-4E88-9352-27F47577D105}" dt="2023-07-23T07:42:05.223" v="11" actId="478"/>
          <ac:spMkLst>
            <pc:docMk/>
            <pc:sldMk cId="3735410855" sldId="2147470928"/>
            <ac:spMk id="9" creationId="{13F2AF28-12F9-B0C7-C3A9-1FC759829D83}"/>
          </ac:spMkLst>
        </pc:spChg>
      </pc:sldChg>
      <pc:sldChg chg="delSp mod">
        <pc:chgData name="Kozhikkalathil, Nishi" userId="0c188c74-8a9d-4d88-9364-0d549502a5b1" providerId="ADAL" clId="{EE493F1E-F6C5-4E88-9352-27F47577D105}" dt="2023-07-23T08:01:12.658" v="175" actId="478"/>
        <pc:sldMkLst>
          <pc:docMk/>
          <pc:sldMk cId="4164505087" sldId="2147470934"/>
        </pc:sldMkLst>
        <pc:spChg chg="del">
          <ac:chgData name="Kozhikkalathil, Nishi" userId="0c188c74-8a9d-4d88-9364-0d549502a5b1" providerId="ADAL" clId="{EE493F1E-F6C5-4E88-9352-27F47577D105}" dt="2023-07-23T08:01:12.658" v="175" actId="478"/>
          <ac:spMkLst>
            <pc:docMk/>
            <pc:sldMk cId="4164505087" sldId="2147470934"/>
            <ac:spMk id="5" creationId="{A7615E0A-9EBE-CE20-C125-B44CFB1A1D5F}"/>
          </ac:spMkLst>
        </pc:spChg>
        <pc:spChg chg="del">
          <ac:chgData name="Kozhikkalathil, Nishi" userId="0c188c74-8a9d-4d88-9364-0d549502a5b1" providerId="ADAL" clId="{EE493F1E-F6C5-4E88-9352-27F47577D105}" dt="2023-07-23T07:41:30.239" v="10" actId="478"/>
          <ac:spMkLst>
            <pc:docMk/>
            <pc:sldMk cId="4164505087" sldId="2147470934"/>
            <ac:spMk id="7" creationId="{0FF1D4EA-E1FE-75ED-4879-789132C82A5A}"/>
          </ac:spMkLst>
        </pc:spChg>
      </pc:sldChg>
      <pc:sldChg chg="delSp mod">
        <pc:chgData name="Kozhikkalathil, Nishi" userId="0c188c74-8a9d-4d88-9364-0d549502a5b1" providerId="ADAL" clId="{EE493F1E-F6C5-4E88-9352-27F47577D105}" dt="2023-07-23T08:01:06.393" v="174" actId="478"/>
        <pc:sldMkLst>
          <pc:docMk/>
          <pc:sldMk cId="2216059393" sldId="2147470935"/>
        </pc:sldMkLst>
        <pc:spChg chg="del">
          <ac:chgData name="Kozhikkalathil, Nishi" userId="0c188c74-8a9d-4d88-9364-0d549502a5b1" providerId="ADAL" clId="{EE493F1E-F6C5-4E88-9352-27F47577D105}" dt="2023-07-23T07:41:23.810" v="9" actId="478"/>
          <ac:spMkLst>
            <pc:docMk/>
            <pc:sldMk cId="2216059393" sldId="2147470935"/>
            <ac:spMk id="2" creationId="{C5CC310A-FAD9-8142-A476-EEC24DFBA49D}"/>
          </ac:spMkLst>
        </pc:spChg>
        <pc:spChg chg="del">
          <ac:chgData name="Kozhikkalathil, Nishi" userId="0c188c74-8a9d-4d88-9364-0d549502a5b1" providerId="ADAL" clId="{EE493F1E-F6C5-4E88-9352-27F47577D105}" dt="2023-07-23T08:01:06.393" v="174" actId="478"/>
          <ac:spMkLst>
            <pc:docMk/>
            <pc:sldMk cId="2216059393" sldId="2147470935"/>
            <ac:spMk id="3" creationId="{1E786EEE-2A8A-424D-A8F3-87FBF2ED6684}"/>
          </ac:spMkLst>
        </pc:spChg>
      </pc:sldChg>
      <pc:sldChg chg="delSp mod">
        <pc:chgData name="Kozhikkalathil, Nishi" userId="0c188c74-8a9d-4d88-9364-0d549502a5b1" providerId="ADAL" clId="{EE493F1E-F6C5-4E88-9352-27F47577D105}" dt="2023-07-23T08:00:59.477" v="173" actId="478"/>
        <pc:sldMkLst>
          <pc:docMk/>
          <pc:sldMk cId="2398852912" sldId="2147470936"/>
        </pc:sldMkLst>
        <pc:spChg chg="del">
          <ac:chgData name="Kozhikkalathil, Nishi" userId="0c188c74-8a9d-4d88-9364-0d549502a5b1" providerId="ADAL" clId="{EE493F1E-F6C5-4E88-9352-27F47577D105}" dt="2023-07-23T07:41:14.251" v="8" actId="478"/>
          <ac:spMkLst>
            <pc:docMk/>
            <pc:sldMk cId="2398852912" sldId="2147470936"/>
            <ac:spMk id="2" creationId="{C5CC310A-FAD9-8142-A476-EEC24DFBA49D}"/>
          </ac:spMkLst>
        </pc:spChg>
        <pc:spChg chg="del">
          <ac:chgData name="Kozhikkalathil, Nishi" userId="0c188c74-8a9d-4d88-9364-0d549502a5b1" providerId="ADAL" clId="{EE493F1E-F6C5-4E88-9352-27F47577D105}" dt="2023-07-23T08:00:59.477" v="173" actId="478"/>
          <ac:spMkLst>
            <pc:docMk/>
            <pc:sldMk cId="2398852912" sldId="2147470936"/>
            <ac:spMk id="3" creationId="{1E786EEE-2A8A-424D-A8F3-87FBF2ED6684}"/>
          </ac:spMkLst>
        </pc:spChg>
      </pc:sldChg>
      <pc:sldChg chg="delSp mod">
        <pc:chgData name="Kozhikkalathil, Nishi" userId="0c188c74-8a9d-4d88-9364-0d549502a5b1" providerId="ADAL" clId="{EE493F1E-F6C5-4E88-9352-27F47577D105}" dt="2023-07-23T08:00:49.160" v="171" actId="478"/>
        <pc:sldMkLst>
          <pc:docMk/>
          <pc:sldMk cId="341373168" sldId="2147470937"/>
        </pc:sldMkLst>
        <pc:spChg chg="del">
          <ac:chgData name="Kozhikkalathil, Nishi" userId="0c188c74-8a9d-4d88-9364-0d549502a5b1" providerId="ADAL" clId="{EE493F1E-F6C5-4E88-9352-27F47577D105}" dt="2023-07-23T07:41:02.228" v="6" actId="478"/>
          <ac:spMkLst>
            <pc:docMk/>
            <pc:sldMk cId="341373168" sldId="2147470937"/>
            <ac:spMk id="2" creationId="{C5CC310A-FAD9-8142-A476-EEC24DFBA49D}"/>
          </ac:spMkLst>
        </pc:spChg>
        <pc:spChg chg="del">
          <ac:chgData name="Kozhikkalathil, Nishi" userId="0c188c74-8a9d-4d88-9364-0d549502a5b1" providerId="ADAL" clId="{EE493F1E-F6C5-4E88-9352-27F47577D105}" dt="2023-07-23T08:00:49.160" v="171" actId="478"/>
          <ac:spMkLst>
            <pc:docMk/>
            <pc:sldMk cId="341373168" sldId="2147470937"/>
            <ac:spMk id="3" creationId="{1E786EEE-2A8A-424D-A8F3-87FBF2ED6684}"/>
          </ac:spMkLst>
        </pc:spChg>
      </pc:sldChg>
      <pc:sldChg chg="delSp mod">
        <pc:chgData name="Kozhikkalathil, Nishi" userId="0c188c74-8a9d-4d88-9364-0d549502a5b1" providerId="ADAL" clId="{EE493F1E-F6C5-4E88-9352-27F47577D105}" dt="2023-07-23T08:00:54.554" v="172" actId="478"/>
        <pc:sldMkLst>
          <pc:docMk/>
          <pc:sldMk cId="3397362257" sldId="2147470938"/>
        </pc:sldMkLst>
        <pc:spChg chg="del">
          <ac:chgData name="Kozhikkalathil, Nishi" userId="0c188c74-8a9d-4d88-9364-0d549502a5b1" providerId="ADAL" clId="{EE493F1E-F6C5-4E88-9352-27F47577D105}" dt="2023-07-23T08:00:54.554" v="172" actId="478"/>
          <ac:spMkLst>
            <pc:docMk/>
            <pc:sldMk cId="3397362257" sldId="2147470938"/>
            <ac:spMk id="3" creationId="{C1C8D294-98F6-CF46-9575-1F97B42CAEA4}"/>
          </ac:spMkLst>
        </pc:spChg>
        <pc:spChg chg="del">
          <ac:chgData name="Kozhikkalathil, Nishi" userId="0c188c74-8a9d-4d88-9364-0d549502a5b1" providerId="ADAL" clId="{EE493F1E-F6C5-4E88-9352-27F47577D105}" dt="2023-07-23T07:41:08.055" v="7" actId="478"/>
          <ac:spMkLst>
            <pc:docMk/>
            <pc:sldMk cId="3397362257" sldId="2147470938"/>
            <ac:spMk id="4" creationId="{E0FC0827-0B9F-5749-9AAB-62971F0B7890}"/>
          </ac:spMkLst>
        </pc:spChg>
      </pc:sldChg>
      <pc:sldChg chg="add del">
        <pc:chgData name="Kozhikkalathil, Nishi" userId="0c188c74-8a9d-4d88-9364-0d549502a5b1" providerId="ADAL" clId="{EE493F1E-F6C5-4E88-9352-27F47577D105}" dt="2023-07-23T07:46:33.620" v="22"/>
        <pc:sldMkLst>
          <pc:docMk/>
          <pc:sldMk cId="896648152" sldId="2147470945"/>
        </pc:sldMkLst>
      </pc:sldChg>
      <pc:sldChg chg="add del">
        <pc:chgData name="Kozhikkalathil, Nishi" userId="0c188c74-8a9d-4d88-9364-0d549502a5b1" providerId="ADAL" clId="{EE493F1E-F6C5-4E88-9352-27F47577D105}" dt="2023-07-23T07:47:20.738" v="25"/>
        <pc:sldMkLst>
          <pc:docMk/>
          <pc:sldMk cId="1175510100" sldId="2147470946"/>
        </pc:sldMkLst>
      </pc:sldChg>
      <pc:sldChg chg="add del">
        <pc:chgData name="Kozhikkalathil, Nishi" userId="0c188c74-8a9d-4d88-9364-0d549502a5b1" providerId="ADAL" clId="{EE493F1E-F6C5-4E88-9352-27F47577D105}" dt="2023-07-23T07:50:55.198" v="102"/>
        <pc:sldMkLst>
          <pc:docMk/>
          <pc:sldMk cId="3434143952" sldId="2147470947"/>
        </pc:sldMkLst>
      </pc:sldChg>
      <pc:sldChg chg="add del">
        <pc:chgData name="Kozhikkalathil, Nishi" userId="0c188c74-8a9d-4d88-9364-0d549502a5b1" providerId="ADAL" clId="{EE493F1E-F6C5-4E88-9352-27F47577D105}" dt="2023-07-23T07:52:22.390" v="114"/>
        <pc:sldMkLst>
          <pc:docMk/>
          <pc:sldMk cId="102498744" sldId="2147470948"/>
        </pc:sldMkLst>
      </pc:sldChg>
      <pc:sldChg chg="modSp add del">
        <pc:chgData name="Kozhikkalathil, Nishi" userId="0c188c74-8a9d-4d88-9364-0d549502a5b1" providerId="ADAL" clId="{EE493F1E-F6C5-4E88-9352-27F47577D105}" dt="2023-07-31T08:11:58.329" v="201" actId="20577"/>
        <pc:sldMkLst>
          <pc:docMk/>
          <pc:sldMk cId="648385575" sldId="2147470949"/>
        </pc:sldMkLst>
        <pc:graphicFrameChg chg="mod">
          <ac:chgData name="Kozhikkalathil, Nishi" userId="0c188c74-8a9d-4d88-9364-0d549502a5b1" providerId="ADAL" clId="{EE493F1E-F6C5-4E88-9352-27F47577D105}" dt="2023-07-31T08:11:58.329" v="201" actId="20577"/>
          <ac:graphicFrameMkLst>
            <pc:docMk/>
            <pc:sldMk cId="648385575" sldId="2147470949"/>
            <ac:graphicFrameMk id="7" creationId="{5361916F-AFD7-F24C-D24B-6AAFE8CBD8D0}"/>
          </ac:graphicFrameMkLst>
        </pc:graphicFrameChg>
      </pc:sldChg>
      <pc:sldChg chg="add del">
        <pc:chgData name="Kozhikkalathil, Nishi" userId="0c188c74-8a9d-4d88-9364-0d549502a5b1" providerId="ADAL" clId="{EE493F1E-F6C5-4E88-9352-27F47577D105}" dt="2023-07-23T07:55:59.699" v="142"/>
        <pc:sldMkLst>
          <pc:docMk/>
          <pc:sldMk cId="4155001667" sldId="2147470950"/>
        </pc:sldMkLst>
      </pc:sldChg>
      <pc:sldChg chg="add del">
        <pc:chgData name="Kozhikkalathil, Nishi" userId="0c188c74-8a9d-4d88-9364-0d549502a5b1" providerId="ADAL" clId="{EE493F1E-F6C5-4E88-9352-27F47577D105}" dt="2023-07-23T07:56:26.154" v="145"/>
        <pc:sldMkLst>
          <pc:docMk/>
          <pc:sldMk cId="1673190330" sldId="2147470951"/>
        </pc:sldMkLst>
      </pc:sldChg>
      <pc:sldChg chg="delSp modSp add del mod">
        <pc:chgData name="Kozhikkalathil, Nishi" userId="0c188c74-8a9d-4d88-9364-0d549502a5b1" providerId="ADAL" clId="{EE493F1E-F6C5-4E88-9352-27F47577D105}" dt="2023-07-23T08:03:08.780" v="180" actId="478"/>
        <pc:sldMkLst>
          <pc:docMk/>
          <pc:sldMk cId="3429773721" sldId="2147470952"/>
        </pc:sldMkLst>
        <pc:spChg chg="del mod">
          <ac:chgData name="Kozhikkalathil, Nishi" userId="0c188c74-8a9d-4d88-9364-0d549502a5b1" providerId="ADAL" clId="{EE493F1E-F6C5-4E88-9352-27F47577D105}" dt="2023-07-23T07:59:58.794" v="170" actId="478"/>
          <ac:spMkLst>
            <pc:docMk/>
            <pc:sldMk cId="3429773721" sldId="2147470952"/>
            <ac:spMk id="4" creationId="{FD364390-4E9C-794C-63AC-60D25AC5FD55}"/>
          </ac:spMkLst>
        </pc:spChg>
        <pc:spChg chg="del mod">
          <ac:chgData name="Kozhikkalathil, Nishi" userId="0c188c74-8a9d-4d88-9364-0d549502a5b1" providerId="ADAL" clId="{EE493F1E-F6C5-4E88-9352-27F47577D105}" dt="2023-07-23T08:03:08.780" v="180" actId="478"/>
          <ac:spMkLst>
            <pc:docMk/>
            <pc:sldMk cId="3429773721" sldId="2147470952"/>
            <ac:spMk id="5" creationId="{0FE4FC17-B03B-0AAF-2ADE-3AB674B1B435}"/>
          </ac:spMkLst>
        </pc:spChg>
        <pc:graphicFrameChg chg="mod">
          <ac:chgData name="Kozhikkalathil, Nishi" userId="0c188c74-8a9d-4d88-9364-0d549502a5b1" providerId="ADAL" clId="{EE493F1E-F6C5-4E88-9352-27F47577D105}" dt="2023-07-23T07:58:59.772" v="161" actId="108"/>
          <ac:graphicFrameMkLst>
            <pc:docMk/>
            <pc:sldMk cId="3429773721" sldId="2147470952"/>
            <ac:graphicFrameMk id="8" creationId="{82863BDF-06FE-0F59-7D54-B46CA35EF3A9}"/>
          </ac:graphicFrameMkLst>
        </pc:graphicFrameChg>
        <pc:graphicFrameChg chg="mod">
          <ac:chgData name="Kozhikkalathil, Nishi" userId="0c188c74-8a9d-4d88-9364-0d549502a5b1" providerId="ADAL" clId="{EE493F1E-F6C5-4E88-9352-27F47577D105}" dt="2023-07-23T07:59:05.136" v="168" actId="20577"/>
          <ac:graphicFrameMkLst>
            <pc:docMk/>
            <pc:sldMk cId="3429773721" sldId="2147470952"/>
            <ac:graphicFrameMk id="9" creationId="{10F5F7D0-AFDE-B572-A648-DA11AC5B9907}"/>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0AB5DE-E807-4422-B4B3-37625D7E9706}"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7DAA1687-03C6-40DB-8CA8-D305AD4578D3}">
      <dgm:prSet phldrT="[Text]" custT="1"/>
      <dgm:spPr>
        <a:gradFill rotWithShape="0">
          <a:gsLst>
            <a:gs pos="0">
              <a:schemeClr val="tx2">
                <a:lumMod val="40000"/>
                <a:lumOff val="60000"/>
              </a:schemeClr>
            </a:gs>
            <a:gs pos="100000">
              <a:srgbClr val="FF0000"/>
            </a:gs>
          </a:gsLst>
          <a:lin ang="1080000" scaled="0"/>
        </a:gradFill>
      </dgm:spPr>
      <dgm:t>
        <a:bodyPr/>
        <a:lstStyle/>
        <a:p>
          <a:r>
            <a:rPr lang="en-US" altLang="zh-CN" sz="1200" b="1">
              <a:latin typeface="Calibri" panose="020F0502020204030204" pitchFamily="34" charset="0"/>
              <a:cs typeface="Calibri" panose="020F0502020204030204" pitchFamily="34" charset="0"/>
            </a:rPr>
            <a:t>Sample Management</a:t>
          </a:r>
          <a:endParaRPr lang="zh-CN" altLang="en-US" sz="1200" b="1">
            <a:latin typeface="Calibri" panose="020F0502020204030204" pitchFamily="34" charset="0"/>
            <a:cs typeface="Calibri" panose="020F0502020204030204" pitchFamily="34" charset="0"/>
          </a:endParaRPr>
        </a:p>
      </dgm:t>
    </dgm:pt>
    <dgm:pt modelId="{337EDA6F-5754-46DC-A979-922A0B634D3C}" type="parTrans" cxnId="{FBD3AAA0-D78D-40A0-8E63-EB2CB182B68C}">
      <dgm:prSet/>
      <dgm:spPr/>
      <dgm:t>
        <a:bodyPr/>
        <a:lstStyle/>
        <a:p>
          <a:endParaRPr lang="zh-CN" altLang="en-US" sz="1200">
            <a:latin typeface="Calibri" panose="020F0502020204030204" pitchFamily="34" charset="0"/>
            <a:cs typeface="Calibri" panose="020F0502020204030204" pitchFamily="34" charset="0"/>
          </a:endParaRPr>
        </a:p>
      </dgm:t>
    </dgm:pt>
    <dgm:pt modelId="{27FA1DC5-D30B-4715-A668-7DF35CB9F5F2}" type="sibTrans" cxnId="{FBD3AAA0-D78D-40A0-8E63-EB2CB182B68C}">
      <dgm:prSet/>
      <dgm:spPr/>
      <dgm:t>
        <a:bodyPr/>
        <a:lstStyle/>
        <a:p>
          <a:endParaRPr lang="zh-CN" altLang="en-US" sz="1200">
            <a:latin typeface="Calibri" panose="020F0502020204030204" pitchFamily="34" charset="0"/>
            <a:cs typeface="Calibri" panose="020F0502020204030204" pitchFamily="34" charset="0"/>
          </a:endParaRPr>
        </a:p>
      </dgm:t>
    </dgm:pt>
    <dgm:pt modelId="{E886C358-3739-4DB6-9684-A972459D1252}">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buFont typeface="Arial" panose="020B0604020202020204" pitchFamily="34" charset="0"/>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Sample whole lifecycle</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EBA76203-9B67-4DAB-8074-6A7AB07F5B54}" type="parTrans" cxnId="{E4ACAB47-8722-4A8D-8019-9B96C14A232B}">
      <dgm:prSet/>
      <dgm:spPr/>
      <dgm:t>
        <a:bodyPr/>
        <a:lstStyle/>
        <a:p>
          <a:endParaRPr lang="zh-CN" altLang="en-US" sz="1200">
            <a:latin typeface="Calibri" panose="020F0502020204030204" pitchFamily="34" charset="0"/>
            <a:cs typeface="Calibri" panose="020F0502020204030204" pitchFamily="34" charset="0"/>
          </a:endParaRPr>
        </a:p>
      </dgm:t>
    </dgm:pt>
    <dgm:pt modelId="{05BC8070-1F1F-4E55-A7B7-99589C3AB96B}" type="sibTrans" cxnId="{E4ACAB47-8722-4A8D-8019-9B96C14A232B}">
      <dgm:prSet/>
      <dgm:spPr/>
      <dgm:t>
        <a:bodyPr/>
        <a:lstStyle/>
        <a:p>
          <a:endParaRPr lang="zh-CN" altLang="en-US" sz="1200">
            <a:latin typeface="Calibri" panose="020F0502020204030204" pitchFamily="34" charset="0"/>
            <a:cs typeface="Calibri" panose="020F0502020204030204" pitchFamily="34" charset="0"/>
          </a:endParaRPr>
        </a:p>
      </dgm:t>
    </dgm:pt>
    <dgm:pt modelId="{F395EB9F-0E3C-419A-A2DE-947E4D5018AE}">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buFont typeface="Arial" panose="020B0604020202020204" pitchFamily="34" charset="0"/>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Non-Routine Test</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83B73D38-C6EF-4E6E-B16F-05502EC368A0}" type="parTrans" cxnId="{E60E62B8-7FC4-4CB1-813B-78802A0AD217}">
      <dgm:prSet/>
      <dgm:spPr/>
      <dgm:t>
        <a:bodyPr/>
        <a:lstStyle/>
        <a:p>
          <a:endParaRPr lang="zh-CN" altLang="en-US" sz="1200">
            <a:latin typeface="Calibri" panose="020F0502020204030204" pitchFamily="34" charset="0"/>
            <a:cs typeface="Calibri" panose="020F0502020204030204" pitchFamily="34" charset="0"/>
          </a:endParaRPr>
        </a:p>
      </dgm:t>
    </dgm:pt>
    <dgm:pt modelId="{516D675D-EC6D-43B0-B90D-99EFD06331AE}" type="sibTrans" cxnId="{E60E62B8-7FC4-4CB1-813B-78802A0AD217}">
      <dgm:prSet/>
      <dgm:spPr/>
      <dgm:t>
        <a:bodyPr/>
        <a:lstStyle/>
        <a:p>
          <a:endParaRPr lang="zh-CN" altLang="en-US" sz="1200">
            <a:latin typeface="Calibri" panose="020F0502020204030204" pitchFamily="34" charset="0"/>
            <a:cs typeface="Calibri" panose="020F0502020204030204" pitchFamily="34" charset="0"/>
          </a:endParaRPr>
        </a:p>
      </dgm:t>
    </dgm:pt>
    <dgm:pt modelId="{A1062A3E-8A9B-4F7A-8437-9615F6DA43BE}">
      <dgm:prSet phldrT="[Text]" custT="1"/>
      <dgm:spPr>
        <a:gradFill rotWithShape="0">
          <a:gsLst>
            <a:gs pos="0">
              <a:schemeClr val="tx2">
                <a:lumMod val="40000"/>
                <a:lumOff val="60000"/>
              </a:schemeClr>
            </a:gs>
            <a:gs pos="100000">
              <a:srgbClr val="FF0000"/>
            </a:gs>
          </a:gsLst>
          <a:lin ang="1080000" scaled="0"/>
        </a:gradFill>
      </dgm:spPr>
      <dgm:t>
        <a:bodyPr/>
        <a:lstStyle/>
        <a:p>
          <a:r>
            <a:rPr lang="en-US" altLang="zh-CN" sz="1200" b="1">
              <a:solidFill>
                <a:srgbClr val="FFFFFF"/>
              </a:solidFill>
              <a:latin typeface="Calibri" panose="020F0502020204030204" pitchFamily="34" charset="0"/>
              <a:ea typeface="黑体" panose="02010609060101010101" pitchFamily="49" charset="-122"/>
              <a:cs typeface="Calibri" panose="020F0502020204030204" pitchFamily="34" charset="0"/>
            </a:rPr>
            <a:t>Lab Execution System</a:t>
          </a:r>
          <a:endParaRPr lang="zh-CN" altLang="en-US" sz="1200" b="1">
            <a:latin typeface="Calibri" panose="020F0502020204030204" pitchFamily="34" charset="0"/>
            <a:cs typeface="Calibri" panose="020F0502020204030204" pitchFamily="34" charset="0"/>
          </a:endParaRPr>
        </a:p>
      </dgm:t>
    </dgm:pt>
    <dgm:pt modelId="{2DD6F3AB-AD7E-44CA-BB3A-0BAE2027A972}" type="parTrans" cxnId="{7530E4A9-D111-4FDA-9514-DDFD293D92F6}">
      <dgm:prSet/>
      <dgm:spPr/>
      <dgm:t>
        <a:bodyPr/>
        <a:lstStyle/>
        <a:p>
          <a:endParaRPr lang="zh-CN" altLang="en-US" sz="1200">
            <a:latin typeface="Calibri" panose="020F0502020204030204" pitchFamily="34" charset="0"/>
            <a:cs typeface="Calibri" panose="020F0502020204030204" pitchFamily="34" charset="0"/>
          </a:endParaRPr>
        </a:p>
      </dgm:t>
    </dgm:pt>
    <dgm:pt modelId="{F202640F-02AD-40DF-8432-2A0B1B253006}" type="sibTrans" cxnId="{7530E4A9-D111-4FDA-9514-DDFD293D92F6}">
      <dgm:prSet/>
      <dgm:spPr/>
      <dgm:t>
        <a:bodyPr/>
        <a:lstStyle/>
        <a:p>
          <a:endParaRPr lang="zh-CN" altLang="en-US" sz="1200">
            <a:latin typeface="Calibri" panose="020F0502020204030204" pitchFamily="34" charset="0"/>
            <a:cs typeface="Calibri" panose="020F0502020204030204" pitchFamily="34" charset="0"/>
          </a:endParaRPr>
        </a:p>
      </dgm:t>
    </dgm:pt>
    <dgm:pt modelId="{FCB7A856-32C4-4130-A02B-785380DBD7B0}">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buChar char="•"/>
          </a:pP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43759852-097E-4032-962E-87A57C615D29}" type="parTrans" cxnId="{A88694D5-C04F-4C4B-BD9E-EB80081DCD62}">
      <dgm:prSet/>
      <dgm:spPr/>
      <dgm:t>
        <a:bodyPr/>
        <a:lstStyle/>
        <a:p>
          <a:endParaRPr lang="zh-CN" altLang="en-US" sz="1200">
            <a:latin typeface="Calibri" panose="020F0502020204030204" pitchFamily="34" charset="0"/>
            <a:cs typeface="Calibri" panose="020F0502020204030204" pitchFamily="34" charset="0"/>
          </a:endParaRPr>
        </a:p>
      </dgm:t>
    </dgm:pt>
    <dgm:pt modelId="{63AF4E81-09CD-477C-93E2-E56D131B73EB}" type="sibTrans" cxnId="{A88694D5-C04F-4C4B-BD9E-EB80081DCD62}">
      <dgm:prSet/>
      <dgm:spPr/>
      <dgm:t>
        <a:bodyPr/>
        <a:lstStyle/>
        <a:p>
          <a:endParaRPr lang="zh-CN" altLang="en-US" sz="1200">
            <a:latin typeface="Calibri" panose="020F0502020204030204" pitchFamily="34" charset="0"/>
            <a:cs typeface="Calibri" panose="020F0502020204030204" pitchFamily="34" charset="0"/>
          </a:endParaRPr>
        </a:p>
      </dgm:t>
    </dgm:pt>
    <dgm:pt modelId="{AA8DDC46-CBC0-4697-9FA1-E2ACC1CA4FEB}">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buFont typeface="Arial" panose="020B0604020202020204" pitchFamily="34" charset="0"/>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CoA creation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0165B763-5C58-4967-A978-7AF6AE58EE96}" type="parTrans" cxnId="{6678994C-A79A-47D3-BA8A-0BBC91CC7EB0}">
      <dgm:prSet/>
      <dgm:spPr/>
      <dgm:t>
        <a:bodyPr/>
        <a:lstStyle/>
        <a:p>
          <a:endParaRPr lang="zh-CN" altLang="en-US" sz="1200">
            <a:latin typeface="Calibri" panose="020F0502020204030204" pitchFamily="34" charset="0"/>
            <a:cs typeface="Calibri" panose="020F0502020204030204" pitchFamily="34" charset="0"/>
          </a:endParaRPr>
        </a:p>
      </dgm:t>
    </dgm:pt>
    <dgm:pt modelId="{6BF1A04E-4B1A-4DAB-8DB1-3C37C2A4D713}" type="sibTrans" cxnId="{6678994C-A79A-47D3-BA8A-0BBC91CC7EB0}">
      <dgm:prSet/>
      <dgm:spPr/>
      <dgm:t>
        <a:bodyPr/>
        <a:lstStyle/>
        <a:p>
          <a:endParaRPr lang="zh-CN" altLang="en-US" sz="1200">
            <a:latin typeface="Calibri" panose="020F0502020204030204" pitchFamily="34" charset="0"/>
            <a:cs typeface="Calibri" panose="020F0502020204030204" pitchFamily="34" charset="0"/>
          </a:endParaRPr>
        </a:p>
      </dgm:t>
    </dgm:pt>
    <dgm:pt modelId="{620D837A-C859-47B3-8037-46334963CBF1}">
      <dgm:prSet phldrT="[Text]" custT="1"/>
      <dgm:spPr>
        <a:gradFill rotWithShape="0">
          <a:gsLst>
            <a:gs pos="0">
              <a:schemeClr val="tx2">
                <a:lumMod val="40000"/>
                <a:lumOff val="60000"/>
              </a:schemeClr>
            </a:gs>
            <a:gs pos="100000">
              <a:srgbClr val="FF0000"/>
            </a:gs>
          </a:gsLst>
          <a:lin ang="1080000" scaled="0"/>
        </a:gradFill>
      </dgm:spPr>
      <dgm:t>
        <a:bodyPr/>
        <a:lstStyle/>
        <a:p>
          <a:r>
            <a:rPr lang="en-US" altLang="zh-CN" sz="1200" b="1" kern="1200">
              <a:latin typeface="Calibri" panose="020F0502020204030204" pitchFamily="34" charset="0"/>
              <a:cs typeface="Calibri" panose="020F0502020204030204" pitchFamily="34" charset="0"/>
            </a:rPr>
            <a:t>Interface </a:t>
          </a: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Integration</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gm:t>
    </dgm:pt>
    <dgm:pt modelId="{895165EB-2B41-43B1-AFA4-685007BA743E}" type="parTrans" cxnId="{47489279-8369-42AB-AB5F-1C4A206A6B5A}">
      <dgm:prSet/>
      <dgm:spPr/>
      <dgm:t>
        <a:bodyPr/>
        <a:lstStyle/>
        <a:p>
          <a:endParaRPr lang="en-US">
            <a:latin typeface="Calibri" panose="020F0502020204030204" pitchFamily="34" charset="0"/>
            <a:cs typeface="Calibri" panose="020F0502020204030204" pitchFamily="34" charset="0"/>
          </a:endParaRPr>
        </a:p>
      </dgm:t>
    </dgm:pt>
    <dgm:pt modelId="{F112E20C-95C1-44D7-A86D-B27D49FC1CEA}" type="sibTrans" cxnId="{47489279-8369-42AB-AB5F-1C4A206A6B5A}">
      <dgm:prSet/>
      <dgm:spPr/>
      <dgm:t>
        <a:bodyPr/>
        <a:lstStyle/>
        <a:p>
          <a:endParaRPr lang="en-US">
            <a:latin typeface="Calibri" panose="020F0502020204030204" pitchFamily="34" charset="0"/>
            <a:cs typeface="Calibri" panose="020F0502020204030204" pitchFamily="34" charset="0"/>
          </a:endParaRPr>
        </a:p>
      </dgm:t>
    </dgm:pt>
    <dgm:pt modelId="{1F65A4A1-B52E-4C11-8769-4E2B51BEA8D3}">
      <dgm:prSet phldrT="[Text]" custT="1"/>
      <dgm:spPr>
        <a:solidFill>
          <a:schemeClr val="tx2">
            <a:lumMod val="20000"/>
            <a:lumOff val="80000"/>
          </a:schemeClr>
        </a:solidFill>
      </dgm:spPr>
      <dgm:t>
        <a:bodyPr/>
        <a:lstStyle/>
        <a:p>
          <a:pPr>
            <a:buChar char="•"/>
          </a:pPr>
          <a:r>
            <a:rPr lang="en-US" altLang="zh-CN" sz="1100">
              <a:solidFill>
                <a:srgbClr val="222222">
                  <a:hueOff val="0"/>
                  <a:satOff val="0"/>
                  <a:lumOff val="0"/>
                  <a:alphaOff val="0"/>
                </a:srgbClr>
              </a:solidFill>
              <a:latin typeface="Calibri" panose="020F0502020204030204" pitchFamily="34" charset="0"/>
              <a:ea typeface="+mn-ea"/>
              <a:cs typeface="Calibri" panose="020F0502020204030204" pitchFamily="34" charset="0"/>
            </a:rPr>
            <a:t>Master data sync</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B9A9822E-8276-4A4C-B60A-3E1E8AF9263D}" type="parTrans" cxnId="{36D686BB-3E1B-4B98-AEB1-96EE477CC6DF}">
      <dgm:prSet/>
      <dgm:spPr/>
      <dgm:t>
        <a:bodyPr/>
        <a:lstStyle/>
        <a:p>
          <a:endParaRPr lang="en-US">
            <a:latin typeface="Calibri" panose="020F0502020204030204" pitchFamily="34" charset="0"/>
            <a:cs typeface="Calibri" panose="020F0502020204030204" pitchFamily="34" charset="0"/>
          </a:endParaRPr>
        </a:p>
      </dgm:t>
    </dgm:pt>
    <dgm:pt modelId="{274CEC94-F225-475E-B638-7124BC18AD66}" type="sibTrans" cxnId="{36D686BB-3E1B-4B98-AEB1-96EE477CC6DF}">
      <dgm:prSet/>
      <dgm:spPr/>
      <dgm:t>
        <a:bodyPr/>
        <a:lstStyle/>
        <a:p>
          <a:endParaRPr lang="en-US">
            <a:latin typeface="Calibri" panose="020F0502020204030204" pitchFamily="34" charset="0"/>
            <a:cs typeface="Calibri" panose="020F0502020204030204" pitchFamily="34" charset="0"/>
          </a:endParaRPr>
        </a:p>
      </dgm:t>
    </dgm:pt>
    <dgm:pt modelId="{5552C62E-6C69-4B65-82E0-7E0F5EEDAC92}">
      <dgm:prSet phldrT="[Text]" custT="1"/>
      <dgm:spPr>
        <a:solidFill>
          <a:schemeClr val="tx2">
            <a:lumMod val="20000"/>
            <a:lumOff val="80000"/>
          </a:schemeClr>
        </a:solidFill>
      </dgm:spPr>
      <dgm:t>
        <a:bodyPr/>
        <a:lstStyle/>
        <a:p>
          <a:pPr>
            <a:buChar char="•"/>
          </a:pPr>
          <a:r>
            <a:rPr lang="en-US" altLang="zh-CN" sz="1100">
              <a:solidFill>
                <a:srgbClr val="222222">
                  <a:hueOff val="0"/>
                  <a:satOff val="0"/>
                  <a:lumOff val="0"/>
                  <a:alphaOff val="0"/>
                </a:srgbClr>
              </a:solidFill>
              <a:latin typeface="Calibri" panose="020F0502020204030204" pitchFamily="34" charset="0"/>
              <a:ea typeface="+mn-ea"/>
              <a:cs typeface="Calibri" panose="020F0502020204030204" pitchFamily="34" charset="0"/>
            </a:rPr>
            <a:t>SAP – Phase A</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5335980E-D0D0-463D-B83F-A573BD61FA14}" type="parTrans" cxnId="{5DCE40EC-00E6-4D8B-A494-7429BB663EBE}">
      <dgm:prSet/>
      <dgm:spPr/>
      <dgm:t>
        <a:bodyPr/>
        <a:lstStyle/>
        <a:p>
          <a:endParaRPr lang="en-US">
            <a:latin typeface="Calibri" panose="020F0502020204030204" pitchFamily="34" charset="0"/>
            <a:cs typeface="Calibri" panose="020F0502020204030204" pitchFamily="34" charset="0"/>
          </a:endParaRPr>
        </a:p>
      </dgm:t>
    </dgm:pt>
    <dgm:pt modelId="{46FDECA1-5F16-4C5A-8D17-9E6F7143A415}" type="sibTrans" cxnId="{5DCE40EC-00E6-4D8B-A494-7429BB663EBE}">
      <dgm:prSet/>
      <dgm:spPr/>
      <dgm:t>
        <a:bodyPr/>
        <a:lstStyle/>
        <a:p>
          <a:endParaRPr lang="en-US">
            <a:latin typeface="Calibri" panose="020F0502020204030204" pitchFamily="34" charset="0"/>
            <a:cs typeface="Calibri" panose="020F0502020204030204" pitchFamily="34" charset="0"/>
          </a:endParaRPr>
        </a:p>
      </dgm:t>
    </dgm:pt>
    <dgm:pt modelId="{1A25577F-6E42-4B05-97BA-DBAFFD932868}">
      <dgm:prSet phldrT="[Text]" custT="1"/>
      <dgm:spPr>
        <a:solidFill>
          <a:schemeClr val="tx2">
            <a:lumMod val="20000"/>
            <a:lumOff val="80000"/>
          </a:schemeClr>
        </a:solidFill>
      </dgm:spPr>
      <dgm:t>
        <a:bodyPr/>
        <a:lstStyle/>
        <a:p>
          <a:r>
            <a:rPr 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rPr>
            <a:t>Smart factory </a:t>
          </a:r>
          <a:r>
            <a:rPr lang="en-US" altLang="zh-CN" sz="1100">
              <a:solidFill>
                <a:srgbClr val="222222">
                  <a:hueOff val="0"/>
                  <a:satOff val="0"/>
                  <a:lumOff val="0"/>
                  <a:alphaOff val="0"/>
                </a:srgbClr>
              </a:solidFill>
              <a:latin typeface="Calibri" panose="020F0502020204030204" pitchFamily="34" charset="0"/>
              <a:ea typeface="+mn-ea"/>
              <a:cs typeface="Calibri" panose="020F0502020204030204" pitchFamily="34" charset="0"/>
            </a:rPr>
            <a:t>– Phase B</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0B484BAA-523D-446C-83B6-7B38123F394C}" type="parTrans" cxnId="{CA1A6CA4-2FE1-48BB-9403-E252888AC14B}">
      <dgm:prSet/>
      <dgm:spPr/>
      <dgm:t>
        <a:bodyPr/>
        <a:lstStyle/>
        <a:p>
          <a:endParaRPr lang="en-US">
            <a:latin typeface="Calibri" panose="020F0502020204030204" pitchFamily="34" charset="0"/>
            <a:cs typeface="Calibri" panose="020F0502020204030204" pitchFamily="34" charset="0"/>
          </a:endParaRPr>
        </a:p>
      </dgm:t>
    </dgm:pt>
    <dgm:pt modelId="{F257CB35-A07E-479A-9300-3BD50F8AA1C8}" type="sibTrans" cxnId="{CA1A6CA4-2FE1-48BB-9403-E252888AC14B}">
      <dgm:prSet/>
      <dgm:spPr/>
      <dgm:t>
        <a:bodyPr/>
        <a:lstStyle/>
        <a:p>
          <a:endParaRPr lang="en-US">
            <a:latin typeface="Calibri" panose="020F0502020204030204" pitchFamily="34" charset="0"/>
            <a:cs typeface="Calibri" panose="020F0502020204030204" pitchFamily="34" charset="0"/>
          </a:endParaRPr>
        </a:p>
      </dgm:t>
    </dgm:pt>
    <dgm:pt modelId="{9DC27841-0D7E-4BE6-8F65-3164CCC70375}">
      <dgm:prSet phldrT="[Text]" custT="1"/>
      <dgm:spPr>
        <a:solidFill>
          <a:schemeClr val="tx2">
            <a:lumMod val="20000"/>
            <a:lumOff val="80000"/>
          </a:schemeClr>
        </a:solidFill>
      </dgm:spPr>
      <dgm:t>
        <a:bodyPr/>
        <a:lstStyle/>
        <a:p>
          <a:r>
            <a:rPr 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rPr>
            <a:t>Skill Matrix (OSDP) </a:t>
          </a:r>
          <a:r>
            <a:rPr lang="en-US" altLang="zh-CN" sz="1100">
              <a:solidFill>
                <a:srgbClr val="222222">
                  <a:hueOff val="0"/>
                  <a:satOff val="0"/>
                  <a:lumOff val="0"/>
                  <a:alphaOff val="0"/>
                </a:srgbClr>
              </a:solidFill>
              <a:latin typeface="Calibri" panose="020F0502020204030204" pitchFamily="34" charset="0"/>
              <a:ea typeface="+mn-ea"/>
              <a:cs typeface="Calibri" panose="020F0502020204030204" pitchFamily="34" charset="0"/>
            </a:rPr>
            <a:t>– Phase B</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83DE26EB-77E5-4001-9E1A-3566072BE63B}" type="parTrans" cxnId="{D08CB3D4-9366-4FC2-8762-95F07DC9B419}">
      <dgm:prSet/>
      <dgm:spPr/>
      <dgm:t>
        <a:bodyPr/>
        <a:lstStyle/>
        <a:p>
          <a:endParaRPr lang="en-US">
            <a:latin typeface="Calibri" panose="020F0502020204030204" pitchFamily="34" charset="0"/>
            <a:cs typeface="Calibri" panose="020F0502020204030204" pitchFamily="34" charset="0"/>
          </a:endParaRPr>
        </a:p>
      </dgm:t>
    </dgm:pt>
    <dgm:pt modelId="{42928719-9BBD-4B97-9A34-25DE46632030}" type="sibTrans" cxnId="{D08CB3D4-9366-4FC2-8762-95F07DC9B419}">
      <dgm:prSet/>
      <dgm:spPr/>
      <dgm:t>
        <a:bodyPr/>
        <a:lstStyle/>
        <a:p>
          <a:endParaRPr lang="en-US">
            <a:latin typeface="Calibri" panose="020F0502020204030204" pitchFamily="34" charset="0"/>
            <a:cs typeface="Calibri" panose="020F0502020204030204" pitchFamily="34" charset="0"/>
          </a:endParaRPr>
        </a:p>
      </dgm:t>
    </dgm:pt>
    <dgm:pt modelId="{DC154C00-A4FA-4E3D-BCAD-40AEBB109E0F}">
      <dgm:prSet phldrT="[Text]" custT="1"/>
      <dgm:spPr>
        <a:solidFill>
          <a:schemeClr val="tx2">
            <a:lumMod val="20000"/>
            <a:lumOff val="80000"/>
          </a:schemeClr>
        </a:solidFill>
      </dgm:spPr>
      <dgm:t>
        <a:bodyPr/>
        <a:lstStyle/>
        <a:p>
          <a:pPr>
            <a:buChar char="•"/>
          </a:pPr>
          <a:r>
            <a:rPr lang="en-US" altLang="zh-CN" sz="1100">
              <a:solidFill>
                <a:srgbClr val="222222">
                  <a:hueOff val="0"/>
                  <a:satOff val="0"/>
                  <a:lumOff val="0"/>
                  <a:alphaOff val="0"/>
                </a:srgbClr>
              </a:solidFill>
              <a:latin typeface="Calibri" panose="020F0502020204030204" pitchFamily="34" charset="0"/>
              <a:ea typeface="+mn-ea"/>
              <a:cs typeface="Calibri" panose="020F0502020204030204" pitchFamily="34" charset="0"/>
            </a:rPr>
            <a:t>Instrument integration (Type A &amp; Type B)  – Phase A &amp; B</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BE4589CF-F397-4F4E-B50B-F9B545B55309}" type="parTrans" cxnId="{1220CA7C-C797-4142-BD5A-28A43DE4C37F}">
      <dgm:prSet/>
      <dgm:spPr/>
      <dgm:t>
        <a:bodyPr/>
        <a:lstStyle/>
        <a:p>
          <a:endParaRPr lang="en-US">
            <a:latin typeface="Calibri" panose="020F0502020204030204" pitchFamily="34" charset="0"/>
            <a:cs typeface="Calibri" panose="020F0502020204030204" pitchFamily="34" charset="0"/>
          </a:endParaRPr>
        </a:p>
      </dgm:t>
    </dgm:pt>
    <dgm:pt modelId="{7B4CA686-B0C9-409F-ABA4-1CEC0AB366F0}" type="sibTrans" cxnId="{1220CA7C-C797-4142-BD5A-28A43DE4C37F}">
      <dgm:prSet/>
      <dgm:spPr/>
      <dgm:t>
        <a:bodyPr/>
        <a:lstStyle/>
        <a:p>
          <a:endParaRPr lang="en-US">
            <a:latin typeface="Calibri" panose="020F0502020204030204" pitchFamily="34" charset="0"/>
            <a:cs typeface="Calibri" panose="020F0502020204030204" pitchFamily="34" charset="0"/>
          </a:endParaRPr>
        </a:p>
      </dgm:t>
    </dgm:pt>
    <dgm:pt modelId="{4245E109-62E7-4EDD-BE15-4ABE58EE0F25}">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Daily test operation workflow execution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0E8FB255-F6D1-4C0F-92A1-3639D2668BF2}" type="parTrans" cxnId="{4EB42A85-77F1-4F6E-9792-2A2346298A27}">
      <dgm:prSet/>
      <dgm:spPr/>
      <dgm:t>
        <a:bodyPr/>
        <a:lstStyle/>
        <a:p>
          <a:endParaRPr lang="en-US">
            <a:latin typeface="Calibri" panose="020F0502020204030204" pitchFamily="34" charset="0"/>
            <a:cs typeface="Calibri" panose="020F0502020204030204" pitchFamily="34" charset="0"/>
          </a:endParaRPr>
        </a:p>
      </dgm:t>
    </dgm:pt>
    <dgm:pt modelId="{4DAEF4E2-EF25-450F-8876-B9BF71B55340}" type="sibTrans" cxnId="{4EB42A85-77F1-4F6E-9792-2A2346298A27}">
      <dgm:prSet/>
      <dgm:spPr/>
      <dgm:t>
        <a:bodyPr/>
        <a:lstStyle/>
        <a:p>
          <a:endParaRPr lang="en-US">
            <a:latin typeface="Calibri" panose="020F0502020204030204" pitchFamily="34" charset="0"/>
            <a:cs typeface="Calibri" panose="020F0502020204030204" pitchFamily="34" charset="0"/>
          </a:endParaRPr>
        </a:p>
      </dgm:t>
    </dgm:pt>
    <dgm:pt modelId="{7CB3F3FC-622C-4446-ADC9-A2C6BF9C2509}">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QC Lab SOP/test method execution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A705ACE8-B820-40CE-B9FD-27309AF5B276}" type="parTrans" cxnId="{1E0893A6-8158-4E57-B916-183D1338C670}">
      <dgm:prSet/>
      <dgm:spPr/>
      <dgm:t>
        <a:bodyPr/>
        <a:lstStyle/>
        <a:p>
          <a:endParaRPr lang="en-US">
            <a:latin typeface="Calibri" panose="020F0502020204030204" pitchFamily="34" charset="0"/>
            <a:cs typeface="Calibri" panose="020F0502020204030204" pitchFamily="34" charset="0"/>
          </a:endParaRPr>
        </a:p>
      </dgm:t>
    </dgm:pt>
    <dgm:pt modelId="{14066EA8-8F84-4860-8141-E9D35CAD3452}" type="sibTrans" cxnId="{1E0893A6-8158-4E57-B916-183D1338C670}">
      <dgm:prSet/>
      <dgm:spPr/>
      <dgm:t>
        <a:bodyPr/>
        <a:lstStyle/>
        <a:p>
          <a:endParaRPr lang="en-US">
            <a:latin typeface="Calibri" panose="020F0502020204030204" pitchFamily="34" charset="0"/>
            <a:cs typeface="Calibri" panose="020F0502020204030204" pitchFamily="34" charset="0"/>
          </a:endParaRPr>
        </a:p>
      </dgm:t>
    </dgm:pt>
    <dgm:pt modelId="{76D8BE28-D65C-48B2-B71E-41F70119E0BC}">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Calculation &amp; data processing</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CBA73307-83D0-4EDC-B31B-5989D31965D8}" type="parTrans" cxnId="{25D59191-62E2-473F-8903-340E92AFDEB1}">
      <dgm:prSet/>
      <dgm:spPr/>
      <dgm:t>
        <a:bodyPr/>
        <a:lstStyle/>
        <a:p>
          <a:endParaRPr lang="en-US">
            <a:latin typeface="Calibri" panose="020F0502020204030204" pitchFamily="34" charset="0"/>
            <a:cs typeface="Calibri" panose="020F0502020204030204" pitchFamily="34" charset="0"/>
          </a:endParaRPr>
        </a:p>
      </dgm:t>
    </dgm:pt>
    <dgm:pt modelId="{70F4EE56-B80E-4A43-A4AA-B2C026B19EB0}" type="sibTrans" cxnId="{25D59191-62E2-473F-8903-340E92AFDEB1}">
      <dgm:prSet/>
      <dgm:spPr/>
      <dgm:t>
        <a:bodyPr/>
        <a:lstStyle/>
        <a:p>
          <a:endParaRPr lang="en-US">
            <a:latin typeface="Calibri" panose="020F0502020204030204" pitchFamily="34" charset="0"/>
            <a:cs typeface="Calibri" panose="020F0502020204030204" pitchFamily="34" charset="0"/>
          </a:endParaRPr>
        </a:p>
      </dgm:t>
    </dgm:pt>
    <dgm:pt modelId="{F0F8105C-EF52-43F1-865F-E741D476C6AC}" type="pres">
      <dgm:prSet presAssocID="{900AB5DE-E807-4422-B4B3-37625D7E9706}" presName="Name0" presStyleCnt="0">
        <dgm:presLayoutVars>
          <dgm:dir/>
          <dgm:animLvl val="lvl"/>
          <dgm:resizeHandles val="exact"/>
        </dgm:presLayoutVars>
      </dgm:prSet>
      <dgm:spPr/>
    </dgm:pt>
    <dgm:pt modelId="{E3EEFBE4-FCDB-431C-958C-CC6B8EEC33BC}" type="pres">
      <dgm:prSet presAssocID="{7DAA1687-03C6-40DB-8CA8-D305AD4578D3}" presName="linNode" presStyleCnt="0"/>
      <dgm:spPr/>
    </dgm:pt>
    <dgm:pt modelId="{09FA5C0D-330B-4C06-A516-680446ECF8D8}" type="pres">
      <dgm:prSet presAssocID="{7DAA1687-03C6-40DB-8CA8-D305AD4578D3}" presName="parentText" presStyleLbl="node1" presStyleIdx="0" presStyleCnt="3">
        <dgm:presLayoutVars>
          <dgm:chMax val="1"/>
          <dgm:bulletEnabled val="1"/>
        </dgm:presLayoutVars>
      </dgm:prSet>
      <dgm:spPr/>
    </dgm:pt>
    <dgm:pt modelId="{8306E00D-94BB-443B-BBF6-F75CB496D0AD}" type="pres">
      <dgm:prSet presAssocID="{7DAA1687-03C6-40DB-8CA8-D305AD4578D3}" presName="descendantText" presStyleLbl="alignAccFollowNode1" presStyleIdx="0" presStyleCnt="3">
        <dgm:presLayoutVars>
          <dgm:bulletEnabled val="1"/>
        </dgm:presLayoutVars>
      </dgm:prSet>
      <dgm:spPr/>
    </dgm:pt>
    <dgm:pt modelId="{B21CE22F-2805-45B1-AFCF-1E3CC6CE3858}" type="pres">
      <dgm:prSet presAssocID="{27FA1DC5-D30B-4715-A668-7DF35CB9F5F2}" presName="sp" presStyleCnt="0"/>
      <dgm:spPr/>
    </dgm:pt>
    <dgm:pt modelId="{24BEBD0F-A9CA-424F-9D01-AB3BA9F9EBAD}" type="pres">
      <dgm:prSet presAssocID="{A1062A3E-8A9B-4F7A-8437-9615F6DA43BE}" presName="linNode" presStyleCnt="0"/>
      <dgm:spPr/>
    </dgm:pt>
    <dgm:pt modelId="{8637D1FC-53D3-4E34-8220-004EA600B4E0}" type="pres">
      <dgm:prSet presAssocID="{A1062A3E-8A9B-4F7A-8437-9615F6DA43BE}" presName="parentText" presStyleLbl="node1" presStyleIdx="1" presStyleCnt="3">
        <dgm:presLayoutVars>
          <dgm:chMax val="1"/>
          <dgm:bulletEnabled val="1"/>
        </dgm:presLayoutVars>
      </dgm:prSet>
      <dgm:spPr/>
    </dgm:pt>
    <dgm:pt modelId="{812E6106-2DFF-4F1E-BF42-F2387708812C}" type="pres">
      <dgm:prSet presAssocID="{A1062A3E-8A9B-4F7A-8437-9615F6DA43BE}" presName="descendantText" presStyleLbl="alignAccFollowNode1" presStyleIdx="1" presStyleCnt="3">
        <dgm:presLayoutVars>
          <dgm:bulletEnabled val="1"/>
        </dgm:presLayoutVars>
      </dgm:prSet>
      <dgm:spPr/>
    </dgm:pt>
    <dgm:pt modelId="{FB5390DD-0CAE-4CC4-BA7D-8894901F59BE}" type="pres">
      <dgm:prSet presAssocID="{F202640F-02AD-40DF-8432-2A0B1B253006}" presName="sp" presStyleCnt="0"/>
      <dgm:spPr/>
    </dgm:pt>
    <dgm:pt modelId="{306169DE-A3A5-44C3-8C7B-DE8ADBE3AD0D}" type="pres">
      <dgm:prSet presAssocID="{620D837A-C859-47B3-8037-46334963CBF1}" presName="linNode" presStyleCnt="0"/>
      <dgm:spPr/>
    </dgm:pt>
    <dgm:pt modelId="{88195646-EE9C-4D5D-8953-676ECC2948B7}" type="pres">
      <dgm:prSet presAssocID="{620D837A-C859-47B3-8037-46334963CBF1}" presName="parentText" presStyleLbl="node1" presStyleIdx="2" presStyleCnt="3">
        <dgm:presLayoutVars>
          <dgm:chMax val="1"/>
          <dgm:bulletEnabled val="1"/>
        </dgm:presLayoutVars>
      </dgm:prSet>
      <dgm:spPr/>
    </dgm:pt>
    <dgm:pt modelId="{BE16D9CE-D6CD-4410-9E76-3F3E2C5FE94C}" type="pres">
      <dgm:prSet presAssocID="{620D837A-C859-47B3-8037-46334963CBF1}" presName="descendantText" presStyleLbl="alignAccFollowNode1" presStyleIdx="2" presStyleCnt="3" custScaleY="109131" custLinFactNeighborX="-2028" custLinFactNeighborY="750">
        <dgm:presLayoutVars>
          <dgm:bulletEnabled val="1"/>
        </dgm:presLayoutVars>
      </dgm:prSet>
      <dgm:spPr/>
    </dgm:pt>
  </dgm:ptLst>
  <dgm:cxnLst>
    <dgm:cxn modelId="{F06D1D15-F77A-4471-BC6F-48830D48F573}" type="presOf" srcId="{4245E109-62E7-4EDD-BE15-4ABE58EE0F25}" destId="{812E6106-2DFF-4F1E-BF42-F2387708812C}" srcOrd="0" destOrd="1" presId="urn:microsoft.com/office/officeart/2005/8/layout/vList5"/>
    <dgm:cxn modelId="{28709C23-97BE-466F-B0FA-D90D2344F74D}" type="presOf" srcId="{A1062A3E-8A9B-4F7A-8437-9615F6DA43BE}" destId="{8637D1FC-53D3-4E34-8220-004EA600B4E0}" srcOrd="0" destOrd="0" presId="urn:microsoft.com/office/officeart/2005/8/layout/vList5"/>
    <dgm:cxn modelId="{1FA77B3A-A54A-47B0-AF2C-7A18C3BE77A5}" type="presOf" srcId="{AA8DDC46-CBC0-4697-9FA1-E2ACC1CA4FEB}" destId="{8306E00D-94BB-443B-BBF6-F75CB496D0AD}" srcOrd="0" destOrd="1" presId="urn:microsoft.com/office/officeart/2005/8/layout/vList5"/>
    <dgm:cxn modelId="{E4ACAB47-8722-4A8D-8019-9B96C14A232B}" srcId="{7DAA1687-03C6-40DB-8CA8-D305AD4578D3}" destId="{E886C358-3739-4DB6-9684-A972459D1252}" srcOrd="0" destOrd="0" parTransId="{EBA76203-9B67-4DAB-8074-6A7AB07F5B54}" sibTransId="{05BC8070-1F1F-4E55-A7B7-99589C3AB96B}"/>
    <dgm:cxn modelId="{6678994C-A79A-47D3-BA8A-0BBC91CC7EB0}" srcId="{7DAA1687-03C6-40DB-8CA8-D305AD4578D3}" destId="{AA8DDC46-CBC0-4697-9FA1-E2ACC1CA4FEB}" srcOrd="1" destOrd="0" parTransId="{0165B763-5C58-4967-A978-7AF6AE58EE96}" sibTransId="{6BF1A04E-4B1A-4DAB-8DB1-3C37C2A4D713}"/>
    <dgm:cxn modelId="{23F38272-E360-4E84-8F71-22134CD177CE}" type="presOf" srcId="{1A25577F-6E42-4B05-97BA-DBAFFD932868}" destId="{BE16D9CE-D6CD-4410-9E76-3F3E2C5FE94C}" srcOrd="0" destOrd="2" presId="urn:microsoft.com/office/officeart/2005/8/layout/vList5"/>
    <dgm:cxn modelId="{59439D53-A9D9-45A0-AF62-3A38CF2EE24E}" type="presOf" srcId="{1F65A4A1-B52E-4C11-8769-4E2B51BEA8D3}" destId="{BE16D9CE-D6CD-4410-9E76-3F3E2C5FE94C}" srcOrd="0" destOrd="0" presId="urn:microsoft.com/office/officeart/2005/8/layout/vList5"/>
    <dgm:cxn modelId="{9B919079-6E6D-497F-90EF-36C0CCA6F161}" type="presOf" srcId="{F395EB9F-0E3C-419A-A2DE-947E4D5018AE}" destId="{8306E00D-94BB-443B-BBF6-F75CB496D0AD}" srcOrd="0" destOrd="2" presId="urn:microsoft.com/office/officeart/2005/8/layout/vList5"/>
    <dgm:cxn modelId="{47489279-8369-42AB-AB5F-1C4A206A6B5A}" srcId="{900AB5DE-E807-4422-B4B3-37625D7E9706}" destId="{620D837A-C859-47B3-8037-46334963CBF1}" srcOrd="2" destOrd="0" parTransId="{895165EB-2B41-43B1-AFA4-685007BA743E}" sibTransId="{F112E20C-95C1-44D7-A86D-B27D49FC1CEA}"/>
    <dgm:cxn modelId="{1220CA7C-C797-4142-BD5A-28A43DE4C37F}" srcId="{620D837A-C859-47B3-8037-46334963CBF1}" destId="{DC154C00-A4FA-4E3D-BCAD-40AEBB109E0F}" srcOrd="4" destOrd="0" parTransId="{BE4589CF-F397-4F4E-B50B-F9B545B55309}" sibTransId="{7B4CA686-B0C9-409F-ABA4-1CEC0AB366F0}"/>
    <dgm:cxn modelId="{1BC92085-A3E7-4122-85B8-28117CDF2153}" type="presOf" srcId="{5552C62E-6C69-4B65-82E0-7E0F5EEDAC92}" destId="{BE16D9CE-D6CD-4410-9E76-3F3E2C5FE94C}" srcOrd="0" destOrd="1" presId="urn:microsoft.com/office/officeart/2005/8/layout/vList5"/>
    <dgm:cxn modelId="{4EB42A85-77F1-4F6E-9792-2A2346298A27}" srcId="{A1062A3E-8A9B-4F7A-8437-9615F6DA43BE}" destId="{4245E109-62E7-4EDD-BE15-4ABE58EE0F25}" srcOrd="1" destOrd="0" parTransId="{0E8FB255-F6D1-4C0F-92A1-3639D2668BF2}" sibTransId="{4DAEF4E2-EF25-450F-8876-B9BF71B55340}"/>
    <dgm:cxn modelId="{25D59191-62E2-473F-8903-340E92AFDEB1}" srcId="{A1062A3E-8A9B-4F7A-8437-9615F6DA43BE}" destId="{76D8BE28-D65C-48B2-B71E-41F70119E0BC}" srcOrd="3" destOrd="0" parTransId="{CBA73307-83D0-4EDC-B31B-5989D31965D8}" sibTransId="{70F4EE56-B80E-4A43-A4AA-B2C026B19EB0}"/>
    <dgm:cxn modelId="{8FB05A9A-7B80-449D-91C6-B3C50D3122E5}" type="presOf" srcId="{FCB7A856-32C4-4130-A02B-785380DBD7B0}" destId="{812E6106-2DFF-4F1E-BF42-F2387708812C}" srcOrd="0" destOrd="0" presId="urn:microsoft.com/office/officeart/2005/8/layout/vList5"/>
    <dgm:cxn modelId="{FBD3AAA0-D78D-40A0-8E63-EB2CB182B68C}" srcId="{900AB5DE-E807-4422-B4B3-37625D7E9706}" destId="{7DAA1687-03C6-40DB-8CA8-D305AD4578D3}" srcOrd="0" destOrd="0" parTransId="{337EDA6F-5754-46DC-A979-922A0B634D3C}" sibTransId="{27FA1DC5-D30B-4715-A668-7DF35CB9F5F2}"/>
    <dgm:cxn modelId="{5260B7A2-72C2-4B67-8675-AD1162704142}" type="presOf" srcId="{620D837A-C859-47B3-8037-46334963CBF1}" destId="{88195646-EE9C-4D5D-8953-676ECC2948B7}" srcOrd="0" destOrd="0" presId="urn:microsoft.com/office/officeart/2005/8/layout/vList5"/>
    <dgm:cxn modelId="{CA1A6CA4-2FE1-48BB-9403-E252888AC14B}" srcId="{620D837A-C859-47B3-8037-46334963CBF1}" destId="{1A25577F-6E42-4B05-97BA-DBAFFD932868}" srcOrd="2" destOrd="0" parTransId="{0B484BAA-523D-446C-83B6-7B38123F394C}" sibTransId="{F257CB35-A07E-479A-9300-3BD50F8AA1C8}"/>
    <dgm:cxn modelId="{1E0893A6-8158-4E57-B916-183D1338C670}" srcId="{A1062A3E-8A9B-4F7A-8437-9615F6DA43BE}" destId="{7CB3F3FC-622C-4446-ADC9-A2C6BF9C2509}" srcOrd="2" destOrd="0" parTransId="{A705ACE8-B820-40CE-B9FD-27309AF5B276}" sibTransId="{14066EA8-8F84-4860-8141-E9D35CAD3452}"/>
    <dgm:cxn modelId="{7530E4A9-D111-4FDA-9514-DDFD293D92F6}" srcId="{900AB5DE-E807-4422-B4B3-37625D7E9706}" destId="{A1062A3E-8A9B-4F7A-8437-9615F6DA43BE}" srcOrd="1" destOrd="0" parTransId="{2DD6F3AB-AD7E-44CA-BB3A-0BAE2027A972}" sibTransId="{F202640F-02AD-40DF-8432-2A0B1B253006}"/>
    <dgm:cxn modelId="{9D61BEAC-6CE8-496F-AC50-97DAD335EA30}" type="presOf" srcId="{900AB5DE-E807-4422-B4B3-37625D7E9706}" destId="{F0F8105C-EF52-43F1-865F-E741D476C6AC}" srcOrd="0" destOrd="0" presId="urn:microsoft.com/office/officeart/2005/8/layout/vList5"/>
    <dgm:cxn modelId="{E60E62B8-7FC4-4CB1-813B-78802A0AD217}" srcId="{7DAA1687-03C6-40DB-8CA8-D305AD4578D3}" destId="{F395EB9F-0E3C-419A-A2DE-947E4D5018AE}" srcOrd="2" destOrd="0" parTransId="{83B73D38-C6EF-4E6E-B16F-05502EC368A0}" sibTransId="{516D675D-EC6D-43B0-B90D-99EFD06331AE}"/>
    <dgm:cxn modelId="{250017BA-03CE-46DF-85F2-0DC8282CF2E2}" type="presOf" srcId="{76D8BE28-D65C-48B2-B71E-41F70119E0BC}" destId="{812E6106-2DFF-4F1E-BF42-F2387708812C}" srcOrd="0" destOrd="3" presId="urn:microsoft.com/office/officeart/2005/8/layout/vList5"/>
    <dgm:cxn modelId="{36D686BB-3E1B-4B98-AEB1-96EE477CC6DF}" srcId="{620D837A-C859-47B3-8037-46334963CBF1}" destId="{1F65A4A1-B52E-4C11-8769-4E2B51BEA8D3}" srcOrd="0" destOrd="0" parTransId="{B9A9822E-8276-4A4C-B60A-3E1E8AF9263D}" sibTransId="{274CEC94-F225-475E-B638-7124BC18AD66}"/>
    <dgm:cxn modelId="{6F00F6C4-AF2B-47F8-B01A-3648D6A5C1B0}" type="presOf" srcId="{E886C358-3739-4DB6-9684-A972459D1252}" destId="{8306E00D-94BB-443B-BBF6-F75CB496D0AD}" srcOrd="0" destOrd="0" presId="urn:microsoft.com/office/officeart/2005/8/layout/vList5"/>
    <dgm:cxn modelId="{533B14C8-3E7F-4823-9986-0256990D6274}" type="presOf" srcId="{7CB3F3FC-622C-4446-ADC9-A2C6BF9C2509}" destId="{812E6106-2DFF-4F1E-BF42-F2387708812C}" srcOrd="0" destOrd="2" presId="urn:microsoft.com/office/officeart/2005/8/layout/vList5"/>
    <dgm:cxn modelId="{D08CB3D4-9366-4FC2-8762-95F07DC9B419}" srcId="{620D837A-C859-47B3-8037-46334963CBF1}" destId="{9DC27841-0D7E-4BE6-8F65-3164CCC70375}" srcOrd="3" destOrd="0" parTransId="{83DE26EB-77E5-4001-9E1A-3566072BE63B}" sibTransId="{42928719-9BBD-4B97-9A34-25DE46632030}"/>
    <dgm:cxn modelId="{A88694D5-C04F-4C4B-BD9E-EB80081DCD62}" srcId="{A1062A3E-8A9B-4F7A-8437-9615F6DA43BE}" destId="{FCB7A856-32C4-4130-A02B-785380DBD7B0}" srcOrd="0" destOrd="0" parTransId="{43759852-097E-4032-962E-87A57C615D29}" sibTransId="{63AF4E81-09CD-477C-93E2-E56D131B73EB}"/>
    <dgm:cxn modelId="{B8A9DBDD-2E3C-4EF7-A41E-A2CBD1AD4643}" type="presOf" srcId="{7DAA1687-03C6-40DB-8CA8-D305AD4578D3}" destId="{09FA5C0D-330B-4C06-A516-680446ECF8D8}" srcOrd="0" destOrd="0" presId="urn:microsoft.com/office/officeart/2005/8/layout/vList5"/>
    <dgm:cxn modelId="{B6205AE2-082F-4749-A21B-5521E7FF17ED}" type="presOf" srcId="{9DC27841-0D7E-4BE6-8F65-3164CCC70375}" destId="{BE16D9CE-D6CD-4410-9E76-3F3E2C5FE94C}" srcOrd="0" destOrd="3" presId="urn:microsoft.com/office/officeart/2005/8/layout/vList5"/>
    <dgm:cxn modelId="{5DCE40EC-00E6-4D8B-A494-7429BB663EBE}" srcId="{620D837A-C859-47B3-8037-46334963CBF1}" destId="{5552C62E-6C69-4B65-82E0-7E0F5EEDAC92}" srcOrd="1" destOrd="0" parTransId="{5335980E-D0D0-463D-B83F-A573BD61FA14}" sibTransId="{46FDECA1-5F16-4C5A-8D17-9E6F7143A415}"/>
    <dgm:cxn modelId="{EF3AF5F3-38C6-4185-BE23-487E6AB5A50B}" type="presOf" srcId="{DC154C00-A4FA-4E3D-BCAD-40AEBB109E0F}" destId="{BE16D9CE-D6CD-4410-9E76-3F3E2C5FE94C}" srcOrd="0" destOrd="4" presId="urn:microsoft.com/office/officeart/2005/8/layout/vList5"/>
    <dgm:cxn modelId="{0567D8D4-BAFF-436B-A471-A310EF85FCB2}" type="presParOf" srcId="{F0F8105C-EF52-43F1-865F-E741D476C6AC}" destId="{E3EEFBE4-FCDB-431C-958C-CC6B8EEC33BC}" srcOrd="0" destOrd="0" presId="urn:microsoft.com/office/officeart/2005/8/layout/vList5"/>
    <dgm:cxn modelId="{A1A24CFC-34B9-4510-AD90-49AF921B45DC}" type="presParOf" srcId="{E3EEFBE4-FCDB-431C-958C-CC6B8EEC33BC}" destId="{09FA5C0D-330B-4C06-A516-680446ECF8D8}" srcOrd="0" destOrd="0" presId="urn:microsoft.com/office/officeart/2005/8/layout/vList5"/>
    <dgm:cxn modelId="{A8800B07-75E9-4827-B772-E32C5503DB7D}" type="presParOf" srcId="{E3EEFBE4-FCDB-431C-958C-CC6B8EEC33BC}" destId="{8306E00D-94BB-443B-BBF6-F75CB496D0AD}" srcOrd="1" destOrd="0" presId="urn:microsoft.com/office/officeart/2005/8/layout/vList5"/>
    <dgm:cxn modelId="{0866D126-BB64-4DB5-AA9D-45EA90FF3882}" type="presParOf" srcId="{F0F8105C-EF52-43F1-865F-E741D476C6AC}" destId="{B21CE22F-2805-45B1-AFCF-1E3CC6CE3858}" srcOrd="1" destOrd="0" presId="urn:microsoft.com/office/officeart/2005/8/layout/vList5"/>
    <dgm:cxn modelId="{4DC601E3-FBBC-4206-AD36-A0E530F1A291}" type="presParOf" srcId="{F0F8105C-EF52-43F1-865F-E741D476C6AC}" destId="{24BEBD0F-A9CA-424F-9D01-AB3BA9F9EBAD}" srcOrd="2" destOrd="0" presId="urn:microsoft.com/office/officeart/2005/8/layout/vList5"/>
    <dgm:cxn modelId="{6AEBB179-B47A-4946-B5E3-CB6F28AABD26}" type="presParOf" srcId="{24BEBD0F-A9CA-424F-9D01-AB3BA9F9EBAD}" destId="{8637D1FC-53D3-4E34-8220-004EA600B4E0}" srcOrd="0" destOrd="0" presId="urn:microsoft.com/office/officeart/2005/8/layout/vList5"/>
    <dgm:cxn modelId="{FEFDF791-30CF-425D-8CAB-25DA75941EE7}" type="presParOf" srcId="{24BEBD0F-A9CA-424F-9D01-AB3BA9F9EBAD}" destId="{812E6106-2DFF-4F1E-BF42-F2387708812C}" srcOrd="1" destOrd="0" presId="urn:microsoft.com/office/officeart/2005/8/layout/vList5"/>
    <dgm:cxn modelId="{DCD4DAB3-EC26-422F-B931-DEC8084D3C2D}" type="presParOf" srcId="{F0F8105C-EF52-43F1-865F-E741D476C6AC}" destId="{FB5390DD-0CAE-4CC4-BA7D-8894901F59BE}" srcOrd="3" destOrd="0" presId="urn:microsoft.com/office/officeart/2005/8/layout/vList5"/>
    <dgm:cxn modelId="{92016939-AE01-42CC-BA16-7BDDCDDA1D50}" type="presParOf" srcId="{F0F8105C-EF52-43F1-865F-E741D476C6AC}" destId="{306169DE-A3A5-44C3-8C7B-DE8ADBE3AD0D}" srcOrd="4" destOrd="0" presId="urn:microsoft.com/office/officeart/2005/8/layout/vList5"/>
    <dgm:cxn modelId="{B5494707-AF23-4275-A98D-EFDCC816EBC1}" type="presParOf" srcId="{306169DE-A3A5-44C3-8C7B-DE8ADBE3AD0D}" destId="{88195646-EE9C-4D5D-8953-676ECC2948B7}" srcOrd="0" destOrd="0" presId="urn:microsoft.com/office/officeart/2005/8/layout/vList5"/>
    <dgm:cxn modelId="{7D841D39-A141-4837-B0E2-7ED0EF1CE34D}" type="presParOf" srcId="{306169DE-A3A5-44C3-8C7B-DE8ADBE3AD0D}" destId="{BE16D9CE-D6CD-4410-9E76-3F3E2C5FE94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B48D17-7485-424E-8D34-5572E56644F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3454E72B-20B5-4C6A-AD08-A85A5197D442}">
      <dgm:prSet phldrT="[Text]" custT="1"/>
      <dgm:spPr>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gm:spPr>
      <dgm:t>
        <a:bodyPr spcFirstLastPara="0" vert="horz" wrap="square" lIns="45720" tIns="22860" rIns="45720" bIns="22860" numCol="1" spcCol="1270" anchor="ctr" anchorCtr="0"/>
        <a:lstStyle/>
        <a:p>
          <a:pPr marL="0" lvl="0" indent="0" algn="ctr" defTabSz="533400">
            <a:lnSpc>
              <a:spcPct val="90000"/>
            </a:lnSpc>
            <a:spcBef>
              <a:spcPct val="0"/>
            </a:spcBef>
            <a:spcAft>
              <a:spcPct val="35000"/>
            </a:spcAft>
            <a:buNone/>
          </a:pP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Report Dashboard</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gm:t>
    </dgm:pt>
    <dgm:pt modelId="{65C16537-EDE9-4897-8522-98751BEEBC35}" type="parTrans" cxnId="{3244F4CD-D57E-4500-BB57-68E0ED35FA1A}">
      <dgm:prSet/>
      <dgm:spPr/>
      <dgm:t>
        <a:bodyPr/>
        <a:lstStyle/>
        <a:p>
          <a:endParaRPr lang="zh-CN" altLang="en-US" sz="1200">
            <a:latin typeface="Calibri" panose="020F0502020204030204" pitchFamily="34" charset="0"/>
            <a:cs typeface="Calibri" panose="020F0502020204030204" pitchFamily="34" charset="0"/>
          </a:endParaRPr>
        </a:p>
      </dgm:t>
    </dgm:pt>
    <dgm:pt modelId="{C535A79B-C979-49EC-A11A-CDCDE80CBC1F}" type="sibTrans" cxnId="{3244F4CD-D57E-4500-BB57-68E0ED35FA1A}">
      <dgm:prSet/>
      <dgm:spPr/>
      <dgm:t>
        <a:bodyPr/>
        <a:lstStyle/>
        <a:p>
          <a:endParaRPr lang="zh-CN" altLang="en-US" sz="1200">
            <a:latin typeface="Calibri" panose="020F0502020204030204" pitchFamily="34" charset="0"/>
            <a:cs typeface="Calibri" panose="020F0502020204030204" pitchFamily="34" charset="0"/>
          </a:endParaRPr>
        </a:p>
      </dgm:t>
    </dgm:pt>
    <dgm:pt modelId="{9B12A0E2-A68B-4A1B-B38D-9CB1C15C4EF4}">
      <dgm:prSet phldrT="[Text]" custT="1"/>
      <dgm:spPr>
        <a:solidFill>
          <a:schemeClr val="tx2">
            <a:lumMod val="20000"/>
            <a:lumOff val="80000"/>
          </a:schemeClr>
        </a:solidFill>
      </dgm:spPr>
      <dgm:t>
        <a:bodyPr/>
        <a:lstStyle/>
        <a:p>
          <a:r>
            <a:rPr lang="en-US" altLang="en-US" sz="1100">
              <a:latin typeface="Calibri" panose="020F0502020204030204" pitchFamily="34" charset="0"/>
              <a:cs typeface="Calibri" panose="020F0502020204030204" pitchFamily="34" charset="0"/>
            </a:rPr>
            <a:t>Sample status summary</a:t>
          </a:r>
          <a:endParaRPr lang="zh-CN" altLang="en-US" sz="1100">
            <a:latin typeface="Calibri" panose="020F0502020204030204" pitchFamily="34" charset="0"/>
            <a:cs typeface="Calibri" panose="020F0502020204030204" pitchFamily="34" charset="0"/>
          </a:endParaRPr>
        </a:p>
      </dgm:t>
    </dgm:pt>
    <dgm:pt modelId="{CCF604B3-D2CD-4773-8590-8414872F290F}" type="parTrans" cxnId="{C9875BFE-D2A8-4621-BFE5-E3CAED6D6381}">
      <dgm:prSet/>
      <dgm:spPr/>
      <dgm:t>
        <a:bodyPr/>
        <a:lstStyle/>
        <a:p>
          <a:endParaRPr lang="zh-CN" altLang="en-US" sz="1200">
            <a:latin typeface="Calibri" panose="020F0502020204030204" pitchFamily="34" charset="0"/>
            <a:cs typeface="Calibri" panose="020F0502020204030204" pitchFamily="34" charset="0"/>
          </a:endParaRPr>
        </a:p>
      </dgm:t>
    </dgm:pt>
    <dgm:pt modelId="{4B164C9B-C079-488C-A4F3-D0455FCF3BC9}" type="sibTrans" cxnId="{C9875BFE-D2A8-4621-BFE5-E3CAED6D6381}">
      <dgm:prSet/>
      <dgm:spPr/>
      <dgm:t>
        <a:bodyPr/>
        <a:lstStyle/>
        <a:p>
          <a:endParaRPr lang="zh-CN" altLang="en-US" sz="1200">
            <a:latin typeface="Calibri" panose="020F0502020204030204" pitchFamily="34" charset="0"/>
            <a:cs typeface="Calibri" panose="020F0502020204030204" pitchFamily="34" charset="0"/>
          </a:endParaRPr>
        </a:p>
      </dgm:t>
    </dgm:pt>
    <dgm:pt modelId="{19FCCEDB-CB5D-4B64-BCD0-E1D21EC815C5}">
      <dgm:prSet phldrT="[Text]" custT="1"/>
      <dgm:spPr>
        <a:solidFill>
          <a:schemeClr val="tx2">
            <a:lumMod val="20000"/>
            <a:lumOff val="80000"/>
          </a:schemeClr>
        </a:solidFill>
      </dgm:spPr>
      <dgm:t>
        <a:bodyPr/>
        <a:lstStyle/>
        <a:p>
          <a:r>
            <a:rPr lang="en-US" altLang="en-US" sz="1100">
              <a:latin typeface="Calibri" panose="020F0502020204030204" pitchFamily="34" charset="0"/>
              <a:cs typeface="Calibri" panose="020F0502020204030204" pitchFamily="34" charset="0"/>
            </a:rPr>
            <a:t>Instrument load, sample workload statistics</a:t>
          </a:r>
          <a:endParaRPr lang="zh-CN" altLang="en-US" sz="1100">
            <a:latin typeface="Calibri" panose="020F0502020204030204" pitchFamily="34" charset="0"/>
            <a:cs typeface="Calibri" panose="020F0502020204030204" pitchFamily="34" charset="0"/>
          </a:endParaRPr>
        </a:p>
      </dgm:t>
    </dgm:pt>
    <dgm:pt modelId="{5A773DD7-5492-4A7C-8ED1-9B901990AB2C}" type="parTrans" cxnId="{DE744299-9710-4E92-A201-479A13781C6A}">
      <dgm:prSet/>
      <dgm:spPr/>
      <dgm:t>
        <a:bodyPr/>
        <a:lstStyle/>
        <a:p>
          <a:endParaRPr lang="zh-CN" altLang="en-US" sz="1200">
            <a:latin typeface="Calibri" panose="020F0502020204030204" pitchFamily="34" charset="0"/>
            <a:cs typeface="Calibri" panose="020F0502020204030204" pitchFamily="34" charset="0"/>
          </a:endParaRPr>
        </a:p>
      </dgm:t>
    </dgm:pt>
    <dgm:pt modelId="{199CF49A-5DA8-4CDE-AD69-F2BB08D1BAD2}" type="sibTrans" cxnId="{DE744299-9710-4E92-A201-479A13781C6A}">
      <dgm:prSet/>
      <dgm:spPr/>
      <dgm:t>
        <a:bodyPr/>
        <a:lstStyle/>
        <a:p>
          <a:endParaRPr lang="zh-CN" altLang="en-US" sz="1200">
            <a:latin typeface="Calibri" panose="020F0502020204030204" pitchFamily="34" charset="0"/>
            <a:cs typeface="Calibri" panose="020F0502020204030204" pitchFamily="34" charset="0"/>
          </a:endParaRPr>
        </a:p>
      </dgm:t>
    </dgm:pt>
    <dgm:pt modelId="{275F8BBF-75F0-4611-809A-9832F6EA3D10}">
      <dgm:prSet phldrT="[Text]" custT="1"/>
      <dgm:spPr>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gm:spPr>
      <dgm:t>
        <a:bodyPr spcFirstLastPara="0" vert="horz" wrap="square" lIns="45720" tIns="22860" rIns="45720" bIns="22860" numCol="1" spcCol="1270" anchor="ctr" anchorCtr="0"/>
        <a:lstStyle/>
        <a:p>
          <a:pPr marL="0" lvl="0" indent="0" algn="ctr" defTabSz="533400">
            <a:lnSpc>
              <a:spcPct val="90000"/>
            </a:lnSpc>
            <a:spcBef>
              <a:spcPct val="0"/>
            </a:spcBef>
            <a:spcAft>
              <a:spcPct val="35000"/>
            </a:spcAft>
            <a:buNone/>
          </a:pPr>
          <a:r>
            <a:rPr lang="en-US" altLang="zh-CN" sz="1200" b="1" kern="1200">
              <a:latin typeface="Calibri" panose="020F0502020204030204" pitchFamily="34" charset="0"/>
              <a:cs typeface="Calibri" panose="020F0502020204030204" pitchFamily="34" charset="0"/>
            </a:rPr>
            <a:t>Lab Management</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gm:t>
    </dgm:pt>
    <dgm:pt modelId="{C0556482-815F-4294-9C03-43BB82EC8E03}" type="parTrans" cxnId="{F5657092-1108-44FE-A54D-89CCBC4E8B01}">
      <dgm:prSet/>
      <dgm:spPr/>
      <dgm:t>
        <a:bodyPr/>
        <a:lstStyle/>
        <a:p>
          <a:endParaRPr lang="zh-CN" altLang="en-US" sz="1200">
            <a:latin typeface="Calibri" panose="020F0502020204030204" pitchFamily="34" charset="0"/>
            <a:cs typeface="Calibri" panose="020F0502020204030204" pitchFamily="34" charset="0"/>
          </a:endParaRPr>
        </a:p>
      </dgm:t>
    </dgm:pt>
    <dgm:pt modelId="{C0743472-84A3-40B2-8B1E-6CA6394A6210}" type="sibTrans" cxnId="{F5657092-1108-44FE-A54D-89CCBC4E8B01}">
      <dgm:prSet/>
      <dgm:spPr/>
      <dgm:t>
        <a:bodyPr/>
        <a:lstStyle/>
        <a:p>
          <a:endParaRPr lang="zh-CN" altLang="en-US" sz="1200">
            <a:latin typeface="Calibri" panose="020F0502020204030204" pitchFamily="34" charset="0"/>
            <a:cs typeface="Calibri" panose="020F0502020204030204" pitchFamily="34" charset="0"/>
          </a:endParaRPr>
        </a:p>
      </dgm:t>
    </dgm:pt>
    <dgm:pt modelId="{3E6FEA16-275F-4AE8-9DB9-73C26D49E30B}">
      <dgm:prSet phldrT="[Text]" custT="1"/>
      <dgm:spPr>
        <a:solidFill>
          <a:schemeClr val="tx2">
            <a:lumMod val="20000"/>
            <a:lumOff val="80000"/>
          </a:schemeClr>
        </a:solidFill>
      </dgm:spPr>
      <dgm:t>
        <a:bodyPr/>
        <a:lstStyle/>
        <a:p>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44331020-3FCA-4C78-B06F-D4731B792D38}" type="parTrans" cxnId="{8FC64B47-A641-4906-A84D-E6313F450F58}">
      <dgm:prSet/>
      <dgm:spPr/>
      <dgm:t>
        <a:bodyPr/>
        <a:lstStyle/>
        <a:p>
          <a:endParaRPr lang="zh-CN" altLang="en-US" sz="1200">
            <a:latin typeface="Calibri" panose="020F0502020204030204" pitchFamily="34" charset="0"/>
            <a:cs typeface="Calibri" panose="020F0502020204030204" pitchFamily="34" charset="0"/>
          </a:endParaRPr>
        </a:p>
      </dgm:t>
    </dgm:pt>
    <dgm:pt modelId="{EB9FA776-E4A4-4859-804C-6E0BAA1EF4AF}" type="sibTrans" cxnId="{8FC64B47-A641-4906-A84D-E6313F450F58}">
      <dgm:prSet/>
      <dgm:spPr/>
      <dgm:t>
        <a:bodyPr/>
        <a:lstStyle/>
        <a:p>
          <a:endParaRPr lang="zh-CN" altLang="en-US" sz="1200">
            <a:latin typeface="Calibri" panose="020F0502020204030204" pitchFamily="34" charset="0"/>
            <a:cs typeface="Calibri" panose="020F0502020204030204" pitchFamily="34" charset="0"/>
          </a:endParaRPr>
        </a:p>
      </dgm:t>
    </dgm:pt>
    <dgm:pt modelId="{EC48449F-C8C4-40F7-A474-CCADB04D9E8A}">
      <dgm:prSet phldrT="[Text]" custT="1"/>
      <dgm:spPr>
        <a:solidFill>
          <a:schemeClr val="tx2">
            <a:lumMod val="20000"/>
            <a:lumOff val="80000"/>
          </a:schemeClr>
        </a:solidFill>
      </dgm:spPr>
      <dgm:t>
        <a:bodyPr/>
        <a:lstStyle/>
        <a:p>
          <a:r>
            <a:rPr lang="en-US" altLang="en-US" sz="1100">
              <a:latin typeface="Calibri" panose="020F0502020204030204" pitchFamily="34" charset="0"/>
              <a:cs typeface="Calibri" panose="020F0502020204030204" pitchFamily="34" charset="0"/>
            </a:rPr>
            <a:t>KPI monitoring</a:t>
          </a:r>
          <a:endParaRPr lang="zh-CN" altLang="en-US" sz="1100">
            <a:latin typeface="Calibri" panose="020F0502020204030204" pitchFamily="34" charset="0"/>
            <a:cs typeface="Calibri" panose="020F0502020204030204" pitchFamily="34" charset="0"/>
          </a:endParaRPr>
        </a:p>
      </dgm:t>
    </dgm:pt>
    <dgm:pt modelId="{FCF29EA2-8624-49D6-BC0A-91FA2C910947}" type="parTrans" cxnId="{6DD12415-34CE-4E88-8F8E-0F8328C2CA33}">
      <dgm:prSet/>
      <dgm:spPr/>
      <dgm:t>
        <a:bodyPr/>
        <a:lstStyle/>
        <a:p>
          <a:endParaRPr lang="zh-CN" altLang="en-US" sz="1200">
            <a:latin typeface="Calibri" panose="020F0502020204030204" pitchFamily="34" charset="0"/>
            <a:cs typeface="Calibri" panose="020F0502020204030204" pitchFamily="34" charset="0"/>
          </a:endParaRPr>
        </a:p>
      </dgm:t>
    </dgm:pt>
    <dgm:pt modelId="{F215C6C0-194E-4E67-B883-5DAB2C152B77}" type="sibTrans" cxnId="{6DD12415-34CE-4E88-8F8E-0F8328C2CA33}">
      <dgm:prSet/>
      <dgm:spPr/>
      <dgm:t>
        <a:bodyPr/>
        <a:lstStyle/>
        <a:p>
          <a:endParaRPr lang="zh-CN" altLang="en-US" sz="1200">
            <a:latin typeface="Calibri" panose="020F0502020204030204" pitchFamily="34" charset="0"/>
            <a:cs typeface="Calibri" panose="020F0502020204030204" pitchFamily="34" charset="0"/>
          </a:endParaRPr>
        </a:p>
      </dgm:t>
    </dgm:pt>
    <dgm:pt modelId="{D59860CA-3C9D-4016-8CA5-E22027D706C4}">
      <dgm:prSet phldrT="[Text]" custT="1"/>
      <dgm:spPr>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gm:spPr>
      <dgm:t>
        <a:bodyPr spcFirstLastPara="0" vert="horz" wrap="square" lIns="45720" tIns="22860" rIns="45720" bIns="22860" numCol="1" spcCol="1270" anchor="ctr" anchorCtr="0"/>
        <a:lstStyle/>
        <a:p>
          <a:pPr marL="0" lvl="0" indent="0" algn="ctr" defTabSz="533400">
            <a:lnSpc>
              <a:spcPct val="90000"/>
            </a:lnSpc>
            <a:spcBef>
              <a:spcPct val="0"/>
            </a:spcBef>
            <a:spcAft>
              <a:spcPct val="35000"/>
            </a:spcAft>
            <a:buNone/>
          </a:pP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Sample Scheduler</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gm:t>
    </dgm:pt>
    <dgm:pt modelId="{71F6EEB0-34EE-49C3-8FCE-E49A4EEC41DD}" type="parTrans" cxnId="{302BFDFC-3916-4BE6-B77F-F68083EF793F}">
      <dgm:prSet/>
      <dgm:spPr/>
      <dgm:t>
        <a:bodyPr/>
        <a:lstStyle/>
        <a:p>
          <a:endParaRPr lang="en-US">
            <a:latin typeface="Calibri" panose="020F0502020204030204" pitchFamily="34" charset="0"/>
            <a:cs typeface="Calibri" panose="020F0502020204030204" pitchFamily="34" charset="0"/>
          </a:endParaRPr>
        </a:p>
      </dgm:t>
    </dgm:pt>
    <dgm:pt modelId="{A1EFD642-CFF8-4A9C-97E7-07A6EA0EB44B}" type="sibTrans" cxnId="{302BFDFC-3916-4BE6-B77F-F68083EF793F}">
      <dgm:prSet/>
      <dgm:spPr/>
      <dgm:t>
        <a:bodyPr/>
        <a:lstStyle/>
        <a:p>
          <a:endParaRPr lang="en-US">
            <a:latin typeface="Calibri" panose="020F0502020204030204" pitchFamily="34" charset="0"/>
            <a:cs typeface="Calibri" panose="020F0502020204030204" pitchFamily="34" charset="0"/>
          </a:endParaRPr>
        </a:p>
      </dgm:t>
    </dgm:pt>
    <dgm:pt modelId="{2E66996E-EF67-4D3C-B371-EA247ECB8330}">
      <dgm:prSet phldrT="[Text]" custT="1"/>
      <dgm:spPr>
        <a:solidFill>
          <a:schemeClr val="tx2">
            <a:lumMod val="20000"/>
            <a:lumOff val="80000"/>
          </a:schemeClr>
        </a:solidFill>
      </dgm:spPr>
      <dgm:t>
        <a:bodyPr/>
        <a:lstStyle/>
        <a:p>
          <a:r>
            <a:rPr lang="en-US"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rPr>
            <a:t>Pre-task/test scheduled before sample arrived</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F4D447C2-9FB3-4B53-A35B-F672B2572A76}" type="parTrans" cxnId="{BFB054DD-FEB0-4F52-8470-346BA22579E3}">
      <dgm:prSet/>
      <dgm:spPr/>
      <dgm:t>
        <a:bodyPr/>
        <a:lstStyle/>
        <a:p>
          <a:endParaRPr lang="en-US">
            <a:latin typeface="Calibri" panose="020F0502020204030204" pitchFamily="34" charset="0"/>
            <a:cs typeface="Calibri" panose="020F0502020204030204" pitchFamily="34" charset="0"/>
          </a:endParaRPr>
        </a:p>
      </dgm:t>
    </dgm:pt>
    <dgm:pt modelId="{5DD35AB9-7BEC-4236-9AA3-2C029A282306}" type="sibTrans" cxnId="{BFB054DD-FEB0-4F52-8470-346BA22579E3}">
      <dgm:prSet/>
      <dgm:spPr/>
      <dgm:t>
        <a:bodyPr/>
        <a:lstStyle/>
        <a:p>
          <a:endParaRPr lang="en-US">
            <a:latin typeface="Calibri" panose="020F0502020204030204" pitchFamily="34" charset="0"/>
            <a:cs typeface="Calibri" panose="020F0502020204030204" pitchFamily="34" charset="0"/>
          </a:endParaRPr>
        </a:p>
      </dgm:t>
    </dgm:pt>
    <dgm:pt modelId="{DE7558B1-2B1B-4EA6-B987-07D674C4249C}">
      <dgm:prSet phldrT="[Text]" custT="1"/>
      <dgm:spPr>
        <a:solidFill>
          <a:schemeClr val="tx2">
            <a:lumMod val="20000"/>
            <a:lumOff val="80000"/>
          </a:schemeClr>
        </a:solidFill>
      </dgm:spPr>
      <dgm:t>
        <a:bodyPr/>
        <a:lstStyle/>
        <a:p>
          <a:r>
            <a:rPr lang="en-US"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rPr>
            <a:t>Manual/Automatic task/resource arrangement</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5568B698-194E-48AD-87BD-1A18B6313514}" type="parTrans" cxnId="{6C10791C-099D-4AAE-A685-A8773B026720}">
      <dgm:prSet/>
      <dgm:spPr/>
      <dgm:t>
        <a:bodyPr/>
        <a:lstStyle/>
        <a:p>
          <a:endParaRPr lang="en-US">
            <a:latin typeface="Calibri" panose="020F0502020204030204" pitchFamily="34" charset="0"/>
            <a:cs typeface="Calibri" panose="020F0502020204030204" pitchFamily="34" charset="0"/>
          </a:endParaRPr>
        </a:p>
      </dgm:t>
    </dgm:pt>
    <dgm:pt modelId="{F6885EB3-493E-45CC-BA6C-151329142825}" type="sibTrans" cxnId="{6C10791C-099D-4AAE-A685-A8773B026720}">
      <dgm:prSet/>
      <dgm:spPr/>
      <dgm:t>
        <a:bodyPr/>
        <a:lstStyle/>
        <a:p>
          <a:endParaRPr lang="en-US">
            <a:latin typeface="Calibri" panose="020F0502020204030204" pitchFamily="34" charset="0"/>
            <a:cs typeface="Calibri" panose="020F0502020204030204" pitchFamily="34" charset="0"/>
          </a:endParaRPr>
        </a:p>
      </dgm:t>
    </dgm:pt>
    <dgm:pt modelId="{D56DB53C-7F63-4BC3-855B-34183308A895}">
      <dgm:prSet phldrT="[Text]" custT="1"/>
      <dgm:spPr>
        <a:solidFill>
          <a:schemeClr val="tx2">
            <a:lumMod val="20000"/>
            <a:lumOff val="80000"/>
          </a:schemeClr>
        </a:solidFill>
      </dgm:spPr>
      <dgm:t>
        <a:bodyPr/>
        <a:lstStyle/>
        <a:p>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Resource &amp; Inventory Maintenance</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3F63B8B4-010F-4534-BC90-F812B887A163}" type="parTrans" cxnId="{5F8376D2-36CA-45FD-82EB-ECECECAF68EB}">
      <dgm:prSet/>
      <dgm:spPr/>
      <dgm:t>
        <a:bodyPr/>
        <a:lstStyle/>
        <a:p>
          <a:endParaRPr lang="en-US">
            <a:latin typeface="Calibri" panose="020F0502020204030204" pitchFamily="34" charset="0"/>
            <a:cs typeface="Calibri" panose="020F0502020204030204" pitchFamily="34" charset="0"/>
          </a:endParaRPr>
        </a:p>
      </dgm:t>
    </dgm:pt>
    <dgm:pt modelId="{9F7278BA-FF1B-4895-B0AD-18D9BCF0B61D}" type="sibTrans" cxnId="{5F8376D2-36CA-45FD-82EB-ECECECAF68EB}">
      <dgm:prSet/>
      <dgm:spPr/>
      <dgm:t>
        <a:bodyPr/>
        <a:lstStyle/>
        <a:p>
          <a:endParaRPr lang="en-US">
            <a:latin typeface="Calibri" panose="020F0502020204030204" pitchFamily="34" charset="0"/>
            <a:cs typeface="Calibri" panose="020F0502020204030204" pitchFamily="34" charset="0"/>
          </a:endParaRPr>
        </a:p>
      </dgm:t>
    </dgm:pt>
    <dgm:pt modelId="{064D7E07-EA76-43B7-B474-0C1E85655FAF}">
      <dgm:prSet custT="1"/>
      <dgm:spPr/>
      <dgm:t>
        <a:bodyPr/>
        <a:lstStyle/>
        <a:p>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Instrument Maintenance</a:t>
          </a:r>
        </a:p>
      </dgm:t>
    </dgm:pt>
    <dgm:pt modelId="{BCDD52F6-0120-4FCB-8C7D-926CA730A4A3}" type="parTrans" cxnId="{03905C0A-124C-4AE7-AF31-4C3F320B6A36}">
      <dgm:prSet/>
      <dgm:spPr/>
      <dgm:t>
        <a:bodyPr/>
        <a:lstStyle/>
        <a:p>
          <a:endParaRPr lang="en-US">
            <a:latin typeface="Calibri" panose="020F0502020204030204" pitchFamily="34" charset="0"/>
            <a:cs typeface="Calibri" panose="020F0502020204030204" pitchFamily="34" charset="0"/>
          </a:endParaRPr>
        </a:p>
      </dgm:t>
    </dgm:pt>
    <dgm:pt modelId="{100C0687-CC30-4587-A35E-1F1D8832A7A3}" type="sibTrans" cxnId="{03905C0A-124C-4AE7-AF31-4C3F320B6A36}">
      <dgm:prSet/>
      <dgm:spPr/>
      <dgm:t>
        <a:bodyPr/>
        <a:lstStyle/>
        <a:p>
          <a:endParaRPr lang="en-US">
            <a:latin typeface="Calibri" panose="020F0502020204030204" pitchFamily="34" charset="0"/>
            <a:cs typeface="Calibri" panose="020F0502020204030204" pitchFamily="34" charset="0"/>
          </a:endParaRPr>
        </a:p>
      </dgm:t>
    </dgm:pt>
    <dgm:pt modelId="{45C0EE17-0D12-4D1A-A9D1-042ECC5B47AD}">
      <dgm:prSet custT="1"/>
      <dgm:spPr/>
      <dgm:t>
        <a:bodyPr/>
        <a:lstStyle/>
        <a:p>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Consumables</a:t>
          </a:r>
        </a:p>
      </dgm:t>
    </dgm:pt>
    <dgm:pt modelId="{9D9111B9-B15B-4B61-BC69-89402F524D76}" type="parTrans" cxnId="{FCD62E42-D271-4684-9B84-05CBCB21C377}">
      <dgm:prSet/>
      <dgm:spPr/>
      <dgm:t>
        <a:bodyPr/>
        <a:lstStyle/>
        <a:p>
          <a:endParaRPr lang="en-US">
            <a:latin typeface="Calibri" panose="020F0502020204030204" pitchFamily="34" charset="0"/>
            <a:cs typeface="Calibri" panose="020F0502020204030204" pitchFamily="34" charset="0"/>
          </a:endParaRPr>
        </a:p>
      </dgm:t>
    </dgm:pt>
    <dgm:pt modelId="{DF2CDEE1-D78F-488E-88E5-0B110A6AEFE2}" type="sibTrans" cxnId="{FCD62E42-D271-4684-9B84-05CBCB21C377}">
      <dgm:prSet/>
      <dgm:spPr/>
      <dgm:t>
        <a:bodyPr/>
        <a:lstStyle/>
        <a:p>
          <a:endParaRPr lang="en-US">
            <a:latin typeface="Calibri" panose="020F0502020204030204" pitchFamily="34" charset="0"/>
            <a:cs typeface="Calibri" panose="020F0502020204030204" pitchFamily="34" charset="0"/>
          </a:endParaRPr>
        </a:p>
      </dgm:t>
    </dgm:pt>
    <dgm:pt modelId="{D5A70338-13EF-466D-8276-9BC893487E75}" type="pres">
      <dgm:prSet presAssocID="{50B48D17-7485-424E-8D34-5572E56644F8}" presName="Name0" presStyleCnt="0">
        <dgm:presLayoutVars>
          <dgm:dir/>
          <dgm:animLvl val="lvl"/>
          <dgm:resizeHandles val="exact"/>
        </dgm:presLayoutVars>
      </dgm:prSet>
      <dgm:spPr/>
    </dgm:pt>
    <dgm:pt modelId="{4D96739A-6A7D-4DA1-A122-240504633E23}" type="pres">
      <dgm:prSet presAssocID="{3454E72B-20B5-4C6A-AD08-A85A5197D442}" presName="linNode" presStyleCnt="0"/>
      <dgm:spPr/>
    </dgm:pt>
    <dgm:pt modelId="{C6F6A9B6-1897-4277-8788-D807B2A6531A}" type="pres">
      <dgm:prSet presAssocID="{3454E72B-20B5-4C6A-AD08-A85A5197D442}" presName="parentText" presStyleLbl="node1" presStyleIdx="0" presStyleCnt="3" custLinFactY="100000" custLinFactNeighborX="-722" custLinFactNeighborY="113530">
        <dgm:presLayoutVars>
          <dgm:chMax val="1"/>
          <dgm:bulletEnabled val="1"/>
        </dgm:presLayoutVars>
      </dgm:prSet>
      <dgm:spPr>
        <a:xfrm>
          <a:off x="0" y="2754312"/>
          <a:ext cx="1571552" cy="1309687"/>
        </a:xfrm>
        <a:prstGeom prst="roundRect">
          <a:avLst/>
        </a:prstGeom>
      </dgm:spPr>
    </dgm:pt>
    <dgm:pt modelId="{31EF5F1B-11AE-4494-B5ED-E4D0145A340C}" type="pres">
      <dgm:prSet presAssocID="{3454E72B-20B5-4C6A-AD08-A85A5197D442}" presName="descendantText" presStyleLbl="alignAccFollowNode1" presStyleIdx="0" presStyleCnt="3" custLinFactY="100000" custLinFactNeighborY="161629">
        <dgm:presLayoutVars>
          <dgm:bulletEnabled val="1"/>
        </dgm:presLayoutVars>
      </dgm:prSet>
      <dgm:spPr/>
    </dgm:pt>
    <dgm:pt modelId="{01AE4404-2294-474E-8019-15E612277377}" type="pres">
      <dgm:prSet presAssocID="{C535A79B-C979-49EC-A11A-CDCDE80CBC1F}" presName="sp" presStyleCnt="0"/>
      <dgm:spPr/>
    </dgm:pt>
    <dgm:pt modelId="{CAB05F6B-33E4-4A89-90DF-6D6658BECD22}" type="pres">
      <dgm:prSet presAssocID="{275F8BBF-75F0-4611-809A-9832F6EA3D10}" presName="linNode" presStyleCnt="0"/>
      <dgm:spPr/>
    </dgm:pt>
    <dgm:pt modelId="{BDC83730-33F3-4205-AA3A-EC9654151875}" type="pres">
      <dgm:prSet presAssocID="{275F8BBF-75F0-4611-809A-9832F6EA3D10}" presName="parentText" presStyleLbl="node1" presStyleIdx="1" presStyleCnt="3" custLinFactNeighborY="-1329">
        <dgm:presLayoutVars>
          <dgm:chMax val="1"/>
          <dgm:bulletEnabled val="1"/>
        </dgm:presLayoutVars>
      </dgm:prSet>
      <dgm:spPr>
        <a:xfrm>
          <a:off x="0" y="1413500"/>
          <a:ext cx="1571552" cy="1309687"/>
        </a:xfrm>
        <a:prstGeom prst="roundRect">
          <a:avLst/>
        </a:prstGeom>
      </dgm:spPr>
    </dgm:pt>
    <dgm:pt modelId="{4D4F7D13-AFE7-44FF-B7D2-E73ABA2C936F}" type="pres">
      <dgm:prSet presAssocID="{275F8BBF-75F0-4611-809A-9832F6EA3D10}" presName="descendantText" presStyleLbl="alignAccFollowNode1" presStyleIdx="1" presStyleCnt="3" custLinFactNeighborY="-369">
        <dgm:presLayoutVars>
          <dgm:bulletEnabled val="1"/>
        </dgm:presLayoutVars>
      </dgm:prSet>
      <dgm:spPr/>
    </dgm:pt>
    <dgm:pt modelId="{394035E2-5B5D-42ED-B3FA-B02BFF14D54F}" type="pres">
      <dgm:prSet presAssocID="{C0743472-84A3-40B2-8B1E-6CA6394A6210}" presName="sp" presStyleCnt="0"/>
      <dgm:spPr/>
    </dgm:pt>
    <dgm:pt modelId="{51C4C9AB-3551-4FF9-84D3-DABFA0C9806E}" type="pres">
      <dgm:prSet presAssocID="{D59860CA-3C9D-4016-8CA5-E22027D706C4}" presName="linNode" presStyleCnt="0"/>
      <dgm:spPr/>
    </dgm:pt>
    <dgm:pt modelId="{FCFE20A7-5DD0-4DB5-BD5C-5AF8F8FA5047}" type="pres">
      <dgm:prSet presAssocID="{D59860CA-3C9D-4016-8CA5-E22027D706C4}" presName="parentText" presStyleLbl="node1" presStyleIdx="2" presStyleCnt="3" custLinFactY="-100000" custLinFactNeighborX="722" custLinFactNeighborY="-110149">
        <dgm:presLayoutVars>
          <dgm:chMax val="1"/>
          <dgm:bulletEnabled val="1"/>
        </dgm:presLayoutVars>
      </dgm:prSet>
      <dgm:spPr>
        <a:xfrm>
          <a:off x="69315" y="0"/>
          <a:ext cx="1571552" cy="1309687"/>
        </a:xfrm>
        <a:prstGeom prst="roundRect">
          <a:avLst/>
        </a:prstGeom>
      </dgm:spPr>
    </dgm:pt>
    <dgm:pt modelId="{8D69EB11-F144-4A8C-9B56-82F793DDB6B2}" type="pres">
      <dgm:prSet presAssocID="{D59860CA-3C9D-4016-8CA5-E22027D706C4}" presName="descendantText" presStyleLbl="alignAccFollowNode1" presStyleIdx="2" presStyleCnt="3" custLinFactY="-100000" custLinFactNeighborY="-163387">
        <dgm:presLayoutVars>
          <dgm:bulletEnabled val="1"/>
        </dgm:presLayoutVars>
      </dgm:prSet>
      <dgm:spPr/>
    </dgm:pt>
  </dgm:ptLst>
  <dgm:cxnLst>
    <dgm:cxn modelId="{BC286C00-9106-4DF9-9BAC-01A05C3D848D}" type="presOf" srcId="{2E66996E-EF67-4D3C-B371-EA247ECB8330}" destId="{8D69EB11-F144-4A8C-9B56-82F793DDB6B2}" srcOrd="0" destOrd="0" presId="urn:microsoft.com/office/officeart/2005/8/layout/vList5"/>
    <dgm:cxn modelId="{3D79BC07-A962-48BC-A43E-DA69B765394D}" type="presOf" srcId="{3E6FEA16-275F-4AE8-9DB9-73C26D49E30B}" destId="{4D4F7D13-AFE7-44FF-B7D2-E73ABA2C936F}" srcOrd="0" destOrd="0" presId="urn:microsoft.com/office/officeart/2005/8/layout/vList5"/>
    <dgm:cxn modelId="{03905C0A-124C-4AE7-AF31-4C3F320B6A36}" srcId="{275F8BBF-75F0-4611-809A-9832F6EA3D10}" destId="{064D7E07-EA76-43B7-B474-0C1E85655FAF}" srcOrd="2" destOrd="0" parTransId="{BCDD52F6-0120-4FCB-8C7D-926CA730A4A3}" sibTransId="{100C0687-CC30-4587-A35E-1F1D8832A7A3}"/>
    <dgm:cxn modelId="{6DD12415-34CE-4E88-8F8E-0F8328C2CA33}" srcId="{3454E72B-20B5-4C6A-AD08-A85A5197D442}" destId="{EC48449F-C8C4-40F7-A474-CCADB04D9E8A}" srcOrd="2" destOrd="0" parTransId="{FCF29EA2-8624-49D6-BC0A-91FA2C910947}" sibTransId="{F215C6C0-194E-4E67-B883-5DAB2C152B77}"/>
    <dgm:cxn modelId="{6C10791C-099D-4AAE-A685-A8773B026720}" srcId="{D59860CA-3C9D-4016-8CA5-E22027D706C4}" destId="{DE7558B1-2B1B-4EA6-B987-07D674C4249C}" srcOrd="1" destOrd="0" parTransId="{5568B698-194E-48AD-87BD-1A18B6313514}" sibTransId="{F6885EB3-493E-45CC-BA6C-151329142825}"/>
    <dgm:cxn modelId="{31E5142B-A3DA-460B-8FF6-0153E057D541}" type="presOf" srcId="{19FCCEDB-CB5D-4B64-BCD0-E1D21EC815C5}" destId="{31EF5F1B-11AE-4494-B5ED-E4D0145A340C}" srcOrd="0" destOrd="1" presId="urn:microsoft.com/office/officeart/2005/8/layout/vList5"/>
    <dgm:cxn modelId="{DC828F3A-0CF7-45FD-BDBE-F079255CA673}" type="presOf" srcId="{EC48449F-C8C4-40F7-A474-CCADB04D9E8A}" destId="{31EF5F1B-11AE-4494-B5ED-E4D0145A340C}" srcOrd="0" destOrd="2" presId="urn:microsoft.com/office/officeart/2005/8/layout/vList5"/>
    <dgm:cxn modelId="{FCD62E42-D271-4684-9B84-05CBCB21C377}" srcId="{275F8BBF-75F0-4611-809A-9832F6EA3D10}" destId="{45C0EE17-0D12-4D1A-A9D1-042ECC5B47AD}" srcOrd="3" destOrd="0" parTransId="{9D9111B9-B15B-4B61-BC69-89402F524D76}" sibTransId="{DF2CDEE1-D78F-488E-88E5-0B110A6AEFE2}"/>
    <dgm:cxn modelId="{51E73342-628C-4C5E-841E-C714D1F2C533}" type="presOf" srcId="{45C0EE17-0D12-4D1A-A9D1-042ECC5B47AD}" destId="{4D4F7D13-AFE7-44FF-B7D2-E73ABA2C936F}" srcOrd="0" destOrd="3" presId="urn:microsoft.com/office/officeart/2005/8/layout/vList5"/>
    <dgm:cxn modelId="{8FC64B47-A641-4906-A84D-E6313F450F58}" srcId="{275F8BBF-75F0-4611-809A-9832F6EA3D10}" destId="{3E6FEA16-275F-4AE8-9DB9-73C26D49E30B}" srcOrd="0" destOrd="0" parTransId="{44331020-3FCA-4C78-B06F-D4731B792D38}" sibTransId="{EB9FA776-E4A4-4859-804C-6E0BAA1EF4AF}"/>
    <dgm:cxn modelId="{8B645D4E-3236-4F82-9FDF-D8A8BA2C4823}" type="presOf" srcId="{DE7558B1-2B1B-4EA6-B987-07D674C4249C}" destId="{8D69EB11-F144-4A8C-9B56-82F793DDB6B2}" srcOrd="0" destOrd="1" presId="urn:microsoft.com/office/officeart/2005/8/layout/vList5"/>
    <dgm:cxn modelId="{D236828B-9E75-4A1C-B444-6DE08FDAAC54}" type="presOf" srcId="{D56DB53C-7F63-4BC3-855B-34183308A895}" destId="{4D4F7D13-AFE7-44FF-B7D2-E73ABA2C936F}" srcOrd="0" destOrd="1" presId="urn:microsoft.com/office/officeart/2005/8/layout/vList5"/>
    <dgm:cxn modelId="{708AAC8C-CBE1-4F3E-BA59-1E24FF9AAB5C}" type="presOf" srcId="{3454E72B-20B5-4C6A-AD08-A85A5197D442}" destId="{C6F6A9B6-1897-4277-8788-D807B2A6531A}" srcOrd="0" destOrd="0" presId="urn:microsoft.com/office/officeart/2005/8/layout/vList5"/>
    <dgm:cxn modelId="{F5657092-1108-44FE-A54D-89CCBC4E8B01}" srcId="{50B48D17-7485-424E-8D34-5572E56644F8}" destId="{275F8BBF-75F0-4611-809A-9832F6EA3D10}" srcOrd="1" destOrd="0" parTransId="{C0556482-815F-4294-9C03-43BB82EC8E03}" sibTransId="{C0743472-84A3-40B2-8B1E-6CA6394A6210}"/>
    <dgm:cxn modelId="{DE744299-9710-4E92-A201-479A13781C6A}" srcId="{3454E72B-20B5-4C6A-AD08-A85A5197D442}" destId="{19FCCEDB-CB5D-4B64-BCD0-E1D21EC815C5}" srcOrd="1" destOrd="0" parTransId="{5A773DD7-5492-4A7C-8ED1-9B901990AB2C}" sibTransId="{199CF49A-5DA8-4CDE-AD69-F2BB08D1BAD2}"/>
    <dgm:cxn modelId="{04B272A8-5CCA-405F-883C-D357040073A1}" type="presOf" srcId="{064D7E07-EA76-43B7-B474-0C1E85655FAF}" destId="{4D4F7D13-AFE7-44FF-B7D2-E73ABA2C936F}" srcOrd="0" destOrd="2" presId="urn:microsoft.com/office/officeart/2005/8/layout/vList5"/>
    <dgm:cxn modelId="{3AE061AB-6144-418B-8D76-7861212246D3}" type="presOf" srcId="{50B48D17-7485-424E-8D34-5572E56644F8}" destId="{D5A70338-13EF-466D-8276-9BC893487E75}" srcOrd="0" destOrd="0" presId="urn:microsoft.com/office/officeart/2005/8/layout/vList5"/>
    <dgm:cxn modelId="{3244F4CD-D57E-4500-BB57-68E0ED35FA1A}" srcId="{50B48D17-7485-424E-8D34-5572E56644F8}" destId="{3454E72B-20B5-4C6A-AD08-A85A5197D442}" srcOrd="0" destOrd="0" parTransId="{65C16537-EDE9-4897-8522-98751BEEBC35}" sibTransId="{C535A79B-C979-49EC-A11A-CDCDE80CBC1F}"/>
    <dgm:cxn modelId="{5F8376D2-36CA-45FD-82EB-ECECECAF68EB}" srcId="{275F8BBF-75F0-4611-809A-9832F6EA3D10}" destId="{D56DB53C-7F63-4BC3-855B-34183308A895}" srcOrd="1" destOrd="0" parTransId="{3F63B8B4-010F-4534-BC90-F812B887A163}" sibTransId="{9F7278BA-FF1B-4895-B0AD-18D9BCF0B61D}"/>
    <dgm:cxn modelId="{BFB054DD-FEB0-4F52-8470-346BA22579E3}" srcId="{D59860CA-3C9D-4016-8CA5-E22027D706C4}" destId="{2E66996E-EF67-4D3C-B371-EA247ECB8330}" srcOrd="0" destOrd="0" parTransId="{F4D447C2-9FB3-4B53-A35B-F672B2572A76}" sibTransId="{5DD35AB9-7BEC-4236-9AA3-2C029A282306}"/>
    <dgm:cxn modelId="{9C6C54E0-4FDC-43A1-A538-5899F8C0A387}" type="presOf" srcId="{D59860CA-3C9D-4016-8CA5-E22027D706C4}" destId="{FCFE20A7-5DD0-4DB5-BD5C-5AF8F8FA5047}" srcOrd="0" destOrd="0" presId="urn:microsoft.com/office/officeart/2005/8/layout/vList5"/>
    <dgm:cxn modelId="{B23851F3-6D58-4116-9E33-16ABAD1C923F}" type="presOf" srcId="{275F8BBF-75F0-4611-809A-9832F6EA3D10}" destId="{BDC83730-33F3-4205-AA3A-EC9654151875}" srcOrd="0" destOrd="0" presId="urn:microsoft.com/office/officeart/2005/8/layout/vList5"/>
    <dgm:cxn modelId="{E7704DF8-F174-4928-91EB-E92248532665}" type="presOf" srcId="{9B12A0E2-A68B-4A1B-B38D-9CB1C15C4EF4}" destId="{31EF5F1B-11AE-4494-B5ED-E4D0145A340C}" srcOrd="0" destOrd="0" presId="urn:microsoft.com/office/officeart/2005/8/layout/vList5"/>
    <dgm:cxn modelId="{302BFDFC-3916-4BE6-B77F-F68083EF793F}" srcId="{50B48D17-7485-424E-8D34-5572E56644F8}" destId="{D59860CA-3C9D-4016-8CA5-E22027D706C4}" srcOrd="2" destOrd="0" parTransId="{71F6EEB0-34EE-49C3-8FCE-E49A4EEC41DD}" sibTransId="{A1EFD642-CFF8-4A9C-97E7-07A6EA0EB44B}"/>
    <dgm:cxn modelId="{C9875BFE-D2A8-4621-BFE5-E3CAED6D6381}" srcId="{3454E72B-20B5-4C6A-AD08-A85A5197D442}" destId="{9B12A0E2-A68B-4A1B-B38D-9CB1C15C4EF4}" srcOrd="0" destOrd="0" parTransId="{CCF604B3-D2CD-4773-8590-8414872F290F}" sibTransId="{4B164C9B-C079-488C-A4F3-D0455FCF3BC9}"/>
    <dgm:cxn modelId="{A3E5DA88-DF76-4705-A539-A2CD47ED0DDC}" type="presParOf" srcId="{D5A70338-13EF-466D-8276-9BC893487E75}" destId="{4D96739A-6A7D-4DA1-A122-240504633E23}" srcOrd="0" destOrd="0" presId="urn:microsoft.com/office/officeart/2005/8/layout/vList5"/>
    <dgm:cxn modelId="{11706283-7547-4254-8B68-4342BEC8C361}" type="presParOf" srcId="{4D96739A-6A7D-4DA1-A122-240504633E23}" destId="{C6F6A9B6-1897-4277-8788-D807B2A6531A}" srcOrd="0" destOrd="0" presId="urn:microsoft.com/office/officeart/2005/8/layout/vList5"/>
    <dgm:cxn modelId="{BE6A85CB-9ED3-40D9-8693-8EDB8852FD5D}" type="presParOf" srcId="{4D96739A-6A7D-4DA1-A122-240504633E23}" destId="{31EF5F1B-11AE-4494-B5ED-E4D0145A340C}" srcOrd="1" destOrd="0" presId="urn:microsoft.com/office/officeart/2005/8/layout/vList5"/>
    <dgm:cxn modelId="{8F778FFB-6496-494D-8AA9-3C07F36BD969}" type="presParOf" srcId="{D5A70338-13EF-466D-8276-9BC893487E75}" destId="{01AE4404-2294-474E-8019-15E612277377}" srcOrd="1" destOrd="0" presId="urn:microsoft.com/office/officeart/2005/8/layout/vList5"/>
    <dgm:cxn modelId="{CAD13A01-6093-44B3-BC34-437C94F6F4A8}" type="presParOf" srcId="{D5A70338-13EF-466D-8276-9BC893487E75}" destId="{CAB05F6B-33E4-4A89-90DF-6D6658BECD22}" srcOrd="2" destOrd="0" presId="urn:microsoft.com/office/officeart/2005/8/layout/vList5"/>
    <dgm:cxn modelId="{F0F132F4-96EF-4B18-B619-D620BA2270D8}" type="presParOf" srcId="{CAB05F6B-33E4-4A89-90DF-6D6658BECD22}" destId="{BDC83730-33F3-4205-AA3A-EC9654151875}" srcOrd="0" destOrd="0" presId="urn:microsoft.com/office/officeart/2005/8/layout/vList5"/>
    <dgm:cxn modelId="{C818FCCA-C328-4E6B-B217-5ED55F2306F8}" type="presParOf" srcId="{CAB05F6B-33E4-4A89-90DF-6D6658BECD22}" destId="{4D4F7D13-AFE7-44FF-B7D2-E73ABA2C936F}" srcOrd="1" destOrd="0" presId="urn:microsoft.com/office/officeart/2005/8/layout/vList5"/>
    <dgm:cxn modelId="{D106D590-286A-42C2-94F9-B6D451415879}" type="presParOf" srcId="{D5A70338-13EF-466D-8276-9BC893487E75}" destId="{394035E2-5B5D-42ED-B3FA-B02BFF14D54F}" srcOrd="3" destOrd="0" presId="urn:microsoft.com/office/officeart/2005/8/layout/vList5"/>
    <dgm:cxn modelId="{A7E52FA1-2CDB-4062-935E-B88EF53B8A64}" type="presParOf" srcId="{D5A70338-13EF-466D-8276-9BC893487E75}" destId="{51C4C9AB-3551-4FF9-84D3-DABFA0C9806E}" srcOrd="4" destOrd="0" presId="urn:microsoft.com/office/officeart/2005/8/layout/vList5"/>
    <dgm:cxn modelId="{2F732FB1-E558-4CAA-A912-B2010F330C6F}" type="presParOf" srcId="{51C4C9AB-3551-4FF9-84D3-DABFA0C9806E}" destId="{FCFE20A7-5DD0-4DB5-BD5C-5AF8F8FA5047}" srcOrd="0" destOrd="0" presId="urn:microsoft.com/office/officeart/2005/8/layout/vList5"/>
    <dgm:cxn modelId="{87431DF9-E457-4DF1-8F5D-176A3B9772F0}" type="presParOf" srcId="{51C4C9AB-3551-4FF9-84D3-DABFA0C9806E}" destId="{8D69EB11-F144-4A8C-9B56-82F793DDB6B2}"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F6A9DA-545F-4C17-ABB0-71D045909273}"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en-AU"/>
        </a:p>
      </dgm:t>
    </dgm:pt>
    <dgm:pt modelId="{A614B9EF-91EB-4A84-A053-9EA7085C9672}">
      <dgm:prSet phldrT="[Text]" custT="1"/>
      <dgm:spPr>
        <a:xfrm>
          <a:off x="1462565" y="40077"/>
          <a:ext cx="8596944" cy="1251585"/>
        </a:xfrm>
        <a:prstGeom prst="rightArrow">
          <a:avLst>
            <a:gd name="adj1" fmla="val 50000"/>
            <a:gd name="adj2" fmla="val 50000"/>
          </a:avLst>
        </a:prstGeom>
        <a:solidFill>
          <a:schemeClr val="tx2">
            <a:lumMod val="40000"/>
            <a:lumOff val="60000"/>
          </a:schemeClr>
        </a:solidFill>
        <a:ln w="25400" cap="flat" cmpd="sng" algn="ctr">
          <a:solidFill>
            <a:srgbClr val="FFFFFF">
              <a:hueOff val="0"/>
              <a:satOff val="0"/>
              <a:lumOff val="0"/>
              <a:alphaOff val="0"/>
            </a:srgbClr>
          </a:solidFill>
          <a:prstDash val="solid"/>
        </a:ln>
        <a:effectLst/>
      </dgm:spPr>
      <dgm:t>
        <a:bodyPr/>
        <a:lstStyle/>
        <a:p>
          <a:pPr>
            <a:buNone/>
          </a:pPr>
          <a:r>
            <a:rPr lang="en-AU" sz="1800" b="1">
              <a:solidFill>
                <a:srgbClr val="FFFFFF"/>
              </a:solidFill>
              <a:latin typeface="+mn-lt"/>
              <a:ea typeface="+mn-ea"/>
              <a:cs typeface="+mn-cs"/>
            </a:rPr>
            <a:t>Pilot Phase </a:t>
          </a:r>
          <a:r>
            <a:rPr lang="en-US" altLang="zh-CN" sz="1800" b="1">
              <a:solidFill>
                <a:srgbClr val="FFFFFF"/>
              </a:solidFill>
              <a:latin typeface="+mn-lt"/>
              <a:ea typeface="+mn-ea"/>
              <a:cs typeface="+mn-cs"/>
            </a:rPr>
            <a:t>A</a:t>
          </a:r>
          <a:endParaRPr lang="en-AU" sz="1800" b="1">
            <a:solidFill>
              <a:srgbClr val="FFFFFF"/>
            </a:solidFill>
            <a:latin typeface="+mn-lt"/>
            <a:ea typeface="+mn-ea"/>
            <a:cs typeface="+mn-cs"/>
          </a:endParaRPr>
        </a:p>
      </dgm:t>
    </dgm:pt>
    <dgm:pt modelId="{632E9995-AC94-4F7C-B2B7-A2C0F4FC0AC5}" type="parTrans" cxnId="{4BF07C6A-00A4-4BD9-AA7F-6165A5F57385}">
      <dgm:prSet/>
      <dgm:spPr/>
      <dgm:t>
        <a:bodyPr/>
        <a:lstStyle/>
        <a:p>
          <a:endParaRPr lang="en-AU"/>
        </a:p>
      </dgm:t>
    </dgm:pt>
    <dgm:pt modelId="{FD94D2C5-9437-4D73-8698-B0455DF5B326}" type="sibTrans" cxnId="{4BF07C6A-00A4-4BD9-AA7F-6165A5F57385}">
      <dgm:prSet/>
      <dgm:spPr/>
      <dgm:t>
        <a:bodyPr/>
        <a:lstStyle/>
        <a:p>
          <a:endParaRPr lang="en-AU"/>
        </a:p>
      </dgm:t>
    </dgm:pt>
    <dgm:pt modelId="{F684EC31-C110-4F9A-A6AD-7B17D9F642EB}">
      <dgm:prSet phldrT="[Text]" custT="1"/>
      <dgm:spPr>
        <a:xfrm>
          <a:off x="1462565" y="1007272"/>
          <a:ext cx="1981595" cy="2315056"/>
        </a:xfrm>
        <a:prstGeom prst="rect">
          <a:avLst/>
        </a:prstGeom>
        <a:solidFill>
          <a:srgbClr val="FFCCCC">
            <a:alpha val="45098"/>
          </a:srgbClr>
        </a:solidFill>
        <a:ln w="25400" cap="flat" cmpd="sng" algn="ctr">
          <a:solidFill>
            <a:srgbClr val="FF3300"/>
          </a:solidFill>
          <a:prstDash val="solid"/>
        </a:ln>
        <a:effectLst/>
      </dgm:spPr>
      <dgm:t>
        <a:bodyPr/>
        <a:lstStyle/>
        <a:p>
          <a:pPr>
            <a:buFont typeface="Wingdings" panose="05000000000000000000" pitchFamily="2" charset="2"/>
            <a:buNone/>
          </a:pPr>
          <a:r>
            <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a:t>
          </a:r>
          <a:r>
            <a:rPr lang="en-AU" altLang="zh-CN" sz="1100" kern="1200">
              <a:solidFill>
                <a:schemeClr val="tx1"/>
              </a:solidFill>
              <a:latin typeface="Calibri" panose="020F0502020204030204" pitchFamily="34" charset="0"/>
              <a:ea typeface="Calibri" panose="020F0502020204030204" pitchFamily="34" charset="0"/>
              <a:cs typeface="Calibri" panose="020F0502020204030204" pitchFamily="34" charset="0"/>
            </a:rPr>
            <a:t>Specific functionality for Phase A</a:t>
          </a:r>
          <a:endPar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endParaRPr>
        </a:p>
      </dgm:t>
    </dgm:pt>
    <dgm:pt modelId="{A8379BF4-F0D5-4B52-B576-9E0BFCB17095}" type="parTrans" cxnId="{D8253AA8-319E-41F5-95A2-6D20CB4C375D}">
      <dgm:prSet/>
      <dgm:spPr/>
      <dgm:t>
        <a:bodyPr/>
        <a:lstStyle/>
        <a:p>
          <a:endParaRPr lang="en-AU"/>
        </a:p>
      </dgm:t>
    </dgm:pt>
    <dgm:pt modelId="{474C9DC9-3F1C-4C0C-996C-AEBECB13EB53}" type="sibTrans" cxnId="{D8253AA8-319E-41F5-95A2-6D20CB4C375D}">
      <dgm:prSet/>
      <dgm:spPr/>
      <dgm:t>
        <a:bodyPr/>
        <a:lstStyle/>
        <a:p>
          <a:endParaRPr lang="en-AU"/>
        </a:p>
      </dgm:t>
    </dgm:pt>
    <dgm:pt modelId="{1CD3EC7C-A4E3-405C-852D-43B8CFB5FB63}">
      <dgm:prSet phldrT="[Text]" custT="1"/>
      <dgm:spPr>
        <a:xfrm>
          <a:off x="3444160" y="457124"/>
          <a:ext cx="6615348" cy="1251585"/>
        </a:xfrm>
        <a:prstGeom prst="rightArrow">
          <a:avLst>
            <a:gd name="adj1" fmla="val 50000"/>
            <a:gd name="adj2" fmla="val 50000"/>
          </a:avLst>
        </a:prstGeom>
        <a:solidFill>
          <a:schemeClr val="tx2">
            <a:lumMod val="40000"/>
            <a:lumOff val="60000"/>
          </a:schemeClr>
        </a:solidFill>
        <a:ln w="25400" cap="flat" cmpd="sng" algn="ctr">
          <a:solidFill>
            <a:srgbClr val="FFFFFF">
              <a:hueOff val="0"/>
              <a:satOff val="0"/>
              <a:lumOff val="0"/>
              <a:alphaOff val="0"/>
            </a:srgbClr>
          </a:solidFill>
          <a:prstDash val="solid"/>
        </a:ln>
        <a:effectLst/>
      </dgm:spPr>
      <dgm:t>
        <a:bodyPr/>
        <a:lstStyle/>
        <a:p>
          <a:pPr>
            <a:buNone/>
          </a:pPr>
          <a:r>
            <a:rPr lang="en-AU" sz="1800" b="1">
              <a:solidFill>
                <a:srgbClr val="FFFFFF"/>
              </a:solidFill>
              <a:latin typeface="+mn-lt"/>
              <a:ea typeface="+mn-ea"/>
              <a:cs typeface="+mn-cs"/>
            </a:rPr>
            <a:t>Pilot Phase </a:t>
          </a:r>
          <a:r>
            <a:rPr lang="en-US" altLang="zh-CN" sz="1800" b="1">
              <a:solidFill>
                <a:srgbClr val="FFFFFF"/>
              </a:solidFill>
              <a:latin typeface="+mn-lt"/>
              <a:ea typeface="+mn-ea"/>
              <a:cs typeface="+mn-cs"/>
            </a:rPr>
            <a:t>B</a:t>
          </a:r>
          <a:endParaRPr lang="en-AU" sz="1800" b="1">
            <a:solidFill>
              <a:srgbClr val="FFFFFF"/>
            </a:solidFill>
            <a:latin typeface="+mn-lt"/>
            <a:ea typeface="+mn-ea"/>
            <a:cs typeface="+mn-cs"/>
          </a:endParaRPr>
        </a:p>
      </dgm:t>
    </dgm:pt>
    <dgm:pt modelId="{B43373AE-CC9D-4BF1-B4DD-1BF376B79A3D}" type="parTrans" cxnId="{B2617661-A62F-4184-A219-4E783176B6CA}">
      <dgm:prSet/>
      <dgm:spPr/>
      <dgm:t>
        <a:bodyPr/>
        <a:lstStyle/>
        <a:p>
          <a:endParaRPr lang="en-AU"/>
        </a:p>
      </dgm:t>
    </dgm:pt>
    <dgm:pt modelId="{F1CDBC35-48C1-4F08-96A4-34C911251122}" type="sibTrans" cxnId="{B2617661-A62F-4184-A219-4E783176B6CA}">
      <dgm:prSet/>
      <dgm:spPr/>
      <dgm:t>
        <a:bodyPr/>
        <a:lstStyle/>
        <a:p>
          <a:endParaRPr lang="en-AU"/>
        </a:p>
      </dgm:t>
    </dgm:pt>
    <dgm:pt modelId="{3C013111-B2D6-43A3-BB02-169447372E5A}">
      <dgm:prSet phldrT="[Text]" custT="1"/>
      <dgm:spPr>
        <a:xfrm>
          <a:off x="5425756" y="874172"/>
          <a:ext cx="4633753" cy="1251585"/>
        </a:xfrm>
        <a:prstGeom prst="rightArrow">
          <a:avLst>
            <a:gd name="adj1" fmla="val 50000"/>
            <a:gd name="adj2" fmla="val 50000"/>
          </a:avLst>
        </a:prstGeom>
        <a:solidFill>
          <a:schemeClr val="tx1">
            <a:lumMod val="50000"/>
            <a:lumOff val="50000"/>
          </a:schemeClr>
        </a:solidFill>
        <a:ln w="25400" cap="flat" cmpd="sng" algn="ctr">
          <a:solidFill>
            <a:srgbClr val="FFFFFF">
              <a:hueOff val="0"/>
              <a:satOff val="0"/>
              <a:lumOff val="0"/>
              <a:alphaOff val="0"/>
            </a:srgbClr>
          </a:solidFill>
          <a:prstDash val="solid"/>
        </a:ln>
        <a:effectLst/>
      </dgm:spPr>
      <dgm:t>
        <a:bodyPr/>
        <a:lstStyle/>
        <a:p>
          <a:pPr>
            <a:buNone/>
          </a:pPr>
          <a:r>
            <a:rPr lang="en-AU" sz="1800" b="1">
              <a:solidFill>
                <a:srgbClr val="FFFFFF"/>
              </a:solidFill>
              <a:latin typeface="+mn-lt"/>
              <a:ea typeface="+mn-ea"/>
              <a:cs typeface="+mn-cs"/>
            </a:rPr>
            <a:t>Phase 1</a:t>
          </a:r>
        </a:p>
      </dgm:t>
    </dgm:pt>
    <dgm:pt modelId="{535E3FDA-E6B3-4F07-82D4-257F565C2100}" type="parTrans" cxnId="{1FC37A53-5E2E-45DA-8C05-BC982EBCD4BD}">
      <dgm:prSet/>
      <dgm:spPr/>
      <dgm:t>
        <a:bodyPr/>
        <a:lstStyle/>
        <a:p>
          <a:endParaRPr lang="en-AU"/>
        </a:p>
      </dgm:t>
    </dgm:pt>
    <dgm:pt modelId="{7F40A894-ACB5-449E-AD1D-B1CAA2C80A9B}" type="sibTrans" cxnId="{1FC37A53-5E2E-45DA-8C05-BC982EBCD4BD}">
      <dgm:prSet/>
      <dgm:spPr/>
      <dgm:t>
        <a:bodyPr/>
        <a:lstStyle/>
        <a:p>
          <a:endParaRPr lang="en-AU"/>
        </a:p>
      </dgm:t>
    </dgm:pt>
    <dgm:pt modelId="{33B7EC3C-5B68-4222-B672-34FF16426B4C}">
      <dgm:prSet phldrT="[Text]" custT="1"/>
      <dgm:spPr>
        <a:xfrm>
          <a:off x="5425756" y="1841367"/>
          <a:ext cx="1981595" cy="2271133"/>
        </a:xfrm>
        <a:prstGeom prst="rect">
          <a:avLst/>
        </a:prstGeom>
        <a:noFill/>
        <a:ln w="25400" cap="flat" cmpd="sng" algn="ctr">
          <a:noFill/>
          <a:prstDash val="solid"/>
        </a:ln>
        <a:effectLst/>
      </dgm:spPr>
      <dgm:t>
        <a:bodyPr/>
        <a:lstStyle/>
        <a:p>
          <a:pPr marL="0" lvl="0" algn="l" defTabSz="533400">
            <a:lnSpc>
              <a:spcPct val="90000"/>
            </a:lnSpc>
            <a:spcBef>
              <a:spcPct val="0"/>
            </a:spcBef>
            <a:spcAft>
              <a:spcPct val="35000"/>
            </a:spcAft>
            <a:buNone/>
          </a:pPr>
          <a:endParaRPr lang="en-AU" sz="1200" kern="1200">
            <a:solidFill>
              <a:srgbClr val="222222"/>
            </a:solidFill>
            <a:latin typeface="+mn-lt"/>
            <a:ea typeface="Calibri" panose="020F0502020204030204" pitchFamily="34" charset="0"/>
            <a:cs typeface="Calibri" panose="020F0502020204030204" pitchFamily="34" charset="0"/>
          </a:endParaRPr>
        </a:p>
      </dgm:t>
    </dgm:pt>
    <dgm:pt modelId="{C8489EA4-7867-4F2A-B5AA-13239FC6A06A}" type="parTrans" cxnId="{F3A8CF48-DD6E-443A-A12E-8BD6BC14AA7F}">
      <dgm:prSet/>
      <dgm:spPr/>
      <dgm:t>
        <a:bodyPr/>
        <a:lstStyle/>
        <a:p>
          <a:endParaRPr lang="en-AU"/>
        </a:p>
      </dgm:t>
    </dgm:pt>
    <dgm:pt modelId="{39BD0ED8-2DBF-4D83-9117-D5B496A4FD6E}" type="sibTrans" cxnId="{F3A8CF48-DD6E-443A-A12E-8BD6BC14AA7F}">
      <dgm:prSet/>
      <dgm:spPr/>
      <dgm:t>
        <a:bodyPr/>
        <a:lstStyle/>
        <a:p>
          <a:endParaRPr lang="en-AU"/>
        </a:p>
      </dgm:t>
    </dgm:pt>
    <dgm:pt modelId="{3DB28203-CCD9-4F65-9405-F435B15A95DE}">
      <dgm:prSet phldrT="[Text]" custT="1"/>
      <dgm:spPr>
        <a:xfrm>
          <a:off x="3444160" y="1424319"/>
          <a:ext cx="1981595" cy="2256049"/>
        </a:xfrm>
        <a:prstGeom prst="rect">
          <a:avLst/>
        </a:prstGeom>
        <a:solidFill>
          <a:srgbClr val="FFCCCC">
            <a:alpha val="44706"/>
          </a:srgbClr>
        </a:solidFill>
        <a:ln w="25400" cap="flat" cmpd="sng" algn="ctr">
          <a:solidFill>
            <a:srgbClr val="FF3300"/>
          </a:solidFill>
          <a:prstDash val="solid"/>
        </a:ln>
        <a:effectLst/>
      </dgm:spPr>
      <dgm:t>
        <a:bodyPr/>
        <a:lstStyle/>
        <a:p>
          <a:pPr>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Specific functionality for Phase B</a:t>
          </a:r>
          <a:endPar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endParaRPr>
        </a:p>
      </dgm:t>
    </dgm:pt>
    <dgm:pt modelId="{8AAACB01-5BDB-4C90-AEE3-0A9197EDB362}" type="sibTrans" cxnId="{D6D55F9B-566E-4641-918F-9DCA3D5C5610}">
      <dgm:prSet/>
      <dgm:spPr/>
      <dgm:t>
        <a:bodyPr/>
        <a:lstStyle/>
        <a:p>
          <a:endParaRPr lang="en-AU"/>
        </a:p>
      </dgm:t>
    </dgm:pt>
    <dgm:pt modelId="{2234235E-969A-46AC-ADDA-37E1018AE50E}" type="parTrans" cxnId="{D6D55F9B-566E-4641-918F-9DCA3D5C5610}">
      <dgm:prSet/>
      <dgm:spPr/>
      <dgm:t>
        <a:bodyPr/>
        <a:lstStyle/>
        <a:p>
          <a:endParaRPr lang="en-AU"/>
        </a:p>
      </dgm:t>
    </dgm:pt>
    <dgm:pt modelId="{F32D76F8-7890-4EAF-89BC-C28488D6041D}">
      <dgm:prSet phldrT="[Text]" custT="1"/>
      <dgm:spPr>
        <a:xfrm>
          <a:off x="7407352" y="1291219"/>
          <a:ext cx="2652157" cy="1251585"/>
        </a:xfrm>
        <a:prstGeom prst="rightArrow">
          <a:avLst>
            <a:gd name="adj1" fmla="val 50000"/>
            <a:gd name="adj2" fmla="val 50000"/>
          </a:avLst>
        </a:prstGeom>
        <a:solidFill>
          <a:schemeClr val="tx1">
            <a:lumMod val="50000"/>
            <a:lumOff val="50000"/>
          </a:schemeClr>
        </a:solidFill>
        <a:ln w="25400" cap="flat" cmpd="sng" algn="ctr">
          <a:solidFill>
            <a:srgbClr val="FFFFFF">
              <a:hueOff val="0"/>
              <a:satOff val="0"/>
              <a:lumOff val="0"/>
              <a:alphaOff val="0"/>
            </a:srgbClr>
          </a:solidFill>
          <a:prstDash val="solid"/>
        </a:ln>
        <a:effectLst/>
      </dgm:spPr>
      <dgm:t>
        <a:bodyPr/>
        <a:lstStyle/>
        <a:p>
          <a:pPr>
            <a:buFont typeface="Arial" panose="020B0604020202020204" pitchFamily="34" charset="0"/>
            <a:buNone/>
          </a:pPr>
          <a:r>
            <a:rPr lang="en-AU" sz="1800" b="1">
              <a:solidFill>
                <a:srgbClr val="FFFFFF"/>
              </a:solidFill>
              <a:latin typeface="+mn-lt"/>
              <a:ea typeface="+mn-ea"/>
              <a:cs typeface="+mn-cs"/>
            </a:rPr>
            <a:t>Phase 2</a:t>
          </a:r>
        </a:p>
      </dgm:t>
    </dgm:pt>
    <dgm:pt modelId="{8DEF010C-313B-49D4-8E01-7E07195B67EC}" type="parTrans" cxnId="{8BB1C6C8-4CC7-4A99-81EE-8B873EC21443}">
      <dgm:prSet/>
      <dgm:spPr/>
      <dgm:t>
        <a:bodyPr/>
        <a:lstStyle/>
        <a:p>
          <a:endParaRPr lang="en-US"/>
        </a:p>
      </dgm:t>
    </dgm:pt>
    <dgm:pt modelId="{C797AE9E-6F1C-4717-AC53-EB0AC2ED1CB9}" type="sibTrans" cxnId="{8BB1C6C8-4CC7-4A99-81EE-8B873EC21443}">
      <dgm:prSet/>
      <dgm:spPr/>
      <dgm:t>
        <a:bodyPr/>
        <a:lstStyle/>
        <a:p>
          <a:endParaRPr lang="en-US"/>
        </a:p>
      </dgm:t>
    </dgm:pt>
    <dgm:pt modelId="{0473F79D-782E-4A38-A295-8D947930435A}">
      <dgm:prSet custT="1"/>
      <dgm:spPr>
        <a:solidFill>
          <a:srgbClr val="FFCCCC">
            <a:alpha val="45098"/>
          </a:srgbClr>
        </a:solidFill>
        <a:ln>
          <a:solidFill>
            <a:srgbClr val="FF3300"/>
          </a:solidFill>
        </a:ln>
      </dgm:spPr>
      <dgm:t>
        <a:bodyPr/>
        <a:lstStyle/>
        <a:p>
          <a:pPr>
            <a:buFont typeface="Wingdings" panose="05000000000000000000" pitchFamily="2" charset="2"/>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Implement LIMS within first to 6 months</a:t>
          </a:r>
        </a:p>
      </dgm:t>
    </dgm:pt>
    <dgm:pt modelId="{0E28A57D-B5C1-436C-9EAD-999B4F44A56C}" type="parTrans" cxnId="{C96D8C7E-309A-49E6-91B7-827BBAB44C06}">
      <dgm:prSet/>
      <dgm:spPr/>
      <dgm:t>
        <a:bodyPr/>
        <a:lstStyle/>
        <a:p>
          <a:endParaRPr lang="zh-CN" altLang="en-US"/>
        </a:p>
      </dgm:t>
    </dgm:pt>
    <dgm:pt modelId="{2F34AC83-55BF-464F-AD89-D4ED746300F1}" type="sibTrans" cxnId="{C96D8C7E-309A-49E6-91B7-827BBAB44C06}">
      <dgm:prSet/>
      <dgm:spPr/>
      <dgm:t>
        <a:bodyPr/>
        <a:lstStyle/>
        <a:p>
          <a:endParaRPr lang="zh-CN" altLang="en-US"/>
        </a:p>
      </dgm:t>
    </dgm:pt>
    <dgm:pt modelId="{6975B494-E555-4666-8CD3-34747255AE5D}">
      <dgm:prSet custT="1"/>
      <dgm:spPr>
        <a:solidFill>
          <a:srgbClr val="FFCCCC">
            <a:alpha val="45098"/>
          </a:srgbClr>
        </a:solidFill>
        <a:ln>
          <a:solidFill>
            <a:srgbClr val="FF3300"/>
          </a:solidFill>
        </a:ln>
      </dgm:spPr>
      <dgm:t>
        <a:bodyPr/>
        <a:lstStyle/>
        <a:p>
          <a:pPr>
            <a:buFont typeface="Wingdings" panose="05000000000000000000" pitchFamily="2" charset="2"/>
            <a:buNone/>
          </a:pPr>
          <a:r>
            <a:rPr lang="en-AU" sz="1100" kern="1200" dirty="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sz="1100" kern="1200" dirty="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Target to deploy in all (4) Labs in Dragon site</a:t>
          </a:r>
        </a:p>
      </dgm:t>
    </dgm:pt>
    <dgm:pt modelId="{19FE61CC-7ADD-4EC9-A0F2-83E209C17454}" type="parTrans" cxnId="{0C58449A-F185-47FE-918E-A8EF703AA7ED}">
      <dgm:prSet/>
      <dgm:spPr/>
      <dgm:t>
        <a:bodyPr/>
        <a:lstStyle/>
        <a:p>
          <a:endParaRPr lang="zh-CN" altLang="en-US"/>
        </a:p>
      </dgm:t>
    </dgm:pt>
    <dgm:pt modelId="{E861DD2F-80F9-4D79-A653-0B979B71B699}" type="sibTrans" cxnId="{0C58449A-F185-47FE-918E-A8EF703AA7ED}">
      <dgm:prSet/>
      <dgm:spPr/>
      <dgm:t>
        <a:bodyPr/>
        <a:lstStyle/>
        <a:p>
          <a:endParaRPr lang="zh-CN" altLang="en-US"/>
        </a:p>
      </dgm:t>
    </dgm:pt>
    <dgm:pt modelId="{F41BD2E5-E746-4AD5-8EE0-4BED93846D13}">
      <dgm:prSet custT="1"/>
      <dgm:spPr>
        <a:solidFill>
          <a:srgbClr val="FFCCCC">
            <a:alpha val="44706"/>
          </a:srgbClr>
        </a:solidFill>
        <a:ln>
          <a:solidFill>
            <a:srgbClr val="FF3300"/>
          </a:solidFill>
        </a:ln>
      </dgm:spPr>
      <dgm:t>
        <a:bodyPr/>
        <a:lstStyle/>
        <a:p>
          <a:pPr>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All these functions can be used by all Labs</a:t>
          </a:r>
          <a:endPar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endParaRPr>
        </a:p>
      </dgm:t>
    </dgm:pt>
    <dgm:pt modelId="{FE01AA20-3417-4210-AD4C-52847935B977}" type="parTrans" cxnId="{35912BD5-5EFE-4D2E-8A4E-D8E4BF249D4F}">
      <dgm:prSet/>
      <dgm:spPr/>
      <dgm:t>
        <a:bodyPr/>
        <a:lstStyle/>
        <a:p>
          <a:endParaRPr lang="zh-CN" altLang="en-US"/>
        </a:p>
      </dgm:t>
    </dgm:pt>
    <dgm:pt modelId="{8B5426FD-A73A-491F-82AC-D2AA86035FF6}" type="sibTrans" cxnId="{35912BD5-5EFE-4D2E-8A4E-D8E4BF249D4F}">
      <dgm:prSet/>
      <dgm:spPr/>
      <dgm:t>
        <a:bodyPr/>
        <a:lstStyle/>
        <a:p>
          <a:endParaRPr lang="zh-CN" altLang="en-US"/>
        </a:p>
      </dgm:t>
    </dgm:pt>
    <dgm:pt modelId="{41B77C9E-DE42-4E13-A728-E539B4B1606E}">
      <dgm:prSet custT="1"/>
      <dgm:spPr>
        <a:solidFill>
          <a:srgbClr val="FFCCCC">
            <a:alpha val="44706"/>
          </a:srgbClr>
        </a:solidFill>
        <a:ln>
          <a:solidFill>
            <a:srgbClr val="FF3300"/>
          </a:solidFill>
        </a:ln>
      </dgm:spPr>
      <dgm:t>
        <a:bodyPr/>
        <a:lstStyle/>
        <a:p>
          <a:pPr>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Implement within 5 months</a:t>
          </a:r>
        </a:p>
      </dgm:t>
    </dgm:pt>
    <dgm:pt modelId="{F01487CF-9B59-4B06-B493-2902EB6273EF}" type="parTrans" cxnId="{51C01845-30BE-4942-A705-C39ED2076DCB}">
      <dgm:prSet/>
      <dgm:spPr/>
      <dgm:t>
        <a:bodyPr/>
        <a:lstStyle/>
        <a:p>
          <a:endParaRPr lang="zh-CN" altLang="en-US"/>
        </a:p>
      </dgm:t>
    </dgm:pt>
    <dgm:pt modelId="{A5608B56-14A8-494D-A9F6-2519D276C9F1}" type="sibTrans" cxnId="{51C01845-30BE-4942-A705-C39ED2076DCB}">
      <dgm:prSet/>
      <dgm:spPr/>
      <dgm:t>
        <a:bodyPr/>
        <a:lstStyle/>
        <a:p>
          <a:endParaRPr lang="zh-CN" altLang="en-US"/>
        </a:p>
      </dgm:t>
    </dgm:pt>
    <dgm:pt modelId="{1EB900AA-6C91-47D8-BB7A-081E66D135C2}">
      <dgm:prSet custT="1"/>
      <dgm:spPr>
        <a:solidFill>
          <a:srgbClr val="FFCCCC">
            <a:alpha val="44706"/>
          </a:srgbClr>
        </a:solidFill>
        <a:ln>
          <a:solidFill>
            <a:srgbClr val="FF3300"/>
          </a:solidFill>
        </a:ln>
      </dgm:spPr>
      <dgm:t>
        <a:bodyPr/>
        <a:lstStyle/>
        <a:p>
          <a:pPr>
            <a:buFont typeface="Arial" panose="020B0604020202020204" pitchFamily="34" charset="0"/>
            <a:buNone/>
          </a:pPr>
          <a:r>
            <a:rPr lang="en-AU" sz="1100" kern="1200" dirty="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sz="1100" kern="1200" dirty="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Configure and deploy rest of the enhancements as multiple sprint releases for the all (4) Labs in Dragon site.</a:t>
          </a:r>
          <a:endParaRPr lang="en-AU" altLang="zh-CN" sz="1100" kern="1200" dirty="0">
            <a:solidFill>
              <a:srgbClr val="222222"/>
            </a:solidFill>
            <a:latin typeface="Calibri" panose="020F0502020204030204" pitchFamily="34" charset="0"/>
            <a:ea typeface="Calibri" panose="020F0502020204030204" pitchFamily="34" charset="0"/>
            <a:cs typeface="Calibri" panose="020F0502020204030204" pitchFamily="34" charset="0"/>
          </a:endParaRPr>
        </a:p>
      </dgm:t>
    </dgm:pt>
    <dgm:pt modelId="{CE3468FA-8202-410E-A0AE-A551FF7350F5}" type="parTrans" cxnId="{AF2F53A1-F23F-461A-B02E-BFF4C86BBBAA}">
      <dgm:prSet/>
      <dgm:spPr/>
      <dgm:t>
        <a:bodyPr/>
        <a:lstStyle/>
        <a:p>
          <a:endParaRPr lang="zh-CN" altLang="en-US"/>
        </a:p>
      </dgm:t>
    </dgm:pt>
    <dgm:pt modelId="{6D9BACB8-3164-4A06-9225-6B98E53A2149}" type="sibTrans" cxnId="{AF2F53A1-F23F-461A-B02E-BFF4C86BBBAA}">
      <dgm:prSet/>
      <dgm:spPr/>
      <dgm:t>
        <a:bodyPr/>
        <a:lstStyle/>
        <a:p>
          <a:endParaRPr lang="zh-CN" altLang="en-US"/>
        </a:p>
      </dgm:t>
    </dgm:pt>
    <dgm:pt modelId="{EED89AB4-5A77-4180-8760-F001DB3D9E2C}" type="pres">
      <dgm:prSet presAssocID="{DEF6A9DA-545F-4C17-ABB0-71D045909273}" presName="Name0" presStyleCnt="0">
        <dgm:presLayoutVars>
          <dgm:chMax val="5"/>
          <dgm:chPref val="5"/>
          <dgm:dir/>
          <dgm:animLvl val="lvl"/>
        </dgm:presLayoutVars>
      </dgm:prSet>
      <dgm:spPr/>
    </dgm:pt>
    <dgm:pt modelId="{61845A5C-4A77-46C0-8D8E-2FC080C202E7}" type="pres">
      <dgm:prSet presAssocID="{A614B9EF-91EB-4A84-A053-9EA7085C9672}" presName="parentText1" presStyleLbl="node1" presStyleIdx="0" presStyleCnt="4">
        <dgm:presLayoutVars>
          <dgm:chMax/>
          <dgm:chPref val="3"/>
          <dgm:bulletEnabled val="1"/>
        </dgm:presLayoutVars>
      </dgm:prSet>
      <dgm:spPr/>
    </dgm:pt>
    <dgm:pt modelId="{D9D99D5A-DA91-4139-A18A-62A0F12C8796}" type="pres">
      <dgm:prSet presAssocID="{A614B9EF-91EB-4A84-A053-9EA7085C9672}" presName="childText1" presStyleLbl="solidAlignAcc1" presStyleIdx="0" presStyleCnt="3" custScaleX="96182" custScaleY="90671" custLinFactNeighborX="-848" custLinFactNeighborY="-5368">
        <dgm:presLayoutVars>
          <dgm:chMax val="0"/>
          <dgm:chPref val="0"/>
          <dgm:bulletEnabled val="1"/>
        </dgm:presLayoutVars>
      </dgm:prSet>
      <dgm:spPr/>
    </dgm:pt>
    <dgm:pt modelId="{24533CD7-D65B-4A76-A690-39F8F74B6B20}" type="pres">
      <dgm:prSet presAssocID="{1CD3EC7C-A4E3-405C-852D-43B8CFB5FB63}" presName="parentText2" presStyleLbl="node1" presStyleIdx="1" presStyleCnt="4" custLinFactNeighborX="-345">
        <dgm:presLayoutVars>
          <dgm:chMax/>
          <dgm:chPref val="3"/>
          <dgm:bulletEnabled val="1"/>
        </dgm:presLayoutVars>
      </dgm:prSet>
      <dgm:spPr/>
    </dgm:pt>
    <dgm:pt modelId="{CCA9963F-FAE1-4D11-AD86-B5593CC2B845}" type="pres">
      <dgm:prSet presAssocID="{1CD3EC7C-A4E3-405C-852D-43B8CFB5FB63}" presName="childText2" presStyleLbl="solidAlignAcc1" presStyleIdx="1" presStyleCnt="3" custScaleX="134603" custScaleY="73692" custLinFactNeighborX="18162" custLinFactNeighborY="-13469">
        <dgm:presLayoutVars>
          <dgm:chMax val="0"/>
          <dgm:chPref val="0"/>
          <dgm:bulletEnabled val="1"/>
        </dgm:presLayoutVars>
      </dgm:prSet>
      <dgm:spPr/>
    </dgm:pt>
    <dgm:pt modelId="{727A5A4B-5BF0-4EA3-A934-01187FE44E9A}" type="pres">
      <dgm:prSet presAssocID="{3C013111-B2D6-43A3-BB02-169447372E5A}" presName="parentText3" presStyleLbl="node1" presStyleIdx="2" presStyleCnt="4" custScaleX="81472" custLinFactNeighborX="7730">
        <dgm:presLayoutVars>
          <dgm:chMax/>
          <dgm:chPref val="3"/>
          <dgm:bulletEnabled val="1"/>
        </dgm:presLayoutVars>
      </dgm:prSet>
      <dgm:spPr/>
    </dgm:pt>
    <dgm:pt modelId="{20BFE71A-5FEF-4C1B-87E8-437BE73FAEC8}" type="pres">
      <dgm:prSet presAssocID="{3C013111-B2D6-43A3-BB02-169447372E5A}" presName="childText3" presStyleLbl="solidAlignAcc1" presStyleIdx="2" presStyleCnt="3" custScaleX="64654" custScaleY="103989" custLinFactNeighborX="19112" custLinFactNeighborY="667">
        <dgm:presLayoutVars>
          <dgm:chMax val="0"/>
          <dgm:chPref val="0"/>
          <dgm:bulletEnabled val="1"/>
        </dgm:presLayoutVars>
      </dgm:prSet>
      <dgm:spPr/>
    </dgm:pt>
    <dgm:pt modelId="{3FFB2373-9CF1-4EAE-BEAD-8ED93213BBF5}" type="pres">
      <dgm:prSet presAssocID="{F32D76F8-7890-4EAF-89BC-C28488D6041D}" presName="parentText4" presStyleLbl="node1" presStyleIdx="3" presStyleCnt="4">
        <dgm:presLayoutVars>
          <dgm:chMax/>
          <dgm:chPref val="3"/>
          <dgm:bulletEnabled val="1"/>
        </dgm:presLayoutVars>
      </dgm:prSet>
      <dgm:spPr/>
    </dgm:pt>
  </dgm:ptLst>
  <dgm:cxnLst>
    <dgm:cxn modelId="{0B08C10A-B5CC-46F2-BBBF-8BF91B4187AE}" type="presOf" srcId="{0473F79D-782E-4A38-A295-8D947930435A}" destId="{D9D99D5A-DA91-4139-A18A-62A0F12C8796}" srcOrd="0" destOrd="1" presId="urn:microsoft.com/office/officeart/2009/3/layout/IncreasingArrowsProcess"/>
    <dgm:cxn modelId="{B2617661-A62F-4184-A219-4E783176B6CA}" srcId="{DEF6A9DA-545F-4C17-ABB0-71D045909273}" destId="{1CD3EC7C-A4E3-405C-852D-43B8CFB5FB63}" srcOrd="1" destOrd="0" parTransId="{B43373AE-CC9D-4BF1-B4DD-1BF376B79A3D}" sibTransId="{F1CDBC35-48C1-4F08-96A4-34C911251122}"/>
    <dgm:cxn modelId="{737FE164-B35F-4235-B62C-C12F8988EA02}" type="presOf" srcId="{DEF6A9DA-545F-4C17-ABB0-71D045909273}" destId="{EED89AB4-5A77-4180-8760-F001DB3D9E2C}" srcOrd="0" destOrd="0" presId="urn:microsoft.com/office/officeart/2009/3/layout/IncreasingArrowsProcess"/>
    <dgm:cxn modelId="{51C01845-30BE-4942-A705-C39ED2076DCB}" srcId="{1CD3EC7C-A4E3-405C-852D-43B8CFB5FB63}" destId="{41B77C9E-DE42-4E13-A728-E539B4B1606E}" srcOrd="2" destOrd="0" parTransId="{F01487CF-9B59-4B06-B493-2902EB6273EF}" sibTransId="{A5608B56-14A8-494D-A9F6-2519D276C9F1}"/>
    <dgm:cxn modelId="{F3A8CF48-DD6E-443A-A12E-8BD6BC14AA7F}" srcId="{3C013111-B2D6-43A3-BB02-169447372E5A}" destId="{33B7EC3C-5B68-4222-B672-34FF16426B4C}" srcOrd="0" destOrd="0" parTransId="{C8489EA4-7867-4F2A-B5AA-13239FC6A06A}" sibTransId="{39BD0ED8-2DBF-4D83-9117-D5B496A4FD6E}"/>
    <dgm:cxn modelId="{4BF07C6A-00A4-4BD9-AA7F-6165A5F57385}" srcId="{DEF6A9DA-545F-4C17-ABB0-71D045909273}" destId="{A614B9EF-91EB-4A84-A053-9EA7085C9672}" srcOrd="0" destOrd="0" parTransId="{632E9995-AC94-4F7C-B2B7-A2C0F4FC0AC5}" sibTransId="{FD94D2C5-9437-4D73-8698-B0455DF5B326}"/>
    <dgm:cxn modelId="{13D72772-9159-4E44-BE8D-47BD23A8AEED}" type="presOf" srcId="{6975B494-E555-4666-8CD3-34747255AE5D}" destId="{D9D99D5A-DA91-4139-A18A-62A0F12C8796}" srcOrd="0" destOrd="2" presId="urn:microsoft.com/office/officeart/2009/3/layout/IncreasingArrowsProcess"/>
    <dgm:cxn modelId="{1FC37A53-5E2E-45DA-8C05-BC982EBCD4BD}" srcId="{DEF6A9DA-545F-4C17-ABB0-71D045909273}" destId="{3C013111-B2D6-43A3-BB02-169447372E5A}" srcOrd="2" destOrd="0" parTransId="{535E3FDA-E6B3-4F07-82D4-257F565C2100}" sibTransId="{7F40A894-ACB5-449E-AD1D-B1CAA2C80A9B}"/>
    <dgm:cxn modelId="{634B5255-E55C-4CE5-B44C-B09AA23F7E79}" type="presOf" srcId="{1EB900AA-6C91-47D8-BB7A-081E66D135C2}" destId="{CCA9963F-FAE1-4D11-AD86-B5593CC2B845}" srcOrd="0" destOrd="3" presId="urn:microsoft.com/office/officeart/2009/3/layout/IncreasingArrowsProcess"/>
    <dgm:cxn modelId="{C96D8C7E-309A-49E6-91B7-827BBAB44C06}" srcId="{A614B9EF-91EB-4A84-A053-9EA7085C9672}" destId="{0473F79D-782E-4A38-A295-8D947930435A}" srcOrd="1" destOrd="0" parTransId="{0E28A57D-B5C1-436C-9EAD-999B4F44A56C}" sibTransId="{2F34AC83-55BF-464F-AD89-D4ED746300F1}"/>
    <dgm:cxn modelId="{DCD54186-FCAB-420E-A96C-6777BCE4B9BB}" type="presOf" srcId="{F684EC31-C110-4F9A-A6AD-7B17D9F642EB}" destId="{D9D99D5A-DA91-4139-A18A-62A0F12C8796}" srcOrd="0" destOrd="0" presId="urn:microsoft.com/office/officeart/2009/3/layout/IncreasingArrowsProcess"/>
    <dgm:cxn modelId="{92FBDF8C-9B9B-424E-B48F-F58F5778735D}" type="presOf" srcId="{F41BD2E5-E746-4AD5-8EE0-4BED93846D13}" destId="{CCA9963F-FAE1-4D11-AD86-B5593CC2B845}" srcOrd="0" destOrd="1" presId="urn:microsoft.com/office/officeart/2009/3/layout/IncreasingArrowsProcess"/>
    <dgm:cxn modelId="{0C58449A-F185-47FE-918E-A8EF703AA7ED}" srcId="{A614B9EF-91EB-4A84-A053-9EA7085C9672}" destId="{6975B494-E555-4666-8CD3-34747255AE5D}" srcOrd="2" destOrd="0" parTransId="{19FE61CC-7ADD-4EC9-A0F2-83E209C17454}" sibTransId="{E861DD2F-80F9-4D79-A653-0B979B71B699}"/>
    <dgm:cxn modelId="{C4BBF39A-8D4C-429A-9BD3-18C9F0176469}" type="presOf" srcId="{F32D76F8-7890-4EAF-89BC-C28488D6041D}" destId="{3FFB2373-9CF1-4EAE-BEAD-8ED93213BBF5}" srcOrd="0" destOrd="0" presId="urn:microsoft.com/office/officeart/2009/3/layout/IncreasingArrowsProcess"/>
    <dgm:cxn modelId="{D6D55F9B-566E-4641-918F-9DCA3D5C5610}" srcId="{1CD3EC7C-A4E3-405C-852D-43B8CFB5FB63}" destId="{3DB28203-CCD9-4F65-9405-F435B15A95DE}" srcOrd="0" destOrd="0" parTransId="{2234235E-969A-46AC-ADDA-37E1018AE50E}" sibTransId="{8AAACB01-5BDB-4C90-AEE3-0A9197EDB362}"/>
    <dgm:cxn modelId="{AF2F53A1-F23F-461A-B02E-BFF4C86BBBAA}" srcId="{1CD3EC7C-A4E3-405C-852D-43B8CFB5FB63}" destId="{1EB900AA-6C91-47D8-BB7A-081E66D135C2}" srcOrd="3" destOrd="0" parTransId="{CE3468FA-8202-410E-A0AE-A551FF7350F5}" sibTransId="{6D9BACB8-3164-4A06-9225-6B98E53A2149}"/>
    <dgm:cxn modelId="{09D88EA1-D959-46AC-BB86-5D83A33AC2DD}" type="presOf" srcId="{33B7EC3C-5B68-4222-B672-34FF16426B4C}" destId="{20BFE71A-5FEF-4C1B-87E8-437BE73FAEC8}" srcOrd="0" destOrd="0" presId="urn:microsoft.com/office/officeart/2009/3/layout/IncreasingArrowsProcess"/>
    <dgm:cxn modelId="{D8253AA8-319E-41F5-95A2-6D20CB4C375D}" srcId="{A614B9EF-91EB-4A84-A053-9EA7085C9672}" destId="{F684EC31-C110-4F9A-A6AD-7B17D9F642EB}" srcOrd="0" destOrd="0" parTransId="{A8379BF4-F0D5-4B52-B576-9E0BFCB17095}" sibTransId="{474C9DC9-3F1C-4C0C-996C-AEBECB13EB53}"/>
    <dgm:cxn modelId="{55EA7DB2-8AD3-4123-8B88-B904C82DB580}" type="presOf" srcId="{A614B9EF-91EB-4A84-A053-9EA7085C9672}" destId="{61845A5C-4A77-46C0-8D8E-2FC080C202E7}" srcOrd="0" destOrd="0" presId="urn:microsoft.com/office/officeart/2009/3/layout/IncreasingArrowsProcess"/>
    <dgm:cxn modelId="{290EDBB2-C644-4D1E-8395-BD9D1D7BDFE1}" type="presOf" srcId="{41B77C9E-DE42-4E13-A728-E539B4B1606E}" destId="{CCA9963F-FAE1-4D11-AD86-B5593CC2B845}" srcOrd="0" destOrd="2" presId="urn:microsoft.com/office/officeart/2009/3/layout/IncreasingArrowsProcess"/>
    <dgm:cxn modelId="{8BB1C6C8-4CC7-4A99-81EE-8B873EC21443}" srcId="{DEF6A9DA-545F-4C17-ABB0-71D045909273}" destId="{F32D76F8-7890-4EAF-89BC-C28488D6041D}" srcOrd="3" destOrd="0" parTransId="{8DEF010C-313B-49D4-8E01-7E07195B67EC}" sibTransId="{C797AE9E-6F1C-4717-AC53-EB0AC2ED1CB9}"/>
    <dgm:cxn modelId="{35912BD5-5EFE-4D2E-8A4E-D8E4BF249D4F}" srcId="{1CD3EC7C-A4E3-405C-852D-43B8CFB5FB63}" destId="{F41BD2E5-E746-4AD5-8EE0-4BED93846D13}" srcOrd="1" destOrd="0" parTransId="{FE01AA20-3417-4210-AD4C-52847935B977}" sibTransId="{8B5426FD-A73A-491F-82AC-D2AA86035FF6}"/>
    <dgm:cxn modelId="{B0264AD5-8C6F-4AD7-88D8-2C931BD1F182}" type="presOf" srcId="{1CD3EC7C-A4E3-405C-852D-43B8CFB5FB63}" destId="{24533CD7-D65B-4A76-A690-39F8F74B6B20}" srcOrd="0" destOrd="0" presId="urn:microsoft.com/office/officeart/2009/3/layout/IncreasingArrowsProcess"/>
    <dgm:cxn modelId="{04B7C0E0-0238-4225-8FD7-BC95132BD2D8}" type="presOf" srcId="{3C013111-B2D6-43A3-BB02-169447372E5A}" destId="{727A5A4B-5BF0-4EA3-A934-01187FE44E9A}" srcOrd="0" destOrd="0" presId="urn:microsoft.com/office/officeart/2009/3/layout/IncreasingArrowsProcess"/>
    <dgm:cxn modelId="{38D279E1-2979-40AC-91A2-722C51E57E2E}" type="presOf" srcId="{3DB28203-CCD9-4F65-9405-F435B15A95DE}" destId="{CCA9963F-FAE1-4D11-AD86-B5593CC2B845}" srcOrd="0" destOrd="0" presId="urn:microsoft.com/office/officeart/2009/3/layout/IncreasingArrowsProcess"/>
    <dgm:cxn modelId="{DBDC2950-7002-411C-8108-D900127AB067}" type="presParOf" srcId="{EED89AB4-5A77-4180-8760-F001DB3D9E2C}" destId="{61845A5C-4A77-46C0-8D8E-2FC080C202E7}" srcOrd="0" destOrd="0" presId="urn:microsoft.com/office/officeart/2009/3/layout/IncreasingArrowsProcess"/>
    <dgm:cxn modelId="{04A5A972-9612-4B88-90C7-387251268290}" type="presParOf" srcId="{EED89AB4-5A77-4180-8760-F001DB3D9E2C}" destId="{D9D99D5A-DA91-4139-A18A-62A0F12C8796}" srcOrd="1" destOrd="0" presId="urn:microsoft.com/office/officeart/2009/3/layout/IncreasingArrowsProcess"/>
    <dgm:cxn modelId="{BA90CCE7-1A29-4305-AD9C-107A32C6D2A9}" type="presParOf" srcId="{EED89AB4-5A77-4180-8760-F001DB3D9E2C}" destId="{24533CD7-D65B-4A76-A690-39F8F74B6B20}" srcOrd="2" destOrd="0" presId="urn:microsoft.com/office/officeart/2009/3/layout/IncreasingArrowsProcess"/>
    <dgm:cxn modelId="{E9A7F594-3CE1-437E-9B17-885629048DAC}" type="presParOf" srcId="{EED89AB4-5A77-4180-8760-F001DB3D9E2C}" destId="{CCA9963F-FAE1-4D11-AD86-B5593CC2B845}" srcOrd="3" destOrd="0" presId="urn:microsoft.com/office/officeart/2009/3/layout/IncreasingArrowsProcess"/>
    <dgm:cxn modelId="{2048E5C3-9F98-4432-9279-5C22B6AE911F}" type="presParOf" srcId="{EED89AB4-5A77-4180-8760-F001DB3D9E2C}" destId="{727A5A4B-5BF0-4EA3-A934-01187FE44E9A}" srcOrd="4" destOrd="0" presId="urn:microsoft.com/office/officeart/2009/3/layout/IncreasingArrowsProcess"/>
    <dgm:cxn modelId="{BCDF982B-1B39-42BD-8A36-EC5CC6FC99A4}" type="presParOf" srcId="{EED89AB4-5A77-4180-8760-F001DB3D9E2C}" destId="{20BFE71A-5FEF-4C1B-87E8-437BE73FAEC8}" srcOrd="5" destOrd="0" presId="urn:microsoft.com/office/officeart/2009/3/layout/IncreasingArrowsProcess"/>
    <dgm:cxn modelId="{07A77A57-8F00-40AB-AD3C-3F9E276F046A}" type="presParOf" srcId="{EED89AB4-5A77-4180-8760-F001DB3D9E2C}" destId="{3FFB2373-9CF1-4EAE-BEAD-8ED93213BBF5}" srcOrd="6"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E1822D-0BDA-4F3E-A868-BF80AAFDA1D1}" type="doc">
      <dgm:prSet loTypeId="urn:microsoft.com/office/officeart/2005/8/layout/hProcess9#1" loCatId="process" qsTypeId="urn:microsoft.com/office/officeart/2005/8/quickstyle/simple1#2" qsCatId="simple" csTypeId="urn:microsoft.com/office/officeart/2005/8/colors/accent1_2#2" csCatId="accent1" phldr="1"/>
      <dgm:spPr/>
      <dgm:t>
        <a:bodyPr/>
        <a:lstStyle/>
        <a:p>
          <a:endParaRPr lang="en-US"/>
        </a:p>
      </dgm:t>
    </dgm:pt>
    <dgm:pt modelId="{0C897A13-10E0-4ED2-AF78-54B2322C7890}" type="pres">
      <dgm:prSet presAssocID="{26E1822D-0BDA-4F3E-A868-BF80AAFDA1D1}" presName="CompostProcess" presStyleCnt="0">
        <dgm:presLayoutVars>
          <dgm:dir/>
          <dgm:resizeHandles val="exact"/>
        </dgm:presLayoutVars>
      </dgm:prSet>
      <dgm:spPr/>
    </dgm:pt>
    <dgm:pt modelId="{7B47E62C-7B87-421A-98A8-C2D8A48460CA}" type="pres">
      <dgm:prSet presAssocID="{26E1822D-0BDA-4F3E-A868-BF80AAFDA1D1}" presName="arrow" presStyleLbl="bgShp" presStyleIdx="0" presStyleCnt="1" custScaleX="117646" custLinFactNeighborX="-83"/>
      <dgm:spPr>
        <a:solidFill>
          <a:schemeClr val="accent5">
            <a:lumMod val="40000"/>
            <a:lumOff val="60000"/>
          </a:schemeClr>
        </a:solidFill>
      </dgm:spPr>
    </dgm:pt>
    <dgm:pt modelId="{160E15AF-6D16-428C-ABA4-BF7C845BEDA6}" type="pres">
      <dgm:prSet presAssocID="{26E1822D-0BDA-4F3E-A868-BF80AAFDA1D1}" presName="linearProcess" presStyleCnt="0"/>
      <dgm:spPr/>
    </dgm:pt>
  </dgm:ptLst>
  <dgm:cxnLst>
    <dgm:cxn modelId="{CFE9282F-BDF8-44DC-BE65-0A1768068A7E}" type="presOf" srcId="{26E1822D-0BDA-4F3E-A868-BF80AAFDA1D1}" destId="{0C897A13-10E0-4ED2-AF78-54B2322C7890}" srcOrd="0" destOrd="0" presId="urn:microsoft.com/office/officeart/2005/8/layout/hProcess9#1"/>
    <dgm:cxn modelId="{7FBBBC97-A4BF-4776-AEBD-9457238F4C7B}" type="presParOf" srcId="{0C897A13-10E0-4ED2-AF78-54B2322C7890}" destId="{7B47E62C-7B87-421A-98A8-C2D8A48460CA}" srcOrd="0" destOrd="0" presId="urn:microsoft.com/office/officeart/2005/8/layout/hProcess9#1"/>
    <dgm:cxn modelId="{249D0482-F26F-4C7F-B90D-B8C5547FCD1B}" type="presParOf" srcId="{0C897A13-10E0-4ED2-AF78-54B2322C7890}" destId="{160E15AF-6D16-428C-ABA4-BF7C845BEDA6}" srcOrd="1" destOrd="0" presId="urn:microsoft.com/office/officeart/2005/8/layout/hProcess9#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75D43E3-9E6D-444D-8B49-9DF93562D8F6}" type="doc">
      <dgm:prSet loTypeId="urn:microsoft.com/office/officeart/2005/8/layout/radial3" loCatId="cycle" qsTypeId="urn:microsoft.com/office/officeart/2005/8/quickstyle/simple1" qsCatId="simple" csTypeId="urn:microsoft.com/office/officeart/2005/8/colors/accent0_3" csCatId="mainScheme" phldr="1"/>
      <dgm:spPr/>
      <dgm:t>
        <a:bodyPr/>
        <a:lstStyle/>
        <a:p>
          <a:endParaRPr lang="en-US"/>
        </a:p>
      </dgm:t>
    </dgm:pt>
    <dgm:pt modelId="{5E566891-8703-4FA3-9D55-78A822002A94}">
      <dgm:prSet phldrT="[Text]" custT="1"/>
      <dgm:spPr/>
      <dgm:t>
        <a:bodyPr/>
        <a:lstStyle/>
        <a:p>
          <a:r>
            <a:rPr lang="en-US" altLang="zh-CN" sz="1050" b="1">
              <a:latin typeface="Calibri" panose="020F0502020204030204" pitchFamily="34" charset="0"/>
              <a:ea typeface="Calibri" panose="020F0502020204030204" pitchFamily="34" charset="0"/>
              <a:cs typeface="Calibri" panose="020F0502020204030204" pitchFamily="34" charset="0"/>
            </a:rPr>
            <a:t>Global PM</a:t>
          </a:r>
        </a:p>
        <a:p>
          <a:r>
            <a:rPr lang="en-US" altLang="zh-CN" sz="1050" b="1">
              <a:latin typeface="Calibri" panose="020F0502020204030204" pitchFamily="34" charset="0"/>
              <a:ea typeface="Calibri" panose="020F0502020204030204" pitchFamily="34" charset="0"/>
              <a:cs typeface="Calibri" panose="020F0502020204030204" pitchFamily="34" charset="0"/>
            </a:rPr>
            <a:t>Shravan</a:t>
          </a:r>
          <a:endParaRPr lang="en-US" sz="1050"/>
        </a:p>
      </dgm:t>
    </dgm:pt>
    <dgm:pt modelId="{D27163D4-1288-4E65-BC20-361E8A9FA3AB}" type="parTrans" cxnId="{7C8712AE-D6A9-4ED2-8C40-B86E7E2D7FBD}">
      <dgm:prSet/>
      <dgm:spPr/>
      <dgm:t>
        <a:bodyPr/>
        <a:lstStyle/>
        <a:p>
          <a:endParaRPr lang="en-US" sz="1050"/>
        </a:p>
      </dgm:t>
    </dgm:pt>
    <dgm:pt modelId="{56C3E6C5-0981-4620-A91C-09697591BE99}" type="sibTrans" cxnId="{7C8712AE-D6A9-4ED2-8C40-B86E7E2D7FBD}">
      <dgm:prSet/>
      <dgm:spPr/>
      <dgm:t>
        <a:bodyPr/>
        <a:lstStyle/>
        <a:p>
          <a:endParaRPr lang="en-US" sz="1050"/>
        </a:p>
      </dgm:t>
    </dgm:pt>
    <dgm:pt modelId="{F0444B61-78F3-4F75-8B31-C0903A88531D}">
      <dgm:prSet phldrT="[Text]" custT="1"/>
      <dgm:spPr/>
      <dgm:t>
        <a:bodyPr/>
        <a:lstStyle/>
        <a:p>
          <a:r>
            <a:rPr lang="en-US" altLang="zh-CN" sz="1050" b="1">
              <a:latin typeface="Calibri" panose="020F0502020204030204" pitchFamily="34" charset="0"/>
              <a:ea typeface="Calibri" panose="020F0502020204030204" pitchFamily="34" charset="0"/>
              <a:cs typeface="Calibri" panose="020F0502020204030204" pitchFamily="34" charset="0"/>
            </a:rPr>
            <a:t>China PM</a:t>
          </a:r>
        </a:p>
        <a:p>
          <a:r>
            <a:rPr lang="en-US" altLang="zh-CN" sz="1050" b="1">
              <a:latin typeface="Calibri" panose="020F0502020204030204" pitchFamily="34" charset="0"/>
              <a:ea typeface="Calibri" panose="020F0502020204030204" pitchFamily="34" charset="0"/>
              <a:cs typeface="Calibri" panose="020F0502020204030204" pitchFamily="34" charset="0"/>
            </a:rPr>
            <a:t>Wendy</a:t>
          </a:r>
        </a:p>
      </dgm:t>
    </dgm:pt>
    <dgm:pt modelId="{05374A0E-4192-4CB2-8905-927071CFC683}" type="parTrans" cxnId="{42E40A3A-779F-42F3-B90A-594A3F32C2EB}">
      <dgm:prSet/>
      <dgm:spPr/>
      <dgm:t>
        <a:bodyPr/>
        <a:lstStyle/>
        <a:p>
          <a:endParaRPr lang="en-US" sz="1050"/>
        </a:p>
      </dgm:t>
    </dgm:pt>
    <dgm:pt modelId="{4DBFDF6C-133E-4297-B966-D58E2F26E2DF}" type="sibTrans" cxnId="{42E40A3A-779F-42F3-B90A-594A3F32C2EB}">
      <dgm:prSet/>
      <dgm:spPr/>
      <dgm:t>
        <a:bodyPr/>
        <a:lstStyle/>
        <a:p>
          <a:endParaRPr lang="en-US" sz="1050"/>
        </a:p>
      </dgm:t>
    </dgm:pt>
    <dgm:pt modelId="{5A38ED08-8E6D-48D5-B670-E4EA8B13E1C3}">
      <dgm:prSet phldrT="[Text]" custT="1"/>
      <dgm:spPr/>
      <dgm:t>
        <a:bodyPr/>
        <a:lstStyle/>
        <a:p>
          <a:r>
            <a:rPr lang="en-US" altLang="zh-CN" sz="1050" b="1">
              <a:latin typeface="Calibri" panose="020F0502020204030204" pitchFamily="34" charset="0"/>
              <a:ea typeface="Calibri" panose="020F0502020204030204" pitchFamily="34" charset="0"/>
              <a:cs typeface="Calibri" panose="020F0502020204030204" pitchFamily="34" charset="0"/>
            </a:rPr>
            <a:t>EMEA PMO</a:t>
          </a:r>
        </a:p>
        <a:p>
          <a:r>
            <a:rPr lang="en-US" altLang="zh-CN" sz="1050" b="1">
              <a:latin typeface="Calibri" panose="020F0502020204030204" pitchFamily="34" charset="0"/>
              <a:ea typeface="Calibri" panose="020F0502020204030204" pitchFamily="34" charset="0"/>
              <a:cs typeface="Calibri" panose="020F0502020204030204" pitchFamily="34" charset="0"/>
            </a:rPr>
            <a:t>Giovanni</a:t>
          </a:r>
          <a:endParaRPr lang="en-US" sz="1050"/>
        </a:p>
      </dgm:t>
    </dgm:pt>
    <dgm:pt modelId="{958D0256-D619-494D-AC08-4D80831AB477}" type="parTrans" cxnId="{B13192EF-F52B-4E8F-87E0-E1C74AF3AEF8}">
      <dgm:prSet/>
      <dgm:spPr/>
      <dgm:t>
        <a:bodyPr/>
        <a:lstStyle/>
        <a:p>
          <a:endParaRPr lang="en-US" sz="1050"/>
        </a:p>
      </dgm:t>
    </dgm:pt>
    <dgm:pt modelId="{55C1478B-BF58-4589-8B28-D9478D18FF4C}" type="sibTrans" cxnId="{B13192EF-F52B-4E8F-87E0-E1C74AF3AEF8}">
      <dgm:prSet/>
      <dgm:spPr/>
      <dgm:t>
        <a:bodyPr/>
        <a:lstStyle/>
        <a:p>
          <a:endParaRPr lang="en-US" sz="1050"/>
        </a:p>
      </dgm:t>
    </dgm:pt>
    <dgm:pt modelId="{C437C5DB-A0CF-4977-B150-A5C59CB4D3C1}">
      <dgm:prSet phldrT="[Text]" custT="1"/>
      <dgm:spPr/>
      <dgm:t>
        <a:bodyPr/>
        <a:lstStyle/>
        <a:p>
          <a:r>
            <a:rPr lang="en-US" altLang="zh-CN" sz="1050" b="1">
              <a:latin typeface="Calibri" panose="020F0502020204030204" pitchFamily="34" charset="0"/>
              <a:ea typeface="Calibri" panose="020F0502020204030204" pitchFamily="34" charset="0"/>
              <a:cs typeface="Calibri" panose="020F0502020204030204" pitchFamily="34" charset="0"/>
            </a:rPr>
            <a:t>Germany PM</a:t>
          </a:r>
        </a:p>
        <a:p>
          <a:r>
            <a:rPr lang="en-US" altLang="zh-CN" sz="1050" b="1">
              <a:latin typeface="Calibri" panose="020F0502020204030204" pitchFamily="34" charset="0"/>
              <a:ea typeface="Calibri" panose="020F0502020204030204" pitchFamily="34" charset="0"/>
              <a:cs typeface="Calibri" panose="020F0502020204030204" pitchFamily="34" charset="0"/>
            </a:rPr>
            <a:t>Qingyang</a:t>
          </a:r>
          <a:endParaRPr lang="en-US" sz="1050"/>
        </a:p>
      </dgm:t>
    </dgm:pt>
    <dgm:pt modelId="{32294EF9-13A5-48FA-BA6B-D56C44DD0714}" type="parTrans" cxnId="{F9AF6E70-EEFC-49CD-A38F-05F2F69714D7}">
      <dgm:prSet/>
      <dgm:spPr/>
      <dgm:t>
        <a:bodyPr/>
        <a:lstStyle/>
        <a:p>
          <a:endParaRPr lang="en-US" sz="1050"/>
        </a:p>
      </dgm:t>
    </dgm:pt>
    <dgm:pt modelId="{B8A56AF5-CEC6-4A9B-9FE4-AC027E39BEDB}" type="sibTrans" cxnId="{F9AF6E70-EEFC-49CD-A38F-05F2F69714D7}">
      <dgm:prSet/>
      <dgm:spPr/>
      <dgm:t>
        <a:bodyPr/>
        <a:lstStyle/>
        <a:p>
          <a:endParaRPr lang="en-US" sz="1050"/>
        </a:p>
      </dgm:t>
    </dgm:pt>
    <dgm:pt modelId="{3C81D2A7-A361-4DFC-B4AB-2F5442621572}">
      <dgm:prSet phldrT="[Text]" custT="1"/>
      <dgm:spPr/>
      <dgm:t>
        <a:bodyPr/>
        <a:lstStyle/>
        <a:p>
          <a:r>
            <a:rPr lang="en-US" altLang="zh-CN" sz="1050" b="1">
              <a:latin typeface="Calibri" panose="020F0502020204030204" pitchFamily="34" charset="0"/>
              <a:ea typeface="Calibri" panose="020F0502020204030204" pitchFamily="34" charset="0"/>
              <a:cs typeface="Calibri" panose="020F0502020204030204" pitchFamily="34" charset="0"/>
            </a:rPr>
            <a:t>APAC PMO</a:t>
          </a:r>
        </a:p>
        <a:p>
          <a:r>
            <a:rPr lang="en-US" altLang="zh-CN" sz="1050" b="1">
              <a:latin typeface="Calibri" panose="020F0502020204030204" pitchFamily="34" charset="0"/>
              <a:ea typeface="Calibri" panose="020F0502020204030204" pitchFamily="34" charset="0"/>
              <a:cs typeface="Calibri" panose="020F0502020204030204" pitchFamily="34" charset="0"/>
            </a:rPr>
            <a:t>Nishi</a:t>
          </a:r>
          <a:endParaRPr lang="en-US" sz="1050"/>
        </a:p>
      </dgm:t>
    </dgm:pt>
    <dgm:pt modelId="{61DA6FB3-164F-4EB6-B1A8-FF9E7CC2CCD2}" type="parTrans" cxnId="{F31AB050-84E2-4873-B516-00EEAE38AA47}">
      <dgm:prSet/>
      <dgm:spPr/>
      <dgm:t>
        <a:bodyPr/>
        <a:lstStyle/>
        <a:p>
          <a:endParaRPr lang="en-US" sz="1050"/>
        </a:p>
      </dgm:t>
    </dgm:pt>
    <dgm:pt modelId="{C5ABBE73-2360-446E-A372-5C73FA61AC70}" type="sibTrans" cxnId="{F31AB050-84E2-4873-B516-00EEAE38AA47}">
      <dgm:prSet/>
      <dgm:spPr/>
      <dgm:t>
        <a:bodyPr/>
        <a:lstStyle/>
        <a:p>
          <a:endParaRPr lang="en-US" sz="1050"/>
        </a:p>
      </dgm:t>
    </dgm:pt>
    <dgm:pt modelId="{11CC1A8C-3795-44EC-8C8B-DE5F1D81BBCD}" type="pres">
      <dgm:prSet presAssocID="{675D43E3-9E6D-444D-8B49-9DF93562D8F6}" presName="composite" presStyleCnt="0">
        <dgm:presLayoutVars>
          <dgm:chMax val="1"/>
          <dgm:dir/>
          <dgm:resizeHandles val="exact"/>
        </dgm:presLayoutVars>
      </dgm:prSet>
      <dgm:spPr/>
    </dgm:pt>
    <dgm:pt modelId="{9380325B-114B-4436-A40F-77060B946BA7}" type="pres">
      <dgm:prSet presAssocID="{675D43E3-9E6D-444D-8B49-9DF93562D8F6}" presName="radial" presStyleCnt="0">
        <dgm:presLayoutVars>
          <dgm:animLvl val="ctr"/>
        </dgm:presLayoutVars>
      </dgm:prSet>
      <dgm:spPr/>
    </dgm:pt>
    <dgm:pt modelId="{6FF092D8-0F57-414A-A250-6BA726A3526D}" type="pres">
      <dgm:prSet presAssocID="{5E566891-8703-4FA3-9D55-78A822002A94}" presName="centerShape" presStyleLbl="vennNode1" presStyleIdx="0" presStyleCnt="5"/>
      <dgm:spPr/>
    </dgm:pt>
    <dgm:pt modelId="{8E85DF6B-3A07-4BBA-980A-7B7C3AB7E379}" type="pres">
      <dgm:prSet presAssocID="{F0444B61-78F3-4F75-8B31-C0903A88531D}" presName="node" presStyleLbl="vennNode1" presStyleIdx="1" presStyleCnt="5">
        <dgm:presLayoutVars>
          <dgm:bulletEnabled val="1"/>
        </dgm:presLayoutVars>
      </dgm:prSet>
      <dgm:spPr/>
    </dgm:pt>
    <dgm:pt modelId="{C30E249B-9F0D-447A-B653-9B072C825659}" type="pres">
      <dgm:prSet presAssocID="{5A38ED08-8E6D-48D5-B670-E4EA8B13E1C3}" presName="node" presStyleLbl="vennNode1" presStyleIdx="2" presStyleCnt="5">
        <dgm:presLayoutVars>
          <dgm:bulletEnabled val="1"/>
        </dgm:presLayoutVars>
      </dgm:prSet>
      <dgm:spPr/>
    </dgm:pt>
    <dgm:pt modelId="{C02E5C02-9E1B-40D6-879B-454617701031}" type="pres">
      <dgm:prSet presAssocID="{C437C5DB-A0CF-4977-B150-A5C59CB4D3C1}" presName="node" presStyleLbl="vennNode1" presStyleIdx="3" presStyleCnt="5">
        <dgm:presLayoutVars>
          <dgm:bulletEnabled val="1"/>
        </dgm:presLayoutVars>
      </dgm:prSet>
      <dgm:spPr/>
    </dgm:pt>
    <dgm:pt modelId="{2D4C93C6-22BA-4473-AE40-885DCEF813F0}" type="pres">
      <dgm:prSet presAssocID="{3C81D2A7-A361-4DFC-B4AB-2F5442621572}" presName="node" presStyleLbl="vennNode1" presStyleIdx="4" presStyleCnt="5">
        <dgm:presLayoutVars>
          <dgm:bulletEnabled val="1"/>
        </dgm:presLayoutVars>
      </dgm:prSet>
      <dgm:spPr/>
    </dgm:pt>
  </dgm:ptLst>
  <dgm:cxnLst>
    <dgm:cxn modelId="{42E40A3A-779F-42F3-B90A-594A3F32C2EB}" srcId="{5E566891-8703-4FA3-9D55-78A822002A94}" destId="{F0444B61-78F3-4F75-8B31-C0903A88531D}" srcOrd="0" destOrd="0" parTransId="{05374A0E-4192-4CB2-8905-927071CFC683}" sibTransId="{4DBFDF6C-133E-4297-B966-D58E2F26E2DF}"/>
    <dgm:cxn modelId="{FB08B746-17C6-4B9D-B6DF-B6FF0D3A7EE6}" type="presOf" srcId="{5A38ED08-8E6D-48D5-B670-E4EA8B13E1C3}" destId="{C30E249B-9F0D-447A-B653-9B072C825659}" srcOrd="0" destOrd="0" presId="urn:microsoft.com/office/officeart/2005/8/layout/radial3"/>
    <dgm:cxn modelId="{DF39154E-1C6A-4DBC-9044-ACDABBFAC022}" type="presOf" srcId="{5E566891-8703-4FA3-9D55-78A822002A94}" destId="{6FF092D8-0F57-414A-A250-6BA726A3526D}" srcOrd="0" destOrd="0" presId="urn:microsoft.com/office/officeart/2005/8/layout/radial3"/>
    <dgm:cxn modelId="{4CBD174E-AA99-49C6-8435-246A1A8ED2D0}" type="presOf" srcId="{F0444B61-78F3-4F75-8B31-C0903A88531D}" destId="{8E85DF6B-3A07-4BBA-980A-7B7C3AB7E379}" srcOrd="0" destOrd="0" presId="urn:microsoft.com/office/officeart/2005/8/layout/radial3"/>
    <dgm:cxn modelId="{F9AF6E70-EEFC-49CD-A38F-05F2F69714D7}" srcId="{5E566891-8703-4FA3-9D55-78A822002A94}" destId="{C437C5DB-A0CF-4977-B150-A5C59CB4D3C1}" srcOrd="2" destOrd="0" parTransId="{32294EF9-13A5-48FA-BA6B-D56C44DD0714}" sibTransId="{B8A56AF5-CEC6-4A9B-9FE4-AC027E39BEDB}"/>
    <dgm:cxn modelId="{F31AB050-84E2-4873-B516-00EEAE38AA47}" srcId="{5E566891-8703-4FA3-9D55-78A822002A94}" destId="{3C81D2A7-A361-4DFC-B4AB-2F5442621572}" srcOrd="3" destOrd="0" parTransId="{61DA6FB3-164F-4EB6-B1A8-FF9E7CC2CCD2}" sibTransId="{C5ABBE73-2360-446E-A372-5C73FA61AC70}"/>
    <dgm:cxn modelId="{B643E057-24E3-4AFB-81DE-C6148E12A8E4}" type="presOf" srcId="{3C81D2A7-A361-4DFC-B4AB-2F5442621572}" destId="{2D4C93C6-22BA-4473-AE40-885DCEF813F0}" srcOrd="0" destOrd="0" presId="urn:microsoft.com/office/officeart/2005/8/layout/radial3"/>
    <dgm:cxn modelId="{5DC8ABAB-6C22-45B1-8E2C-8863EDDEB2D0}" type="presOf" srcId="{C437C5DB-A0CF-4977-B150-A5C59CB4D3C1}" destId="{C02E5C02-9E1B-40D6-879B-454617701031}" srcOrd="0" destOrd="0" presId="urn:microsoft.com/office/officeart/2005/8/layout/radial3"/>
    <dgm:cxn modelId="{7C8712AE-D6A9-4ED2-8C40-B86E7E2D7FBD}" srcId="{675D43E3-9E6D-444D-8B49-9DF93562D8F6}" destId="{5E566891-8703-4FA3-9D55-78A822002A94}" srcOrd="0" destOrd="0" parTransId="{D27163D4-1288-4E65-BC20-361E8A9FA3AB}" sibTransId="{56C3E6C5-0981-4620-A91C-09697591BE99}"/>
    <dgm:cxn modelId="{B13192EF-F52B-4E8F-87E0-E1C74AF3AEF8}" srcId="{5E566891-8703-4FA3-9D55-78A822002A94}" destId="{5A38ED08-8E6D-48D5-B670-E4EA8B13E1C3}" srcOrd="1" destOrd="0" parTransId="{958D0256-D619-494D-AC08-4D80831AB477}" sibTransId="{55C1478B-BF58-4589-8B28-D9478D18FF4C}"/>
    <dgm:cxn modelId="{FF3795F7-2FF2-4BB3-BAE0-3914DCCDA453}" type="presOf" srcId="{675D43E3-9E6D-444D-8B49-9DF93562D8F6}" destId="{11CC1A8C-3795-44EC-8C8B-DE5F1D81BBCD}" srcOrd="0" destOrd="0" presId="urn:microsoft.com/office/officeart/2005/8/layout/radial3"/>
    <dgm:cxn modelId="{ECE597E0-28D3-4416-8962-898C24DA65DC}" type="presParOf" srcId="{11CC1A8C-3795-44EC-8C8B-DE5F1D81BBCD}" destId="{9380325B-114B-4436-A40F-77060B946BA7}" srcOrd="0" destOrd="0" presId="urn:microsoft.com/office/officeart/2005/8/layout/radial3"/>
    <dgm:cxn modelId="{C3BEE776-D42A-4B2D-8AEE-6D64507289C0}" type="presParOf" srcId="{9380325B-114B-4436-A40F-77060B946BA7}" destId="{6FF092D8-0F57-414A-A250-6BA726A3526D}" srcOrd="0" destOrd="0" presId="urn:microsoft.com/office/officeart/2005/8/layout/radial3"/>
    <dgm:cxn modelId="{F2466581-DF04-4089-B3E8-A33FD8F9DF76}" type="presParOf" srcId="{9380325B-114B-4436-A40F-77060B946BA7}" destId="{8E85DF6B-3A07-4BBA-980A-7B7C3AB7E379}" srcOrd="1" destOrd="0" presId="urn:microsoft.com/office/officeart/2005/8/layout/radial3"/>
    <dgm:cxn modelId="{5F4E102B-115A-49DA-8C2A-3A9925374A05}" type="presParOf" srcId="{9380325B-114B-4436-A40F-77060B946BA7}" destId="{C30E249B-9F0D-447A-B653-9B072C825659}" srcOrd="2" destOrd="0" presId="urn:microsoft.com/office/officeart/2005/8/layout/radial3"/>
    <dgm:cxn modelId="{4A85B754-C127-43E7-BFEB-ADD2EAB61383}" type="presParOf" srcId="{9380325B-114B-4436-A40F-77060B946BA7}" destId="{C02E5C02-9E1B-40D6-879B-454617701031}" srcOrd="3" destOrd="0" presId="urn:microsoft.com/office/officeart/2005/8/layout/radial3"/>
    <dgm:cxn modelId="{5CA15CA1-6718-4680-A676-ED9F0F8CDFC7}" type="presParOf" srcId="{9380325B-114B-4436-A40F-77060B946BA7}" destId="{2D4C93C6-22BA-4473-AE40-885DCEF813F0}" srcOrd="4"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06E00D-94BB-443B-BBF6-F75CB496D0AD}">
      <dsp:nvSpPr>
        <dsp:cNvPr id="0" name=""/>
        <dsp:cNvSpPr/>
      </dsp:nvSpPr>
      <dsp:spPr>
        <a:xfrm rot="5400000">
          <a:off x="2230875" y="-643385"/>
          <a:ext cx="1037892" cy="2588067"/>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Sample whole lifecycle</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CoA creation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Non-Routine Test</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sp:txBody>
      <dsp:txXfrm rot="-5400000">
        <a:off x="1455788" y="182368"/>
        <a:ext cx="2537401" cy="936560"/>
      </dsp:txXfrm>
    </dsp:sp>
    <dsp:sp modelId="{09FA5C0D-330B-4C06-A516-680446ECF8D8}">
      <dsp:nvSpPr>
        <dsp:cNvPr id="0" name=""/>
        <dsp:cNvSpPr/>
      </dsp:nvSpPr>
      <dsp:spPr>
        <a:xfrm>
          <a:off x="0" y="1965"/>
          <a:ext cx="1455787" cy="1297365"/>
        </a:xfrm>
        <a:prstGeom prst="roundRect">
          <a:avLst/>
        </a:prstGeom>
        <a:gradFill rotWithShape="0">
          <a:gsLst>
            <a:gs pos="0">
              <a:schemeClr val="tx2">
                <a:lumMod val="40000"/>
                <a:lumOff val="60000"/>
              </a:schemeClr>
            </a:gs>
            <a:gs pos="100000">
              <a:srgbClr val="FF0000"/>
            </a:gs>
          </a:gsLst>
          <a:lin ang="1080000" scaled="0"/>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latin typeface="Calibri" panose="020F0502020204030204" pitchFamily="34" charset="0"/>
              <a:cs typeface="Calibri" panose="020F0502020204030204" pitchFamily="34" charset="0"/>
            </a:rPr>
            <a:t>Sample Management</a:t>
          </a:r>
          <a:endParaRPr lang="zh-CN" altLang="en-US" sz="1200" b="1" kern="1200">
            <a:latin typeface="Calibri" panose="020F0502020204030204" pitchFamily="34" charset="0"/>
            <a:cs typeface="Calibri" panose="020F0502020204030204" pitchFamily="34" charset="0"/>
          </a:endParaRPr>
        </a:p>
      </dsp:txBody>
      <dsp:txXfrm>
        <a:off x="63332" y="65297"/>
        <a:ext cx="1329123" cy="1170701"/>
      </dsp:txXfrm>
    </dsp:sp>
    <dsp:sp modelId="{812E6106-2DFF-4F1E-BF42-F2387708812C}">
      <dsp:nvSpPr>
        <dsp:cNvPr id="0" name=""/>
        <dsp:cNvSpPr/>
      </dsp:nvSpPr>
      <dsp:spPr>
        <a:xfrm rot="5400000">
          <a:off x="2230875" y="718848"/>
          <a:ext cx="1037892" cy="2588067"/>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Daily test operation workflow execution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QC Lab SOP/test method execution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Calculation &amp; data processing</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sp:txBody>
      <dsp:txXfrm rot="-5400000">
        <a:off x="1455788" y="1544601"/>
        <a:ext cx="2537401" cy="936560"/>
      </dsp:txXfrm>
    </dsp:sp>
    <dsp:sp modelId="{8637D1FC-53D3-4E34-8220-004EA600B4E0}">
      <dsp:nvSpPr>
        <dsp:cNvPr id="0" name=""/>
        <dsp:cNvSpPr/>
      </dsp:nvSpPr>
      <dsp:spPr>
        <a:xfrm>
          <a:off x="0" y="1364199"/>
          <a:ext cx="1455787" cy="1297365"/>
        </a:xfrm>
        <a:prstGeom prst="roundRect">
          <a:avLst/>
        </a:prstGeom>
        <a:gradFill rotWithShape="0">
          <a:gsLst>
            <a:gs pos="0">
              <a:schemeClr val="tx2">
                <a:lumMod val="40000"/>
                <a:lumOff val="60000"/>
              </a:schemeClr>
            </a:gs>
            <a:gs pos="100000">
              <a:srgbClr val="FF0000"/>
            </a:gs>
          </a:gsLst>
          <a:lin ang="1080000" scaled="0"/>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Lab Execution System</a:t>
          </a:r>
          <a:endParaRPr lang="zh-CN" altLang="en-US" sz="1200" b="1" kern="1200">
            <a:latin typeface="Calibri" panose="020F0502020204030204" pitchFamily="34" charset="0"/>
            <a:cs typeface="Calibri" panose="020F0502020204030204" pitchFamily="34" charset="0"/>
          </a:endParaRPr>
        </a:p>
      </dsp:txBody>
      <dsp:txXfrm>
        <a:off x="63332" y="1427531"/>
        <a:ext cx="1329123" cy="1170701"/>
      </dsp:txXfrm>
    </dsp:sp>
    <dsp:sp modelId="{BE16D9CE-D6CD-4410-9E76-3F3E2C5FE94C}">
      <dsp:nvSpPr>
        <dsp:cNvPr id="0" name=""/>
        <dsp:cNvSpPr/>
      </dsp:nvSpPr>
      <dsp:spPr>
        <a:xfrm rot="5400000">
          <a:off x="2153966" y="2088867"/>
          <a:ext cx="1132662" cy="2588067"/>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Master data sync</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SAP – Phase A</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Smart factory </a:t>
          </a: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 Phase B</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Skill Matrix (OSDP) </a:t>
          </a: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 Phase B</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Instrument integration (Type A &amp; Type B)  – Phase A &amp; B</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sp:txBody>
      <dsp:txXfrm rot="-5400000">
        <a:off x="1426264" y="2871861"/>
        <a:ext cx="2532775" cy="1022078"/>
      </dsp:txXfrm>
    </dsp:sp>
    <dsp:sp modelId="{88195646-EE9C-4D5D-8953-676ECC2948B7}">
      <dsp:nvSpPr>
        <dsp:cNvPr id="0" name=""/>
        <dsp:cNvSpPr/>
      </dsp:nvSpPr>
      <dsp:spPr>
        <a:xfrm>
          <a:off x="0" y="2726433"/>
          <a:ext cx="1455787" cy="1297365"/>
        </a:xfrm>
        <a:prstGeom prst="roundRect">
          <a:avLst/>
        </a:prstGeom>
        <a:gradFill rotWithShape="0">
          <a:gsLst>
            <a:gs pos="0">
              <a:schemeClr val="tx2">
                <a:lumMod val="40000"/>
                <a:lumOff val="60000"/>
              </a:schemeClr>
            </a:gs>
            <a:gs pos="100000">
              <a:srgbClr val="FF0000"/>
            </a:gs>
          </a:gsLst>
          <a:lin ang="1080000" scaled="0"/>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latin typeface="Calibri" panose="020F0502020204030204" pitchFamily="34" charset="0"/>
              <a:cs typeface="Calibri" panose="020F0502020204030204" pitchFamily="34" charset="0"/>
            </a:rPr>
            <a:t>Interface </a:t>
          </a: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Integration</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sp:txBody>
      <dsp:txXfrm>
        <a:off x="63332" y="2789765"/>
        <a:ext cx="1329123" cy="11707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EF5F1B-11AE-4494-B5ED-E4D0145A340C}">
      <dsp:nvSpPr>
        <dsp:cNvPr id="0" name=""/>
        <dsp:cNvSpPr/>
      </dsp:nvSpPr>
      <dsp:spPr>
        <a:xfrm rot="5400000">
          <a:off x="2444613" y="2001110"/>
          <a:ext cx="1047750" cy="2793871"/>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en-US" altLang="en-US" sz="1100" kern="1200">
              <a:latin typeface="Calibri" panose="020F0502020204030204" pitchFamily="34" charset="0"/>
              <a:cs typeface="Calibri" panose="020F0502020204030204" pitchFamily="34" charset="0"/>
            </a:rPr>
            <a:t>Sample status summary</a:t>
          </a:r>
          <a:endParaRPr lang="zh-CN" altLang="en-US" sz="1100" kern="1200">
            <a:latin typeface="Calibri" panose="020F0502020204030204" pitchFamily="34" charset="0"/>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latin typeface="Calibri" panose="020F0502020204030204" pitchFamily="34" charset="0"/>
              <a:cs typeface="Calibri" panose="020F0502020204030204" pitchFamily="34" charset="0"/>
            </a:rPr>
            <a:t>Instrument load, sample workload statistics</a:t>
          </a:r>
          <a:endParaRPr lang="zh-CN" altLang="en-US" sz="1100" kern="1200">
            <a:latin typeface="Calibri" panose="020F0502020204030204" pitchFamily="34" charset="0"/>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latin typeface="Calibri" panose="020F0502020204030204" pitchFamily="34" charset="0"/>
              <a:cs typeface="Calibri" panose="020F0502020204030204" pitchFamily="34" charset="0"/>
            </a:rPr>
            <a:t>KPI monitoring</a:t>
          </a:r>
          <a:endParaRPr lang="zh-CN" altLang="en-US" sz="1100" kern="1200">
            <a:latin typeface="Calibri" panose="020F0502020204030204" pitchFamily="34" charset="0"/>
            <a:cs typeface="Calibri" panose="020F0502020204030204" pitchFamily="34" charset="0"/>
          </a:endParaRPr>
        </a:p>
      </dsp:txBody>
      <dsp:txXfrm rot="-5400000">
        <a:off x="1571553" y="2925318"/>
        <a:ext cx="2742724" cy="945456"/>
      </dsp:txXfrm>
    </dsp:sp>
    <dsp:sp modelId="{C6F6A9B6-1897-4277-8788-D807B2A6531A}">
      <dsp:nvSpPr>
        <dsp:cNvPr id="0" name=""/>
        <dsp:cNvSpPr/>
      </dsp:nvSpPr>
      <dsp:spPr>
        <a:xfrm>
          <a:off x="0" y="2754312"/>
          <a:ext cx="1571552" cy="1309687"/>
        </a:xfrm>
        <a:prstGeom prst="roundRect">
          <a:avLst/>
        </a:prstGeom>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Report Dashboard</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sp:txBody>
      <dsp:txXfrm>
        <a:off x="63934" y="2818246"/>
        <a:ext cx="1443684" cy="1181819"/>
      </dsp:txXfrm>
    </dsp:sp>
    <dsp:sp modelId="{4D4F7D13-AFE7-44FF-B7D2-E73ABA2C936F}">
      <dsp:nvSpPr>
        <dsp:cNvPr id="0" name=""/>
        <dsp:cNvSpPr/>
      </dsp:nvSpPr>
      <dsp:spPr>
        <a:xfrm rot="5400000">
          <a:off x="2444613" y="631198"/>
          <a:ext cx="1047750" cy="2793871"/>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Resource &amp; Inventory Maintenance</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Instrument Maintenance</a:t>
          </a: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Consumables</a:t>
          </a:r>
        </a:p>
      </dsp:txBody>
      <dsp:txXfrm rot="-5400000">
        <a:off x="1571553" y="1555406"/>
        <a:ext cx="2742724" cy="945456"/>
      </dsp:txXfrm>
    </dsp:sp>
    <dsp:sp modelId="{BDC83730-33F3-4205-AA3A-EC9654151875}">
      <dsp:nvSpPr>
        <dsp:cNvPr id="0" name=""/>
        <dsp:cNvSpPr/>
      </dsp:nvSpPr>
      <dsp:spPr>
        <a:xfrm>
          <a:off x="0" y="1359750"/>
          <a:ext cx="1571552" cy="1309687"/>
        </a:xfrm>
        <a:prstGeom prst="roundRect">
          <a:avLst/>
        </a:prstGeom>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latin typeface="Calibri" panose="020F0502020204030204" pitchFamily="34" charset="0"/>
              <a:cs typeface="Calibri" panose="020F0502020204030204" pitchFamily="34" charset="0"/>
            </a:rPr>
            <a:t>Lab Management</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sp:txBody>
      <dsp:txXfrm>
        <a:off x="63934" y="1423684"/>
        <a:ext cx="1443684" cy="1181819"/>
      </dsp:txXfrm>
    </dsp:sp>
    <dsp:sp modelId="{8D69EB11-F144-4A8C-9B56-82F793DDB6B2}">
      <dsp:nvSpPr>
        <dsp:cNvPr id="0" name=""/>
        <dsp:cNvSpPr/>
      </dsp:nvSpPr>
      <dsp:spPr>
        <a:xfrm rot="5400000">
          <a:off x="2444613" y="-749401"/>
          <a:ext cx="1047750" cy="2793871"/>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Pre-task/test scheduled before sample arrived</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Manual/Automatic task/resource arrangement</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sp:txBody>
      <dsp:txXfrm rot="-5400000">
        <a:off x="1571553" y="174806"/>
        <a:ext cx="2742724" cy="945456"/>
      </dsp:txXfrm>
    </dsp:sp>
    <dsp:sp modelId="{FCFE20A7-5DD0-4DB5-BD5C-5AF8F8FA5047}">
      <dsp:nvSpPr>
        <dsp:cNvPr id="0" name=""/>
        <dsp:cNvSpPr/>
      </dsp:nvSpPr>
      <dsp:spPr>
        <a:xfrm>
          <a:off x="20171" y="32"/>
          <a:ext cx="1571552" cy="1309687"/>
        </a:xfrm>
        <a:prstGeom prst="roundRect">
          <a:avLst/>
        </a:prstGeom>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Sample Scheduler</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sp:txBody>
      <dsp:txXfrm>
        <a:off x="84105" y="63966"/>
        <a:ext cx="1443684" cy="11818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845A5C-4A77-46C0-8D8E-2FC080C202E7}">
      <dsp:nvSpPr>
        <dsp:cNvPr id="0" name=""/>
        <dsp:cNvSpPr/>
      </dsp:nvSpPr>
      <dsp:spPr>
        <a:xfrm>
          <a:off x="360321" y="149051"/>
          <a:ext cx="8034975" cy="1169771"/>
        </a:xfrm>
        <a:prstGeom prst="rightArrow">
          <a:avLst>
            <a:gd name="adj1" fmla="val 50000"/>
            <a:gd name="adj2" fmla="val 50000"/>
          </a:avLst>
        </a:prstGeom>
        <a:solidFill>
          <a:schemeClr val="tx2">
            <a:lumMod val="40000"/>
            <a:lumOff val="60000"/>
          </a:scheme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85701" numCol="1" spcCol="1270" anchor="ctr" anchorCtr="0">
          <a:noAutofit/>
        </a:bodyPr>
        <a:lstStyle/>
        <a:p>
          <a:pPr marL="0" lvl="0" indent="0" algn="l" defTabSz="800100">
            <a:lnSpc>
              <a:spcPct val="90000"/>
            </a:lnSpc>
            <a:spcBef>
              <a:spcPct val="0"/>
            </a:spcBef>
            <a:spcAft>
              <a:spcPct val="35000"/>
            </a:spcAft>
            <a:buNone/>
          </a:pPr>
          <a:r>
            <a:rPr lang="en-AU" sz="1800" b="1" kern="1200">
              <a:solidFill>
                <a:srgbClr val="FFFFFF"/>
              </a:solidFill>
              <a:latin typeface="+mn-lt"/>
              <a:ea typeface="+mn-ea"/>
              <a:cs typeface="+mn-cs"/>
            </a:rPr>
            <a:t>Pilot Phase </a:t>
          </a:r>
          <a:r>
            <a:rPr lang="en-US" altLang="zh-CN" sz="1800" b="1" kern="1200">
              <a:solidFill>
                <a:srgbClr val="FFFFFF"/>
              </a:solidFill>
              <a:latin typeface="+mn-lt"/>
              <a:ea typeface="+mn-ea"/>
              <a:cs typeface="+mn-cs"/>
            </a:rPr>
            <a:t>A</a:t>
          </a:r>
          <a:endParaRPr lang="en-AU" sz="1800" b="1" kern="1200">
            <a:solidFill>
              <a:srgbClr val="FFFFFF"/>
            </a:solidFill>
            <a:latin typeface="+mn-lt"/>
            <a:ea typeface="+mn-ea"/>
            <a:cs typeface="+mn-cs"/>
          </a:endParaRPr>
        </a:p>
      </dsp:txBody>
      <dsp:txXfrm>
        <a:off x="360321" y="441494"/>
        <a:ext cx="7742532" cy="584885"/>
      </dsp:txXfrm>
    </dsp:sp>
    <dsp:sp modelId="{D9D99D5A-DA91-4139-A18A-62A0F12C8796}">
      <dsp:nvSpPr>
        <dsp:cNvPr id="0" name=""/>
        <dsp:cNvSpPr/>
      </dsp:nvSpPr>
      <dsp:spPr>
        <a:xfrm>
          <a:off x="379972" y="1037801"/>
          <a:ext cx="1781350" cy="1961871"/>
        </a:xfrm>
        <a:prstGeom prst="rect">
          <a:avLst/>
        </a:prstGeom>
        <a:solidFill>
          <a:srgbClr val="FFCCCC">
            <a:alpha val="45098"/>
          </a:srgbClr>
        </a:solidFill>
        <a:ln w="25400" cap="flat" cmpd="sng" algn="ctr">
          <a:solidFill>
            <a:srgbClr val="FF33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Wingdings" panose="05000000000000000000" pitchFamily="2" charset="2"/>
            <a:buNone/>
          </a:pPr>
          <a:r>
            <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a:t>
          </a:r>
          <a:r>
            <a:rPr lang="en-AU" altLang="zh-CN" sz="1100" kern="1200">
              <a:solidFill>
                <a:schemeClr val="tx1"/>
              </a:solidFill>
              <a:latin typeface="Calibri" panose="020F0502020204030204" pitchFamily="34" charset="0"/>
              <a:ea typeface="Calibri" panose="020F0502020204030204" pitchFamily="34" charset="0"/>
              <a:cs typeface="Calibri" panose="020F0502020204030204" pitchFamily="34" charset="0"/>
            </a:rPr>
            <a:t>Specific functionality for Phase A</a:t>
          </a:r>
          <a:endPar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endParaRPr>
        </a:p>
        <a:p>
          <a:pPr marL="0" lvl="0" indent="0" algn="l" defTabSz="488950">
            <a:lnSpc>
              <a:spcPct val="90000"/>
            </a:lnSpc>
            <a:spcBef>
              <a:spcPct val="0"/>
            </a:spcBef>
            <a:spcAft>
              <a:spcPct val="35000"/>
            </a:spcAft>
            <a:buFont typeface="Wingdings" panose="05000000000000000000" pitchFamily="2" charset="2"/>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Implement LIMS within first to 6 months</a:t>
          </a:r>
        </a:p>
        <a:p>
          <a:pPr marL="0" lvl="0" indent="0" algn="l" defTabSz="488950">
            <a:lnSpc>
              <a:spcPct val="90000"/>
            </a:lnSpc>
            <a:spcBef>
              <a:spcPct val="0"/>
            </a:spcBef>
            <a:spcAft>
              <a:spcPct val="35000"/>
            </a:spcAft>
            <a:buFont typeface="Wingdings" panose="05000000000000000000" pitchFamily="2" charset="2"/>
            <a:buNone/>
          </a:pPr>
          <a:r>
            <a:rPr lang="en-AU" sz="1100" kern="1200" dirty="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sz="1100" kern="1200" dirty="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Target to deploy in all (4) Labs in Dragon site</a:t>
          </a:r>
        </a:p>
      </dsp:txBody>
      <dsp:txXfrm>
        <a:off x="379972" y="1037801"/>
        <a:ext cx="1781350" cy="1961871"/>
      </dsp:txXfrm>
    </dsp:sp>
    <dsp:sp modelId="{24533CD7-D65B-4A76-A690-39F8F74B6B20}">
      <dsp:nvSpPr>
        <dsp:cNvPr id="0" name=""/>
        <dsp:cNvSpPr/>
      </dsp:nvSpPr>
      <dsp:spPr>
        <a:xfrm>
          <a:off x="2191052" y="538837"/>
          <a:ext cx="6182913" cy="1169771"/>
        </a:xfrm>
        <a:prstGeom prst="rightArrow">
          <a:avLst>
            <a:gd name="adj1" fmla="val 50000"/>
            <a:gd name="adj2" fmla="val 50000"/>
          </a:avLst>
        </a:prstGeom>
        <a:solidFill>
          <a:schemeClr val="tx2">
            <a:lumMod val="40000"/>
            <a:lumOff val="60000"/>
          </a:scheme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85701" numCol="1" spcCol="1270" anchor="ctr" anchorCtr="0">
          <a:noAutofit/>
        </a:bodyPr>
        <a:lstStyle/>
        <a:p>
          <a:pPr marL="0" lvl="0" indent="0" algn="l" defTabSz="800100">
            <a:lnSpc>
              <a:spcPct val="90000"/>
            </a:lnSpc>
            <a:spcBef>
              <a:spcPct val="0"/>
            </a:spcBef>
            <a:spcAft>
              <a:spcPct val="35000"/>
            </a:spcAft>
            <a:buNone/>
          </a:pPr>
          <a:r>
            <a:rPr lang="en-AU" sz="1800" b="1" kern="1200">
              <a:solidFill>
                <a:srgbClr val="FFFFFF"/>
              </a:solidFill>
              <a:latin typeface="+mn-lt"/>
              <a:ea typeface="+mn-ea"/>
              <a:cs typeface="+mn-cs"/>
            </a:rPr>
            <a:t>Pilot Phase </a:t>
          </a:r>
          <a:r>
            <a:rPr lang="en-US" altLang="zh-CN" sz="1800" b="1" kern="1200">
              <a:solidFill>
                <a:srgbClr val="FFFFFF"/>
              </a:solidFill>
              <a:latin typeface="+mn-lt"/>
              <a:ea typeface="+mn-ea"/>
              <a:cs typeface="+mn-cs"/>
            </a:rPr>
            <a:t>B</a:t>
          </a:r>
          <a:endParaRPr lang="en-AU" sz="1800" b="1" kern="1200">
            <a:solidFill>
              <a:srgbClr val="FFFFFF"/>
            </a:solidFill>
            <a:latin typeface="+mn-lt"/>
            <a:ea typeface="+mn-ea"/>
            <a:cs typeface="+mn-cs"/>
          </a:endParaRPr>
        </a:p>
      </dsp:txBody>
      <dsp:txXfrm>
        <a:off x="2191052" y="831280"/>
        <a:ext cx="5890470" cy="584885"/>
      </dsp:txXfrm>
    </dsp:sp>
    <dsp:sp modelId="{CCA9963F-FAE1-4D11-AD86-B5593CC2B845}">
      <dsp:nvSpPr>
        <dsp:cNvPr id="0" name=""/>
        <dsp:cNvSpPr/>
      </dsp:nvSpPr>
      <dsp:spPr>
        <a:xfrm>
          <a:off x="2228320" y="1436166"/>
          <a:ext cx="2492930" cy="1553850"/>
        </a:xfrm>
        <a:prstGeom prst="rect">
          <a:avLst/>
        </a:prstGeom>
        <a:solidFill>
          <a:srgbClr val="FFCCCC">
            <a:alpha val="44706"/>
          </a:srgbClr>
        </a:solidFill>
        <a:ln w="25400" cap="flat" cmpd="sng" algn="ctr">
          <a:solidFill>
            <a:srgbClr val="FF33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Specific functionality for Phase B</a:t>
          </a:r>
          <a:endPar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endParaRPr>
        </a:p>
        <a:p>
          <a:pPr marL="0" lvl="0" indent="0" algn="l" defTabSz="488950">
            <a:lnSpc>
              <a:spcPct val="90000"/>
            </a:lnSpc>
            <a:spcBef>
              <a:spcPct val="0"/>
            </a:spcBef>
            <a:spcAft>
              <a:spcPct val="35000"/>
            </a:spcAft>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All these functions can be used by all Labs</a:t>
          </a:r>
          <a:endPar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endParaRPr>
        </a:p>
        <a:p>
          <a:pPr marL="0" lvl="0" indent="0" algn="l" defTabSz="488950">
            <a:lnSpc>
              <a:spcPct val="90000"/>
            </a:lnSpc>
            <a:spcBef>
              <a:spcPct val="0"/>
            </a:spcBef>
            <a:spcAft>
              <a:spcPct val="35000"/>
            </a:spcAft>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Implement within 5 months</a:t>
          </a:r>
        </a:p>
        <a:p>
          <a:pPr marL="0" lvl="0" indent="0" algn="l" defTabSz="488950">
            <a:lnSpc>
              <a:spcPct val="90000"/>
            </a:lnSpc>
            <a:spcBef>
              <a:spcPct val="0"/>
            </a:spcBef>
            <a:spcAft>
              <a:spcPct val="35000"/>
            </a:spcAft>
            <a:buFont typeface="Arial" panose="020B0604020202020204" pitchFamily="34" charset="0"/>
            <a:buNone/>
          </a:pPr>
          <a:r>
            <a:rPr lang="en-AU" sz="1100" kern="1200" dirty="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sz="1100" kern="1200" dirty="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Configure and deploy rest of the enhancements as multiple sprint releases for the all (4) Labs in Dragon site.</a:t>
          </a:r>
          <a:endParaRPr lang="en-AU" altLang="zh-CN" sz="1100" kern="1200" dirty="0">
            <a:solidFill>
              <a:srgbClr val="222222"/>
            </a:solidFill>
            <a:latin typeface="Calibri" panose="020F0502020204030204" pitchFamily="34" charset="0"/>
            <a:ea typeface="Calibri" panose="020F0502020204030204" pitchFamily="34" charset="0"/>
            <a:cs typeface="Calibri" panose="020F0502020204030204" pitchFamily="34" charset="0"/>
          </a:endParaRPr>
        </a:p>
      </dsp:txBody>
      <dsp:txXfrm>
        <a:off x="2228320" y="1436166"/>
        <a:ext cx="2492930" cy="1553850"/>
      </dsp:txXfrm>
    </dsp:sp>
    <dsp:sp modelId="{727A5A4B-5BF0-4EA3-A934-01187FE44E9A}">
      <dsp:nvSpPr>
        <dsp:cNvPr id="0" name=""/>
        <dsp:cNvSpPr/>
      </dsp:nvSpPr>
      <dsp:spPr>
        <a:xfrm>
          <a:off x="4800430" y="928623"/>
          <a:ext cx="3528431" cy="1169771"/>
        </a:xfrm>
        <a:prstGeom prst="rightArrow">
          <a:avLst>
            <a:gd name="adj1" fmla="val 50000"/>
            <a:gd name="adj2" fmla="val 50000"/>
          </a:avLst>
        </a:prstGeom>
        <a:solidFill>
          <a:schemeClr val="tx1">
            <a:lumMod val="50000"/>
            <a:lumOff val="50000"/>
          </a:scheme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85701" numCol="1" spcCol="1270" anchor="ctr" anchorCtr="0">
          <a:noAutofit/>
        </a:bodyPr>
        <a:lstStyle/>
        <a:p>
          <a:pPr marL="0" lvl="0" indent="0" algn="l" defTabSz="800100">
            <a:lnSpc>
              <a:spcPct val="90000"/>
            </a:lnSpc>
            <a:spcBef>
              <a:spcPct val="0"/>
            </a:spcBef>
            <a:spcAft>
              <a:spcPct val="35000"/>
            </a:spcAft>
            <a:buNone/>
          </a:pPr>
          <a:r>
            <a:rPr lang="en-AU" sz="1800" b="1" kern="1200">
              <a:solidFill>
                <a:srgbClr val="FFFFFF"/>
              </a:solidFill>
              <a:latin typeface="+mn-lt"/>
              <a:ea typeface="+mn-ea"/>
              <a:cs typeface="+mn-cs"/>
            </a:rPr>
            <a:t>Phase 1</a:t>
          </a:r>
        </a:p>
      </dsp:txBody>
      <dsp:txXfrm>
        <a:off x="4800430" y="1221066"/>
        <a:ext cx="3235988" cy="584885"/>
      </dsp:txXfrm>
    </dsp:sp>
    <dsp:sp modelId="{20BFE71A-5FEF-4C1B-87E8-437BE73FAEC8}">
      <dsp:nvSpPr>
        <dsp:cNvPr id="0" name=""/>
        <dsp:cNvSpPr/>
      </dsp:nvSpPr>
      <dsp:spPr>
        <a:xfrm>
          <a:off x="4745726" y="1804415"/>
          <a:ext cx="1197432" cy="2207346"/>
        </a:xfrm>
        <a:prstGeom prst="rect">
          <a:avLst/>
        </a:prstGeom>
        <a:noFill/>
        <a:ln w="254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endParaRPr lang="en-AU" sz="1200" kern="1200">
            <a:solidFill>
              <a:srgbClr val="222222"/>
            </a:solidFill>
            <a:latin typeface="+mn-lt"/>
            <a:ea typeface="Calibri" panose="020F0502020204030204" pitchFamily="34" charset="0"/>
            <a:cs typeface="Calibri" panose="020F0502020204030204" pitchFamily="34" charset="0"/>
          </a:endParaRPr>
        </a:p>
      </dsp:txBody>
      <dsp:txXfrm>
        <a:off x="4745726" y="1804415"/>
        <a:ext cx="1197432" cy="2207346"/>
      </dsp:txXfrm>
    </dsp:sp>
    <dsp:sp modelId="{3FFB2373-9CF1-4EAE-BEAD-8ED93213BBF5}">
      <dsp:nvSpPr>
        <dsp:cNvPr id="0" name=""/>
        <dsp:cNvSpPr/>
      </dsp:nvSpPr>
      <dsp:spPr>
        <a:xfrm>
          <a:off x="5916507" y="1318408"/>
          <a:ext cx="2478789" cy="1169771"/>
        </a:xfrm>
        <a:prstGeom prst="rightArrow">
          <a:avLst>
            <a:gd name="adj1" fmla="val 50000"/>
            <a:gd name="adj2" fmla="val 50000"/>
          </a:avLst>
        </a:prstGeom>
        <a:solidFill>
          <a:schemeClr val="tx1">
            <a:lumMod val="50000"/>
            <a:lumOff val="50000"/>
          </a:scheme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85701"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AU" sz="1800" b="1" kern="1200">
              <a:solidFill>
                <a:srgbClr val="FFFFFF"/>
              </a:solidFill>
              <a:latin typeface="+mn-lt"/>
              <a:ea typeface="+mn-ea"/>
              <a:cs typeface="+mn-cs"/>
            </a:rPr>
            <a:t>Phase 2</a:t>
          </a:r>
        </a:p>
      </dsp:txBody>
      <dsp:txXfrm>
        <a:off x="5916507" y="1610851"/>
        <a:ext cx="2186346" cy="5848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7E62C-7B87-421A-98A8-C2D8A48460CA}">
      <dsp:nvSpPr>
        <dsp:cNvPr id="0" name=""/>
        <dsp:cNvSpPr/>
      </dsp:nvSpPr>
      <dsp:spPr>
        <a:xfrm>
          <a:off x="0" y="0"/>
          <a:ext cx="8852926" cy="2340753"/>
        </a:xfrm>
        <a:prstGeom prst="rightArrow">
          <a:avLst/>
        </a:prstGeom>
        <a:solidFill>
          <a:schemeClr val="accent5">
            <a:lumMod val="40000"/>
            <a:lumOff val="6000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092D8-0F57-414A-A250-6BA726A3526D}">
      <dsp:nvSpPr>
        <dsp:cNvPr id="0" name=""/>
        <dsp:cNvSpPr/>
      </dsp:nvSpPr>
      <dsp:spPr>
        <a:xfrm>
          <a:off x="1463989" y="839179"/>
          <a:ext cx="2090587" cy="2090587"/>
        </a:xfrm>
        <a:prstGeom prst="ellipse">
          <a:avLst/>
        </a:prstGeom>
        <a:solidFill>
          <a:schemeClr val="dk2">
            <a:alpha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Global PM</a:t>
          </a:r>
        </a:p>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Shravan</a:t>
          </a:r>
          <a:endParaRPr lang="en-US" sz="1050" kern="1200"/>
        </a:p>
      </dsp:txBody>
      <dsp:txXfrm>
        <a:off x="1770148" y="1145338"/>
        <a:ext cx="1478269" cy="1478269"/>
      </dsp:txXfrm>
    </dsp:sp>
    <dsp:sp modelId="{8E85DF6B-3A07-4BBA-980A-7B7C3AB7E379}">
      <dsp:nvSpPr>
        <dsp:cNvPr id="0" name=""/>
        <dsp:cNvSpPr/>
      </dsp:nvSpPr>
      <dsp:spPr>
        <a:xfrm>
          <a:off x="1986636" y="373"/>
          <a:ext cx="1045293" cy="1045293"/>
        </a:xfrm>
        <a:prstGeom prst="ellipse">
          <a:avLst/>
        </a:prstGeom>
        <a:solidFill>
          <a:schemeClr val="dk2">
            <a:alpha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China PM</a:t>
          </a:r>
        </a:p>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Wendy</a:t>
          </a:r>
        </a:p>
      </dsp:txBody>
      <dsp:txXfrm>
        <a:off x="2139716" y="153453"/>
        <a:ext cx="739133" cy="739133"/>
      </dsp:txXfrm>
    </dsp:sp>
    <dsp:sp modelId="{C30E249B-9F0D-447A-B653-9B072C825659}">
      <dsp:nvSpPr>
        <dsp:cNvPr id="0" name=""/>
        <dsp:cNvSpPr/>
      </dsp:nvSpPr>
      <dsp:spPr>
        <a:xfrm>
          <a:off x="3348089" y="1361826"/>
          <a:ext cx="1045293" cy="1045293"/>
        </a:xfrm>
        <a:prstGeom prst="ellipse">
          <a:avLst/>
        </a:prstGeom>
        <a:solidFill>
          <a:schemeClr val="dk2">
            <a:alpha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EMEA PMO</a:t>
          </a:r>
        </a:p>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Giovanni</a:t>
          </a:r>
          <a:endParaRPr lang="en-US" sz="1050" kern="1200"/>
        </a:p>
      </dsp:txBody>
      <dsp:txXfrm>
        <a:off x="3501169" y="1514906"/>
        <a:ext cx="739133" cy="739133"/>
      </dsp:txXfrm>
    </dsp:sp>
    <dsp:sp modelId="{C02E5C02-9E1B-40D6-879B-454617701031}">
      <dsp:nvSpPr>
        <dsp:cNvPr id="0" name=""/>
        <dsp:cNvSpPr/>
      </dsp:nvSpPr>
      <dsp:spPr>
        <a:xfrm>
          <a:off x="1986636" y="2723279"/>
          <a:ext cx="1045293" cy="1045293"/>
        </a:xfrm>
        <a:prstGeom prst="ellipse">
          <a:avLst/>
        </a:prstGeom>
        <a:solidFill>
          <a:schemeClr val="dk2">
            <a:alpha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Germany PM</a:t>
          </a:r>
        </a:p>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Qingyang</a:t>
          </a:r>
          <a:endParaRPr lang="en-US" sz="1050" kern="1200"/>
        </a:p>
      </dsp:txBody>
      <dsp:txXfrm>
        <a:off x="2139716" y="2876359"/>
        <a:ext cx="739133" cy="739133"/>
      </dsp:txXfrm>
    </dsp:sp>
    <dsp:sp modelId="{2D4C93C6-22BA-4473-AE40-885DCEF813F0}">
      <dsp:nvSpPr>
        <dsp:cNvPr id="0" name=""/>
        <dsp:cNvSpPr/>
      </dsp:nvSpPr>
      <dsp:spPr>
        <a:xfrm>
          <a:off x="625183" y="1361826"/>
          <a:ext cx="1045293" cy="1045293"/>
        </a:xfrm>
        <a:prstGeom prst="ellipse">
          <a:avLst/>
        </a:prstGeom>
        <a:solidFill>
          <a:schemeClr val="dk2">
            <a:alpha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APAC PMO</a:t>
          </a:r>
        </a:p>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Nishi</a:t>
          </a:r>
          <a:endParaRPr lang="en-US" sz="1050" kern="1200"/>
        </a:p>
      </dsp:txBody>
      <dsp:txXfrm>
        <a:off x="778263" y="1514906"/>
        <a:ext cx="739133" cy="739133"/>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7046" cy="718423"/>
          </a:xfrm>
          <a:prstGeom prst="rect">
            <a:avLst/>
          </a:prstGeom>
        </p:spPr>
        <p:txBody>
          <a:bodyPr vert="horz" lIns="132899" tIns="66449" rIns="132899" bIns="66449" rtlCol="0"/>
          <a:lstStyle>
            <a:lvl1pPr algn="l">
              <a:defRPr sz="1700"/>
            </a:lvl1pPr>
          </a:lstStyle>
          <a:p>
            <a:endParaRPr lang="en-AU"/>
          </a:p>
        </p:txBody>
      </p:sp>
      <p:sp>
        <p:nvSpPr>
          <p:cNvPr id="3" name="Date Placeholder 2"/>
          <p:cNvSpPr>
            <a:spLocks noGrp="1"/>
          </p:cNvSpPr>
          <p:nvPr>
            <p:ph type="dt" sz="quarter" idx="1"/>
          </p:nvPr>
        </p:nvSpPr>
        <p:spPr>
          <a:xfrm>
            <a:off x="5629993" y="0"/>
            <a:ext cx="4307046" cy="718423"/>
          </a:xfrm>
          <a:prstGeom prst="rect">
            <a:avLst/>
          </a:prstGeom>
        </p:spPr>
        <p:txBody>
          <a:bodyPr vert="horz" lIns="132899" tIns="66449" rIns="132899" bIns="66449" rtlCol="0"/>
          <a:lstStyle>
            <a:lvl1pPr algn="r">
              <a:defRPr sz="1700"/>
            </a:lvl1pPr>
          </a:lstStyle>
          <a:p>
            <a:fld id="{BBFA697C-5849-4DDF-A6C8-08E6893940F4}" type="datetimeFigureOut">
              <a:rPr lang="en-AU" smtClean="0"/>
              <a:pPr/>
              <a:t>13/06/2024</a:t>
            </a:fld>
            <a:endParaRPr lang="en-AU"/>
          </a:p>
        </p:txBody>
      </p:sp>
      <p:sp>
        <p:nvSpPr>
          <p:cNvPr id="4" name="Footer Placeholder 3"/>
          <p:cNvSpPr>
            <a:spLocks noGrp="1"/>
          </p:cNvSpPr>
          <p:nvPr>
            <p:ph type="ftr" sz="quarter" idx="2"/>
          </p:nvPr>
        </p:nvSpPr>
        <p:spPr>
          <a:xfrm>
            <a:off x="1" y="13647546"/>
            <a:ext cx="4307046" cy="718423"/>
          </a:xfrm>
          <a:prstGeom prst="rect">
            <a:avLst/>
          </a:prstGeom>
        </p:spPr>
        <p:txBody>
          <a:bodyPr vert="horz" lIns="132899" tIns="66449" rIns="132899" bIns="66449" rtlCol="0" anchor="b"/>
          <a:lstStyle>
            <a:lvl1pPr algn="l">
              <a:defRPr sz="1700"/>
            </a:lvl1pPr>
          </a:lstStyle>
          <a:p>
            <a:endParaRPr lang="en-AU"/>
          </a:p>
        </p:txBody>
      </p:sp>
      <p:sp>
        <p:nvSpPr>
          <p:cNvPr id="5" name="Slide Number Placeholder 4"/>
          <p:cNvSpPr>
            <a:spLocks noGrp="1"/>
          </p:cNvSpPr>
          <p:nvPr>
            <p:ph type="sldNum" sz="quarter" idx="3"/>
          </p:nvPr>
        </p:nvSpPr>
        <p:spPr>
          <a:xfrm>
            <a:off x="5629993" y="13647546"/>
            <a:ext cx="4307046" cy="718423"/>
          </a:xfrm>
          <a:prstGeom prst="rect">
            <a:avLst/>
          </a:prstGeom>
        </p:spPr>
        <p:txBody>
          <a:bodyPr vert="horz" lIns="132899" tIns="66449" rIns="132899" bIns="66449" rtlCol="0" anchor="b"/>
          <a:lstStyle>
            <a:lvl1pPr algn="r">
              <a:defRPr sz="1700"/>
            </a:lvl1pPr>
          </a:lstStyle>
          <a:p>
            <a:fld id="{BFD014AF-979A-46D9-9B43-4C67319580DA}" type="slidenum">
              <a:rPr lang="en-AU" smtClean="0"/>
              <a:pPr/>
              <a:t>‹#›</a:t>
            </a:fld>
            <a:endParaRPr lang="en-AU"/>
          </a:p>
        </p:txBody>
      </p:sp>
    </p:spTree>
    <p:extLst>
      <p:ext uri="{BB962C8B-B14F-4D97-AF65-F5344CB8AC3E}">
        <p14:creationId xmlns:p14="http://schemas.microsoft.com/office/powerpoint/2010/main" val="25144417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7046" cy="718423"/>
          </a:xfrm>
          <a:prstGeom prst="rect">
            <a:avLst/>
          </a:prstGeom>
        </p:spPr>
        <p:txBody>
          <a:bodyPr vert="horz" lIns="132899" tIns="66449" rIns="132899" bIns="66449" rtlCol="0"/>
          <a:lstStyle>
            <a:lvl1pPr algn="l">
              <a:defRPr sz="1700"/>
            </a:lvl1pPr>
          </a:lstStyle>
          <a:p>
            <a:endParaRPr lang="en-AU"/>
          </a:p>
        </p:txBody>
      </p:sp>
      <p:sp>
        <p:nvSpPr>
          <p:cNvPr id="3" name="Date Placeholder 2"/>
          <p:cNvSpPr>
            <a:spLocks noGrp="1"/>
          </p:cNvSpPr>
          <p:nvPr>
            <p:ph type="dt" idx="1"/>
          </p:nvPr>
        </p:nvSpPr>
        <p:spPr>
          <a:xfrm>
            <a:off x="5629993" y="0"/>
            <a:ext cx="4307046" cy="718423"/>
          </a:xfrm>
          <a:prstGeom prst="rect">
            <a:avLst/>
          </a:prstGeom>
        </p:spPr>
        <p:txBody>
          <a:bodyPr vert="horz" lIns="132899" tIns="66449" rIns="132899" bIns="66449" rtlCol="0"/>
          <a:lstStyle>
            <a:lvl1pPr algn="r">
              <a:defRPr sz="1700"/>
            </a:lvl1pPr>
          </a:lstStyle>
          <a:p>
            <a:fld id="{00992BC2-9435-4D31-AEB3-5D5877AD6447}" type="datetimeFigureOut">
              <a:rPr lang="en-AU" smtClean="0"/>
              <a:pPr/>
              <a:t>13/06/2024</a:t>
            </a:fld>
            <a:endParaRPr lang="en-AU"/>
          </a:p>
        </p:txBody>
      </p:sp>
      <p:sp>
        <p:nvSpPr>
          <p:cNvPr id="4" name="Slide Image Placeholder 3"/>
          <p:cNvSpPr>
            <a:spLocks noGrp="1" noRot="1" noChangeAspect="1"/>
          </p:cNvSpPr>
          <p:nvPr>
            <p:ph type="sldImg" idx="2"/>
          </p:nvPr>
        </p:nvSpPr>
        <p:spPr>
          <a:xfrm>
            <a:off x="180975" y="1077913"/>
            <a:ext cx="9577388" cy="5387975"/>
          </a:xfrm>
          <a:prstGeom prst="rect">
            <a:avLst/>
          </a:prstGeom>
          <a:noFill/>
          <a:ln w="12700">
            <a:solidFill>
              <a:prstClr val="black"/>
            </a:solidFill>
          </a:ln>
        </p:spPr>
        <p:txBody>
          <a:bodyPr vert="horz" lIns="132899" tIns="66449" rIns="132899" bIns="66449" rtlCol="0" anchor="ctr"/>
          <a:lstStyle/>
          <a:p>
            <a:endParaRPr lang="en-AU"/>
          </a:p>
        </p:txBody>
      </p:sp>
      <p:sp>
        <p:nvSpPr>
          <p:cNvPr id="5" name="Notes Placeholder 4"/>
          <p:cNvSpPr>
            <a:spLocks noGrp="1"/>
          </p:cNvSpPr>
          <p:nvPr>
            <p:ph type="body" sz="quarter" idx="3"/>
          </p:nvPr>
        </p:nvSpPr>
        <p:spPr>
          <a:xfrm>
            <a:off x="993935" y="6825021"/>
            <a:ext cx="7951470" cy="6465808"/>
          </a:xfrm>
          <a:prstGeom prst="rect">
            <a:avLst/>
          </a:prstGeom>
        </p:spPr>
        <p:txBody>
          <a:bodyPr vert="horz" lIns="132899" tIns="66449" rIns="132899" bIns="664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1" y="13647546"/>
            <a:ext cx="4307046" cy="718423"/>
          </a:xfrm>
          <a:prstGeom prst="rect">
            <a:avLst/>
          </a:prstGeom>
        </p:spPr>
        <p:txBody>
          <a:bodyPr vert="horz" lIns="132899" tIns="66449" rIns="132899" bIns="66449" rtlCol="0" anchor="b"/>
          <a:lstStyle>
            <a:lvl1pPr algn="l">
              <a:defRPr sz="1700"/>
            </a:lvl1pPr>
          </a:lstStyle>
          <a:p>
            <a:endParaRPr lang="en-AU"/>
          </a:p>
        </p:txBody>
      </p:sp>
      <p:sp>
        <p:nvSpPr>
          <p:cNvPr id="7" name="Slide Number Placeholder 6"/>
          <p:cNvSpPr>
            <a:spLocks noGrp="1"/>
          </p:cNvSpPr>
          <p:nvPr>
            <p:ph type="sldNum" sz="quarter" idx="5"/>
          </p:nvPr>
        </p:nvSpPr>
        <p:spPr>
          <a:xfrm>
            <a:off x="5629993" y="13647546"/>
            <a:ext cx="4307046" cy="718423"/>
          </a:xfrm>
          <a:prstGeom prst="rect">
            <a:avLst/>
          </a:prstGeom>
        </p:spPr>
        <p:txBody>
          <a:bodyPr vert="horz" lIns="132899" tIns="66449" rIns="132899" bIns="66449" rtlCol="0" anchor="b"/>
          <a:lstStyle>
            <a:lvl1pPr algn="r">
              <a:defRPr sz="1700"/>
            </a:lvl1pPr>
          </a:lstStyle>
          <a:p>
            <a:fld id="{9A496215-5E4C-414D-A8DB-C38AA7CF7C2A}" type="slidenum">
              <a:rPr lang="en-AU" smtClean="0"/>
              <a:pPr/>
              <a:t>‹#›</a:t>
            </a:fld>
            <a:endParaRPr lang="en-AU"/>
          </a:p>
        </p:txBody>
      </p:sp>
    </p:spTree>
    <p:extLst>
      <p:ext uri="{BB962C8B-B14F-4D97-AF65-F5344CB8AC3E}">
        <p14:creationId xmlns:p14="http://schemas.microsoft.com/office/powerpoint/2010/main" val="4203183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Need to confirm with Henkel</a:t>
            </a:r>
          </a:p>
          <a:p>
            <a:endParaRPr lang="en-US" altLang="en-US"/>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F0CA649-2E26-4090-9A08-E9C5F66EBDF6}" type="slidenum">
              <a:rPr lang="en-US" altLang="en-US" sz="1200" smtClean="0">
                <a:ea typeface="MS PGothic" panose="020B0600070205080204" pitchFamily="34" charset="-128"/>
              </a:rPr>
              <a:t>2</a:t>
            </a:fld>
            <a:endParaRPr lang="en-US" altLang="en-US" sz="120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F0CA649-2E26-4090-9A08-E9C5F66EBDF6}" type="slidenum">
              <a:rPr lang="en-US" altLang="en-US" sz="1200" smtClean="0">
                <a:ea typeface="MS PGothic" panose="020B0600070205080204" pitchFamily="34" charset="-128"/>
              </a:rPr>
              <a:t>3</a:t>
            </a:fld>
            <a:endParaRPr lang="en-US" altLang="en-US" sz="120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Shuang</a:t>
            </a:r>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5</a:t>
            </a:fld>
            <a:endParaRPr lang="en-AU"/>
          </a:p>
        </p:txBody>
      </p:sp>
    </p:spTree>
    <p:extLst>
      <p:ext uri="{BB962C8B-B14F-4D97-AF65-F5344CB8AC3E}">
        <p14:creationId xmlns:p14="http://schemas.microsoft.com/office/powerpoint/2010/main" val="12219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u="none">
                <a:solidFill>
                  <a:schemeClr val="tx1"/>
                </a:solidFill>
              </a:rPr>
              <a:t>Shuang</a:t>
            </a:r>
          </a:p>
        </p:txBody>
      </p:sp>
      <p:sp>
        <p:nvSpPr>
          <p:cNvPr id="4" name="Slide Number Placeholder 3"/>
          <p:cNvSpPr>
            <a:spLocks noGrp="1"/>
          </p:cNvSpPr>
          <p:nvPr>
            <p:ph type="sldNum" sz="quarter" idx="5"/>
          </p:nvPr>
        </p:nvSpPr>
        <p:spPr/>
        <p:txBody>
          <a:bodyPr/>
          <a:lstStyle/>
          <a:p>
            <a:fld id="{181BF975-AA5D-424C-B259-1BB0C7806E29}" type="slidenum">
              <a:rPr lang="en-US" smtClean="0"/>
              <a:t>6</a:t>
            </a:fld>
            <a:endParaRPr lang="en-US"/>
          </a:p>
        </p:txBody>
      </p:sp>
    </p:spTree>
    <p:extLst>
      <p:ext uri="{BB962C8B-B14F-4D97-AF65-F5344CB8AC3E}">
        <p14:creationId xmlns:p14="http://schemas.microsoft.com/office/powerpoint/2010/main" val="3196405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Shuang</a:t>
            </a:r>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7</a:t>
            </a:fld>
            <a:endParaRPr lang="en-AU"/>
          </a:p>
        </p:txBody>
      </p:sp>
    </p:spTree>
    <p:extLst>
      <p:ext uri="{BB962C8B-B14F-4D97-AF65-F5344CB8AC3E}">
        <p14:creationId xmlns:p14="http://schemas.microsoft.com/office/powerpoint/2010/main" val="1527558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cs typeface="Calibri"/>
              </a:rPr>
              <a:t>Wendy</a:t>
            </a:r>
          </a:p>
          <a:p>
            <a:endParaRPr lang="en-AU"/>
          </a:p>
          <a:p>
            <a:endParaRPr lang="en-AU">
              <a:cs typeface="Calibri"/>
            </a:endParaRPr>
          </a:p>
        </p:txBody>
      </p:sp>
      <p:sp>
        <p:nvSpPr>
          <p:cNvPr id="4" name="Slide Number Placeholder 3"/>
          <p:cNvSpPr>
            <a:spLocks noGrp="1"/>
          </p:cNvSpPr>
          <p:nvPr>
            <p:ph type="sldNum" sz="quarter" idx="5"/>
          </p:nvPr>
        </p:nvSpPr>
        <p:spPr/>
        <p:txBody>
          <a:bodyPr/>
          <a:lstStyle/>
          <a:p>
            <a:fld id="{181BF975-AA5D-424C-B259-1BB0C7806E29}" type="slidenum">
              <a:rPr lang="en-US" smtClean="0"/>
              <a:t>8</a:t>
            </a:fld>
            <a:endParaRPr lang="en-US"/>
          </a:p>
        </p:txBody>
      </p:sp>
    </p:spTree>
    <p:extLst>
      <p:ext uri="{BB962C8B-B14F-4D97-AF65-F5344CB8AC3E}">
        <p14:creationId xmlns:p14="http://schemas.microsoft.com/office/powerpoint/2010/main" val="2940085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cs typeface="Calibri"/>
              </a:rPr>
              <a:t>Wendy</a:t>
            </a:r>
          </a:p>
          <a:p>
            <a:endParaRPr lang="en-AU"/>
          </a:p>
          <a:p>
            <a:endParaRPr lang="en-AU">
              <a:cs typeface="Calibri"/>
            </a:endParaRPr>
          </a:p>
        </p:txBody>
      </p:sp>
      <p:sp>
        <p:nvSpPr>
          <p:cNvPr id="4" name="Slide Number Placeholder 3"/>
          <p:cNvSpPr>
            <a:spLocks noGrp="1"/>
          </p:cNvSpPr>
          <p:nvPr>
            <p:ph type="sldNum" sz="quarter" idx="5"/>
          </p:nvPr>
        </p:nvSpPr>
        <p:spPr/>
        <p:txBody>
          <a:bodyPr/>
          <a:lstStyle/>
          <a:p>
            <a:fld id="{181BF975-AA5D-424C-B259-1BB0C7806E29}" type="slidenum">
              <a:rPr lang="en-US" smtClean="0"/>
              <a:t>9</a:t>
            </a:fld>
            <a:endParaRPr lang="en-US"/>
          </a:p>
        </p:txBody>
      </p:sp>
    </p:spTree>
    <p:extLst>
      <p:ext uri="{BB962C8B-B14F-4D97-AF65-F5344CB8AC3E}">
        <p14:creationId xmlns:p14="http://schemas.microsoft.com/office/powerpoint/2010/main" val="678220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1BF975-AA5D-424C-B259-1BB0C7806E29}" type="slidenum">
              <a:rPr lang="en-US" smtClean="0"/>
              <a:t>10</a:t>
            </a:fld>
            <a:endParaRPr lang="en-US"/>
          </a:p>
        </p:txBody>
      </p:sp>
    </p:spTree>
    <p:extLst>
      <p:ext uri="{BB962C8B-B14F-4D97-AF65-F5344CB8AC3E}">
        <p14:creationId xmlns:p14="http://schemas.microsoft.com/office/powerpoint/2010/main" val="59706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11</a:t>
            </a:fld>
            <a:endParaRPr lang="en-AU"/>
          </a:p>
        </p:txBody>
      </p:sp>
    </p:spTree>
    <p:extLst>
      <p:ext uri="{BB962C8B-B14F-4D97-AF65-F5344CB8AC3E}">
        <p14:creationId xmlns:p14="http://schemas.microsoft.com/office/powerpoint/2010/main" val="1166867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Wendy</a:t>
            </a:r>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12</a:t>
            </a:fld>
            <a:endParaRPr lang="en-US"/>
          </a:p>
        </p:txBody>
      </p:sp>
    </p:spTree>
    <p:extLst>
      <p:ext uri="{BB962C8B-B14F-4D97-AF65-F5344CB8AC3E}">
        <p14:creationId xmlns:p14="http://schemas.microsoft.com/office/powerpoint/2010/main" val="3307267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endParaRPr lang="en-US" b="0" u="none">
              <a:solidFill>
                <a:schemeClr val="tx1"/>
              </a:solidFill>
            </a:endParaRPr>
          </a:p>
        </p:txBody>
      </p:sp>
      <p:sp>
        <p:nvSpPr>
          <p:cNvPr id="4" name="Slide Number Placeholder 3"/>
          <p:cNvSpPr>
            <a:spLocks noGrp="1"/>
          </p:cNvSpPr>
          <p:nvPr>
            <p:ph type="sldNum" sz="quarter" idx="5"/>
          </p:nvPr>
        </p:nvSpPr>
        <p:spPr/>
        <p:txBody>
          <a:bodyPr/>
          <a:lstStyle/>
          <a:p>
            <a:fld id="{181BF975-AA5D-424C-B259-1BB0C7806E29}" type="slidenum">
              <a:rPr lang="en-US" smtClean="0"/>
              <a:t>13</a:t>
            </a:fld>
            <a:endParaRPr lang="en-US"/>
          </a:p>
        </p:txBody>
      </p:sp>
    </p:spTree>
    <p:extLst>
      <p:ext uri="{BB962C8B-B14F-4D97-AF65-F5344CB8AC3E}">
        <p14:creationId xmlns:p14="http://schemas.microsoft.com/office/powerpoint/2010/main" val="1353598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Wendy</a:t>
            </a:r>
          </a:p>
        </p:txBody>
      </p:sp>
      <p:sp>
        <p:nvSpPr>
          <p:cNvPr id="4" name="Slide Number Placeholder 3"/>
          <p:cNvSpPr>
            <a:spLocks noGrp="1"/>
          </p:cNvSpPr>
          <p:nvPr>
            <p:ph type="sldNum" sz="quarter" idx="5"/>
          </p:nvPr>
        </p:nvSpPr>
        <p:spPr/>
        <p:txBody>
          <a:bodyPr/>
          <a:lstStyle/>
          <a:p>
            <a:fld id="{9A496215-5E4C-414D-A8DB-C38AA7CF7C2A}" type="slidenum">
              <a:rPr lang="en-AU" smtClean="0"/>
              <a:pPr/>
              <a:t>14</a:t>
            </a:fld>
            <a:endParaRPr lang="en-AU"/>
          </a:p>
        </p:txBody>
      </p:sp>
    </p:spTree>
    <p:extLst>
      <p:ext uri="{BB962C8B-B14F-4D97-AF65-F5344CB8AC3E}">
        <p14:creationId xmlns:p14="http://schemas.microsoft.com/office/powerpoint/2010/main" val="2205623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Shravan</a:t>
            </a:r>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15</a:t>
            </a:fld>
            <a:endParaRPr lang="en-AU"/>
          </a:p>
        </p:txBody>
      </p:sp>
    </p:spTree>
    <p:extLst>
      <p:ext uri="{BB962C8B-B14F-4D97-AF65-F5344CB8AC3E}">
        <p14:creationId xmlns:p14="http://schemas.microsoft.com/office/powerpoint/2010/main" val="3102768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Shravan</a:t>
            </a:r>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16</a:t>
            </a:fld>
            <a:endParaRPr lang="en-AU"/>
          </a:p>
        </p:txBody>
      </p:sp>
    </p:spTree>
    <p:extLst>
      <p:ext uri="{BB962C8B-B14F-4D97-AF65-F5344CB8AC3E}">
        <p14:creationId xmlns:p14="http://schemas.microsoft.com/office/powerpoint/2010/main" val="3869411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Shravan and Nishi</a:t>
            </a:r>
          </a:p>
        </p:txBody>
      </p:sp>
      <p:sp>
        <p:nvSpPr>
          <p:cNvPr id="4" name="Slide Number Placeholder 3"/>
          <p:cNvSpPr>
            <a:spLocks noGrp="1"/>
          </p:cNvSpPr>
          <p:nvPr>
            <p:ph type="sldNum" sz="quarter" idx="5"/>
          </p:nvPr>
        </p:nvSpPr>
        <p:spPr/>
        <p:txBody>
          <a:bodyPr/>
          <a:lstStyle/>
          <a:p>
            <a:fld id="{9A496215-5E4C-414D-A8DB-C38AA7CF7C2A}" type="slidenum">
              <a:rPr lang="en-AU" smtClean="0"/>
              <a:pPr/>
              <a:t>17</a:t>
            </a:fld>
            <a:endParaRPr lang="en-AU"/>
          </a:p>
        </p:txBody>
      </p:sp>
    </p:spTree>
    <p:extLst>
      <p:ext uri="{BB962C8B-B14F-4D97-AF65-F5344CB8AC3E}">
        <p14:creationId xmlns:p14="http://schemas.microsoft.com/office/powerpoint/2010/main" val="2944787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18</a:t>
            </a:fld>
            <a:endParaRPr lang="en-AU"/>
          </a:p>
        </p:txBody>
      </p:sp>
    </p:spTree>
    <p:extLst>
      <p:ext uri="{BB962C8B-B14F-4D97-AF65-F5344CB8AC3E}">
        <p14:creationId xmlns:p14="http://schemas.microsoft.com/office/powerpoint/2010/main" val="39412784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21</a:t>
            </a:fld>
            <a:endParaRPr lang="en-US"/>
          </a:p>
        </p:txBody>
      </p:sp>
    </p:spTree>
    <p:extLst>
      <p:ext uri="{BB962C8B-B14F-4D97-AF65-F5344CB8AC3E}">
        <p14:creationId xmlns:p14="http://schemas.microsoft.com/office/powerpoint/2010/main" val="2049825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23</a:t>
            </a:fld>
            <a:endParaRPr lang="en-US"/>
          </a:p>
        </p:txBody>
      </p:sp>
    </p:spTree>
    <p:extLst>
      <p:ext uri="{BB962C8B-B14F-4D97-AF65-F5344CB8AC3E}">
        <p14:creationId xmlns:p14="http://schemas.microsoft.com/office/powerpoint/2010/main" val="2951089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25</a:t>
            </a:fld>
            <a:endParaRPr lang="en-US"/>
          </a:p>
        </p:txBody>
      </p:sp>
    </p:spTree>
    <p:extLst>
      <p:ext uri="{BB962C8B-B14F-4D97-AF65-F5344CB8AC3E}">
        <p14:creationId xmlns:p14="http://schemas.microsoft.com/office/powerpoint/2010/main" val="14397310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26</a:t>
            </a:fld>
            <a:endParaRPr lang="en-US"/>
          </a:p>
        </p:txBody>
      </p:sp>
    </p:spTree>
    <p:extLst>
      <p:ext uri="{BB962C8B-B14F-4D97-AF65-F5344CB8AC3E}">
        <p14:creationId xmlns:p14="http://schemas.microsoft.com/office/powerpoint/2010/main" val="1616635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27</a:t>
            </a:fld>
            <a:endParaRPr lang="en-US"/>
          </a:p>
        </p:txBody>
      </p:sp>
    </p:spTree>
    <p:extLst>
      <p:ext uri="{BB962C8B-B14F-4D97-AF65-F5344CB8AC3E}">
        <p14:creationId xmlns:p14="http://schemas.microsoft.com/office/powerpoint/2010/main" val="28630787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28</a:t>
            </a:fld>
            <a:endParaRPr lang="en-US"/>
          </a:p>
        </p:txBody>
      </p:sp>
    </p:spTree>
    <p:extLst>
      <p:ext uri="{BB962C8B-B14F-4D97-AF65-F5344CB8AC3E}">
        <p14:creationId xmlns:p14="http://schemas.microsoft.com/office/powerpoint/2010/main" val="6807559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29</a:t>
            </a:fld>
            <a:endParaRPr lang="en-US"/>
          </a:p>
        </p:txBody>
      </p:sp>
    </p:spTree>
    <p:extLst>
      <p:ext uri="{BB962C8B-B14F-4D97-AF65-F5344CB8AC3E}">
        <p14:creationId xmlns:p14="http://schemas.microsoft.com/office/powerpoint/2010/main" val="31773193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30</a:t>
            </a:fld>
            <a:endParaRPr lang="en-US"/>
          </a:p>
        </p:txBody>
      </p:sp>
    </p:spTree>
    <p:extLst>
      <p:ext uri="{BB962C8B-B14F-4D97-AF65-F5344CB8AC3E}">
        <p14:creationId xmlns:p14="http://schemas.microsoft.com/office/powerpoint/2010/main" val="4983675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hermofisher.sharepoint.com/sites/functions/Marketing/Pages/Customer-Value-Proposition.aspx" TargetMode="External"/><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hermofisher.sharepoint.com/sites/functions/Marketing/Pages/Customer-Value-Proposition.aspx" TargetMode="External"/><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portant Disclaimer">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81F8D7-94E1-D14A-9B72-83893197CFDB}"/>
              </a:ext>
            </a:extLst>
          </p:cNvPr>
          <p:cNvSpPr/>
          <p:nvPr userDrawn="1"/>
        </p:nvSpPr>
        <p:spPr>
          <a:xfrm>
            <a:off x="228600" y="1085850"/>
            <a:ext cx="3657601" cy="17604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Text Placeholder 9">
            <a:extLst>
              <a:ext uri="{FF2B5EF4-FFF2-40B4-BE49-F238E27FC236}">
                <a16:creationId xmlns:a16="http://schemas.microsoft.com/office/drawing/2014/main" id="{4DB97ED0-9771-E044-B63D-01D4F8A70AD0}"/>
              </a:ext>
            </a:extLst>
          </p:cNvPr>
          <p:cNvSpPr txBox="1">
            <a:spLocks/>
          </p:cNvSpPr>
          <p:nvPr userDrawn="1"/>
        </p:nvSpPr>
        <p:spPr>
          <a:xfrm>
            <a:off x="225170" y="2975237"/>
            <a:ext cx="3652436" cy="1939663"/>
          </a:xfrm>
          <a:prstGeom prst="rect">
            <a:avLst/>
          </a:prstGeom>
        </p:spPr>
        <p:txBody>
          <a:bodyPr vert="horz" lIns="0" tIns="0" rIns="0" bIns="0" numCol="1" rtlCol="0" anchor="t">
            <a:noAutofit/>
          </a:bodyPr>
          <a:lstStyle>
            <a:lvl1pPr marL="0" indent="0" algn="l" defTabSz="914400" rtl="0" eaLnBrk="1" latinLnBrk="0" hangingPunct="1">
              <a:lnSpc>
                <a:spcPct val="100000"/>
              </a:lnSpc>
              <a:spcBef>
                <a:spcPts val="400"/>
              </a:spcBef>
              <a:buClr>
                <a:schemeClr val="accent4"/>
              </a:buClr>
              <a:buSzPct val="100000"/>
              <a:buFont typeface="Arial" panose="020B0604020202020204" pitchFamily="34" charset="0"/>
              <a:buNone/>
              <a:tabLst/>
              <a:defRPr sz="2000" b="0" kern="1200">
                <a:solidFill>
                  <a:schemeClr val="tx1"/>
                </a:solidFill>
                <a:latin typeface="+mn-lt"/>
                <a:ea typeface="+mn-ea"/>
                <a:cs typeface="+mn-cs"/>
              </a:defRPr>
            </a:lvl1pPr>
            <a:lvl2pPr marL="236537" marR="0" indent="0" algn="l" defTabSz="914400" rtl="0" eaLnBrk="1" fontAlgn="auto" latinLnBrk="0" hangingPunct="1">
              <a:lnSpc>
                <a:spcPct val="100000"/>
              </a:lnSpc>
              <a:spcBef>
                <a:spcPts val="400"/>
              </a:spcBef>
              <a:spcAft>
                <a:spcPts val="0"/>
              </a:spcAft>
              <a:buClrTx/>
              <a:buSzPct val="76000"/>
              <a:buFont typeface="Arial" panose="020B0604020202020204" pitchFamily="34" charset="0"/>
              <a:buNone/>
              <a:tabLst/>
              <a:defRPr sz="1800" b="0" kern="1200">
                <a:solidFill>
                  <a:schemeClr val="tx1"/>
                </a:solidFill>
                <a:latin typeface="+mn-lt"/>
                <a:ea typeface="+mn-ea"/>
                <a:cs typeface="+mn-cs"/>
              </a:defRPr>
            </a:lvl2pPr>
            <a:lvl3pPr marL="749300" marR="0" indent="-285750" algn="l" defTabSz="914400" rtl="0" eaLnBrk="1" fontAlgn="auto" latinLnBrk="0" hangingPunct="1">
              <a:lnSpc>
                <a:spcPct val="100000"/>
              </a:lnSpc>
              <a:spcBef>
                <a:spcPts val="400"/>
              </a:spcBef>
              <a:spcAft>
                <a:spcPts val="0"/>
              </a:spcAft>
              <a:buClrTx/>
              <a:buSzPct val="80000"/>
              <a:buFont typeface="System Font Regular"/>
              <a:buChar char="-"/>
              <a:tabLst/>
              <a:defRPr sz="1400" b="0" kern="1200">
                <a:solidFill>
                  <a:schemeClr val="tx1"/>
                </a:solidFill>
                <a:latin typeface="+mn-lt"/>
                <a:ea typeface="+mn-ea"/>
                <a:cs typeface="+mn-cs"/>
              </a:defRPr>
            </a:lvl3pPr>
            <a:lvl4pPr marL="690563"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200" b="0" kern="1200">
                <a:solidFill>
                  <a:schemeClr val="tx1"/>
                </a:solidFill>
                <a:latin typeface="+mn-lt"/>
                <a:ea typeface="+mn-ea"/>
                <a:cs typeface="+mn-cs"/>
              </a:defRPr>
            </a:lvl4pPr>
            <a:lvl5pPr marL="909637"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en-US" sz="900" b="1"/>
              <a:t>External disclaimer criteria:</a:t>
            </a:r>
          </a:p>
          <a:p>
            <a:pPr marL="128588" indent="-128588">
              <a:lnSpc>
                <a:spcPct val="140000"/>
              </a:lnSpc>
              <a:buFont typeface="Arial" panose="020B0604020202020204" pitchFamily="34" charset="0"/>
              <a:buChar char="•"/>
            </a:pPr>
            <a:r>
              <a:rPr lang="en-US" sz="675"/>
              <a:t>Before sharing confidential information externally, ensure you have a confidential disclosure agreement (CDA) in place. The </a:t>
            </a:r>
            <a:r>
              <a:rPr lang="en-US" sz="675" b="1"/>
              <a:t>“Proprietary and Confidential” </a:t>
            </a:r>
            <a:r>
              <a:rPr lang="en-US" sz="675"/>
              <a:t>disclaimer does not replace a CDA.</a:t>
            </a:r>
          </a:p>
          <a:p>
            <a:pPr marL="128588" indent="-128588">
              <a:lnSpc>
                <a:spcPct val="140000"/>
              </a:lnSpc>
              <a:buFont typeface="Arial" panose="020B0604020202020204" pitchFamily="34" charset="0"/>
              <a:buChar char="•"/>
            </a:pPr>
            <a:r>
              <a:rPr lang="en-US" sz="675"/>
              <a:t>Before removing the </a:t>
            </a:r>
            <a:r>
              <a:rPr lang="en-US" sz="675" b="1"/>
              <a:t>“Proprietary and Confidential” </a:t>
            </a:r>
            <a:r>
              <a:rPr lang="en-US" sz="675"/>
              <a:t>disclaimer to exhibit content externally, you must ensure the content is appropriate from a Business, Division or Group entity; Legal; and Regulatory Affairs perspective. This means following your business’s, division’s or group’s process for obtaining Legal and Regulatory Affairs approval.</a:t>
            </a:r>
          </a:p>
          <a:p>
            <a:pPr marL="128588" indent="-128588">
              <a:lnSpc>
                <a:spcPct val="140000"/>
              </a:lnSpc>
              <a:buFont typeface="Arial" panose="020B0604020202020204" pitchFamily="34" charset="0"/>
              <a:buChar char="•"/>
            </a:pPr>
            <a:r>
              <a:rPr lang="en-US" sz="675"/>
              <a:t>If you’re importing slides from the </a:t>
            </a:r>
            <a:r>
              <a:rPr lang="en-US" sz="675">
                <a:hlinkClick r:id="rId2">
                  <a:extLst>
                    <a:ext uri="{A12FA001-AC4F-418D-AE19-62706E023703}">
                      <ahyp:hlinkClr xmlns:ahyp="http://schemas.microsoft.com/office/drawing/2018/hyperlinkcolor" val="tx"/>
                    </a:ext>
                  </a:extLst>
                </a:hlinkClick>
              </a:rPr>
              <a:t>Customer Value Proposition</a:t>
            </a:r>
            <a:r>
              <a:rPr lang="en-US" sz="675"/>
              <a:t> deck, which is cleared for external use and not considered Proprietary and Confidential, you can leave a disclaimer off those slides and simply list the author’s email and date published on those slides.</a:t>
            </a:r>
          </a:p>
        </p:txBody>
      </p:sp>
      <p:pic>
        <p:nvPicPr>
          <p:cNvPr id="47" name="Graphic 46">
            <a:extLst>
              <a:ext uri="{FF2B5EF4-FFF2-40B4-BE49-F238E27FC236}">
                <a16:creationId xmlns:a16="http://schemas.microsoft.com/office/drawing/2014/main" id="{5957BB70-3758-2241-95DE-E49DED9F761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08026" y="1248888"/>
            <a:ext cx="267462" cy="274320"/>
          </a:xfrm>
          <a:prstGeom prst="rect">
            <a:avLst/>
          </a:prstGeom>
        </p:spPr>
      </p:pic>
      <p:cxnSp>
        <p:nvCxnSpPr>
          <p:cNvPr id="48" name="Straight Connector 47">
            <a:extLst>
              <a:ext uri="{FF2B5EF4-FFF2-40B4-BE49-F238E27FC236}">
                <a16:creationId xmlns:a16="http://schemas.microsoft.com/office/drawing/2014/main" id="{63783495-6D28-834A-90D4-F810D049B150}"/>
              </a:ext>
            </a:extLst>
          </p:cNvPr>
          <p:cNvCxnSpPr>
            <a:cxnSpLocks/>
          </p:cNvCxnSpPr>
          <p:nvPr userDrawn="1"/>
        </p:nvCxnSpPr>
        <p:spPr>
          <a:xfrm>
            <a:off x="4129426" y="1111004"/>
            <a:ext cx="0" cy="354330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3692791-F43E-EE45-B104-207B0D8D1E5C}"/>
              </a:ext>
            </a:extLst>
          </p:cNvPr>
          <p:cNvSpPr txBox="1"/>
          <p:nvPr userDrawn="1"/>
        </p:nvSpPr>
        <p:spPr>
          <a:xfrm>
            <a:off x="857251" y="1250768"/>
            <a:ext cx="2855351" cy="1404773"/>
          </a:xfrm>
          <a:prstGeom prst="rect">
            <a:avLst/>
          </a:prstGeom>
          <a:noFill/>
        </p:spPr>
        <p:txBody>
          <a:bodyPr wrap="square" lIns="0" tIns="0" rIns="0" bIns="0" rtlCol="0">
            <a:normAutofit lnSpcReduction="10000"/>
          </a:bodyPr>
          <a:lstStyle/>
          <a:p>
            <a:pPr defTabSz="685800">
              <a:lnSpc>
                <a:spcPct val="120000"/>
              </a:lnSpc>
              <a:spcBef>
                <a:spcPts val="150"/>
              </a:spcBef>
              <a:buClr>
                <a:schemeClr val="tx2"/>
              </a:buClr>
              <a:buSzPct val="100000"/>
            </a:pPr>
            <a:r>
              <a:rPr lang="en-US" sz="825" b="1">
                <a:solidFill>
                  <a:schemeClr val="bg1"/>
                </a:solidFill>
              </a:rPr>
              <a:t>Important:</a:t>
            </a:r>
            <a:r>
              <a:rPr lang="en-US" sz="825">
                <a:solidFill>
                  <a:schemeClr val="bg1"/>
                </a:solidFill>
              </a:rPr>
              <a:t> This template contains a default </a:t>
            </a:r>
            <a:r>
              <a:rPr lang="en-US" sz="825" b="1">
                <a:solidFill>
                  <a:schemeClr val="bg1"/>
                </a:solidFill>
              </a:rPr>
              <a:t>“Proprietary and Confidential” </a:t>
            </a:r>
            <a:r>
              <a:rPr lang="en-US" sz="825">
                <a:solidFill>
                  <a:schemeClr val="bg1"/>
                </a:solidFill>
              </a:rPr>
              <a:t>disclaimer in the footer. It is designed to protect information that we want to protect as </a:t>
            </a:r>
            <a:r>
              <a:rPr lang="en-US" sz="825" b="1">
                <a:solidFill>
                  <a:schemeClr val="bg1"/>
                </a:solidFill>
              </a:rPr>
              <a:t>internal use only </a:t>
            </a:r>
            <a:r>
              <a:rPr lang="en-US" sz="825">
                <a:solidFill>
                  <a:schemeClr val="bg1"/>
                </a:solidFill>
              </a:rPr>
              <a:t>and don't want to share with third parties.  You should use this unless your material meets criteria that would allow it be shared externally.</a:t>
            </a:r>
            <a:br>
              <a:rPr lang="en-US" sz="825">
                <a:solidFill>
                  <a:schemeClr val="bg1"/>
                </a:solidFill>
              </a:rPr>
            </a:br>
            <a:endParaRPr lang="en-US" sz="825">
              <a:solidFill>
                <a:schemeClr val="bg1"/>
              </a:solidFill>
            </a:endParaRPr>
          </a:p>
          <a:p>
            <a:pPr defTabSz="685800">
              <a:lnSpc>
                <a:spcPct val="120000"/>
              </a:lnSpc>
              <a:spcBef>
                <a:spcPts val="150"/>
              </a:spcBef>
              <a:buClr>
                <a:schemeClr val="tx2"/>
              </a:buClr>
              <a:buSzPct val="100000"/>
            </a:pPr>
            <a:r>
              <a:rPr lang="en-US" sz="825">
                <a:solidFill>
                  <a:schemeClr val="bg1"/>
                </a:solidFill>
              </a:rPr>
              <a:t>To edit the footer, click Insert &gt; Header and Footer, make the change in the pop-up window, and then choose “Apply” for one slide or “Apply to all” for the entire deck.</a:t>
            </a:r>
          </a:p>
        </p:txBody>
      </p:sp>
      <p:sp>
        <p:nvSpPr>
          <p:cNvPr id="53" name="TextBox 52">
            <a:extLst>
              <a:ext uri="{FF2B5EF4-FFF2-40B4-BE49-F238E27FC236}">
                <a16:creationId xmlns:a16="http://schemas.microsoft.com/office/drawing/2014/main" id="{6791C530-EE71-8743-A886-7287C46B87BA}"/>
              </a:ext>
            </a:extLst>
          </p:cNvPr>
          <p:cNvSpPr txBox="1"/>
          <p:nvPr/>
        </p:nvSpPr>
        <p:spPr>
          <a:xfrm>
            <a:off x="4409431" y="1948762"/>
            <a:ext cx="4552947" cy="273044"/>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endParaRPr lang="en-US" sz="675"/>
          </a:p>
        </p:txBody>
      </p:sp>
      <p:sp>
        <p:nvSpPr>
          <p:cNvPr id="55" name="Rectangle 54">
            <a:extLst>
              <a:ext uri="{FF2B5EF4-FFF2-40B4-BE49-F238E27FC236}">
                <a16:creationId xmlns:a16="http://schemas.microsoft.com/office/drawing/2014/main" id="{E6B688F3-C9F4-2446-9F51-2EF949ECB180}"/>
              </a:ext>
            </a:extLst>
          </p:cNvPr>
          <p:cNvSpPr/>
          <p:nvPr/>
        </p:nvSpPr>
        <p:spPr>
          <a:xfrm>
            <a:off x="4341252" y="1978223"/>
            <a:ext cx="1464415" cy="138499"/>
          </a:xfrm>
          <a:prstGeom prst="rect">
            <a:avLst/>
          </a:prstGeom>
        </p:spPr>
        <p:txBody>
          <a:bodyPr wrap="square" lIns="0" tIns="0" rIns="0" bIns="0">
            <a:spAutoFit/>
          </a:bodyPr>
          <a:lstStyle/>
          <a:p>
            <a:r>
              <a:rPr lang="en-US" sz="900" b="1"/>
              <a:t>Footer examples</a:t>
            </a:r>
            <a:endParaRPr lang="en-US" sz="900"/>
          </a:p>
        </p:txBody>
      </p:sp>
      <p:sp>
        <p:nvSpPr>
          <p:cNvPr id="79" name="Footer Placeholder 1">
            <a:extLst>
              <a:ext uri="{FF2B5EF4-FFF2-40B4-BE49-F238E27FC236}">
                <a16:creationId xmlns:a16="http://schemas.microsoft.com/office/drawing/2014/main" id="{555EAE1F-5676-C34A-8CF6-B38C31AF80D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80" name="Slide Number Placeholder 2">
            <a:extLst>
              <a:ext uri="{FF2B5EF4-FFF2-40B4-BE49-F238E27FC236}">
                <a16:creationId xmlns:a16="http://schemas.microsoft.com/office/drawing/2014/main" id="{B2F62D11-9A5D-6545-93AD-739D274B4BC5}"/>
              </a:ext>
            </a:extLst>
          </p:cNvPr>
          <p:cNvSpPr>
            <a:spLocks noGrp="1"/>
          </p:cNvSpPr>
          <p:nvPr>
            <p:ph type="sldNum" sz="quarter" idx="13"/>
          </p:nvPr>
        </p:nvSpPr>
        <p:spPr>
          <a:xfrm>
            <a:off x="1" y="4914901"/>
            <a:ext cx="228599" cy="228599"/>
          </a:xfrm>
        </p:spPr>
        <p:txBody>
          <a:bodyPr/>
          <a:lstStyle/>
          <a:p>
            <a:fld id="{89006F1E-66CD-4A4B-9370-B4A3080F0E6C}" type="slidenum">
              <a:rPr lang="en-US" smtClean="0"/>
              <a:pPr/>
              <a:t>‹#›</a:t>
            </a:fld>
            <a:endParaRPr lang="en-US"/>
          </a:p>
        </p:txBody>
      </p:sp>
      <p:sp>
        <p:nvSpPr>
          <p:cNvPr id="82" name="Title 6">
            <a:extLst>
              <a:ext uri="{FF2B5EF4-FFF2-40B4-BE49-F238E27FC236}">
                <a16:creationId xmlns:a16="http://schemas.microsoft.com/office/drawing/2014/main" id="{E671D4F8-A815-C84C-8B84-2BC0FD804D52}"/>
              </a:ext>
            </a:extLst>
          </p:cNvPr>
          <p:cNvSpPr txBox="1">
            <a:spLocks/>
          </p:cNvSpPr>
          <p:nvPr/>
        </p:nvSpPr>
        <p:spPr>
          <a:xfrm>
            <a:off x="228601" y="228599"/>
            <a:ext cx="7315200" cy="285751"/>
          </a:xfrm>
          <a:prstGeom prst="rect">
            <a:avLst/>
          </a:prstGeom>
        </p:spPr>
        <p:txBody>
          <a:bodyPr lIns="0" tIns="0" rIns="0" bIns="0"/>
          <a:lst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a:lstStyle>
          <a:p>
            <a:r>
              <a:rPr lang="en-US" sz="2100"/>
              <a:t>Footer content</a:t>
            </a:r>
          </a:p>
        </p:txBody>
      </p:sp>
      <p:sp>
        <p:nvSpPr>
          <p:cNvPr id="83" name="Text Placeholder 9">
            <a:extLst>
              <a:ext uri="{FF2B5EF4-FFF2-40B4-BE49-F238E27FC236}">
                <a16:creationId xmlns:a16="http://schemas.microsoft.com/office/drawing/2014/main" id="{B9D80A7B-7EE9-C344-B667-9AC3E29BB508}"/>
              </a:ext>
            </a:extLst>
          </p:cNvPr>
          <p:cNvSpPr txBox="1">
            <a:spLocks/>
          </p:cNvSpPr>
          <p:nvPr/>
        </p:nvSpPr>
        <p:spPr>
          <a:xfrm>
            <a:off x="225170" y="669798"/>
            <a:ext cx="8693660" cy="285751"/>
          </a:xfrm>
          <a:prstGeom prst="rect">
            <a:avLst/>
          </a:prstGeom>
        </p:spPr>
        <p:txBody>
          <a:bodyPr vert="horz" lIns="0" tIns="0" rIns="0" bIns="0" rtlCol="0" anchor="t">
            <a:noAutofit/>
          </a:bodyPr>
          <a:lstStyle>
            <a:defPPr>
              <a:defRPr lang="en-US"/>
            </a:defPPr>
            <a:lvl1pPr marL="0" algn="l" defTabSz="457200" rtl="0" eaLnBrk="1" latinLnBrk="0" hangingPunct="1">
              <a:defRPr lang="en-US" sz="800" kern="1200">
                <a:solidFill>
                  <a:schemeClr val="accent5"/>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500" b="0">
                <a:solidFill>
                  <a:schemeClr val="tx1"/>
                </a:solidFill>
              </a:rPr>
              <a:t>Including confidentiality, product-use disclaimers, author, and date</a:t>
            </a:r>
          </a:p>
        </p:txBody>
      </p:sp>
      <p:sp>
        <p:nvSpPr>
          <p:cNvPr id="38" name="Rectangle 37">
            <a:extLst>
              <a:ext uri="{FF2B5EF4-FFF2-40B4-BE49-F238E27FC236}">
                <a16:creationId xmlns:a16="http://schemas.microsoft.com/office/drawing/2014/main" id="{6FB8D2FA-59F0-460A-99A9-F06354EC3F07}"/>
              </a:ext>
            </a:extLst>
          </p:cNvPr>
          <p:cNvSpPr/>
          <p:nvPr/>
        </p:nvSpPr>
        <p:spPr>
          <a:xfrm>
            <a:off x="4341252" y="1085851"/>
            <a:ext cx="4574148" cy="851831"/>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r>
              <a:rPr lang="en-US" sz="900" b="1"/>
              <a:t>All footers should contain an author’s or group’s email address and publication date for future reference.  </a:t>
            </a:r>
            <a:r>
              <a:rPr lang="en-US" sz="825" b="0"/>
              <a:t>Always use four digits for the year.</a:t>
            </a:r>
          </a:p>
          <a:p>
            <a:pPr marL="0" marR="0" lvl="0" indent="0" algn="l" defTabSz="685800" rtl="0" eaLnBrk="1" fontAlgn="auto" latinLnBrk="0" hangingPunct="1">
              <a:lnSpc>
                <a:spcPct val="120000"/>
              </a:lnSpc>
              <a:spcBef>
                <a:spcPts val="150"/>
              </a:spcBef>
              <a:spcAft>
                <a:spcPts val="0"/>
              </a:spcAft>
              <a:buClr>
                <a:schemeClr val="tx2"/>
              </a:buClr>
              <a:buSzPct val="100000"/>
              <a:buFontTx/>
              <a:buNone/>
              <a:tabLst/>
              <a:defRPr/>
            </a:pPr>
            <a:r>
              <a:rPr lang="en-US" sz="825"/>
              <a:t>A </a:t>
            </a:r>
            <a:r>
              <a:rPr lang="en-US" sz="825" b="1"/>
              <a:t>“For research use” </a:t>
            </a:r>
            <a:r>
              <a:rPr lang="en-US" sz="825"/>
              <a:t>or similar product-use disclaimer should appear on select slides as directed by Regulatory Affairs or Legal only. It should be added on appropriate slides as directed vs being added across the entire deck.</a:t>
            </a:r>
          </a:p>
          <a:p>
            <a:pPr defTabSz="685800">
              <a:lnSpc>
                <a:spcPct val="120000"/>
              </a:lnSpc>
              <a:spcBef>
                <a:spcPts val="150"/>
              </a:spcBef>
              <a:buClr>
                <a:schemeClr val="tx2"/>
              </a:buClr>
              <a:buSzPct val="100000"/>
            </a:pPr>
            <a:endParaRPr lang="en-US" sz="825" b="1"/>
          </a:p>
        </p:txBody>
      </p:sp>
      <p:sp>
        <p:nvSpPr>
          <p:cNvPr id="40" name="TextBox 39">
            <a:extLst>
              <a:ext uri="{FF2B5EF4-FFF2-40B4-BE49-F238E27FC236}">
                <a16:creationId xmlns:a16="http://schemas.microsoft.com/office/drawing/2014/main" id="{0EA872B5-983E-40B7-B51D-F6388C360F37}"/>
              </a:ext>
            </a:extLst>
          </p:cNvPr>
          <p:cNvSpPr txBox="1"/>
          <p:nvPr/>
        </p:nvSpPr>
        <p:spPr>
          <a:xfrm>
            <a:off x="6778518" y="4914900"/>
            <a:ext cx="2136883" cy="228600"/>
          </a:xfrm>
          <a:prstGeom prst="rect">
            <a:avLst/>
          </a:prstGeom>
          <a:noFill/>
        </p:spPr>
        <p:txBody>
          <a:bodyPr wrap="square" lIns="0" tIns="0" rIns="0" bIns="0" rtlCol="0" anchor="ctr">
            <a:noAutofit/>
          </a:bodyPr>
          <a:lstStyle/>
          <a:p>
            <a:pPr marL="0" indent="0" algn="r" defTabSz="685800">
              <a:lnSpc>
                <a:spcPct val="120000"/>
              </a:lnSpc>
              <a:spcBef>
                <a:spcPts val="150"/>
              </a:spcBef>
              <a:buClr>
                <a:schemeClr val="tx2"/>
              </a:buClr>
              <a:buSzPct val="100000"/>
              <a:buFont typeface="Arial" panose="020B0604020202020204" pitchFamily="34" charset="0"/>
              <a:buNone/>
            </a:pPr>
            <a:r>
              <a:rPr lang="en-US" sz="600" kern="1200">
                <a:solidFill>
                  <a:schemeClr val="accent5"/>
                </a:solidFill>
                <a:latin typeface="+mn-lt"/>
                <a:ea typeface="+mn-ea"/>
                <a:cs typeface="+mn-cs"/>
              </a:rPr>
              <a:t>2020 Template V1 published 12-August-2020</a:t>
            </a:r>
          </a:p>
        </p:txBody>
      </p:sp>
      <p:grpSp>
        <p:nvGrpSpPr>
          <p:cNvPr id="7" name="Group 6">
            <a:extLst>
              <a:ext uri="{FF2B5EF4-FFF2-40B4-BE49-F238E27FC236}">
                <a16:creationId xmlns:a16="http://schemas.microsoft.com/office/drawing/2014/main" id="{B0B1E50A-3432-A641-BCCD-ACF714BEB8A1}"/>
              </a:ext>
            </a:extLst>
          </p:cNvPr>
          <p:cNvGrpSpPr/>
          <p:nvPr userDrawn="1"/>
        </p:nvGrpSpPr>
        <p:grpSpPr>
          <a:xfrm>
            <a:off x="4341251" y="2235713"/>
            <a:ext cx="4439774" cy="444786"/>
            <a:chOff x="5788335" y="3097907"/>
            <a:chExt cx="5919699" cy="593047"/>
          </a:xfrm>
        </p:grpSpPr>
        <p:sp>
          <p:nvSpPr>
            <p:cNvPr id="63" name="Rectangle 62">
              <a:extLst>
                <a:ext uri="{FF2B5EF4-FFF2-40B4-BE49-F238E27FC236}">
                  <a16:creationId xmlns:a16="http://schemas.microsoft.com/office/drawing/2014/main" id="{44FC36BA-981A-8040-9AD4-2C91026E0E7E}"/>
                </a:ext>
              </a:extLst>
            </p:cNvPr>
            <p:cNvSpPr/>
            <p:nvPr/>
          </p:nvSpPr>
          <p:spPr>
            <a:xfrm>
              <a:off x="5826082" y="3529285"/>
              <a:ext cx="5881952" cy="161669"/>
            </a:xfrm>
            <a:prstGeom prst="rect">
              <a:avLst/>
            </a:prstGeom>
          </p:spPr>
          <p:txBody>
            <a:bodyPr wrap="none" lIns="0" tIns="0" rIns="0" bIns="0">
              <a:spAutoFit/>
            </a:bodyPr>
            <a:lstStyle/>
            <a:p>
              <a:r>
                <a:rPr lang="en-US" sz="788"/>
                <a:t>Proprietary and Confidential | For research use | authoremail@thermofisher.com | 12-August-2020</a:t>
              </a:r>
            </a:p>
          </p:txBody>
        </p:sp>
        <p:sp>
          <p:nvSpPr>
            <p:cNvPr id="64" name="Rectangle 63">
              <a:extLst>
                <a:ext uri="{FF2B5EF4-FFF2-40B4-BE49-F238E27FC236}">
                  <a16:creationId xmlns:a16="http://schemas.microsoft.com/office/drawing/2014/main" id="{E2A130EC-B68F-B445-B64A-32B5ED358BF4}"/>
                </a:ext>
              </a:extLst>
            </p:cNvPr>
            <p:cNvSpPr/>
            <p:nvPr/>
          </p:nvSpPr>
          <p:spPr>
            <a:xfrm>
              <a:off x="6733024" y="3097910"/>
              <a:ext cx="825440" cy="246221"/>
            </a:xfrm>
            <a:prstGeom prst="rect">
              <a:avLst/>
            </a:prstGeom>
          </p:spPr>
          <p:txBody>
            <a:bodyPr wrap="none">
              <a:spAutoFit/>
            </a:bodyPr>
            <a:lstStyle/>
            <a:p>
              <a:pPr algn="ctr"/>
              <a:r>
                <a:rPr lang="en-US" sz="600" b="1"/>
                <a:t>Disclaimers</a:t>
              </a:r>
            </a:p>
          </p:txBody>
        </p:sp>
        <p:sp>
          <p:nvSpPr>
            <p:cNvPr id="65" name="Rectangle 64">
              <a:extLst>
                <a:ext uri="{FF2B5EF4-FFF2-40B4-BE49-F238E27FC236}">
                  <a16:creationId xmlns:a16="http://schemas.microsoft.com/office/drawing/2014/main" id="{A268EC47-4888-C147-936E-C2DFB656768D}"/>
                </a:ext>
              </a:extLst>
            </p:cNvPr>
            <p:cNvSpPr/>
            <p:nvPr/>
          </p:nvSpPr>
          <p:spPr>
            <a:xfrm>
              <a:off x="9036213" y="3097908"/>
              <a:ext cx="957955" cy="246221"/>
            </a:xfrm>
            <a:prstGeom prst="rect">
              <a:avLst/>
            </a:prstGeom>
          </p:spPr>
          <p:txBody>
            <a:bodyPr wrap="none">
              <a:spAutoFit/>
            </a:bodyPr>
            <a:lstStyle/>
            <a:p>
              <a:pPr algn="ctr"/>
              <a:r>
                <a:rPr lang="en-US" sz="600" b="1"/>
                <a:t>Author’s email</a:t>
              </a:r>
            </a:p>
          </p:txBody>
        </p:sp>
        <p:sp>
          <p:nvSpPr>
            <p:cNvPr id="66" name="Rectangle 65">
              <a:extLst>
                <a:ext uri="{FF2B5EF4-FFF2-40B4-BE49-F238E27FC236}">
                  <a16:creationId xmlns:a16="http://schemas.microsoft.com/office/drawing/2014/main" id="{12AFD803-CD3C-B640-909F-2ABD27360115}"/>
                </a:ext>
              </a:extLst>
            </p:cNvPr>
            <p:cNvSpPr/>
            <p:nvPr/>
          </p:nvSpPr>
          <p:spPr>
            <a:xfrm>
              <a:off x="10481743" y="3097907"/>
              <a:ext cx="979328" cy="246221"/>
            </a:xfrm>
            <a:prstGeom prst="rect">
              <a:avLst/>
            </a:prstGeom>
          </p:spPr>
          <p:txBody>
            <a:bodyPr wrap="none">
              <a:spAutoFit/>
            </a:bodyPr>
            <a:lstStyle/>
            <a:p>
              <a:pPr algn="ctr"/>
              <a:r>
                <a:rPr lang="en-US" sz="600" b="1"/>
                <a:t>Date published</a:t>
              </a:r>
            </a:p>
          </p:txBody>
        </p:sp>
        <p:sp>
          <p:nvSpPr>
            <p:cNvPr id="67" name="Left Brace 66">
              <a:extLst>
                <a:ext uri="{FF2B5EF4-FFF2-40B4-BE49-F238E27FC236}">
                  <a16:creationId xmlns:a16="http://schemas.microsoft.com/office/drawing/2014/main" id="{D4EB443D-82BE-E344-B5A3-2F86AFEAC7AC}"/>
                </a:ext>
              </a:extLst>
            </p:cNvPr>
            <p:cNvSpPr/>
            <p:nvPr/>
          </p:nvSpPr>
          <p:spPr>
            <a:xfrm rot="5400000">
              <a:off x="7078513" y="2056655"/>
              <a:ext cx="137356" cy="2717711"/>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68" name="Left Brace 67">
              <a:extLst>
                <a:ext uri="{FF2B5EF4-FFF2-40B4-BE49-F238E27FC236}">
                  <a16:creationId xmlns:a16="http://schemas.microsoft.com/office/drawing/2014/main" id="{2B4BC0EB-F12B-7043-BF8F-40852B335856}"/>
                </a:ext>
              </a:extLst>
            </p:cNvPr>
            <p:cNvSpPr/>
            <p:nvPr/>
          </p:nvSpPr>
          <p:spPr>
            <a:xfrm rot="5400000">
              <a:off x="9442144" y="2447952"/>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84" name="Left Brace 83">
              <a:extLst>
                <a:ext uri="{FF2B5EF4-FFF2-40B4-BE49-F238E27FC236}">
                  <a16:creationId xmlns:a16="http://schemas.microsoft.com/office/drawing/2014/main" id="{F99E05C5-33FF-2C41-8C38-CD5A5ABAF438}"/>
                </a:ext>
              </a:extLst>
            </p:cNvPr>
            <p:cNvSpPr/>
            <p:nvPr userDrawn="1"/>
          </p:nvSpPr>
          <p:spPr>
            <a:xfrm rot="5400000">
              <a:off x="10898807" y="2963632"/>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6" name="Group 5">
            <a:extLst>
              <a:ext uri="{FF2B5EF4-FFF2-40B4-BE49-F238E27FC236}">
                <a16:creationId xmlns:a16="http://schemas.microsoft.com/office/drawing/2014/main" id="{2DC07A68-BCDB-2843-B8A2-AEB2604FB5C9}"/>
              </a:ext>
            </a:extLst>
          </p:cNvPr>
          <p:cNvGrpSpPr/>
          <p:nvPr userDrawn="1"/>
        </p:nvGrpSpPr>
        <p:grpSpPr>
          <a:xfrm>
            <a:off x="4341253" y="2917505"/>
            <a:ext cx="3099663" cy="436590"/>
            <a:chOff x="5788336" y="3923409"/>
            <a:chExt cx="4132883" cy="582119"/>
          </a:xfrm>
        </p:grpSpPr>
        <p:sp>
          <p:nvSpPr>
            <p:cNvPr id="39" name="Rectangle 38">
              <a:extLst>
                <a:ext uri="{FF2B5EF4-FFF2-40B4-BE49-F238E27FC236}">
                  <a16:creationId xmlns:a16="http://schemas.microsoft.com/office/drawing/2014/main" id="{2D253AE8-30D4-4225-8030-6894D59F21AC}"/>
                </a:ext>
              </a:extLst>
            </p:cNvPr>
            <p:cNvSpPr/>
            <p:nvPr/>
          </p:nvSpPr>
          <p:spPr>
            <a:xfrm>
              <a:off x="5826081" y="4343859"/>
              <a:ext cx="4095138" cy="161669"/>
            </a:xfrm>
            <a:prstGeom prst="rect">
              <a:avLst/>
            </a:prstGeom>
          </p:spPr>
          <p:txBody>
            <a:bodyPr wrap="none" lIns="0" tIns="0" rIns="0" bIns="0">
              <a:spAutoFit/>
            </a:bodyPr>
            <a:lstStyle/>
            <a:p>
              <a:r>
                <a:rPr lang="en-US" sz="788"/>
                <a:t>For research use | authoremail@thermofisher.com | 12-August-2020</a:t>
              </a:r>
            </a:p>
          </p:txBody>
        </p:sp>
        <p:sp>
          <p:nvSpPr>
            <p:cNvPr id="87" name="Rectangle 86">
              <a:extLst>
                <a:ext uri="{FF2B5EF4-FFF2-40B4-BE49-F238E27FC236}">
                  <a16:creationId xmlns:a16="http://schemas.microsoft.com/office/drawing/2014/main" id="{220D7651-D269-A54E-BCE1-39173FB1F79F}"/>
                </a:ext>
              </a:extLst>
            </p:cNvPr>
            <p:cNvSpPr/>
            <p:nvPr userDrawn="1"/>
          </p:nvSpPr>
          <p:spPr>
            <a:xfrm>
              <a:off x="5914319" y="3923412"/>
              <a:ext cx="825440" cy="246221"/>
            </a:xfrm>
            <a:prstGeom prst="rect">
              <a:avLst/>
            </a:prstGeom>
          </p:spPr>
          <p:txBody>
            <a:bodyPr wrap="none">
              <a:spAutoFit/>
            </a:bodyPr>
            <a:lstStyle/>
            <a:p>
              <a:pPr algn="ctr"/>
              <a:r>
                <a:rPr lang="en-US" sz="600" b="1"/>
                <a:t>Disclaimers</a:t>
              </a:r>
            </a:p>
          </p:txBody>
        </p:sp>
        <p:sp>
          <p:nvSpPr>
            <p:cNvPr id="88" name="Rectangle 87">
              <a:extLst>
                <a:ext uri="{FF2B5EF4-FFF2-40B4-BE49-F238E27FC236}">
                  <a16:creationId xmlns:a16="http://schemas.microsoft.com/office/drawing/2014/main" id="{20E99F6E-6B65-1E43-8606-EC8AA34E2356}"/>
                </a:ext>
              </a:extLst>
            </p:cNvPr>
            <p:cNvSpPr/>
            <p:nvPr userDrawn="1"/>
          </p:nvSpPr>
          <p:spPr>
            <a:xfrm>
              <a:off x="7393484" y="3923410"/>
              <a:ext cx="957954" cy="246221"/>
            </a:xfrm>
            <a:prstGeom prst="rect">
              <a:avLst/>
            </a:prstGeom>
          </p:spPr>
          <p:txBody>
            <a:bodyPr wrap="none">
              <a:spAutoFit/>
            </a:bodyPr>
            <a:lstStyle/>
            <a:p>
              <a:pPr algn="ctr"/>
              <a:r>
                <a:rPr lang="en-US" sz="600" b="1"/>
                <a:t>Author’s email</a:t>
              </a:r>
            </a:p>
          </p:txBody>
        </p:sp>
        <p:sp>
          <p:nvSpPr>
            <p:cNvPr id="89" name="Rectangle 88">
              <a:extLst>
                <a:ext uri="{FF2B5EF4-FFF2-40B4-BE49-F238E27FC236}">
                  <a16:creationId xmlns:a16="http://schemas.microsoft.com/office/drawing/2014/main" id="{11DDA901-77B4-C14D-A259-991F339BCE31}"/>
                </a:ext>
              </a:extLst>
            </p:cNvPr>
            <p:cNvSpPr/>
            <p:nvPr userDrawn="1"/>
          </p:nvSpPr>
          <p:spPr>
            <a:xfrm>
              <a:off x="8839013" y="3923409"/>
              <a:ext cx="979328" cy="246221"/>
            </a:xfrm>
            <a:prstGeom prst="rect">
              <a:avLst/>
            </a:prstGeom>
          </p:spPr>
          <p:txBody>
            <a:bodyPr wrap="none">
              <a:spAutoFit/>
            </a:bodyPr>
            <a:lstStyle/>
            <a:p>
              <a:pPr algn="ctr"/>
              <a:r>
                <a:rPr lang="en-US" sz="600" b="1"/>
                <a:t>Date published</a:t>
              </a:r>
            </a:p>
          </p:txBody>
        </p:sp>
        <p:sp>
          <p:nvSpPr>
            <p:cNvPr id="90" name="Left Brace 89">
              <a:extLst>
                <a:ext uri="{FF2B5EF4-FFF2-40B4-BE49-F238E27FC236}">
                  <a16:creationId xmlns:a16="http://schemas.microsoft.com/office/drawing/2014/main" id="{CF3AA15B-0D57-184C-A86A-FEB4A0B54E61}"/>
                </a:ext>
              </a:extLst>
            </p:cNvPr>
            <p:cNvSpPr/>
            <p:nvPr userDrawn="1"/>
          </p:nvSpPr>
          <p:spPr>
            <a:xfrm rot="5400000">
              <a:off x="6257148" y="3703523"/>
              <a:ext cx="137356" cy="1074980"/>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1" name="Left Brace 90">
              <a:extLst>
                <a:ext uri="{FF2B5EF4-FFF2-40B4-BE49-F238E27FC236}">
                  <a16:creationId xmlns:a16="http://schemas.microsoft.com/office/drawing/2014/main" id="{91627E8E-568F-1747-A212-4664A2213D18}"/>
                </a:ext>
              </a:extLst>
            </p:cNvPr>
            <p:cNvSpPr/>
            <p:nvPr userDrawn="1"/>
          </p:nvSpPr>
          <p:spPr>
            <a:xfrm rot="5400000">
              <a:off x="7799414" y="3273454"/>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2" name="Left Brace 91">
              <a:extLst>
                <a:ext uri="{FF2B5EF4-FFF2-40B4-BE49-F238E27FC236}">
                  <a16:creationId xmlns:a16="http://schemas.microsoft.com/office/drawing/2014/main" id="{B0909EE3-0761-E34E-81D3-9D5CC6CCA561}"/>
                </a:ext>
              </a:extLst>
            </p:cNvPr>
            <p:cNvSpPr/>
            <p:nvPr userDrawn="1"/>
          </p:nvSpPr>
          <p:spPr>
            <a:xfrm rot="5400000">
              <a:off x="9256077" y="3789134"/>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5" name="Group 4">
            <a:extLst>
              <a:ext uri="{FF2B5EF4-FFF2-40B4-BE49-F238E27FC236}">
                <a16:creationId xmlns:a16="http://schemas.microsoft.com/office/drawing/2014/main" id="{5547D4DB-A88D-5049-9C5B-32D0C1262519}"/>
              </a:ext>
            </a:extLst>
          </p:cNvPr>
          <p:cNvGrpSpPr/>
          <p:nvPr userDrawn="1"/>
        </p:nvGrpSpPr>
        <p:grpSpPr>
          <a:xfrm>
            <a:off x="4341252" y="3591103"/>
            <a:ext cx="3600595" cy="440863"/>
            <a:chOff x="5788336" y="4908696"/>
            <a:chExt cx="4800793" cy="587817"/>
          </a:xfrm>
        </p:grpSpPr>
        <p:sp>
          <p:nvSpPr>
            <p:cNvPr id="70" name="Rectangle 69">
              <a:extLst>
                <a:ext uri="{FF2B5EF4-FFF2-40B4-BE49-F238E27FC236}">
                  <a16:creationId xmlns:a16="http://schemas.microsoft.com/office/drawing/2014/main" id="{DA3765F3-2DE6-184B-9871-C97E4EA7B993}"/>
                </a:ext>
              </a:extLst>
            </p:cNvPr>
            <p:cNvSpPr/>
            <p:nvPr/>
          </p:nvSpPr>
          <p:spPr>
            <a:xfrm>
              <a:off x="5842103" y="5334844"/>
              <a:ext cx="4747026" cy="161669"/>
            </a:xfrm>
            <a:prstGeom prst="rect">
              <a:avLst/>
            </a:prstGeom>
          </p:spPr>
          <p:txBody>
            <a:bodyPr wrap="none" lIns="0" tIns="0" rIns="0" bIns="0">
              <a:spAutoFit/>
            </a:bodyPr>
            <a:lstStyle/>
            <a:p>
              <a:r>
                <a:rPr lang="en-US" sz="788"/>
                <a:t>Proprietary and Confidential | authoremail@thermofisher.com | 12-August-2020</a:t>
              </a:r>
            </a:p>
          </p:txBody>
        </p:sp>
        <p:sp>
          <p:nvSpPr>
            <p:cNvPr id="93" name="Rectangle 92">
              <a:extLst>
                <a:ext uri="{FF2B5EF4-FFF2-40B4-BE49-F238E27FC236}">
                  <a16:creationId xmlns:a16="http://schemas.microsoft.com/office/drawing/2014/main" id="{0662301A-4740-1E4A-99D4-4C7CDFD8B49B}"/>
                </a:ext>
              </a:extLst>
            </p:cNvPr>
            <p:cNvSpPr/>
            <p:nvPr userDrawn="1"/>
          </p:nvSpPr>
          <p:spPr>
            <a:xfrm>
              <a:off x="6174815" y="4908699"/>
              <a:ext cx="825440" cy="246221"/>
            </a:xfrm>
            <a:prstGeom prst="rect">
              <a:avLst/>
            </a:prstGeom>
          </p:spPr>
          <p:txBody>
            <a:bodyPr wrap="none">
              <a:spAutoFit/>
            </a:bodyPr>
            <a:lstStyle/>
            <a:p>
              <a:pPr algn="ctr"/>
              <a:r>
                <a:rPr lang="en-US" sz="600" b="1"/>
                <a:t>Disclaimers</a:t>
              </a:r>
            </a:p>
          </p:txBody>
        </p:sp>
        <p:sp>
          <p:nvSpPr>
            <p:cNvPr id="94" name="Rectangle 93">
              <a:extLst>
                <a:ext uri="{FF2B5EF4-FFF2-40B4-BE49-F238E27FC236}">
                  <a16:creationId xmlns:a16="http://schemas.microsoft.com/office/drawing/2014/main" id="{04C7B6C7-EC70-7D40-A4C5-05A267DCD6DA}"/>
                </a:ext>
              </a:extLst>
            </p:cNvPr>
            <p:cNvSpPr/>
            <p:nvPr userDrawn="1"/>
          </p:nvSpPr>
          <p:spPr>
            <a:xfrm>
              <a:off x="7925111" y="4908697"/>
              <a:ext cx="957955" cy="246221"/>
            </a:xfrm>
            <a:prstGeom prst="rect">
              <a:avLst/>
            </a:prstGeom>
          </p:spPr>
          <p:txBody>
            <a:bodyPr wrap="none">
              <a:spAutoFit/>
            </a:bodyPr>
            <a:lstStyle/>
            <a:p>
              <a:pPr algn="ctr"/>
              <a:r>
                <a:rPr lang="en-US" sz="600" b="1"/>
                <a:t>Author’s email</a:t>
              </a:r>
            </a:p>
          </p:txBody>
        </p:sp>
        <p:sp>
          <p:nvSpPr>
            <p:cNvPr id="95" name="Rectangle 94">
              <a:extLst>
                <a:ext uri="{FF2B5EF4-FFF2-40B4-BE49-F238E27FC236}">
                  <a16:creationId xmlns:a16="http://schemas.microsoft.com/office/drawing/2014/main" id="{DDFAB2D7-0A5B-724F-99BA-4E89383C2B34}"/>
                </a:ext>
              </a:extLst>
            </p:cNvPr>
            <p:cNvSpPr/>
            <p:nvPr userDrawn="1"/>
          </p:nvSpPr>
          <p:spPr>
            <a:xfrm>
              <a:off x="9370641" y="4908696"/>
              <a:ext cx="979328" cy="246221"/>
            </a:xfrm>
            <a:prstGeom prst="rect">
              <a:avLst/>
            </a:prstGeom>
          </p:spPr>
          <p:txBody>
            <a:bodyPr wrap="none">
              <a:spAutoFit/>
            </a:bodyPr>
            <a:lstStyle/>
            <a:p>
              <a:pPr algn="ctr"/>
              <a:r>
                <a:rPr lang="en-US" sz="600" b="1"/>
                <a:t>Date published</a:t>
              </a:r>
            </a:p>
          </p:txBody>
        </p:sp>
        <p:sp>
          <p:nvSpPr>
            <p:cNvPr id="96" name="Left Brace 95">
              <a:extLst>
                <a:ext uri="{FF2B5EF4-FFF2-40B4-BE49-F238E27FC236}">
                  <a16:creationId xmlns:a16="http://schemas.microsoft.com/office/drawing/2014/main" id="{544F13B6-76EE-CC4D-A7CA-B63CCE7DC774}"/>
                </a:ext>
              </a:extLst>
            </p:cNvPr>
            <p:cNvSpPr/>
            <p:nvPr userDrawn="1"/>
          </p:nvSpPr>
          <p:spPr>
            <a:xfrm rot="5400000">
              <a:off x="6520304" y="4425654"/>
              <a:ext cx="137356" cy="1601292"/>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7" name="Left Brace 96">
              <a:extLst>
                <a:ext uri="{FF2B5EF4-FFF2-40B4-BE49-F238E27FC236}">
                  <a16:creationId xmlns:a16="http://schemas.microsoft.com/office/drawing/2014/main" id="{CE8E6BC8-A00E-F748-BAB1-06B8485A72AA}"/>
                </a:ext>
              </a:extLst>
            </p:cNvPr>
            <p:cNvSpPr/>
            <p:nvPr userDrawn="1"/>
          </p:nvSpPr>
          <p:spPr>
            <a:xfrm rot="5400000">
              <a:off x="8331042" y="4258741"/>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8" name="Left Brace 97">
              <a:extLst>
                <a:ext uri="{FF2B5EF4-FFF2-40B4-BE49-F238E27FC236}">
                  <a16:creationId xmlns:a16="http://schemas.microsoft.com/office/drawing/2014/main" id="{889E3AE0-344F-1641-902E-B7F3805E81B1}"/>
                </a:ext>
              </a:extLst>
            </p:cNvPr>
            <p:cNvSpPr/>
            <p:nvPr userDrawn="1"/>
          </p:nvSpPr>
          <p:spPr>
            <a:xfrm rot="5400000">
              <a:off x="9787705" y="4774421"/>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4" name="Group 3">
            <a:extLst>
              <a:ext uri="{FF2B5EF4-FFF2-40B4-BE49-F238E27FC236}">
                <a16:creationId xmlns:a16="http://schemas.microsoft.com/office/drawing/2014/main" id="{E9C94B1B-22EB-0F46-8139-CF807DB87CC2}"/>
              </a:ext>
            </a:extLst>
          </p:cNvPr>
          <p:cNvGrpSpPr/>
          <p:nvPr userDrawn="1"/>
        </p:nvGrpSpPr>
        <p:grpSpPr>
          <a:xfrm>
            <a:off x="4341251" y="4268974"/>
            <a:ext cx="2249014" cy="443440"/>
            <a:chOff x="5826081" y="5638800"/>
            <a:chExt cx="2998685" cy="591253"/>
          </a:xfrm>
        </p:grpSpPr>
        <p:sp>
          <p:nvSpPr>
            <p:cNvPr id="58" name="Rectangle 57">
              <a:extLst>
                <a:ext uri="{FF2B5EF4-FFF2-40B4-BE49-F238E27FC236}">
                  <a16:creationId xmlns:a16="http://schemas.microsoft.com/office/drawing/2014/main" id="{46FD419A-E86C-1745-9E7B-C8DF02B5FD90}"/>
                </a:ext>
              </a:extLst>
            </p:cNvPr>
            <p:cNvSpPr/>
            <p:nvPr/>
          </p:nvSpPr>
          <p:spPr>
            <a:xfrm>
              <a:off x="5826081" y="6068384"/>
              <a:ext cx="2998685" cy="161669"/>
            </a:xfrm>
            <a:prstGeom prst="rect">
              <a:avLst/>
            </a:prstGeom>
          </p:spPr>
          <p:txBody>
            <a:bodyPr wrap="none" lIns="0" tIns="0" rIns="0" bIns="0">
              <a:spAutoFit/>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788"/>
                <a:t> authoremail@thermofisher.com | 12-August-2020</a:t>
              </a:r>
            </a:p>
          </p:txBody>
        </p:sp>
        <p:sp>
          <p:nvSpPr>
            <p:cNvPr id="99" name="Rectangle 98">
              <a:extLst>
                <a:ext uri="{FF2B5EF4-FFF2-40B4-BE49-F238E27FC236}">
                  <a16:creationId xmlns:a16="http://schemas.microsoft.com/office/drawing/2014/main" id="{D4600AD8-6C66-E84E-AD96-C01F836DD7B4}"/>
                </a:ext>
              </a:extLst>
            </p:cNvPr>
            <p:cNvSpPr/>
            <p:nvPr userDrawn="1"/>
          </p:nvSpPr>
          <p:spPr>
            <a:xfrm>
              <a:off x="6319596" y="5638801"/>
              <a:ext cx="957955" cy="246221"/>
            </a:xfrm>
            <a:prstGeom prst="rect">
              <a:avLst/>
            </a:prstGeom>
          </p:spPr>
          <p:txBody>
            <a:bodyPr wrap="none">
              <a:spAutoFit/>
            </a:bodyPr>
            <a:lstStyle/>
            <a:p>
              <a:pPr algn="ctr"/>
              <a:r>
                <a:rPr lang="en-US" sz="600" b="1"/>
                <a:t>Author’s email</a:t>
              </a:r>
            </a:p>
          </p:txBody>
        </p:sp>
        <p:sp>
          <p:nvSpPr>
            <p:cNvPr id="100" name="Rectangle 99">
              <a:extLst>
                <a:ext uri="{FF2B5EF4-FFF2-40B4-BE49-F238E27FC236}">
                  <a16:creationId xmlns:a16="http://schemas.microsoft.com/office/drawing/2014/main" id="{6D59122D-D94B-A440-B8CF-8558F9A1E3D1}"/>
                </a:ext>
              </a:extLst>
            </p:cNvPr>
            <p:cNvSpPr/>
            <p:nvPr userDrawn="1"/>
          </p:nvSpPr>
          <p:spPr>
            <a:xfrm>
              <a:off x="7765125" y="5638800"/>
              <a:ext cx="979328" cy="246221"/>
            </a:xfrm>
            <a:prstGeom prst="rect">
              <a:avLst/>
            </a:prstGeom>
          </p:spPr>
          <p:txBody>
            <a:bodyPr wrap="none">
              <a:spAutoFit/>
            </a:bodyPr>
            <a:lstStyle/>
            <a:p>
              <a:pPr algn="ctr"/>
              <a:r>
                <a:rPr lang="en-US" sz="600" b="1"/>
                <a:t>Date published</a:t>
              </a:r>
            </a:p>
          </p:txBody>
        </p:sp>
        <p:sp>
          <p:nvSpPr>
            <p:cNvPr id="101" name="Left Brace 100">
              <a:extLst>
                <a:ext uri="{FF2B5EF4-FFF2-40B4-BE49-F238E27FC236}">
                  <a16:creationId xmlns:a16="http://schemas.microsoft.com/office/drawing/2014/main" id="{AEE82C77-552E-364A-81F1-E9B9FCA2D6FD}"/>
                </a:ext>
              </a:extLst>
            </p:cNvPr>
            <p:cNvSpPr/>
            <p:nvPr userDrawn="1"/>
          </p:nvSpPr>
          <p:spPr>
            <a:xfrm rot="5400000">
              <a:off x="6725526" y="4988845"/>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02" name="Left Brace 101">
              <a:extLst>
                <a:ext uri="{FF2B5EF4-FFF2-40B4-BE49-F238E27FC236}">
                  <a16:creationId xmlns:a16="http://schemas.microsoft.com/office/drawing/2014/main" id="{10100607-49A2-2D47-BA45-46A4B8279F34}"/>
                </a:ext>
              </a:extLst>
            </p:cNvPr>
            <p:cNvSpPr/>
            <p:nvPr userDrawn="1"/>
          </p:nvSpPr>
          <p:spPr>
            <a:xfrm rot="5400000">
              <a:off x="8182189" y="5504525"/>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spTree>
    <p:extLst>
      <p:ext uri="{BB962C8B-B14F-4D97-AF65-F5344CB8AC3E}">
        <p14:creationId xmlns:p14="http://schemas.microsoft.com/office/powerpoint/2010/main" val="1084515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1">
    <p:bg>
      <p:bgPr>
        <a:gradFill>
          <a:gsLst>
            <a:gs pos="0">
              <a:schemeClr val="bg1"/>
            </a:gs>
            <a:gs pos="41000">
              <a:schemeClr val="bg1"/>
            </a:gs>
            <a:gs pos="63000">
              <a:schemeClr val="bg2"/>
            </a:gs>
          </a:gsLst>
          <a:lin ang="1080000" scaled="0"/>
        </a:gra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77DF418-A9B4-B748-8DE9-21DBD7EA37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177" r="2177"/>
          <a:stretch>
            <a:fillRect/>
          </a:stretch>
        </p:blipFill>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p:spPr>
      </p:pic>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29" name="Group 28">
            <a:extLst>
              <a:ext uri="{FF2B5EF4-FFF2-40B4-BE49-F238E27FC236}">
                <a16:creationId xmlns:a16="http://schemas.microsoft.com/office/drawing/2014/main" id="{C22F9FBA-8765-F543-9501-7F99893993AB}"/>
              </a:ext>
            </a:extLst>
          </p:cNvPr>
          <p:cNvGrpSpPr/>
          <p:nvPr userDrawn="1"/>
        </p:nvGrpSpPr>
        <p:grpSpPr>
          <a:xfrm>
            <a:off x="212395" y="4477943"/>
            <a:ext cx="3789902" cy="330925"/>
            <a:chOff x="5155556" y="6168462"/>
            <a:chExt cx="5053203" cy="441233"/>
          </a:xfrm>
        </p:grpSpPr>
        <p:sp>
          <p:nvSpPr>
            <p:cNvPr id="30" name="TextBox 29">
              <a:extLst>
                <a:ext uri="{FF2B5EF4-FFF2-40B4-BE49-F238E27FC236}">
                  <a16:creationId xmlns:a16="http://schemas.microsoft.com/office/drawing/2014/main" id="{AA7B3D6A-876F-BF4D-9180-BC91EE9697B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1" name="Parallelogram 30">
              <a:extLst>
                <a:ext uri="{FF2B5EF4-FFF2-40B4-BE49-F238E27FC236}">
                  <a16:creationId xmlns:a16="http://schemas.microsoft.com/office/drawing/2014/main" id="{05D00626-6EB1-244B-9ADB-13C2AE5E1907}"/>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2" name="Footer Placeholder 1">
            <a:extLst>
              <a:ext uri="{FF2B5EF4-FFF2-40B4-BE49-F238E27FC236}">
                <a16:creationId xmlns:a16="http://schemas.microsoft.com/office/drawing/2014/main" id="{BA129332-E471-D44D-8711-996E85A9EE2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3" name="Slide Number Placeholder 2">
            <a:extLst>
              <a:ext uri="{FF2B5EF4-FFF2-40B4-BE49-F238E27FC236}">
                <a16:creationId xmlns:a16="http://schemas.microsoft.com/office/drawing/2014/main" id="{B4F77913-5D2C-C141-AB22-388096EB8230}"/>
              </a:ext>
            </a:extLst>
          </p:cNvPr>
          <p:cNvSpPr>
            <a:spLocks noGrp="1"/>
          </p:cNvSpPr>
          <p:nvPr>
            <p:ph type="sldNum" sz="quarter" idx="12"/>
          </p:nvPr>
        </p:nvSpPr>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8209BE38-5C75-4E48-AACA-BEDC106131D5}"/>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6" name="Title 16">
            <a:extLst>
              <a:ext uri="{FF2B5EF4-FFF2-40B4-BE49-F238E27FC236}">
                <a16:creationId xmlns:a16="http://schemas.microsoft.com/office/drawing/2014/main" id="{B2B8D3D1-6FA6-C04D-951C-FD0E7458C808}"/>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21" name="Text Placeholder 15">
            <a:extLst>
              <a:ext uri="{FF2B5EF4-FFF2-40B4-BE49-F238E27FC236}">
                <a16:creationId xmlns:a16="http://schemas.microsoft.com/office/drawing/2014/main" id="{046B4CC3-134E-7548-B9F5-FA5784CFD5AE}"/>
              </a:ext>
            </a:extLst>
          </p:cNvPr>
          <p:cNvSpPr>
            <a:spLocks noGrp="1"/>
          </p:cNvSpPr>
          <p:nvPr>
            <p:ph type="body" sz="quarter" idx="14" hasCustomPrompt="1"/>
          </p:nvPr>
        </p:nvSpPr>
        <p:spPr>
          <a:xfrm>
            <a:off x="228601" y="3191876"/>
            <a:ext cx="43433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2983326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2">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7D997E8D-54A7-034E-BB18-43BE9D8B72AF}"/>
              </a:ext>
            </a:extLst>
          </p:cNvPr>
          <p:cNvGrpSpPr/>
          <p:nvPr userDrawn="1"/>
        </p:nvGrpSpPr>
        <p:grpSpPr>
          <a:xfrm>
            <a:off x="7511971" y="18423"/>
            <a:ext cx="1632029" cy="5125077"/>
            <a:chOff x="10024536" y="24564"/>
            <a:chExt cx="2176039" cy="6833436"/>
          </a:xfrm>
        </p:grpSpPr>
        <p:sp>
          <p:nvSpPr>
            <p:cNvPr id="25" name="Freeform 24">
              <a:extLst>
                <a:ext uri="{FF2B5EF4-FFF2-40B4-BE49-F238E27FC236}">
                  <a16:creationId xmlns:a16="http://schemas.microsoft.com/office/drawing/2014/main" id="{72CE4260-6521-4748-93CA-26778BA70D03}"/>
                </a:ext>
              </a:extLst>
            </p:cNvPr>
            <p:cNvSpPr/>
            <p:nvPr userDrawn="1"/>
          </p:nvSpPr>
          <p:spPr bwMode="auto">
            <a:xfrm>
              <a:off x="10024536" y="24564"/>
              <a:ext cx="2176039" cy="6833436"/>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lumMod val="75000"/>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sp>
          <p:nvSpPr>
            <p:cNvPr id="26" name="Freeform 25">
              <a:extLst>
                <a:ext uri="{FF2B5EF4-FFF2-40B4-BE49-F238E27FC236}">
                  <a16:creationId xmlns:a16="http://schemas.microsoft.com/office/drawing/2014/main" id="{312BDDE4-0CBA-1748-A49D-A2A5F2CE8891}"/>
                </a:ext>
              </a:extLst>
            </p:cNvPr>
            <p:cNvSpPr/>
            <p:nvPr userDrawn="1"/>
          </p:nvSpPr>
          <p:spPr bwMode="auto">
            <a:xfrm>
              <a:off x="10805603" y="2477356"/>
              <a:ext cx="1394972" cy="4380644"/>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lang="en-US" sz="1350">
                <a:latin typeface="Arial" pitchFamily="124" charset="0"/>
              </a:endParaRPr>
            </a:p>
          </p:txBody>
        </p:sp>
      </p:grpSp>
      <p:grpSp>
        <p:nvGrpSpPr>
          <p:cNvPr id="27" name="Group 26">
            <a:extLst>
              <a:ext uri="{FF2B5EF4-FFF2-40B4-BE49-F238E27FC236}">
                <a16:creationId xmlns:a16="http://schemas.microsoft.com/office/drawing/2014/main" id="{50A6D8E5-0F1B-4F46-A75F-B4236465A272}"/>
              </a:ext>
            </a:extLst>
          </p:cNvPr>
          <p:cNvGrpSpPr/>
          <p:nvPr userDrawn="1"/>
        </p:nvGrpSpPr>
        <p:grpSpPr>
          <a:xfrm>
            <a:off x="7246695" y="614088"/>
            <a:ext cx="1897305" cy="4529412"/>
            <a:chOff x="9662260" y="818784"/>
            <a:chExt cx="2529740" cy="6039216"/>
          </a:xfrm>
        </p:grpSpPr>
        <p:pic>
          <p:nvPicPr>
            <p:cNvPr id="28" name="Picture 27">
              <a:extLst>
                <a:ext uri="{FF2B5EF4-FFF2-40B4-BE49-F238E27FC236}">
                  <a16:creationId xmlns:a16="http://schemas.microsoft.com/office/drawing/2014/main" id="{F29E788A-C660-B84C-99A5-D234AA4138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29" name="Picture 28">
              <a:extLst>
                <a:ext uri="{FF2B5EF4-FFF2-40B4-BE49-F238E27FC236}">
                  <a16:creationId xmlns:a16="http://schemas.microsoft.com/office/drawing/2014/main" id="{DFD590AF-386B-9048-ABEA-59B6BE9DA72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30" name="Picture 29">
              <a:extLst>
                <a:ext uri="{FF2B5EF4-FFF2-40B4-BE49-F238E27FC236}">
                  <a16:creationId xmlns:a16="http://schemas.microsoft.com/office/drawing/2014/main" id="{E2756107-63E2-5F45-8CC3-D5261B2411F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31" name="Picture 30">
              <a:extLst>
                <a:ext uri="{FF2B5EF4-FFF2-40B4-BE49-F238E27FC236}">
                  <a16:creationId xmlns:a16="http://schemas.microsoft.com/office/drawing/2014/main" id="{0BBAF86D-A33D-1F45-96FF-45390C30D2F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32" name="Picture 31">
              <a:extLst>
                <a:ext uri="{FF2B5EF4-FFF2-40B4-BE49-F238E27FC236}">
                  <a16:creationId xmlns:a16="http://schemas.microsoft.com/office/drawing/2014/main" id="{48104F42-09E4-4B40-858C-D0F13E205AD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33" name="Picture 32">
              <a:extLst>
                <a:ext uri="{FF2B5EF4-FFF2-40B4-BE49-F238E27FC236}">
                  <a16:creationId xmlns:a16="http://schemas.microsoft.com/office/drawing/2014/main" id="{02EBF489-D968-EB46-B15F-78B5BB5FD92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38854"/>
            <a:stretch/>
          </p:blipFill>
          <p:spPr>
            <a:xfrm>
              <a:off x="10588564" y="818784"/>
              <a:ext cx="1603435" cy="1703758"/>
            </a:xfrm>
            <a:prstGeom prst="rect">
              <a:avLst/>
            </a:prstGeom>
          </p:spPr>
        </p:pic>
      </p:grpSp>
      <p:grpSp>
        <p:nvGrpSpPr>
          <p:cNvPr id="21" name="Group 20">
            <a:extLst>
              <a:ext uri="{FF2B5EF4-FFF2-40B4-BE49-F238E27FC236}">
                <a16:creationId xmlns:a16="http://schemas.microsoft.com/office/drawing/2014/main" id="{529B2BDF-CCF7-1348-A3D5-D71BE6DC81B3}"/>
              </a:ext>
            </a:extLst>
          </p:cNvPr>
          <p:cNvGrpSpPr/>
          <p:nvPr userDrawn="1"/>
        </p:nvGrpSpPr>
        <p:grpSpPr>
          <a:xfrm>
            <a:off x="228600" y="0"/>
            <a:ext cx="1820761" cy="783701"/>
            <a:chOff x="0" y="0"/>
            <a:chExt cx="2447693" cy="1053548"/>
          </a:xfrm>
        </p:grpSpPr>
        <p:sp>
          <p:nvSpPr>
            <p:cNvPr id="22" name="Parallelogram 21">
              <a:extLst>
                <a:ext uri="{FF2B5EF4-FFF2-40B4-BE49-F238E27FC236}">
                  <a16:creationId xmlns:a16="http://schemas.microsoft.com/office/drawing/2014/main" id="{5AC29362-88F4-1D4E-981B-656DAC0CCDA0}"/>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23" name="Picture 22">
              <a:extLst>
                <a:ext uri="{FF2B5EF4-FFF2-40B4-BE49-F238E27FC236}">
                  <a16:creationId xmlns:a16="http://schemas.microsoft.com/office/drawing/2014/main" id="{3FDEE4BE-E092-CA4F-AF35-8DF125AB2591}"/>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34" name="Group 33">
            <a:extLst>
              <a:ext uri="{FF2B5EF4-FFF2-40B4-BE49-F238E27FC236}">
                <a16:creationId xmlns:a16="http://schemas.microsoft.com/office/drawing/2014/main" id="{229B0B5C-E093-DA4B-806C-77D92FB04B00}"/>
              </a:ext>
            </a:extLst>
          </p:cNvPr>
          <p:cNvGrpSpPr/>
          <p:nvPr userDrawn="1"/>
        </p:nvGrpSpPr>
        <p:grpSpPr>
          <a:xfrm>
            <a:off x="212395" y="4477943"/>
            <a:ext cx="3789902" cy="330925"/>
            <a:chOff x="5155556" y="6168462"/>
            <a:chExt cx="5053203" cy="441233"/>
          </a:xfrm>
        </p:grpSpPr>
        <p:sp>
          <p:nvSpPr>
            <p:cNvPr id="35" name="TextBox 34">
              <a:extLst>
                <a:ext uri="{FF2B5EF4-FFF2-40B4-BE49-F238E27FC236}">
                  <a16:creationId xmlns:a16="http://schemas.microsoft.com/office/drawing/2014/main" id="{8E3D34E8-07DE-DB49-893D-0283BBF248E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6" name="Parallelogram 35">
              <a:extLst>
                <a:ext uri="{FF2B5EF4-FFF2-40B4-BE49-F238E27FC236}">
                  <a16:creationId xmlns:a16="http://schemas.microsoft.com/office/drawing/2014/main" id="{BC757F20-58AC-5B4E-ACFF-20D22B6D507B}"/>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45" name="Footer Placeholder 1">
            <a:extLst>
              <a:ext uri="{FF2B5EF4-FFF2-40B4-BE49-F238E27FC236}">
                <a16:creationId xmlns:a16="http://schemas.microsoft.com/office/drawing/2014/main" id="{F96EC45B-102C-174F-9F23-FF784CDB7AB8}"/>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46" name="Slide Number Placeholder 2">
            <a:extLst>
              <a:ext uri="{FF2B5EF4-FFF2-40B4-BE49-F238E27FC236}">
                <a16:creationId xmlns:a16="http://schemas.microsoft.com/office/drawing/2014/main" id="{8D006509-7DB4-6541-835F-3B6972AE0860}"/>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37" name="Text Placeholder 15">
            <a:extLst>
              <a:ext uri="{FF2B5EF4-FFF2-40B4-BE49-F238E27FC236}">
                <a16:creationId xmlns:a16="http://schemas.microsoft.com/office/drawing/2014/main" id="{108EBC16-514C-7740-843A-F5174EAA96DC}"/>
              </a:ext>
            </a:extLst>
          </p:cNvPr>
          <p:cNvSpPr>
            <a:spLocks noGrp="1"/>
          </p:cNvSpPr>
          <p:nvPr>
            <p:ph type="body" sz="quarter" idx="10" hasCustomPrompt="1"/>
          </p:nvPr>
        </p:nvSpPr>
        <p:spPr>
          <a:xfrm>
            <a:off x="228601" y="2927922"/>
            <a:ext cx="57149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38" name="Title 16">
            <a:extLst>
              <a:ext uri="{FF2B5EF4-FFF2-40B4-BE49-F238E27FC236}">
                <a16:creationId xmlns:a16="http://schemas.microsoft.com/office/drawing/2014/main" id="{124A4A7F-4904-4645-AEF7-28AEBD45D1C3}"/>
              </a:ext>
            </a:extLst>
          </p:cNvPr>
          <p:cNvSpPr>
            <a:spLocks noGrp="1"/>
          </p:cNvSpPr>
          <p:nvPr>
            <p:ph type="title" hasCustomPrompt="1"/>
          </p:nvPr>
        </p:nvSpPr>
        <p:spPr>
          <a:xfrm>
            <a:off x="228601" y="1294575"/>
            <a:ext cx="57149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39" name="Text Placeholder 15">
            <a:extLst>
              <a:ext uri="{FF2B5EF4-FFF2-40B4-BE49-F238E27FC236}">
                <a16:creationId xmlns:a16="http://schemas.microsoft.com/office/drawing/2014/main" id="{0DF0839E-0C0A-8E4B-9B47-CC686D239594}"/>
              </a:ext>
            </a:extLst>
          </p:cNvPr>
          <p:cNvSpPr>
            <a:spLocks noGrp="1"/>
          </p:cNvSpPr>
          <p:nvPr>
            <p:ph type="body" sz="quarter" idx="14" hasCustomPrompt="1"/>
          </p:nvPr>
        </p:nvSpPr>
        <p:spPr>
          <a:xfrm>
            <a:off x="228601" y="3191876"/>
            <a:ext cx="57149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4023333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ustom title slide">
    <p:bg>
      <p:bgPr>
        <a:gradFill>
          <a:gsLst>
            <a:gs pos="0">
              <a:schemeClr val="bg1"/>
            </a:gs>
            <a:gs pos="45000">
              <a:schemeClr val="bg1"/>
            </a:gs>
            <a:gs pos="66000">
              <a:schemeClr val="bg2"/>
            </a:gs>
          </a:gsLst>
          <a:lin ang="108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DF2EB01-DB3A-564C-8485-CADA3C9CF3AF}"/>
              </a:ext>
            </a:extLst>
          </p:cNvPr>
          <p:cNvSpPr>
            <a:spLocks noGrp="1"/>
          </p:cNvSpPr>
          <p:nvPr>
            <p:ph type="pic" sz="quarter" idx="11" hasCustomPrompt="1"/>
          </p:nvPr>
        </p:nvSpPr>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11" name="Group 10">
            <a:extLst>
              <a:ext uri="{FF2B5EF4-FFF2-40B4-BE49-F238E27FC236}">
                <a16:creationId xmlns:a16="http://schemas.microsoft.com/office/drawing/2014/main" id="{BD8A84AE-AF33-DF45-94CF-C3F25C5B3C5F}"/>
              </a:ext>
            </a:extLst>
          </p:cNvPr>
          <p:cNvGrpSpPr/>
          <p:nvPr userDrawn="1"/>
        </p:nvGrpSpPr>
        <p:grpSpPr>
          <a:xfrm>
            <a:off x="212395" y="4477943"/>
            <a:ext cx="3789902" cy="330925"/>
            <a:chOff x="5155556" y="6168462"/>
            <a:chExt cx="5053203" cy="441233"/>
          </a:xfrm>
        </p:grpSpPr>
        <p:sp>
          <p:nvSpPr>
            <p:cNvPr id="12" name="TextBox 11">
              <a:extLst>
                <a:ext uri="{FF2B5EF4-FFF2-40B4-BE49-F238E27FC236}">
                  <a16:creationId xmlns:a16="http://schemas.microsoft.com/office/drawing/2014/main" id="{5DF5D896-302C-C647-8B84-3EA145C1337B}"/>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13" name="Parallelogram 12">
              <a:extLst>
                <a:ext uri="{FF2B5EF4-FFF2-40B4-BE49-F238E27FC236}">
                  <a16:creationId xmlns:a16="http://schemas.microsoft.com/office/drawing/2014/main" id="{9BC00B89-C038-314A-AC65-15CF9FEFA67A}"/>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17" name="Text Placeholder 15">
            <a:extLst>
              <a:ext uri="{FF2B5EF4-FFF2-40B4-BE49-F238E27FC236}">
                <a16:creationId xmlns:a16="http://schemas.microsoft.com/office/drawing/2014/main" id="{066B560F-B405-E64F-9BDF-0CBAACB3D079}"/>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8" name="Title 16">
            <a:extLst>
              <a:ext uri="{FF2B5EF4-FFF2-40B4-BE49-F238E27FC236}">
                <a16:creationId xmlns:a16="http://schemas.microsoft.com/office/drawing/2014/main" id="{98A0AF47-0118-3245-A388-D5866C77A994}"/>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90000"/>
              </a:lnSpc>
              <a:defRPr sz="2100" b="1">
                <a:solidFill>
                  <a:schemeClr val="tx1"/>
                </a:solidFill>
              </a:defRPr>
            </a:lvl1pPr>
          </a:lstStyle>
          <a:p>
            <a:r>
              <a:rPr lang="en-US"/>
              <a:t>Title [28pt Arial Bold] </a:t>
            </a:r>
          </a:p>
        </p:txBody>
      </p:sp>
      <p:sp>
        <p:nvSpPr>
          <p:cNvPr id="21" name="Footer Placeholder 1">
            <a:extLst>
              <a:ext uri="{FF2B5EF4-FFF2-40B4-BE49-F238E27FC236}">
                <a16:creationId xmlns:a16="http://schemas.microsoft.com/office/drawing/2014/main" id="{0417725A-1D63-8B41-B75E-4A7C276235C4}"/>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22" name="Slide Number Placeholder 2">
            <a:extLst>
              <a:ext uri="{FF2B5EF4-FFF2-40B4-BE49-F238E27FC236}">
                <a16:creationId xmlns:a16="http://schemas.microsoft.com/office/drawing/2014/main" id="{2EFD93CC-9AAB-B446-8966-4FFCA1CA2633}"/>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DA6AB682-877D-F244-8431-46BA64252685}"/>
              </a:ext>
            </a:extLst>
          </p:cNvPr>
          <p:cNvSpPr>
            <a:spLocks noGrp="1"/>
          </p:cNvSpPr>
          <p:nvPr>
            <p:ph type="body" sz="quarter" idx="14" hasCustomPrompt="1"/>
          </p:nvPr>
        </p:nvSpPr>
        <p:spPr>
          <a:xfrm>
            <a:off x="228601" y="3191876"/>
            <a:ext cx="4343400"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3773343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AE08B2E-D136-8942-AB0C-32CBAFB45A4D}"/>
              </a:ext>
            </a:extLst>
          </p:cNvPr>
          <p:cNvSpPr>
            <a:spLocks noGrp="1"/>
          </p:cNvSpPr>
          <p:nvPr>
            <p:ph type="pic" sz="quarter" idx="11" hasCustomPrompt="1"/>
          </p:nvPr>
        </p:nvSpPr>
        <p:spPr>
          <a:xfrm>
            <a:off x="4170345" y="-1"/>
            <a:ext cx="4973656" cy="5143500"/>
          </a:xfrm>
          <a:custGeom>
            <a:avLst/>
            <a:gdLst>
              <a:gd name="connsiteX0" fmla="*/ 4761301 w 6631541"/>
              <a:gd name="connsiteY0" fmla="*/ 1 h 6858000"/>
              <a:gd name="connsiteX1" fmla="*/ 4761301 w 6631541"/>
              <a:gd name="connsiteY1" fmla="*/ 673805 h 6858000"/>
              <a:gd name="connsiteX2" fmla="*/ 6326740 w 6631541"/>
              <a:gd name="connsiteY2" fmla="*/ 673805 h 6858000"/>
              <a:gd name="connsiteX3" fmla="*/ 6326740 w 6631541"/>
              <a:gd name="connsiteY3" fmla="*/ 1 h 6858000"/>
              <a:gd name="connsiteX4" fmla="*/ 2183862 w 6631541"/>
              <a:gd name="connsiteY4" fmla="*/ 0 h 6858000"/>
              <a:gd name="connsiteX5" fmla="*/ 6631541 w 6631541"/>
              <a:gd name="connsiteY5" fmla="*/ 0 h 6858000"/>
              <a:gd name="connsiteX6" fmla="*/ 6631541 w 6631541"/>
              <a:gd name="connsiteY6" fmla="*/ 6858000 h 6858000"/>
              <a:gd name="connsiteX7" fmla="*/ 0 w 663154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31541" h="6858000">
                <a:moveTo>
                  <a:pt x="4761301" y="1"/>
                </a:moveTo>
                <a:lnTo>
                  <a:pt x="4761301" y="673805"/>
                </a:lnTo>
                <a:lnTo>
                  <a:pt x="6326740" y="673805"/>
                </a:lnTo>
                <a:lnTo>
                  <a:pt x="6326740" y="1"/>
                </a:lnTo>
                <a:close/>
                <a:moveTo>
                  <a:pt x="2183862" y="0"/>
                </a:moveTo>
                <a:lnTo>
                  <a:pt x="6631541" y="0"/>
                </a:lnTo>
                <a:lnTo>
                  <a:pt x="6631541"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sp>
        <p:nvSpPr>
          <p:cNvPr id="12" name="Slide Number Placeholder 11">
            <a:extLst>
              <a:ext uri="{FF2B5EF4-FFF2-40B4-BE49-F238E27FC236}">
                <a16:creationId xmlns:a16="http://schemas.microsoft.com/office/drawing/2014/main" id="{47161BDA-83E9-E143-BE27-DC11E94DC4B5}"/>
              </a:ext>
            </a:extLst>
          </p:cNvPr>
          <p:cNvSpPr>
            <a:spLocks noGrp="1"/>
          </p:cNvSpPr>
          <p:nvPr>
            <p:ph type="sldNum" sz="quarter" idx="10"/>
          </p:nvPr>
        </p:nvSpPr>
        <p:spPr/>
        <p:txBody>
          <a:bodyPr lIns="0" tIns="0" rIns="0" bIns="0"/>
          <a:lstStyle/>
          <a:p>
            <a:fld id="{89006F1E-66CD-4A4B-9370-B4A3080F0E6C}" type="slidenum">
              <a:rPr lang="en-US" smtClean="0"/>
              <a:pPr/>
              <a:t>‹#›</a:t>
            </a:fld>
            <a:endParaRPr lang="en-US"/>
          </a:p>
        </p:txBody>
      </p:sp>
      <p:sp>
        <p:nvSpPr>
          <p:cNvPr id="17" name="Title 16">
            <a:extLst>
              <a:ext uri="{FF2B5EF4-FFF2-40B4-BE49-F238E27FC236}">
                <a16:creationId xmlns:a16="http://schemas.microsoft.com/office/drawing/2014/main" id="{FB477BD4-B3C4-0245-87E7-210A11A609FB}"/>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A45E3DEE-D37C-1D48-B059-905D05A3A480}"/>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Content Placeholder 3">
            <a:extLst>
              <a:ext uri="{FF2B5EF4-FFF2-40B4-BE49-F238E27FC236}">
                <a16:creationId xmlns:a16="http://schemas.microsoft.com/office/drawing/2014/main" id="{E78B1B2E-3D55-0E40-BE78-DE19E0E78115}"/>
              </a:ext>
            </a:extLst>
          </p:cNvPr>
          <p:cNvSpPr>
            <a:spLocks noGrp="1"/>
          </p:cNvSpPr>
          <p:nvPr>
            <p:ph sz="quarter" idx="14"/>
          </p:nvPr>
        </p:nvSpPr>
        <p:spPr>
          <a:xfrm>
            <a:off x="228600" y="1085850"/>
            <a:ext cx="4343400" cy="3455966"/>
          </a:xfrm>
          <a:prstGeom prst="rect">
            <a:avLst/>
          </a:prstGeom>
        </p:spPr>
        <p:txBody>
          <a:bodyPr vert="horz" lIns="0" tIns="0" rIns="0" bIns="0" rtlCol="0" anchor="ctr" anchorCtr="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913AD51C-A540-614E-BCCA-04DD383D383F}"/>
              </a:ext>
            </a:extLst>
          </p:cNvPr>
          <p:cNvSpPr>
            <a:spLocks noGrp="1"/>
          </p:cNvSpPr>
          <p:nvPr>
            <p:ph type="body" sz="quarter" idx="15" hasCustomPrompt="1"/>
          </p:nvPr>
        </p:nvSpPr>
        <p:spPr>
          <a:xfrm>
            <a:off x="228598" y="4541817"/>
            <a:ext cx="394174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0" name="Text Placeholder 7">
            <a:extLst>
              <a:ext uri="{FF2B5EF4-FFF2-40B4-BE49-F238E27FC236}">
                <a16:creationId xmlns:a16="http://schemas.microsoft.com/office/drawing/2014/main" id="{C408A322-1049-7D40-BE0C-3E8E57A90330}"/>
              </a:ext>
            </a:extLst>
          </p:cNvPr>
          <p:cNvSpPr>
            <a:spLocks noGrp="1"/>
          </p:cNvSpPr>
          <p:nvPr>
            <p:ph type="body" sz="quarter" idx="16"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270651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No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D351-FB49-4649-BD51-7F2228F8A18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Text Placeholder 7">
            <a:extLst>
              <a:ext uri="{FF2B5EF4-FFF2-40B4-BE49-F238E27FC236}">
                <a16:creationId xmlns:a16="http://schemas.microsoft.com/office/drawing/2014/main" id="{AC6D37E8-5E1B-4025-9CB6-9AADD0B2F568}"/>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7" name="Text Placeholder 7">
            <a:extLst>
              <a:ext uri="{FF2B5EF4-FFF2-40B4-BE49-F238E27FC236}">
                <a16:creationId xmlns:a16="http://schemas.microsoft.com/office/drawing/2014/main" id="{C1053C4D-3245-41E9-BC79-2133D6EFE62D}"/>
              </a:ext>
            </a:extLst>
          </p:cNvPr>
          <p:cNvSpPr>
            <a:spLocks noGrp="1"/>
          </p:cNvSpPr>
          <p:nvPr>
            <p:ph type="body" sz="quarter" idx="12"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8" name="Slide Number Placeholder 11">
            <a:extLst>
              <a:ext uri="{FF2B5EF4-FFF2-40B4-BE49-F238E27FC236}">
                <a16:creationId xmlns:a16="http://schemas.microsoft.com/office/drawing/2014/main" id="{43FDEDB6-CE04-F84B-AAD3-991730DCA9C0}"/>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9" name="Footer Placeholder 1">
            <a:extLst>
              <a:ext uri="{FF2B5EF4-FFF2-40B4-BE49-F238E27FC236}">
                <a16:creationId xmlns:a16="http://schemas.microsoft.com/office/drawing/2014/main" id="{D91B50C1-7025-B243-9430-602CDE810AAB}"/>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Tree>
    <p:extLst>
      <p:ext uri="{BB962C8B-B14F-4D97-AF65-F5344CB8AC3E}">
        <p14:creationId xmlns:p14="http://schemas.microsoft.com/office/powerpoint/2010/main" val="243737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08" userDrawn="1">
          <p15:clr>
            <a:srgbClr val="FBAE40"/>
          </p15:clr>
        </p15:guide>
        <p15:guide id="3" pos="295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5" name="Slide Number Placeholder 11">
            <a:extLst>
              <a:ext uri="{FF2B5EF4-FFF2-40B4-BE49-F238E27FC236}">
                <a16:creationId xmlns:a16="http://schemas.microsoft.com/office/drawing/2014/main" id="{0D25D28A-A5EB-C240-A997-149159566C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EF39BEC2-E111-4A4B-836F-3D8401524587}"/>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2A4CF7CB-ACF9-2E40-8360-1F09EA0AC0AC}"/>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0" name="Text Placeholder 7">
            <a:extLst>
              <a:ext uri="{FF2B5EF4-FFF2-40B4-BE49-F238E27FC236}">
                <a16:creationId xmlns:a16="http://schemas.microsoft.com/office/drawing/2014/main" id="{EE5F834C-5A08-DA4E-82E7-AC5A7A2CC796}"/>
              </a:ext>
            </a:extLst>
          </p:cNvPr>
          <p:cNvSpPr>
            <a:spLocks noGrp="1"/>
          </p:cNvSpPr>
          <p:nvPr>
            <p:ph type="body" sz="quarter" idx="13"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7" name="Content Placeholder 6">
            <a:extLst>
              <a:ext uri="{FF2B5EF4-FFF2-40B4-BE49-F238E27FC236}">
                <a16:creationId xmlns:a16="http://schemas.microsoft.com/office/drawing/2014/main" id="{AFD7366D-1388-3D45-9C8A-11D05A5A4315}"/>
              </a:ext>
            </a:extLst>
          </p:cNvPr>
          <p:cNvSpPr>
            <a:spLocks noGrp="1"/>
          </p:cNvSpPr>
          <p:nvPr>
            <p:ph sz="quarter" idx="14"/>
          </p:nvPr>
        </p:nvSpPr>
        <p:spPr>
          <a:xfrm>
            <a:off x="225028" y="1085850"/>
            <a:ext cx="8690372" cy="34563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6909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6" name="Slide Number Placeholder 11">
            <a:extLst>
              <a:ext uri="{FF2B5EF4-FFF2-40B4-BE49-F238E27FC236}">
                <a16:creationId xmlns:a16="http://schemas.microsoft.com/office/drawing/2014/main" id="{CA35970F-C7C4-F346-8F9C-43C9A251063B}"/>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CE9EC605-3413-1E4D-96BF-ECCB56711FD5}"/>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FE813D60-49DC-CC4E-8912-23F1B67BB019}"/>
              </a:ext>
            </a:extLst>
          </p:cNvPr>
          <p:cNvSpPr>
            <a:spLocks noGrp="1"/>
          </p:cNvSpPr>
          <p:nvPr>
            <p:ph type="body" sz="quarter" idx="14"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2" name="Content Placeholder 3">
            <a:extLst>
              <a:ext uri="{FF2B5EF4-FFF2-40B4-BE49-F238E27FC236}">
                <a16:creationId xmlns:a16="http://schemas.microsoft.com/office/drawing/2014/main" id="{D38D7C33-9A72-7247-9B25-82BE39794E09}"/>
              </a:ext>
            </a:extLst>
          </p:cNvPr>
          <p:cNvSpPr>
            <a:spLocks noGrp="1"/>
          </p:cNvSpPr>
          <p:nvPr>
            <p:ph sz="quarter" idx="16"/>
          </p:nvPr>
        </p:nvSpPr>
        <p:spPr>
          <a:xfrm>
            <a:off x="228600" y="1085850"/>
            <a:ext cx="4229097" cy="3455966"/>
          </a:xfrm>
          <a:prstGeom prst="rect">
            <a:avLst/>
          </a:prstGeom>
        </p:spPr>
        <p:txBody>
          <a:bodyPr vert="horz" lIns="0" tIns="0" rIns="0" bIns="0" rtlCol="0">
            <a:noAutofit/>
          </a:bodyPr>
          <a:lstStyle>
            <a:lvl1pPr marL="257175" indent="-257175">
              <a:buFont typeface="Arial" panose="020B0604020202020204" pitchFamily="34" charset="0"/>
              <a:buChar cha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109D056-DC1B-0D4A-8CCD-D716570C884F}"/>
              </a:ext>
            </a:extLst>
          </p:cNvPr>
          <p:cNvSpPr>
            <a:spLocks noGrp="1"/>
          </p:cNvSpPr>
          <p:nvPr>
            <p:ph sz="quarter" idx="17"/>
          </p:nvPr>
        </p:nvSpPr>
        <p:spPr>
          <a:xfrm>
            <a:off x="4686299" y="1085850"/>
            <a:ext cx="4229099"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95884C43-267B-8949-85E3-D9171D3F9D1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2105470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1085850"/>
            <a:ext cx="2743202"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6290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with images">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9365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2634036"/>
            <a:ext cx="2743202"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1A45530-6C50-AD46-A233-590ADD356A0F}"/>
              </a:ext>
            </a:extLst>
          </p:cNvPr>
          <p:cNvSpPr>
            <a:spLocks noGrp="1"/>
          </p:cNvSpPr>
          <p:nvPr>
            <p:ph type="pic" sz="quarter" idx="22" hasCustomPrompt="1"/>
          </p:nvPr>
        </p:nvSpPr>
        <p:spPr>
          <a:xfrm>
            <a:off x="225169" y="1099804"/>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4" name="Picture Placeholder 3">
            <a:extLst>
              <a:ext uri="{FF2B5EF4-FFF2-40B4-BE49-F238E27FC236}">
                <a16:creationId xmlns:a16="http://schemas.microsoft.com/office/drawing/2014/main" id="{93FDE34D-91F9-6E47-BC02-8A5F8FCC0810}"/>
              </a:ext>
            </a:extLst>
          </p:cNvPr>
          <p:cNvSpPr>
            <a:spLocks noGrp="1"/>
          </p:cNvSpPr>
          <p:nvPr>
            <p:ph type="pic" sz="quarter" idx="23" hasCustomPrompt="1"/>
          </p:nvPr>
        </p:nvSpPr>
        <p:spPr>
          <a:xfrm>
            <a:off x="3196969" y="1094792"/>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5" name="Picture Placeholder 3">
            <a:extLst>
              <a:ext uri="{FF2B5EF4-FFF2-40B4-BE49-F238E27FC236}">
                <a16:creationId xmlns:a16="http://schemas.microsoft.com/office/drawing/2014/main" id="{918389EF-8958-AA48-B23D-A8082E0D8EAF}"/>
              </a:ext>
            </a:extLst>
          </p:cNvPr>
          <p:cNvSpPr>
            <a:spLocks noGrp="1"/>
          </p:cNvSpPr>
          <p:nvPr>
            <p:ph type="pic" sz="quarter" idx="24" hasCustomPrompt="1"/>
          </p:nvPr>
        </p:nvSpPr>
        <p:spPr>
          <a:xfrm>
            <a:off x="6170481" y="1099803"/>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grpSp>
        <p:nvGrpSpPr>
          <p:cNvPr id="16" name="Group 15">
            <a:extLst>
              <a:ext uri="{FF2B5EF4-FFF2-40B4-BE49-F238E27FC236}">
                <a16:creationId xmlns:a16="http://schemas.microsoft.com/office/drawing/2014/main" id="{954AA7D1-4A71-E04D-B394-33DE0DAB98E5}"/>
              </a:ext>
            </a:extLst>
          </p:cNvPr>
          <p:cNvGrpSpPr/>
          <p:nvPr userDrawn="1"/>
        </p:nvGrpSpPr>
        <p:grpSpPr>
          <a:xfrm>
            <a:off x="3086100" y="1105985"/>
            <a:ext cx="2976372" cy="3435830"/>
            <a:chOff x="4105421" y="1377388"/>
            <a:chExt cx="3964795" cy="2233914"/>
          </a:xfrm>
        </p:grpSpPr>
        <p:cxnSp>
          <p:nvCxnSpPr>
            <p:cNvPr id="20" name="Straight Connector 19">
              <a:extLst>
                <a:ext uri="{FF2B5EF4-FFF2-40B4-BE49-F238E27FC236}">
                  <a16:creationId xmlns:a16="http://schemas.microsoft.com/office/drawing/2014/main" id="{D653AB18-4CCB-094A-BBCE-63E28B9E9480}"/>
                </a:ext>
              </a:extLst>
            </p:cNvPr>
            <p:cNvCxnSpPr>
              <a:cxnSpLocks/>
            </p:cNvCxnSpPr>
            <p:nvPr/>
          </p:nvCxnSpPr>
          <p:spPr>
            <a:xfrm>
              <a:off x="4105421"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29B770-7DAA-DE43-8441-3B367C83F5D4}"/>
                </a:ext>
              </a:extLst>
            </p:cNvPr>
            <p:cNvCxnSpPr>
              <a:cxnSpLocks/>
            </p:cNvCxnSpPr>
            <p:nvPr/>
          </p:nvCxnSpPr>
          <p:spPr>
            <a:xfrm>
              <a:off x="8070216"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612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with full wid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58D3FC8-B671-4D4F-A345-B5E3B9CB827C}"/>
              </a:ext>
            </a:extLst>
          </p:cNvPr>
          <p:cNvSpPr>
            <a:spLocks noGrp="1"/>
          </p:cNvSpPr>
          <p:nvPr>
            <p:ph type="pic" sz="quarter" idx="13" hasCustomPrompt="1"/>
          </p:nvPr>
        </p:nvSpPr>
        <p:spPr>
          <a:xfrm>
            <a:off x="0" y="3062287"/>
            <a:ext cx="9143999" cy="2081213"/>
          </a:xfrm>
          <a:prstGeom prst="rect">
            <a:avLst/>
          </a:prstGeom>
          <a:pattFill prst="pct5">
            <a:fgClr>
              <a:schemeClr val="bg1"/>
            </a:fgClr>
            <a:bgClr>
              <a:schemeClr val="bg2"/>
            </a:bgClr>
          </a:pattFill>
        </p:spPr>
        <p:txBody>
          <a:bodyPr vert="horz" wrap="square" lIns="0" tIns="0" rIns="0" bIns="0" rtlCol="0" anchor="ctr">
            <a:noAutofit/>
          </a:bodyPr>
          <a:lstStyle>
            <a:lvl1pPr marL="0" marR="0" indent="0" algn="ctr" defTabSz="685800" rtl="0" eaLnBrk="1" fontAlgn="auto" latinLnBrk="0" hangingPunct="1">
              <a:lnSpc>
                <a:spcPct val="120000"/>
              </a:lnSpc>
              <a:spcBef>
                <a:spcPts val="450"/>
              </a:spcBef>
              <a:spcAft>
                <a:spcPts val="0"/>
              </a:spcAft>
              <a:buClrTx/>
              <a:buSzTx/>
              <a:buFontTx/>
              <a:buNone/>
              <a:tabLst/>
              <a:defRPr lang="en-US" sz="1050">
                <a:solidFill>
                  <a:schemeClr val="tx1"/>
                </a:solidFill>
              </a:defRPr>
            </a:lvl1pPr>
          </a:lstStyle>
          <a:p>
            <a:pPr marL="308610" marR="0" lvl="0" indent="-308610" algn="ctr" defTabSz="685800" rtl="0" eaLnBrk="1" fontAlgn="auto" latinLnBrk="0" hangingPunct="1">
              <a:lnSpc>
                <a:spcPct val="120000"/>
              </a:lnSpc>
              <a:spcBef>
                <a:spcPts val="450"/>
              </a:spcBef>
              <a:spcAft>
                <a:spcPts val="0"/>
              </a:spcAft>
              <a:buClrTx/>
              <a:buSzTx/>
              <a:buFontTx/>
              <a:buNone/>
              <a:tabLst/>
              <a:defRPr/>
            </a:pPr>
            <a:r>
              <a:rPr lang="en-US"/>
              <a:t>Add photo</a:t>
            </a:r>
          </a:p>
        </p:txBody>
      </p:sp>
      <p:sp>
        <p:nvSpPr>
          <p:cNvPr id="11" name="Title 10">
            <a:extLst>
              <a:ext uri="{FF2B5EF4-FFF2-40B4-BE49-F238E27FC236}">
                <a16:creationId xmlns:a16="http://schemas.microsoft.com/office/drawing/2014/main" id="{06EA3E0F-6952-8B44-89C5-3A7230D81F97}"/>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Slide Number Placeholder 2">
            <a:extLst>
              <a:ext uri="{FF2B5EF4-FFF2-40B4-BE49-F238E27FC236}">
                <a16:creationId xmlns:a16="http://schemas.microsoft.com/office/drawing/2014/main" id="{5DFF6035-90FF-3D47-AC34-F7AD5C37C983}"/>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9089E539-E9D2-AE4B-B72F-91FBD9A90964}"/>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E5AA936C-79E4-0048-8C63-B027C15A3EF6}"/>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9" name="Content Placeholder 3">
            <a:extLst>
              <a:ext uri="{FF2B5EF4-FFF2-40B4-BE49-F238E27FC236}">
                <a16:creationId xmlns:a16="http://schemas.microsoft.com/office/drawing/2014/main" id="{EFA71095-3F77-7F45-9E43-E80587323ACE}"/>
              </a:ext>
            </a:extLst>
          </p:cNvPr>
          <p:cNvSpPr>
            <a:spLocks noGrp="1"/>
          </p:cNvSpPr>
          <p:nvPr>
            <p:ph sz="quarter" idx="18"/>
          </p:nvPr>
        </p:nvSpPr>
        <p:spPr>
          <a:xfrm>
            <a:off x="228600"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8762543-398C-384C-8B6E-8572E8FDC8D3}"/>
              </a:ext>
            </a:extLst>
          </p:cNvPr>
          <p:cNvSpPr>
            <a:spLocks noGrp="1"/>
          </p:cNvSpPr>
          <p:nvPr>
            <p:ph sz="quarter" idx="19"/>
          </p:nvPr>
        </p:nvSpPr>
        <p:spPr>
          <a:xfrm>
            <a:off x="3200401"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8CD3A37-ECA5-0F43-995E-663D6AC132E5}"/>
              </a:ext>
            </a:extLst>
          </p:cNvPr>
          <p:cNvSpPr>
            <a:spLocks noGrp="1"/>
          </p:cNvSpPr>
          <p:nvPr>
            <p:ph sz="quarter" idx="21"/>
          </p:nvPr>
        </p:nvSpPr>
        <p:spPr>
          <a:xfrm>
            <a:off x="6172196" y="1085850"/>
            <a:ext cx="2743202"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6191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divider with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0" y="0"/>
            <a:ext cx="9143999" cy="51435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a:solidFill>
                  <a:schemeClr val="tx1"/>
                </a:solidFill>
              </a:defRPr>
            </a:lvl1pPr>
          </a:lstStyle>
          <a:p>
            <a:pPr lvl="0" algn="ctr">
              <a:buNone/>
            </a:pPr>
            <a:r>
              <a:rPr lang="en-US"/>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Content Placeholder 2">
            <a:extLst>
              <a:ext uri="{FF2B5EF4-FFF2-40B4-BE49-F238E27FC236}">
                <a16:creationId xmlns:a16="http://schemas.microsoft.com/office/drawing/2014/main" id="{5DC4D9F1-5E1A-DD4A-946F-32414E026F44}"/>
              </a:ext>
            </a:extLst>
          </p:cNvPr>
          <p:cNvSpPr>
            <a:spLocks noGrp="1"/>
          </p:cNvSpPr>
          <p:nvPr>
            <p:ph sz="quarter" idx="15" hasCustomPrompt="1"/>
          </p:nvPr>
        </p:nvSpPr>
        <p:spPr>
          <a:xfrm>
            <a:off x="0" y="2732778"/>
            <a:ext cx="4572000" cy="877163"/>
          </a:xfrm>
          <a:solidFill>
            <a:schemeClr val="bg1"/>
          </a:solidFill>
        </p:spPr>
        <p:txBody>
          <a:bodyPr wrap="square" lIns="292608" tIns="201168" rIns="292608" bIns="91440" anchor="b">
            <a:spAutoFit/>
          </a:bodyPr>
          <a:lstStyle>
            <a:lvl1pPr marL="0" indent="0">
              <a:lnSpc>
                <a:spcPct val="90000"/>
              </a:lnSpc>
              <a:buNone/>
              <a:defRPr sz="2100" b="1">
                <a:solidFill>
                  <a:schemeClr val="tx2"/>
                </a:solidFill>
              </a:defRPr>
            </a:lvl1pPr>
          </a:lstStyle>
          <a:p>
            <a:pPr lvl="0"/>
            <a:r>
              <a:rPr lang="en-US"/>
              <a:t>Section title with full photo background</a:t>
            </a:r>
          </a:p>
        </p:txBody>
      </p:sp>
      <p:sp>
        <p:nvSpPr>
          <p:cNvPr id="10" name="Content Placeholder 2">
            <a:extLst>
              <a:ext uri="{FF2B5EF4-FFF2-40B4-BE49-F238E27FC236}">
                <a16:creationId xmlns:a16="http://schemas.microsoft.com/office/drawing/2014/main" id="{15406226-911A-D441-8417-8C4961D7AEF2}"/>
              </a:ext>
            </a:extLst>
          </p:cNvPr>
          <p:cNvSpPr>
            <a:spLocks noGrp="1"/>
          </p:cNvSpPr>
          <p:nvPr>
            <p:ph sz="quarter" idx="16" hasCustomPrompt="1"/>
          </p:nvPr>
        </p:nvSpPr>
        <p:spPr>
          <a:xfrm>
            <a:off x="0" y="3609941"/>
            <a:ext cx="4572000" cy="547009"/>
          </a:xfrm>
          <a:solidFill>
            <a:schemeClr val="bg1"/>
          </a:solidFill>
        </p:spPr>
        <p:txBody>
          <a:bodyPr wrap="square" lIns="292608" tIns="91440" rIns="292608" bIns="201168" anchor="t">
            <a:spAutoFit/>
          </a:bodyPr>
          <a:lstStyle>
            <a:lvl1pPr marL="0" marR="0" indent="0" algn="l" defTabSz="685800" rtl="0" eaLnBrk="1" fontAlgn="auto" latinLnBrk="0" hangingPunct="1">
              <a:lnSpc>
                <a:spcPct val="100000"/>
              </a:lnSpc>
              <a:spcBef>
                <a:spcPts val="150"/>
              </a:spcBef>
              <a:spcAft>
                <a:spcPts val="0"/>
              </a:spcAft>
              <a:buClr>
                <a:schemeClr val="tx2"/>
              </a:buClr>
              <a:buSzPct val="100000"/>
              <a:buFont typeface="Arial" panose="020B0604020202020204" pitchFamily="34" charset="0"/>
              <a:buNone/>
              <a:tabLst/>
              <a:defRPr lang="en-US" sz="1500" b="0" kern="1200" dirty="0">
                <a:solidFill>
                  <a:schemeClr val="tx1"/>
                </a:solidFill>
                <a:latin typeface="+mn-lt"/>
                <a:ea typeface="+mn-ea"/>
                <a:cs typeface="+mn-cs"/>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t>Sub title and or description of next section</a:t>
            </a:r>
          </a:p>
        </p:txBody>
      </p:sp>
    </p:spTree>
    <p:extLst>
      <p:ext uri="{BB962C8B-B14F-4D97-AF65-F5344CB8AC3E}">
        <p14:creationId xmlns:p14="http://schemas.microsoft.com/office/powerpoint/2010/main" val="2720881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d backgroun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BD60394-6B49-3F40-ACB2-84420DAC93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Slide Number Placeholder 2">
            <a:extLst>
              <a:ext uri="{FF2B5EF4-FFF2-40B4-BE49-F238E27FC236}">
                <a16:creationId xmlns:a16="http://schemas.microsoft.com/office/drawing/2014/main" id="{6D3BC3C2-2A41-544F-A0F8-7CFF39CCFFAC}"/>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5" name="Footer Placeholder 1">
            <a:extLst>
              <a:ext uri="{FF2B5EF4-FFF2-40B4-BE49-F238E27FC236}">
                <a16:creationId xmlns:a16="http://schemas.microsoft.com/office/drawing/2014/main" id="{9BCE1F3E-3D84-364B-BB1F-921E4AA1B217}"/>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6" name="Text Placeholder 7">
            <a:extLst>
              <a:ext uri="{FF2B5EF4-FFF2-40B4-BE49-F238E27FC236}">
                <a16:creationId xmlns:a16="http://schemas.microsoft.com/office/drawing/2014/main" id="{94199484-7909-9044-9003-EFED90CAC05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bg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3944309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elcome">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Welcome</a:t>
            </a: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5" name="Content Placeholder 4">
            <a:extLst>
              <a:ext uri="{FF2B5EF4-FFF2-40B4-BE49-F238E27FC236}">
                <a16:creationId xmlns:a16="http://schemas.microsoft.com/office/drawing/2014/main" id="{B2D62B08-7542-0949-BFA0-4B9D35DAAFBF}"/>
              </a:ext>
            </a:extLst>
          </p:cNvPr>
          <p:cNvSpPr>
            <a:spLocks noGrp="1"/>
          </p:cNvSpPr>
          <p:nvPr>
            <p:ph sz="quarter" idx="16" hasCustomPrompt="1"/>
          </p:nvPr>
        </p:nvSpPr>
        <p:spPr>
          <a:xfrm>
            <a:off x="261354" y="3951749"/>
            <a:ext cx="4959376"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 The presentation will start shortly.</a:t>
            </a:r>
            <a:endParaRPr lang="en-US" sz="1500">
              <a:solidFill>
                <a:schemeClr val="bg1"/>
              </a:solidFill>
            </a:endParaRPr>
          </a:p>
        </p:txBody>
      </p:sp>
    </p:spTree>
    <p:extLst>
      <p:ext uri="{BB962C8B-B14F-4D97-AF65-F5344CB8AC3E}">
        <p14:creationId xmlns:p14="http://schemas.microsoft.com/office/powerpoint/2010/main" val="1652599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Thank you</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230536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Questions</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3244215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264-71D4-E14C-8B25-6059E389D1EF}"/>
              </a:ext>
            </a:extLst>
          </p:cNvPr>
          <p:cNvSpPr>
            <a:spLocks noGrp="1"/>
          </p:cNvSpPr>
          <p:nvPr>
            <p:ph type="title" hasCustomPrompt="1"/>
          </p:nvPr>
        </p:nvSpPr>
        <p:spPr/>
        <p:txBody>
          <a:bodyPr/>
          <a:lstStyle/>
          <a:p>
            <a:r>
              <a:rPr lang="en-US"/>
              <a:t>Master slide column guide</a:t>
            </a:r>
          </a:p>
        </p:txBody>
      </p:sp>
      <p:grpSp>
        <p:nvGrpSpPr>
          <p:cNvPr id="325" name="Group 324">
            <a:extLst>
              <a:ext uri="{FF2B5EF4-FFF2-40B4-BE49-F238E27FC236}">
                <a16:creationId xmlns:a16="http://schemas.microsoft.com/office/drawing/2014/main" id="{0E576022-6E0B-8B45-82A4-5B378EE79A21}"/>
              </a:ext>
            </a:extLst>
          </p:cNvPr>
          <p:cNvGrpSpPr/>
          <p:nvPr userDrawn="1"/>
        </p:nvGrpSpPr>
        <p:grpSpPr>
          <a:xfrm>
            <a:off x="0" y="3972775"/>
            <a:ext cx="9144000" cy="228601"/>
            <a:chOff x="0" y="4254505"/>
            <a:chExt cx="12192000" cy="304801"/>
          </a:xfrm>
        </p:grpSpPr>
        <p:grpSp>
          <p:nvGrpSpPr>
            <p:cNvPr id="326" name="Group 325">
              <a:extLst>
                <a:ext uri="{FF2B5EF4-FFF2-40B4-BE49-F238E27FC236}">
                  <a16:creationId xmlns:a16="http://schemas.microsoft.com/office/drawing/2014/main" id="{4DAA919D-F34E-FF43-A568-E3081ADC91D8}"/>
                </a:ext>
              </a:extLst>
            </p:cNvPr>
            <p:cNvGrpSpPr/>
            <p:nvPr userDrawn="1"/>
          </p:nvGrpSpPr>
          <p:grpSpPr>
            <a:xfrm>
              <a:off x="152400" y="4254505"/>
              <a:ext cx="11887200" cy="304801"/>
              <a:chOff x="325695" y="4038600"/>
              <a:chExt cx="7555116" cy="304801"/>
            </a:xfrm>
          </p:grpSpPr>
          <p:sp>
            <p:nvSpPr>
              <p:cNvPr id="347" name="Rectangle 346">
                <a:extLst>
                  <a:ext uri="{FF2B5EF4-FFF2-40B4-BE49-F238E27FC236}">
                    <a16:creationId xmlns:a16="http://schemas.microsoft.com/office/drawing/2014/main" id="{2A515182-556A-4148-919D-DA6C41B2B82A}"/>
                  </a:ext>
                </a:extLst>
              </p:cNvPr>
              <p:cNvSpPr/>
              <p:nvPr userDrawn="1"/>
            </p:nvSpPr>
            <p:spPr>
              <a:xfrm>
                <a:off x="325695" y="4038601"/>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8" name="Rectangle 347">
                <a:extLst>
                  <a:ext uri="{FF2B5EF4-FFF2-40B4-BE49-F238E27FC236}">
                    <a16:creationId xmlns:a16="http://schemas.microsoft.com/office/drawing/2014/main" id="{2D5D4001-8E66-144D-92CA-7D645E8843C3}"/>
                  </a:ext>
                </a:extLst>
              </p:cNvPr>
              <p:cNvSpPr/>
              <p:nvPr userDrawn="1"/>
            </p:nvSpPr>
            <p:spPr>
              <a:xfrm>
                <a:off x="2844067" y="4038600"/>
                <a:ext cx="2518372"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9" name="Rectangle 348">
                <a:extLst>
                  <a:ext uri="{FF2B5EF4-FFF2-40B4-BE49-F238E27FC236}">
                    <a16:creationId xmlns:a16="http://schemas.microsoft.com/office/drawing/2014/main" id="{1F915BF6-6801-F445-8447-829313D55DE1}"/>
                  </a:ext>
                </a:extLst>
              </p:cNvPr>
              <p:cNvSpPr/>
              <p:nvPr userDrawn="1"/>
            </p:nvSpPr>
            <p:spPr>
              <a:xfrm>
                <a:off x="5362439" y="4038600"/>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7" name="Group 326">
              <a:extLst>
                <a:ext uri="{FF2B5EF4-FFF2-40B4-BE49-F238E27FC236}">
                  <a16:creationId xmlns:a16="http://schemas.microsoft.com/office/drawing/2014/main" id="{924C16AD-FBFC-F340-B828-919BD2EB7ACC}"/>
                </a:ext>
              </a:extLst>
            </p:cNvPr>
            <p:cNvGrpSpPr/>
            <p:nvPr userDrawn="1"/>
          </p:nvGrpSpPr>
          <p:grpSpPr>
            <a:xfrm>
              <a:off x="0" y="4254505"/>
              <a:ext cx="304800" cy="304800"/>
              <a:chOff x="4748283" y="3386554"/>
              <a:chExt cx="548640" cy="548640"/>
            </a:xfrm>
          </p:grpSpPr>
          <p:sp>
            <p:nvSpPr>
              <p:cNvPr id="343" name="Rectangle 342">
                <a:extLst>
                  <a:ext uri="{FF2B5EF4-FFF2-40B4-BE49-F238E27FC236}">
                    <a16:creationId xmlns:a16="http://schemas.microsoft.com/office/drawing/2014/main" id="{ABBD8C40-0074-E640-A619-5210E92593E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4" name="Rectangle 343">
                <a:extLst>
                  <a:ext uri="{FF2B5EF4-FFF2-40B4-BE49-F238E27FC236}">
                    <a16:creationId xmlns:a16="http://schemas.microsoft.com/office/drawing/2014/main" id="{72E87A34-33CB-954D-BE63-B41FB54B8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5" name="Rectangle 344">
                <a:extLst>
                  <a:ext uri="{FF2B5EF4-FFF2-40B4-BE49-F238E27FC236}">
                    <a16:creationId xmlns:a16="http://schemas.microsoft.com/office/drawing/2014/main" id="{8FE6B9C8-9996-154E-8F03-D9A578C3FA11}"/>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6" name="Rectangle 345">
                <a:extLst>
                  <a:ext uri="{FF2B5EF4-FFF2-40B4-BE49-F238E27FC236}">
                    <a16:creationId xmlns:a16="http://schemas.microsoft.com/office/drawing/2014/main" id="{88B4C5A1-0216-EE40-A0A9-1EFEB8C937C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8" name="Group 327">
              <a:extLst>
                <a:ext uri="{FF2B5EF4-FFF2-40B4-BE49-F238E27FC236}">
                  <a16:creationId xmlns:a16="http://schemas.microsoft.com/office/drawing/2014/main" id="{5691AEF5-BAF9-2940-A428-476354829BBB}"/>
                </a:ext>
              </a:extLst>
            </p:cNvPr>
            <p:cNvGrpSpPr/>
            <p:nvPr userDrawn="1"/>
          </p:nvGrpSpPr>
          <p:grpSpPr>
            <a:xfrm>
              <a:off x="11887200" y="4254505"/>
              <a:ext cx="304800" cy="304800"/>
              <a:chOff x="11887200" y="3048000"/>
              <a:chExt cx="304800" cy="304800"/>
            </a:xfrm>
          </p:grpSpPr>
          <p:sp>
            <p:nvSpPr>
              <p:cNvPr id="339" name="Rectangle 338">
                <a:extLst>
                  <a:ext uri="{FF2B5EF4-FFF2-40B4-BE49-F238E27FC236}">
                    <a16:creationId xmlns:a16="http://schemas.microsoft.com/office/drawing/2014/main" id="{B7FCFCF0-CCF5-CB4C-A24B-79879CFEAB60}"/>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0" name="Rectangle 339">
                <a:extLst>
                  <a:ext uri="{FF2B5EF4-FFF2-40B4-BE49-F238E27FC236}">
                    <a16:creationId xmlns:a16="http://schemas.microsoft.com/office/drawing/2014/main" id="{5EC303BA-EB59-6B45-A4AA-0FBB43856C1D}"/>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1" name="Rectangle 340">
                <a:extLst>
                  <a:ext uri="{FF2B5EF4-FFF2-40B4-BE49-F238E27FC236}">
                    <a16:creationId xmlns:a16="http://schemas.microsoft.com/office/drawing/2014/main" id="{609F1807-73B8-2046-A52B-7F5C9E3F8D6C}"/>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2" name="Rectangle 341">
                <a:extLst>
                  <a:ext uri="{FF2B5EF4-FFF2-40B4-BE49-F238E27FC236}">
                    <a16:creationId xmlns:a16="http://schemas.microsoft.com/office/drawing/2014/main" id="{D64A44CB-312C-8D43-BADC-9C25A65786B7}"/>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9" name="Group 328">
              <a:extLst>
                <a:ext uri="{FF2B5EF4-FFF2-40B4-BE49-F238E27FC236}">
                  <a16:creationId xmlns:a16="http://schemas.microsoft.com/office/drawing/2014/main" id="{75DD42A7-110A-8A43-9999-FC5F6F629D9D}"/>
                </a:ext>
              </a:extLst>
            </p:cNvPr>
            <p:cNvGrpSpPr/>
            <p:nvPr userDrawn="1"/>
          </p:nvGrpSpPr>
          <p:grpSpPr>
            <a:xfrm>
              <a:off x="3963513" y="4254505"/>
              <a:ext cx="304800" cy="304800"/>
              <a:chOff x="4748283" y="3386554"/>
              <a:chExt cx="548640" cy="548640"/>
            </a:xfrm>
          </p:grpSpPr>
          <p:sp>
            <p:nvSpPr>
              <p:cNvPr id="335" name="Rectangle 334">
                <a:extLst>
                  <a:ext uri="{FF2B5EF4-FFF2-40B4-BE49-F238E27FC236}">
                    <a16:creationId xmlns:a16="http://schemas.microsoft.com/office/drawing/2014/main" id="{C2398D84-85F4-C846-A0B4-FDF603CF7ED5}"/>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6" name="Rectangle 335">
                <a:extLst>
                  <a:ext uri="{FF2B5EF4-FFF2-40B4-BE49-F238E27FC236}">
                    <a16:creationId xmlns:a16="http://schemas.microsoft.com/office/drawing/2014/main" id="{D89F6546-9921-1C4E-BC58-54CFEB3CD55B}"/>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7" name="Rectangle 336">
                <a:extLst>
                  <a:ext uri="{FF2B5EF4-FFF2-40B4-BE49-F238E27FC236}">
                    <a16:creationId xmlns:a16="http://schemas.microsoft.com/office/drawing/2014/main" id="{707F94D7-D94A-9341-9171-18F4E7328C5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8" name="Rectangle 337">
                <a:extLst>
                  <a:ext uri="{FF2B5EF4-FFF2-40B4-BE49-F238E27FC236}">
                    <a16:creationId xmlns:a16="http://schemas.microsoft.com/office/drawing/2014/main" id="{66B27AC9-65B0-4F45-B844-7C3544A7BA5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30" name="Group 329">
              <a:extLst>
                <a:ext uri="{FF2B5EF4-FFF2-40B4-BE49-F238E27FC236}">
                  <a16:creationId xmlns:a16="http://schemas.microsoft.com/office/drawing/2014/main" id="{FA980631-C869-934C-B0D5-27911A2317B3}"/>
                </a:ext>
              </a:extLst>
            </p:cNvPr>
            <p:cNvGrpSpPr/>
            <p:nvPr userDrawn="1"/>
          </p:nvGrpSpPr>
          <p:grpSpPr>
            <a:xfrm>
              <a:off x="7929263" y="4254505"/>
              <a:ext cx="304800" cy="304800"/>
              <a:chOff x="4748283" y="3386554"/>
              <a:chExt cx="548640" cy="548640"/>
            </a:xfrm>
          </p:grpSpPr>
          <p:sp>
            <p:nvSpPr>
              <p:cNvPr id="331" name="Rectangle 330">
                <a:extLst>
                  <a:ext uri="{FF2B5EF4-FFF2-40B4-BE49-F238E27FC236}">
                    <a16:creationId xmlns:a16="http://schemas.microsoft.com/office/drawing/2014/main" id="{406CDF3A-4352-B447-B53D-478B3765F65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2" name="Rectangle 331">
                <a:extLst>
                  <a:ext uri="{FF2B5EF4-FFF2-40B4-BE49-F238E27FC236}">
                    <a16:creationId xmlns:a16="http://schemas.microsoft.com/office/drawing/2014/main" id="{7D0AEF00-0DAE-8A4C-9382-FCE02F7929B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3" name="Rectangle 332">
                <a:extLst>
                  <a:ext uri="{FF2B5EF4-FFF2-40B4-BE49-F238E27FC236}">
                    <a16:creationId xmlns:a16="http://schemas.microsoft.com/office/drawing/2014/main" id="{208533B0-3964-7F44-8026-7A9BA18798F4}"/>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4" name="Rectangle 333">
                <a:extLst>
                  <a:ext uri="{FF2B5EF4-FFF2-40B4-BE49-F238E27FC236}">
                    <a16:creationId xmlns:a16="http://schemas.microsoft.com/office/drawing/2014/main" id="{79B47363-1A18-3F4B-B904-4529B699E14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50" name="Group 349">
            <a:extLst>
              <a:ext uri="{FF2B5EF4-FFF2-40B4-BE49-F238E27FC236}">
                <a16:creationId xmlns:a16="http://schemas.microsoft.com/office/drawing/2014/main" id="{550F5060-BDEE-9744-B34D-FB646DB2A2C9}"/>
              </a:ext>
            </a:extLst>
          </p:cNvPr>
          <p:cNvGrpSpPr/>
          <p:nvPr userDrawn="1"/>
        </p:nvGrpSpPr>
        <p:grpSpPr>
          <a:xfrm>
            <a:off x="0" y="3491759"/>
            <a:ext cx="9144000" cy="228601"/>
            <a:chOff x="0" y="3448053"/>
            <a:chExt cx="12192000" cy="304801"/>
          </a:xfrm>
        </p:grpSpPr>
        <p:grpSp>
          <p:nvGrpSpPr>
            <p:cNvPr id="351" name="Group 350">
              <a:extLst>
                <a:ext uri="{FF2B5EF4-FFF2-40B4-BE49-F238E27FC236}">
                  <a16:creationId xmlns:a16="http://schemas.microsoft.com/office/drawing/2014/main" id="{FF358C1B-964E-5C4E-B16C-3E18CE9CC942}"/>
                </a:ext>
              </a:extLst>
            </p:cNvPr>
            <p:cNvGrpSpPr/>
            <p:nvPr userDrawn="1"/>
          </p:nvGrpSpPr>
          <p:grpSpPr>
            <a:xfrm>
              <a:off x="152400" y="3448053"/>
              <a:ext cx="11887200" cy="304801"/>
              <a:chOff x="152400" y="4256566"/>
              <a:chExt cx="9591040" cy="304801"/>
            </a:xfrm>
          </p:grpSpPr>
          <p:sp>
            <p:nvSpPr>
              <p:cNvPr id="377" name="Rectangle 376">
                <a:extLst>
                  <a:ext uri="{FF2B5EF4-FFF2-40B4-BE49-F238E27FC236}">
                    <a16:creationId xmlns:a16="http://schemas.microsoft.com/office/drawing/2014/main" id="{409746C0-0633-8440-B5CF-DE04D82AFA84}"/>
                  </a:ext>
                </a:extLst>
              </p:cNvPr>
              <p:cNvSpPr/>
              <p:nvPr userDrawn="1"/>
            </p:nvSpPr>
            <p:spPr>
              <a:xfrm>
                <a:off x="152400" y="4256567"/>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8" name="Rectangle 377">
                <a:extLst>
                  <a:ext uri="{FF2B5EF4-FFF2-40B4-BE49-F238E27FC236}">
                    <a16:creationId xmlns:a16="http://schemas.microsoft.com/office/drawing/2014/main" id="{EB4B500C-F4AE-FC44-9061-B7345B89902B}"/>
                  </a:ext>
                </a:extLst>
              </p:cNvPr>
              <p:cNvSpPr/>
              <p:nvPr userDrawn="1"/>
            </p:nvSpPr>
            <p:spPr>
              <a:xfrm>
                <a:off x="255016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9" name="Rectangle 378">
                <a:extLst>
                  <a:ext uri="{FF2B5EF4-FFF2-40B4-BE49-F238E27FC236}">
                    <a16:creationId xmlns:a16="http://schemas.microsoft.com/office/drawing/2014/main" id="{0BF1E544-C1F3-ED4B-81EF-A461690F54E8}"/>
                  </a:ext>
                </a:extLst>
              </p:cNvPr>
              <p:cNvSpPr/>
              <p:nvPr userDrawn="1"/>
            </p:nvSpPr>
            <p:spPr>
              <a:xfrm>
                <a:off x="4947920" y="4256566"/>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80" name="Rectangle 379">
                <a:extLst>
                  <a:ext uri="{FF2B5EF4-FFF2-40B4-BE49-F238E27FC236}">
                    <a16:creationId xmlns:a16="http://schemas.microsoft.com/office/drawing/2014/main" id="{12BC584E-CCB4-E54D-B49E-9B06C53D232C}"/>
                  </a:ext>
                </a:extLst>
              </p:cNvPr>
              <p:cNvSpPr/>
              <p:nvPr userDrawn="1"/>
            </p:nvSpPr>
            <p:spPr>
              <a:xfrm>
                <a:off x="734568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2" name="Group 351">
              <a:extLst>
                <a:ext uri="{FF2B5EF4-FFF2-40B4-BE49-F238E27FC236}">
                  <a16:creationId xmlns:a16="http://schemas.microsoft.com/office/drawing/2014/main" id="{556235CC-2B49-304B-9713-0FD3E8F93696}"/>
                </a:ext>
              </a:extLst>
            </p:cNvPr>
            <p:cNvGrpSpPr/>
            <p:nvPr userDrawn="1"/>
          </p:nvGrpSpPr>
          <p:grpSpPr>
            <a:xfrm>
              <a:off x="0" y="3448053"/>
              <a:ext cx="304800" cy="304800"/>
              <a:chOff x="4748283" y="3386554"/>
              <a:chExt cx="548640" cy="548640"/>
            </a:xfrm>
          </p:grpSpPr>
          <p:sp>
            <p:nvSpPr>
              <p:cNvPr id="373" name="Rectangle 372">
                <a:extLst>
                  <a:ext uri="{FF2B5EF4-FFF2-40B4-BE49-F238E27FC236}">
                    <a16:creationId xmlns:a16="http://schemas.microsoft.com/office/drawing/2014/main" id="{D7097BE8-35D2-2746-887D-B177FD2F8D1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4" name="Rectangle 373">
                <a:extLst>
                  <a:ext uri="{FF2B5EF4-FFF2-40B4-BE49-F238E27FC236}">
                    <a16:creationId xmlns:a16="http://schemas.microsoft.com/office/drawing/2014/main" id="{2ECE0126-EDDD-DD44-B0D0-CD739109968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5" name="Rectangle 374">
                <a:extLst>
                  <a:ext uri="{FF2B5EF4-FFF2-40B4-BE49-F238E27FC236}">
                    <a16:creationId xmlns:a16="http://schemas.microsoft.com/office/drawing/2014/main" id="{CFBA5FA6-DEB5-9E4A-BBE4-396D213C732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6" name="Rectangle 375">
                <a:extLst>
                  <a:ext uri="{FF2B5EF4-FFF2-40B4-BE49-F238E27FC236}">
                    <a16:creationId xmlns:a16="http://schemas.microsoft.com/office/drawing/2014/main" id="{43C3D7A8-8484-C149-879F-B9EAF542099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3" name="Group 352">
              <a:extLst>
                <a:ext uri="{FF2B5EF4-FFF2-40B4-BE49-F238E27FC236}">
                  <a16:creationId xmlns:a16="http://schemas.microsoft.com/office/drawing/2014/main" id="{C69CF5F1-8CF6-A04A-8284-4F2839B94399}"/>
                </a:ext>
              </a:extLst>
            </p:cNvPr>
            <p:cNvGrpSpPr/>
            <p:nvPr userDrawn="1"/>
          </p:nvGrpSpPr>
          <p:grpSpPr>
            <a:xfrm>
              <a:off x="11887200" y="3448053"/>
              <a:ext cx="304800" cy="304800"/>
              <a:chOff x="11887200" y="3048000"/>
              <a:chExt cx="304800" cy="304800"/>
            </a:xfrm>
          </p:grpSpPr>
          <p:sp>
            <p:nvSpPr>
              <p:cNvPr id="369" name="Rectangle 368">
                <a:extLst>
                  <a:ext uri="{FF2B5EF4-FFF2-40B4-BE49-F238E27FC236}">
                    <a16:creationId xmlns:a16="http://schemas.microsoft.com/office/drawing/2014/main" id="{6DC74F9F-DF17-7A42-A69E-A3A4318BA705}"/>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0" name="Rectangle 369">
                <a:extLst>
                  <a:ext uri="{FF2B5EF4-FFF2-40B4-BE49-F238E27FC236}">
                    <a16:creationId xmlns:a16="http://schemas.microsoft.com/office/drawing/2014/main" id="{F82F6DBD-1B92-8F44-9ABE-BF11BA0EB50F}"/>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1" name="Rectangle 370">
                <a:extLst>
                  <a:ext uri="{FF2B5EF4-FFF2-40B4-BE49-F238E27FC236}">
                    <a16:creationId xmlns:a16="http://schemas.microsoft.com/office/drawing/2014/main" id="{36B84BE6-D1D3-2C4D-B113-FACC434F3138}"/>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2" name="Rectangle 371">
                <a:extLst>
                  <a:ext uri="{FF2B5EF4-FFF2-40B4-BE49-F238E27FC236}">
                    <a16:creationId xmlns:a16="http://schemas.microsoft.com/office/drawing/2014/main" id="{53707E28-EBC1-EE47-9A87-B7F889B0A9B9}"/>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4" name="Group 353">
              <a:extLst>
                <a:ext uri="{FF2B5EF4-FFF2-40B4-BE49-F238E27FC236}">
                  <a16:creationId xmlns:a16="http://schemas.microsoft.com/office/drawing/2014/main" id="{4FFE9B33-5860-1342-85F8-8499FD08D92D}"/>
                </a:ext>
              </a:extLst>
            </p:cNvPr>
            <p:cNvGrpSpPr/>
            <p:nvPr userDrawn="1"/>
          </p:nvGrpSpPr>
          <p:grpSpPr>
            <a:xfrm>
              <a:off x="2971800" y="3448053"/>
              <a:ext cx="304800" cy="304800"/>
              <a:chOff x="4748283" y="3386554"/>
              <a:chExt cx="548640" cy="548640"/>
            </a:xfrm>
          </p:grpSpPr>
          <p:sp>
            <p:nvSpPr>
              <p:cNvPr id="365" name="Rectangle 364">
                <a:extLst>
                  <a:ext uri="{FF2B5EF4-FFF2-40B4-BE49-F238E27FC236}">
                    <a16:creationId xmlns:a16="http://schemas.microsoft.com/office/drawing/2014/main" id="{0E96C0E4-9DDD-7B46-A150-FE31B0B3406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6" name="Rectangle 365">
                <a:extLst>
                  <a:ext uri="{FF2B5EF4-FFF2-40B4-BE49-F238E27FC236}">
                    <a16:creationId xmlns:a16="http://schemas.microsoft.com/office/drawing/2014/main" id="{FFBE2D8A-C941-2D4C-A620-16C6BCEED75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7" name="Rectangle 366">
                <a:extLst>
                  <a:ext uri="{FF2B5EF4-FFF2-40B4-BE49-F238E27FC236}">
                    <a16:creationId xmlns:a16="http://schemas.microsoft.com/office/drawing/2014/main" id="{437C5ADA-D5C6-AA49-ABFC-C2BDB1A73DE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8" name="Rectangle 367">
                <a:extLst>
                  <a:ext uri="{FF2B5EF4-FFF2-40B4-BE49-F238E27FC236}">
                    <a16:creationId xmlns:a16="http://schemas.microsoft.com/office/drawing/2014/main" id="{D5B3DA22-0555-D94D-B9CE-EFFD4D77A95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5" name="Group 354">
              <a:extLst>
                <a:ext uri="{FF2B5EF4-FFF2-40B4-BE49-F238E27FC236}">
                  <a16:creationId xmlns:a16="http://schemas.microsoft.com/office/drawing/2014/main" id="{0C1BF9D2-EC42-454D-9CE6-55A6E4DD7744}"/>
                </a:ext>
              </a:extLst>
            </p:cNvPr>
            <p:cNvGrpSpPr/>
            <p:nvPr userDrawn="1"/>
          </p:nvGrpSpPr>
          <p:grpSpPr>
            <a:xfrm>
              <a:off x="5943600" y="3448053"/>
              <a:ext cx="304800" cy="304800"/>
              <a:chOff x="4748283" y="3386554"/>
              <a:chExt cx="548640" cy="548640"/>
            </a:xfrm>
          </p:grpSpPr>
          <p:sp>
            <p:nvSpPr>
              <p:cNvPr id="361" name="Rectangle 360">
                <a:extLst>
                  <a:ext uri="{FF2B5EF4-FFF2-40B4-BE49-F238E27FC236}">
                    <a16:creationId xmlns:a16="http://schemas.microsoft.com/office/drawing/2014/main" id="{78D1B59D-87FF-2A4C-B245-29B4226A9601}"/>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2" name="Rectangle 361">
                <a:extLst>
                  <a:ext uri="{FF2B5EF4-FFF2-40B4-BE49-F238E27FC236}">
                    <a16:creationId xmlns:a16="http://schemas.microsoft.com/office/drawing/2014/main" id="{3DB64E46-B4A5-AE4F-B9CA-78D961D930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3" name="Rectangle 362">
                <a:extLst>
                  <a:ext uri="{FF2B5EF4-FFF2-40B4-BE49-F238E27FC236}">
                    <a16:creationId xmlns:a16="http://schemas.microsoft.com/office/drawing/2014/main" id="{C230667B-5C71-2A4F-89CA-83AE9C879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4" name="Rectangle 363">
                <a:extLst>
                  <a:ext uri="{FF2B5EF4-FFF2-40B4-BE49-F238E27FC236}">
                    <a16:creationId xmlns:a16="http://schemas.microsoft.com/office/drawing/2014/main" id="{DA630AA0-3D34-5C48-AFB4-76E97A625B7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6" name="Group 355">
              <a:extLst>
                <a:ext uri="{FF2B5EF4-FFF2-40B4-BE49-F238E27FC236}">
                  <a16:creationId xmlns:a16="http://schemas.microsoft.com/office/drawing/2014/main" id="{BFD5BADB-488A-A94F-8D20-EFBC3D598444}"/>
                </a:ext>
              </a:extLst>
            </p:cNvPr>
            <p:cNvGrpSpPr/>
            <p:nvPr userDrawn="1"/>
          </p:nvGrpSpPr>
          <p:grpSpPr>
            <a:xfrm>
              <a:off x="8915400" y="3448053"/>
              <a:ext cx="304800" cy="304800"/>
              <a:chOff x="4748283" y="3386554"/>
              <a:chExt cx="548640" cy="548640"/>
            </a:xfrm>
          </p:grpSpPr>
          <p:sp>
            <p:nvSpPr>
              <p:cNvPr id="357" name="Rectangle 356">
                <a:extLst>
                  <a:ext uri="{FF2B5EF4-FFF2-40B4-BE49-F238E27FC236}">
                    <a16:creationId xmlns:a16="http://schemas.microsoft.com/office/drawing/2014/main" id="{59B34A33-4617-B14B-A914-D9F3EA82C41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8" name="Rectangle 357">
                <a:extLst>
                  <a:ext uri="{FF2B5EF4-FFF2-40B4-BE49-F238E27FC236}">
                    <a16:creationId xmlns:a16="http://schemas.microsoft.com/office/drawing/2014/main" id="{CDABBDD7-97EF-2348-9DD6-8F03290DFE7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9" name="Rectangle 358">
                <a:extLst>
                  <a:ext uri="{FF2B5EF4-FFF2-40B4-BE49-F238E27FC236}">
                    <a16:creationId xmlns:a16="http://schemas.microsoft.com/office/drawing/2014/main" id="{8FC44D92-36F7-5649-A759-0323F393CD4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0" name="Rectangle 359">
                <a:extLst>
                  <a:ext uri="{FF2B5EF4-FFF2-40B4-BE49-F238E27FC236}">
                    <a16:creationId xmlns:a16="http://schemas.microsoft.com/office/drawing/2014/main" id="{F91DAB7A-F766-F74E-ABBF-E2FB7A3CF92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81" name="Group 380">
            <a:extLst>
              <a:ext uri="{FF2B5EF4-FFF2-40B4-BE49-F238E27FC236}">
                <a16:creationId xmlns:a16="http://schemas.microsoft.com/office/drawing/2014/main" id="{E8110913-9069-DA4C-AA5A-860C663EEF8C}"/>
              </a:ext>
            </a:extLst>
          </p:cNvPr>
          <p:cNvGrpSpPr/>
          <p:nvPr userDrawn="1"/>
        </p:nvGrpSpPr>
        <p:grpSpPr>
          <a:xfrm>
            <a:off x="0" y="3014320"/>
            <a:ext cx="9144000" cy="228601"/>
            <a:chOff x="0" y="2679694"/>
            <a:chExt cx="12192000" cy="304801"/>
          </a:xfrm>
        </p:grpSpPr>
        <p:grpSp>
          <p:nvGrpSpPr>
            <p:cNvPr id="382" name="Group 381">
              <a:extLst>
                <a:ext uri="{FF2B5EF4-FFF2-40B4-BE49-F238E27FC236}">
                  <a16:creationId xmlns:a16="http://schemas.microsoft.com/office/drawing/2014/main" id="{36951F49-5417-EB45-B0D4-BA551A17CAB3}"/>
                </a:ext>
              </a:extLst>
            </p:cNvPr>
            <p:cNvGrpSpPr/>
            <p:nvPr userDrawn="1"/>
          </p:nvGrpSpPr>
          <p:grpSpPr>
            <a:xfrm>
              <a:off x="152400" y="2679694"/>
              <a:ext cx="11887200" cy="304801"/>
              <a:chOff x="152400" y="2946388"/>
              <a:chExt cx="14859000" cy="304801"/>
            </a:xfrm>
          </p:grpSpPr>
          <p:sp>
            <p:nvSpPr>
              <p:cNvPr id="413" name="Rectangle 412">
                <a:extLst>
                  <a:ext uri="{FF2B5EF4-FFF2-40B4-BE49-F238E27FC236}">
                    <a16:creationId xmlns:a16="http://schemas.microsoft.com/office/drawing/2014/main" id="{3C0DCD00-016C-8249-9E41-079096AFB3A6}"/>
                  </a:ext>
                </a:extLst>
              </p:cNvPr>
              <p:cNvSpPr/>
              <p:nvPr userDrawn="1"/>
            </p:nvSpPr>
            <p:spPr>
              <a:xfrm>
                <a:off x="152400" y="2946389"/>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4" name="Rectangle 413">
                <a:extLst>
                  <a:ext uri="{FF2B5EF4-FFF2-40B4-BE49-F238E27FC236}">
                    <a16:creationId xmlns:a16="http://schemas.microsoft.com/office/drawing/2014/main" id="{7D5C5BF9-225C-0945-9BD8-811FED6F7C6C}"/>
                  </a:ext>
                </a:extLst>
              </p:cNvPr>
              <p:cNvSpPr/>
              <p:nvPr userDrawn="1"/>
            </p:nvSpPr>
            <p:spPr>
              <a:xfrm>
                <a:off x="31242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5" name="Rectangle 414">
                <a:extLst>
                  <a:ext uri="{FF2B5EF4-FFF2-40B4-BE49-F238E27FC236}">
                    <a16:creationId xmlns:a16="http://schemas.microsoft.com/office/drawing/2014/main" id="{C63D455F-73BE-A943-8A70-41066037EB15}"/>
                  </a:ext>
                </a:extLst>
              </p:cNvPr>
              <p:cNvSpPr/>
              <p:nvPr userDrawn="1"/>
            </p:nvSpPr>
            <p:spPr>
              <a:xfrm>
                <a:off x="60960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6" name="Rectangle 415">
                <a:extLst>
                  <a:ext uri="{FF2B5EF4-FFF2-40B4-BE49-F238E27FC236}">
                    <a16:creationId xmlns:a16="http://schemas.microsoft.com/office/drawing/2014/main" id="{29C4F461-3408-F24E-93BE-7BE25C21160B}"/>
                  </a:ext>
                </a:extLst>
              </p:cNvPr>
              <p:cNvSpPr/>
              <p:nvPr userDrawn="1"/>
            </p:nvSpPr>
            <p:spPr>
              <a:xfrm>
                <a:off x="90678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7" name="Rectangle 416">
                <a:extLst>
                  <a:ext uri="{FF2B5EF4-FFF2-40B4-BE49-F238E27FC236}">
                    <a16:creationId xmlns:a16="http://schemas.microsoft.com/office/drawing/2014/main" id="{B07E25D9-5575-FA46-AE11-B58FECE45D22}"/>
                  </a:ext>
                </a:extLst>
              </p:cNvPr>
              <p:cNvSpPr/>
              <p:nvPr userDrawn="1"/>
            </p:nvSpPr>
            <p:spPr>
              <a:xfrm>
                <a:off x="120396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3" name="Group 382">
              <a:extLst>
                <a:ext uri="{FF2B5EF4-FFF2-40B4-BE49-F238E27FC236}">
                  <a16:creationId xmlns:a16="http://schemas.microsoft.com/office/drawing/2014/main" id="{CD0FDC72-FC9B-6943-B57B-C01216793CAE}"/>
                </a:ext>
              </a:extLst>
            </p:cNvPr>
            <p:cNvGrpSpPr/>
            <p:nvPr userDrawn="1"/>
          </p:nvGrpSpPr>
          <p:grpSpPr>
            <a:xfrm>
              <a:off x="0" y="2679694"/>
              <a:ext cx="304800" cy="304800"/>
              <a:chOff x="4748283" y="3386554"/>
              <a:chExt cx="548640" cy="548640"/>
            </a:xfrm>
          </p:grpSpPr>
          <p:sp>
            <p:nvSpPr>
              <p:cNvPr id="409" name="Rectangle 408">
                <a:extLst>
                  <a:ext uri="{FF2B5EF4-FFF2-40B4-BE49-F238E27FC236}">
                    <a16:creationId xmlns:a16="http://schemas.microsoft.com/office/drawing/2014/main" id="{1C699F7E-0E09-8B4E-A518-F3812BB194B0}"/>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0" name="Rectangle 409">
                <a:extLst>
                  <a:ext uri="{FF2B5EF4-FFF2-40B4-BE49-F238E27FC236}">
                    <a16:creationId xmlns:a16="http://schemas.microsoft.com/office/drawing/2014/main" id="{B8118C01-DA55-9740-B18A-0079C2AAA12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1" name="Rectangle 410">
                <a:extLst>
                  <a:ext uri="{FF2B5EF4-FFF2-40B4-BE49-F238E27FC236}">
                    <a16:creationId xmlns:a16="http://schemas.microsoft.com/office/drawing/2014/main" id="{74B07F51-45D2-EC4D-8FCF-448A0EBB53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2" name="Rectangle 411">
                <a:extLst>
                  <a:ext uri="{FF2B5EF4-FFF2-40B4-BE49-F238E27FC236}">
                    <a16:creationId xmlns:a16="http://schemas.microsoft.com/office/drawing/2014/main" id="{38AC2B4E-EE6C-824B-81E8-6C58F3A283D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4" name="Group 383">
              <a:extLst>
                <a:ext uri="{FF2B5EF4-FFF2-40B4-BE49-F238E27FC236}">
                  <a16:creationId xmlns:a16="http://schemas.microsoft.com/office/drawing/2014/main" id="{CCDC25C0-61FE-A246-8120-D29F16B1BC40}"/>
                </a:ext>
              </a:extLst>
            </p:cNvPr>
            <p:cNvGrpSpPr/>
            <p:nvPr userDrawn="1"/>
          </p:nvGrpSpPr>
          <p:grpSpPr>
            <a:xfrm>
              <a:off x="11887200" y="2679694"/>
              <a:ext cx="304800" cy="304800"/>
              <a:chOff x="11887200" y="3048000"/>
              <a:chExt cx="304800" cy="304800"/>
            </a:xfrm>
          </p:grpSpPr>
          <p:sp>
            <p:nvSpPr>
              <p:cNvPr id="405" name="Rectangle 404">
                <a:extLst>
                  <a:ext uri="{FF2B5EF4-FFF2-40B4-BE49-F238E27FC236}">
                    <a16:creationId xmlns:a16="http://schemas.microsoft.com/office/drawing/2014/main" id="{1D646414-A87B-3B4E-9F53-684910FB6838}"/>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6" name="Rectangle 405">
                <a:extLst>
                  <a:ext uri="{FF2B5EF4-FFF2-40B4-BE49-F238E27FC236}">
                    <a16:creationId xmlns:a16="http://schemas.microsoft.com/office/drawing/2014/main" id="{2D7165AC-E3E1-884C-95BA-5093037DF15B}"/>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7" name="Rectangle 406">
                <a:extLst>
                  <a:ext uri="{FF2B5EF4-FFF2-40B4-BE49-F238E27FC236}">
                    <a16:creationId xmlns:a16="http://schemas.microsoft.com/office/drawing/2014/main" id="{75293567-A7C0-574E-AFF1-86E2F48DFC84}"/>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8" name="Rectangle 407">
                <a:extLst>
                  <a:ext uri="{FF2B5EF4-FFF2-40B4-BE49-F238E27FC236}">
                    <a16:creationId xmlns:a16="http://schemas.microsoft.com/office/drawing/2014/main" id="{26E245A6-6498-E441-94A9-B88A598F627F}"/>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5" name="Group 384">
              <a:extLst>
                <a:ext uri="{FF2B5EF4-FFF2-40B4-BE49-F238E27FC236}">
                  <a16:creationId xmlns:a16="http://schemas.microsoft.com/office/drawing/2014/main" id="{989EC034-C725-FA42-90CC-5765123F5A65}"/>
                </a:ext>
              </a:extLst>
            </p:cNvPr>
            <p:cNvGrpSpPr/>
            <p:nvPr userDrawn="1"/>
          </p:nvGrpSpPr>
          <p:grpSpPr>
            <a:xfrm>
              <a:off x="2377440" y="2679694"/>
              <a:ext cx="304800" cy="304800"/>
              <a:chOff x="4748283" y="3386554"/>
              <a:chExt cx="548640" cy="548640"/>
            </a:xfrm>
          </p:grpSpPr>
          <p:sp>
            <p:nvSpPr>
              <p:cNvPr id="401" name="Rectangle 400">
                <a:extLst>
                  <a:ext uri="{FF2B5EF4-FFF2-40B4-BE49-F238E27FC236}">
                    <a16:creationId xmlns:a16="http://schemas.microsoft.com/office/drawing/2014/main" id="{0DDE99E9-598E-0F44-AB53-F02225E90BC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2" name="Rectangle 401">
                <a:extLst>
                  <a:ext uri="{FF2B5EF4-FFF2-40B4-BE49-F238E27FC236}">
                    <a16:creationId xmlns:a16="http://schemas.microsoft.com/office/drawing/2014/main" id="{A7D19A18-2156-C149-B92D-4FD908CB17A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3" name="Rectangle 402">
                <a:extLst>
                  <a:ext uri="{FF2B5EF4-FFF2-40B4-BE49-F238E27FC236}">
                    <a16:creationId xmlns:a16="http://schemas.microsoft.com/office/drawing/2014/main" id="{B3F003EA-7D96-E24F-BB9E-9AAE5316A51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4" name="Rectangle 403">
                <a:extLst>
                  <a:ext uri="{FF2B5EF4-FFF2-40B4-BE49-F238E27FC236}">
                    <a16:creationId xmlns:a16="http://schemas.microsoft.com/office/drawing/2014/main" id="{0DC78CC9-EA57-4B4F-B013-1F7359159C5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6" name="Group 385">
              <a:extLst>
                <a:ext uri="{FF2B5EF4-FFF2-40B4-BE49-F238E27FC236}">
                  <a16:creationId xmlns:a16="http://schemas.microsoft.com/office/drawing/2014/main" id="{AE6D9F72-7FDF-CE4B-838F-B774D274FE81}"/>
                </a:ext>
              </a:extLst>
            </p:cNvPr>
            <p:cNvGrpSpPr/>
            <p:nvPr userDrawn="1"/>
          </p:nvGrpSpPr>
          <p:grpSpPr>
            <a:xfrm>
              <a:off x="4758055" y="2679694"/>
              <a:ext cx="304800" cy="304800"/>
              <a:chOff x="4748283" y="3386554"/>
              <a:chExt cx="548640" cy="548640"/>
            </a:xfrm>
          </p:grpSpPr>
          <p:sp>
            <p:nvSpPr>
              <p:cNvPr id="397" name="Rectangle 396">
                <a:extLst>
                  <a:ext uri="{FF2B5EF4-FFF2-40B4-BE49-F238E27FC236}">
                    <a16:creationId xmlns:a16="http://schemas.microsoft.com/office/drawing/2014/main" id="{D4306F08-E512-C247-AC3A-33B8571D060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8" name="Rectangle 397">
                <a:extLst>
                  <a:ext uri="{FF2B5EF4-FFF2-40B4-BE49-F238E27FC236}">
                    <a16:creationId xmlns:a16="http://schemas.microsoft.com/office/drawing/2014/main" id="{FBFE0CD7-01DE-9E49-A774-0F480A65A987}"/>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9" name="Rectangle 398">
                <a:extLst>
                  <a:ext uri="{FF2B5EF4-FFF2-40B4-BE49-F238E27FC236}">
                    <a16:creationId xmlns:a16="http://schemas.microsoft.com/office/drawing/2014/main" id="{64E61B29-4CCA-D244-BE9E-C336449655D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0" name="Rectangle 399">
                <a:extLst>
                  <a:ext uri="{FF2B5EF4-FFF2-40B4-BE49-F238E27FC236}">
                    <a16:creationId xmlns:a16="http://schemas.microsoft.com/office/drawing/2014/main" id="{FEF820F9-53F6-7F4C-B259-E4EEC67D3CF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7" name="Group 386">
              <a:extLst>
                <a:ext uri="{FF2B5EF4-FFF2-40B4-BE49-F238E27FC236}">
                  <a16:creationId xmlns:a16="http://schemas.microsoft.com/office/drawing/2014/main" id="{DDD1F4FD-197A-BA44-8771-712C08E93361}"/>
                </a:ext>
              </a:extLst>
            </p:cNvPr>
            <p:cNvGrpSpPr/>
            <p:nvPr userDrawn="1"/>
          </p:nvGrpSpPr>
          <p:grpSpPr>
            <a:xfrm>
              <a:off x="7129145" y="2679694"/>
              <a:ext cx="304800" cy="304800"/>
              <a:chOff x="4748283" y="3386554"/>
              <a:chExt cx="548640" cy="548640"/>
            </a:xfrm>
          </p:grpSpPr>
          <p:sp>
            <p:nvSpPr>
              <p:cNvPr id="393" name="Rectangle 392">
                <a:extLst>
                  <a:ext uri="{FF2B5EF4-FFF2-40B4-BE49-F238E27FC236}">
                    <a16:creationId xmlns:a16="http://schemas.microsoft.com/office/drawing/2014/main" id="{3233BE51-1EAF-1A41-9AC1-13E1AC9AEBB2}"/>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4" name="Rectangle 393">
                <a:extLst>
                  <a:ext uri="{FF2B5EF4-FFF2-40B4-BE49-F238E27FC236}">
                    <a16:creationId xmlns:a16="http://schemas.microsoft.com/office/drawing/2014/main" id="{F509AB97-B09E-0546-9E8C-09437E384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5" name="Rectangle 394">
                <a:extLst>
                  <a:ext uri="{FF2B5EF4-FFF2-40B4-BE49-F238E27FC236}">
                    <a16:creationId xmlns:a16="http://schemas.microsoft.com/office/drawing/2014/main" id="{8BA1AAD5-A563-FB47-87A9-0B94FE6A8C09}"/>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6" name="Rectangle 395">
                <a:extLst>
                  <a:ext uri="{FF2B5EF4-FFF2-40B4-BE49-F238E27FC236}">
                    <a16:creationId xmlns:a16="http://schemas.microsoft.com/office/drawing/2014/main" id="{514B41BA-A84E-364A-8308-CF1D949AC83F}"/>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8" name="Group 387">
              <a:extLst>
                <a:ext uri="{FF2B5EF4-FFF2-40B4-BE49-F238E27FC236}">
                  <a16:creationId xmlns:a16="http://schemas.microsoft.com/office/drawing/2014/main" id="{D3F98928-573C-0247-BEFC-C171D6C6A2BC}"/>
                </a:ext>
              </a:extLst>
            </p:cNvPr>
            <p:cNvGrpSpPr/>
            <p:nvPr userDrawn="1"/>
          </p:nvGrpSpPr>
          <p:grpSpPr>
            <a:xfrm>
              <a:off x="9509760" y="2679694"/>
              <a:ext cx="304800" cy="304800"/>
              <a:chOff x="4748283" y="3386554"/>
              <a:chExt cx="548640" cy="548640"/>
            </a:xfrm>
          </p:grpSpPr>
          <p:sp>
            <p:nvSpPr>
              <p:cNvPr id="389" name="Rectangle 388">
                <a:extLst>
                  <a:ext uri="{FF2B5EF4-FFF2-40B4-BE49-F238E27FC236}">
                    <a16:creationId xmlns:a16="http://schemas.microsoft.com/office/drawing/2014/main" id="{65B33E1B-D72C-6545-A163-15FE54C9CA79}"/>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0" name="Rectangle 389">
                <a:extLst>
                  <a:ext uri="{FF2B5EF4-FFF2-40B4-BE49-F238E27FC236}">
                    <a16:creationId xmlns:a16="http://schemas.microsoft.com/office/drawing/2014/main" id="{21AFCDF0-CBB3-9C45-B0C2-A3F3E5EAF63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1" name="Rectangle 390">
                <a:extLst>
                  <a:ext uri="{FF2B5EF4-FFF2-40B4-BE49-F238E27FC236}">
                    <a16:creationId xmlns:a16="http://schemas.microsoft.com/office/drawing/2014/main" id="{1531E71B-D937-F742-9957-0713B4C42C8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2" name="Rectangle 391">
                <a:extLst>
                  <a:ext uri="{FF2B5EF4-FFF2-40B4-BE49-F238E27FC236}">
                    <a16:creationId xmlns:a16="http://schemas.microsoft.com/office/drawing/2014/main" id="{214FB835-5426-5540-B3AC-57A83A66F09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18" name="Group 417">
            <a:extLst>
              <a:ext uri="{FF2B5EF4-FFF2-40B4-BE49-F238E27FC236}">
                <a16:creationId xmlns:a16="http://schemas.microsoft.com/office/drawing/2014/main" id="{C3FA0D4E-3551-B443-B764-A560BB0F31B4}"/>
              </a:ext>
            </a:extLst>
          </p:cNvPr>
          <p:cNvGrpSpPr/>
          <p:nvPr userDrawn="1"/>
        </p:nvGrpSpPr>
        <p:grpSpPr>
          <a:xfrm>
            <a:off x="0" y="4457700"/>
            <a:ext cx="9144000" cy="228601"/>
            <a:chOff x="0" y="5060956"/>
            <a:chExt cx="12192000" cy="304801"/>
          </a:xfrm>
        </p:grpSpPr>
        <p:grpSp>
          <p:nvGrpSpPr>
            <p:cNvPr id="419" name="Group 418">
              <a:extLst>
                <a:ext uri="{FF2B5EF4-FFF2-40B4-BE49-F238E27FC236}">
                  <a16:creationId xmlns:a16="http://schemas.microsoft.com/office/drawing/2014/main" id="{3ED4F498-0EE3-5340-A78D-81AE3B278C25}"/>
                </a:ext>
              </a:extLst>
            </p:cNvPr>
            <p:cNvGrpSpPr/>
            <p:nvPr userDrawn="1"/>
          </p:nvGrpSpPr>
          <p:grpSpPr>
            <a:xfrm>
              <a:off x="152400" y="5060956"/>
              <a:ext cx="11887200" cy="304801"/>
              <a:chOff x="152400" y="5468945"/>
              <a:chExt cx="5943600" cy="304801"/>
            </a:xfrm>
          </p:grpSpPr>
          <p:sp>
            <p:nvSpPr>
              <p:cNvPr id="435" name="Rectangle 434">
                <a:extLst>
                  <a:ext uri="{FF2B5EF4-FFF2-40B4-BE49-F238E27FC236}">
                    <a16:creationId xmlns:a16="http://schemas.microsoft.com/office/drawing/2014/main" id="{168AE306-A0D3-924E-88F9-CBCC203C5193}"/>
                  </a:ext>
                </a:extLst>
              </p:cNvPr>
              <p:cNvSpPr/>
              <p:nvPr userDrawn="1"/>
            </p:nvSpPr>
            <p:spPr>
              <a:xfrm>
                <a:off x="152400" y="5468946"/>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6" name="Rectangle 435">
                <a:extLst>
                  <a:ext uri="{FF2B5EF4-FFF2-40B4-BE49-F238E27FC236}">
                    <a16:creationId xmlns:a16="http://schemas.microsoft.com/office/drawing/2014/main" id="{A3B192E7-794D-C14E-BC0F-394A020FA684}"/>
                  </a:ext>
                </a:extLst>
              </p:cNvPr>
              <p:cNvSpPr/>
              <p:nvPr userDrawn="1"/>
            </p:nvSpPr>
            <p:spPr>
              <a:xfrm>
                <a:off x="3124200" y="5468945"/>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0" name="Group 419">
              <a:extLst>
                <a:ext uri="{FF2B5EF4-FFF2-40B4-BE49-F238E27FC236}">
                  <a16:creationId xmlns:a16="http://schemas.microsoft.com/office/drawing/2014/main" id="{AD6C7E3C-C334-6F4A-B514-6C52AB007244}"/>
                </a:ext>
              </a:extLst>
            </p:cNvPr>
            <p:cNvGrpSpPr/>
            <p:nvPr userDrawn="1"/>
          </p:nvGrpSpPr>
          <p:grpSpPr>
            <a:xfrm>
              <a:off x="0" y="5060956"/>
              <a:ext cx="304800" cy="304800"/>
              <a:chOff x="4748283" y="3386554"/>
              <a:chExt cx="548640" cy="548640"/>
            </a:xfrm>
          </p:grpSpPr>
          <p:sp>
            <p:nvSpPr>
              <p:cNvPr id="431" name="Rectangle 430">
                <a:extLst>
                  <a:ext uri="{FF2B5EF4-FFF2-40B4-BE49-F238E27FC236}">
                    <a16:creationId xmlns:a16="http://schemas.microsoft.com/office/drawing/2014/main" id="{5D7210F9-038B-204E-B075-F05CEE6F58A4}"/>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2" name="Rectangle 431">
                <a:extLst>
                  <a:ext uri="{FF2B5EF4-FFF2-40B4-BE49-F238E27FC236}">
                    <a16:creationId xmlns:a16="http://schemas.microsoft.com/office/drawing/2014/main" id="{B9F22585-23A9-BE4A-8A3D-AB57FE6FB1D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3" name="Rectangle 432">
                <a:extLst>
                  <a:ext uri="{FF2B5EF4-FFF2-40B4-BE49-F238E27FC236}">
                    <a16:creationId xmlns:a16="http://schemas.microsoft.com/office/drawing/2014/main" id="{67C0138B-AD3C-F24C-A766-18F10DEF3926}"/>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4" name="Rectangle 433">
                <a:extLst>
                  <a:ext uri="{FF2B5EF4-FFF2-40B4-BE49-F238E27FC236}">
                    <a16:creationId xmlns:a16="http://schemas.microsoft.com/office/drawing/2014/main" id="{6B65B973-2985-1A46-9D7E-B54790574FFD}"/>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1" name="Group 420">
              <a:extLst>
                <a:ext uri="{FF2B5EF4-FFF2-40B4-BE49-F238E27FC236}">
                  <a16:creationId xmlns:a16="http://schemas.microsoft.com/office/drawing/2014/main" id="{89E6048A-324B-7B4A-96E3-0182AFDA4E0F}"/>
                </a:ext>
              </a:extLst>
            </p:cNvPr>
            <p:cNvGrpSpPr/>
            <p:nvPr userDrawn="1"/>
          </p:nvGrpSpPr>
          <p:grpSpPr>
            <a:xfrm>
              <a:off x="11887200" y="5060956"/>
              <a:ext cx="304800" cy="304800"/>
              <a:chOff x="11887200" y="3048000"/>
              <a:chExt cx="304800" cy="304800"/>
            </a:xfrm>
          </p:grpSpPr>
          <p:sp>
            <p:nvSpPr>
              <p:cNvPr id="427" name="Rectangle 426">
                <a:extLst>
                  <a:ext uri="{FF2B5EF4-FFF2-40B4-BE49-F238E27FC236}">
                    <a16:creationId xmlns:a16="http://schemas.microsoft.com/office/drawing/2014/main" id="{35B7F55A-CA3E-6A49-9AAB-B8F4A9806129}"/>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8" name="Rectangle 427">
                <a:extLst>
                  <a:ext uri="{FF2B5EF4-FFF2-40B4-BE49-F238E27FC236}">
                    <a16:creationId xmlns:a16="http://schemas.microsoft.com/office/drawing/2014/main" id="{A3353706-2E52-E144-8A63-6273B78CB93E}"/>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9" name="Rectangle 428">
                <a:extLst>
                  <a:ext uri="{FF2B5EF4-FFF2-40B4-BE49-F238E27FC236}">
                    <a16:creationId xmlns:a16="http://schemas.microsoft.com/office/drawing/2014/main" id="{DE0C3521-EDAC-1A49-8ED8-2DA7FC9C5BC9}"/>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0" name="Rectangle 429">
                <a:extLst>
                  <a:ext uri="{FF2B5EF4-FFF2-40B4-BE49-F238E27FC236}">
                    <a16:creationId xmlns:a16="http://schemas.microsoft.com/office/drawing/2014/main" id="{1B3C97FD-7422-3B49-9A32-5439ECC9129E}"/>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2" name="Group 421">
              <a:extLst>
                <a:ext uri="{FF2B5EF4-FFF2-40B4-BE49-F238E27FC236}">
                  <a16:creationId xmlns:a16="http://schemas.microsoft.com/office/drawing/2014/main" id="{13909B4A-16B1-EB41-8EBA-C21C3846E275}"/>
                </a:ext>
              </a:extLst>
            </p:cNvPr>
            <p:cNvGrpSpPr/>
            <p:nvPr userDrawn="1"/>
          </p:nvGrpSpPr>
          <p:grpSpPr>
            <a:xfrm>
              <a:off x="5943600" y="5060956"/>
              <a:ext cx="304800" cy="304800"/>
              <a:chOff x="4748283" y="3386554"/>
              <a:chExt cx="548640" cy="548640"/>
            </a:xfrm>
          </p:grpSpPr>
          <p:sp>
            <p:nvSpPr>
              <p:cNvPr id="423" name="Rectangle 422">
                <a:extLst>
                  <a:ext uri="{FF2B5EF4-FFF2-40B4-BE49-F238E27FC236}">
                    <a16:creationId xmlns:a16="http://schemas.microsoft.com/office/drawing/2014/main" id="{78BBE9C9-671C-F143-A4EA-2DF4B70C6E9E}"/>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4" name="Rectangle 423">
                <a:extLst>
                  <a:ext uri="{FF2B5EF4-FFF2-40B4-BE49-F238E27FC236}">
                    <a16:creationId xmlns:a16="http://schemas.microsoft.com/office/drawing/2014/main" id="{D1572C1F-31B0-A449-AF07-F0C75F9333B5}"/>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5" name="Rectangle 424">
                <a:extLst>
                  <a:ext uri="{FF2B5EF4-FFF2-40B4-BE49-F238E27FC236}">
                    <a16:creationId xmlns:a16="http://schemas.microsoft.com/office/drawing/2014/main" id="{DA2AA3D6-DE7C-1648-95ED-0FDE1A3715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6" name="Rectangle 425">
                <a:extLst>
                  <a:ext uri="{FF2B5EF4-FFF2-40B4-BE49-F238E27FC236}">
                    <a16:creationId xmlns:a16="http://schemas.microsoft.com/office/drawing/2014/main" id="{ED8EFBE5-713C-AE42-B222-0B2BCDBA868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37" name="Group 436">
            <a:extLst>
              <a:ext uri="{FF2B5EF4-FFF2-40B4-BE49-F238E27FC236}">
                <a16:creationId xmlns:a16="http://schemas.microsoft.com/office/drawing/2014/main" id="{BF14D695-A0CE-114E-8019-2ED18154094C}"/>
              </a:ext>
            </a:extLst>
          </p:cNvPr>
          <p:cNvGrpSpPr/>
          <p:nvPr userDrawn="1"/>
        </p:nvGrpSpPr>
        <p:grpSpPr>
          <a:xfrm>
            <a:off x="0" y="2502576"/>
            <a:ext cx="9144000" cy="228601"/>
            <a:chOff x="0" y="1720842"/>
            <a:chExt cx="12192000" cy="304801"/>
          </a:xfrm>
        </p:grpSpPr>
        <p:grpSp>
          <p:nvGrpSpPr>
            <p:cNvPr id="438" name="Group 437">
              <a:extLst>
                <a:ext uri="{FF2B5EF4-FFF2-40B4-BE49-F238E27FC236}">
                  <a16:creationId xmlns:a16="http://schemas.microsoft.com/office/drawing/2014/main" id="{B258BE61-F68C-6447-A182-49356BB4705F}"/>
                </a:ext>
              </a:extLst>
            </p:cNvPr>
            <p:cNvGrpSpPr/>
            <p:nvPr userDrawn="1"/>
          </p:nvGrpSpPr>
          <p:grpSpPr>
            <a:xfrm>
              <a:off x="152400" y="1720842"/>
              <a:ext cx="11887200" cy="304801"/>
              <a:chOff x="152400" y="1720842"/>
              <a:chExt cx="10226040" cy="304801"/>
            </a:xfrm>
          </p:grpSpPr>
          <p:sp>
            <p:nvSpPr>
              <p:cNvPr id="474" name="Rectangle 473">
                <a:extLst>
                  <a:ext uri="{FF2B5EF4-FFF2-40B4-BE49-F238E27FC236}">
                    <a16:creationId xmlns:a16="http://schemas.microsoft.com/office/drawing/2014/main" id="{2E39ADA9-047C-064C-B38A-58491F27D38A}"/>
                  </a:ext>
                </a:extLst>
              </p:cNvPr>
              <p:cNvSpPr/>
              <p:nvPr userDrawn="1"/>
            </p:nvSpPr>
            <p:spPr>
              <a:xfrm>
                <a:off x="152400" y="1720843"/>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5" name="Rectangle 474">
                <a:extLst>
                  <a:ext uri="{FF2B5EF4-FFF2-40B4-BE49-F238E27FC236}">
                    <a16:creationId xmlns:a16="http://schemas.microsoft.com/office/drawing/2014/main" id="{950CBAF9-139A-444A-99D3-8878A71E1230}"/>
                  </a:ext>
                </a:extLst>
              </p:cNvPr>
              <p:cNvSpPr/>
              <p:nvPr userDrawn="1"/>
            </p:nvSpPr>
            <p:spPr>
              <a:xfrm>
                <a:off x="185674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6" name="Rectangle 475">
                <a:extLst>
                  <a:ext uri="{FF2B5EF4-FFF2-40B4-BE49-F238E27FC236}">
                    <a16:creationId xmlns:a16="http://schemas.microsoft.com/office/drawing/2014/main" id="{B5A13F0A-72FA-0D47-801F-47CA60E80C0C}"/>
                  </a:ext>
                </a:extLst>
              </p:cNvPr>
              <p:cNvSpPr/>
              <p:nvPr userDrawn="1"/>
            </p:nvSpPr>
            <p:spPr>
              <a:xfrm>
                <a:off x="356108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7" name="Rectangle 476">
                <a:extLst>
                  <a:ext uri="{FF2B5EF4-FFF2-40B4-BE49-F238E27FC236}">
                    <a16:creationId xmlns:a16="http://schemas.microsoft.com/office/drawing/2014/main" id="{4FEF358F-4817-F64B-8CC4-0FD0C1FABF29}"/>
                  </a:ext>
                </a:extLst>
              </p:cNvPr>
              <p:cNvSpPr/>
              <p:nvPr userDrawn="1"/>
            </p:nvSpPr>
            <p:spPr>
              <a:xfrm>
                <a:off x="526542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8" name="Rectangle 477">
                <a:extLst>
                  <a:ext uri="{FF2B5EF4-FFF2-40B4-BE49-F238E27FC236}">
                    <a16:creationId xmlns:a16="http://schemas.microsoft.com/office/drawing/2014/main" id="{EFF11427-1778-1747-93D7-55F0840A0284}"/>
                  </a:ext>
                </a:extLst>
              </p:cNvPr>
              <p:cNvSpPr/>
              <p:nvPr userDrawn="1"/>
            </p:nvSpPr>
            <p:spPr>
              <a:xfrm>
                <a:off x="696976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9" name="Rectangle 478">
                <a:extLst>
                  <a:ext uri="{FF2B5EF4-FFF2-40B4-BE49-F238E27FC236}">
                    <a16:creationId xmlns:a16="http://schemas.microsoft.com/office/drawing/2014/main" id="{F3D80D4E-21FD-8E4F-BCC2-F182D2FB139B}"/>
                  </a:ext>
                </a:extLst>
              </p:cNvPr>
              <p:cNvSpPr/>
              <p:nvPr userDrawn="1"/>
            </p:nvSpPr>
            <p:spPr>
              <a:xfrm>
                <a:off x="867410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39" name="Group 438">
              <a:extLst>
                <a:ext uri="{FF2B5EF4-FFF2-40B4-BE49-F238E27FC236}">
                  <a16:creationId xmlns:a16="http://schemas.microsoft.com/office/drawing/2014/main" id="{772AB51C-F49A-0A4A-BA0B-000FC84A5867}"/>
                </a:ext>
              </a:extLst>
            </p:cNvPr>
            <p:cNvGrpSpPr/>
            <p:nvPr userDrawn="1"/>
          </p:nvGrpSpPr>
          <p:grpSpPr>
            <a:xfrm>
              <a:off x="0" y="1720842"/>
              <a:ext cx="304800" cy="304800"/>
              <a:chOff x="4748283" y="3386554"/>
              <a:chExt cx="548640" cy="548640"/>
            </a:xfrm>
          </p:grpSpPr>
          <p:sp>
            <p:nvSpPr>
              <p:cNvPr id="470" name="Rectangle 469">
                <a:extLst>
                  <a:ext uri="{FF2B5EF4-FFF2-40B4-BE49-F238E27FC236}">
                    <a16:creationId xmlns:a16="http://schemas.microsoft.com/office/drawing/2014/main" id="{E4A75E68-C0BB-4840-B07F-1D82C5547F7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1" name="Rectangle 470">
                <a:extLst>
                  <a:ext uri="{FF2B5EF4-FFF2-40B4-BE49-F238E27FC236}">
                    <a16:creationId xmlns:a16="http://schemas.microsoft.com/office/drawing/2014/main" id="{8DD8EBE3-10D1-3E44-85FC-03439E29758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2" name="Rectangle 471">
                <a:extLst>
                  <a:ext uri="{FF2B5EF4-FFF2-40B4-BE49-F238E27FC236}">
                    <a16:creationId xmlns:a16="http://schemas.microsoft.com/office/drawing/2014/main" id="{6AEBDBAB-049C-C94F-BA15-670FE7786BB7}"/>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3" name="Rectangle 472">
                <a:extLst>
                  <a:ext uri="{FF2B5EF4-FFF2-40B4-BE49-F238E27FC236}">
                    <a16:creationId xmlns:a16="http://schemas.microsoft.com/office/drawing/2014/main" id="{1839B25E-E114-E34C-A32D-6D7EC38B1EE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0" name="Group 439">
              <a:extLst>
                <a:ext uri="{FF2B5EF4-FFF2-40B4-BE49-F238E27FC236}">
                  <a16:creationId xmlns:a16="http://schemas.microsoft.com/office/drawing/2014/main" id="{C4B9E153-27EB-B040-BCE0-309BDB8E8CDA}"/>
                </a:ext>
              </a:extLst>
            </p:cNvPr>
            <p:cNvGrpSpPr/>
            <p:nvPr userDrawn="1"/>
          </p:nvGrpSpPr>
          <p:grpSpPr>
            <a:xfrm>
              <a:off x="11887200" y="1720842"/>
              <a:ext cx="304800" cy="304800"/>
              <a:chOff x="11887200" y="3048000"/>
              <a:chExt cx="304800" cy="304800"/>
            </a:xfrm>
          </p:grpSpPr>
          <p:sp>
            <p:nvSpPr>
              <p:cNvPr id="466" name="Rectangle 465">
                <a:extLst>
                  <a:ext uri="{FF2B5EF4-FFF2-40B4-BE49-F238E27FC236}">
                    <a16:creationId xmlns:a16="http://schemas.microsoft.com/office/drawing/2014/main" id="{A27F3C4E-60C9-0441-BB28-DA297CC18C6B}"/>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7" name="Rectangle 466">
                <a:extLst>
                  <a:ext uri="{FF2B5EF4-FFF2-40B4-BE49-F238E27FC236}">
                    <a16:creationId xmlns:a16="http://schemas.microsoft.com/office/drawing/2014/main" id="{21B5179C-3F21-4540-9AFE-2D927DFF8388}"/>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8" name="Rectangle 467">
                <a:extLst>
                  <a:ext uri="{FF2B5EF4-FFF2-40B4-BE49-F238E27FC236}">
                    <a16:creationId xmlns:a16="http://schemas.microsoft.com/office/drawing/2014/main" id="{B81BD9A7-26C8-F74E-81CB-41418ED62A1D}"/>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9" name="Rectangle 468">
                <a:extLst>
                  <a:ext uri="{FF2B5EF4-FFF2-40B4-BE49-F238E27FC236}">
                    <a16:creationId xmlns:a16="http://schemas.microsoft.com/office/drawing/2014/main" id="{D9514B8E-A753-2045-AAAA-E16B50514554}"/>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1" name="Group 440">
              <a:extLst>
                <a:ext uri="{FF2B5EF4-FFF2-40B4-BE49-F238E27FC236}">
                  <a16:creationId xmlns:a16="http://schemas.microsoft.com/office/drawing/2014/main" id="{ECC44206-FD2E-F94D-9B86-B800910A14FE}"/>
                </a:ext>
              </a:extLst>
            </p:cNvPr>
            <p:cNvGrpSpPr/>
            <p:nvPr userDrawn="1"/>
          </p:nvGrpSpPr>
          <p:grpSpPr>
            <a:xfrm>
              <a:off x="1984915" y="1720842"/>
              <a:ext cx="304800" cy="304800"/>
              <a:chOff x="4748283" y="3386554"/>
              <a:chExt cx="548640" cy="548640"/>
            </a:xfrm>
          </p:grpSpPr>
          <p:sp>
            <p:nvSpPr>
              <p:cNvPr id="462" name="Rectangle 461">
                <a:extLst>
                  <a:ext uri="{FF2B5EF4-FFF2-40B4-BE49-F238E27FC236}">
                    <a16:creationId xmlns:a16="http://schemas.microsoft.com/office/drawing/2014/main" id="{C8BDDAA8-114B-3A4F-958C-920C69378416}"/>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3" name="Rectangle 462">
                <a:extLst>
                  <a:ext uri="{FF2B5EF4-FFF2-40B4-BE49-F238E27FC236}">
                    <a16:creationId xmlns:a16="http://schemas.microsoft.com/office/drawing/2014/main" id="{66EB955B-9466-F243-B786-3F7895B36F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4" name="Rectangle 463">
                <a:extLst>
                  <a:ext uri="{FF2B5EF4-FFF2-40B4-BE49-F238E27FC236}">
                    <a16:creationId xmlns:a16="http://schemas.microsoft.com/office/drawing/2014/main" id="{57AC506A-54E9-7442-9D5A-739F9BC156C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5" name="Rectangle 464">
                <a:extLst>
                  <a:ext uri="{FF2B5EF4-FFF2-40B4-BE49-F238E27FC236}">
                    <a16:creationId xmlns:a16="http://schemas.microsoft.com/office/drawing/2014/main" id="{989669EA-D5BB-2749-A33E-897415693EA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2" name="Group 441">
              <a:extLst>
                <a:ext uri="{FF2B5EF4-FFF2-40B4-BE49-F238E27FC236}">
                  <a16:creationId xmlns:a16="http://schemas.microsoft.com/office/drawing/2014/main" id="{2BF5526E-DA20-1A47-B1EC-05FCC4F811A6}"/>
                </a:ext>
              </a:extLst>
            </p:cNvPr>
            <p:cNvGrpSpPr/>
            <p:nvPr userDrawn="1"/>
          </p:nvGrpSpPr>
          <p:grpSpPr>
            <a:xfrm>
              <a:off x="3962829" y="1720842"/>
              <a:ext cx="304800" cy="304800"/>
              <a:chOff x="4748283" y="3386554"/>
              <a:chExt cx="548640" cy="548640"/>
            </a:xfrm>
          </p:grpSpPr>
          <p:sp>
            <p:nvSpPr>
              <p:cNvPr id="458" name="Rectangle 457">
                <a:extLst>
                  <a:ext uri="{FF2B5EF4-FFF2-40B4-BE49-F238E27FC236}">
                    <a16:creationId xmlns:a16="http://schemas.microsoft.com/office/drawing/2014/main" id="{C1CA3603-5759-F245-A0BC-7AC94B98ACB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9" name="Rectangle 458">
                <a:extLst>
                  <a:ext uri="{FF2B5EF4-FFF2-40B4-BE49-F238E27FC236}">
                    <a16:creationId xmlns:a16="http://schemas.microsoft.com/office/drawing/2014/main" id="{E65062EA-2737-9F4A-AC6D-377AEBB24DA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0" name="Rectangle 459">
                <a:extLst>
                  <a:ext uri="{FF2B5EF4-FFF2-40B4-BE49-F238E27FC236}">
                    <a16:creationId xmlns:a16="http://schemas.microsoft.com/office/drawing/2014/main" id="{5EFA2540-BC53-0A4B-818C-23B0B921613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1" name="Rectangle 460">
                <a:extLst>
                  <a:ext uri="{FF2B5EF4-FFF2-40B4-BE49-F238E27FC236}">
                    <a16:creationId xmlns:a16="http://schemas.microsoft.com/office/drawing/2014/main" id="{A365443A-BD5B-D543-A1BC-48CD7E25F9B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3" name="Group 442">
              <a:extLst>
                <a:ext uri="{FF2B5EF4-FFF2-40B4-BE49-F238E27FC236}">
                  <a16:creationId xmlns:a16="http://schemas.microsoft.com/office/drawing/2014/main" id="{3E69FC19-CB83-6F45-8D1E-A4DC1CCCC32E}"/>
                </a:ext>
              </a:extLst>
            </p:cNvPr>
            <p:cNvGrpSpPr/>
            <p:nvPr userDrawn="1"/>
          </p:nvGrpSpPr>
          <p:grpSpPr>
            <a:xfrm>
              <a:off x="5941695" y="1720842"/>
              <a:ext cx="304800" cy="304800"/>
              <a:chOff x="4748283" y="3386554"/>
              <a:chExt cx="548640" cy="548640"/>
            </a:xfrm>
          </p:grpSpPr>
          <p:sp>
            <p:nvSpPr>
              <p:cNvPr id="454" name="Rectangle 453">
                <a:extLst>
                  <a:ext uri="{FF2B5EF4-FFF2-40B4-BE49-F238E27FC236}">
                    <a16:creationId xmlns:a16="http://schemas.microsoft.com/office/drawing/2014/main" id="{D57A09A4-5C22-CA4B-BB1C-F7672C2AA69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5" name="Rectangle 454">
                <a:extLst>
                  <a:ext uri="{FF2B5EF4-FFF2-40B4-BE49-F238E27FC236}">
                    <a16:creationId xmlns:a16="http://schemas.microsoft.com/office/drawing/2014/main" id="{17C22FAC-AC42-6E43-ACA2-58810E6D49CC}"/>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6" name="Rectangle 455">
                <a:extLst>
                  <a:ext uri="{FF2B5EF4-FFF2-40B4-BE49-F238E27FC236}">
                    <a16:creationId xmlns:a16="http://schemas.microsoft.com/office/drawing/2014/main" id="{5E375788-6501-DC47-A513-CA1940784EF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7" name="Rectangle 456">
                <a:extLst>
                  <a:ext uri="{FF2B5EF4-FFF2-40B4-BE49-F238E27FC236}">
                    <a16:creationId xmlns:a16="http://schemas.microsoft.com/office/drawing/2014/main" id="{EDD8D43C-CFFB-4247-9B73-EFA60807FF1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4" name="Group 443">
              <a:extLst>
                <a:ext uri="{FF2B5EF4-FFF2-40B4-BE49-F238E27FC236}">
                  <a16:creationId xmlns:a16="http://schemas.microsoft.com/office/drawing/2014/main" id="{88078022-BDD1-E941-A76D-8B2EA55DF35C}"/>
                </a:ext>
              </a:extLst>
            </p:cNvPr>
            <p:cNvGrpSpPr/>
            <p:nvPr userDrawn="1"/>
          </p:nvGrpSpPr>
          <p:grpSpPr>
            <a:xfrm>
              <a:off x="7925379" y="1720842"/>
              <a:ext cx="304800" cy="304800"/>
              <a:chOff x="4748283" y="3386554"/>
              <a:chExt cx="548640" cy="548640"/>
            </a:xfrm>
          </p:grpSpPr>
          <p:sp>
            <p:nvSpPr>
              <p:cNvPr id="450" name="Rectangle 449">
                <a:extLst>
                  <a:ext uri="{FF2B5EF4-FFF2-40B4-BE49-F238E27FC236}">
                    <a16:creationId xmlns:a16="http://schemas.microsoft.com/office/drawing/2014/main" id="{46CFF03B-0578-744C-B497-C6A70789806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1" name="Rectangle 450">
                <a:extLst>
                  <a:ext uri="{FF2B5EF4-FFF2-40B4-BE49-F238E27FC236}">
                    <a16:creationId xmlns:a16="http://schemas.microsoft.com/office/drawing/2014/main" id="{E832363E-13BD-AE41-B338-5CE369511D0E}"/>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2" name="Rectangle 451">
                <a:extLst>
                  <a:ext uri="{FF2B5EF4-FFF2-40B4-BE49-F238E27FC236}">
                    <a16:creationId xmlns:a16="http://schemas.microsoft.com/office/drawing/2014/main" id="{7F3C2F47-5852-FE46-A6B8-0240E7FB37E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3" name="Rectangle 452">
                <a:extLst>
                  <a:ext uri="{FF2B5EF4-FFF2-40B4-BE49-F238E27FC236}">
                    <a16:creationId xmlns:a16="http://schemas.microsoft.com/office/drawing/2014/main" id="{62234A22-B732-8643-8B93-EDA7BEDDA58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5" name="Group 444">
              <a:extLst>
                <a:ext uri="{FF2B5EF4-FFF2-40B4-BE49-F238E27FC236}">
                  <a16:creationId xmlns:a16="http://schemas.microsoft.com/office/drawing/2014/main" id="{3B83FBB8-0104-2A44-B8DB-E77F2800533E}"/>
                </a:ext>
              </a:extLst>
            </p:cNvPr>
            <p:cNvGrpSpPr/>
            <p:nvPr userDrawn="1"/>
          </p:nvGrpSpPr>
          <p:grpSpPr>
            <a:xfrm>
              <a:off x="9906579" y="1720842"/>
              <a:ext cx="304800" cy="304800"/>
              <a:chOff x="4748283" y="3386554"/>
              <a:chExt cx="548640" cy="548640"/>
            </a:xfrm>
          </p:grpSpPr>
          <p:sp>
            <p:nvSpPr>
              <p:cNvPr id="446" name="Rectangle 445">
                <a:extLst>
                  <a:ext uri="{FF2B5EF4-FFF2-40B4-BE49-F238E27FC236}">
                    <a16:creationId xmlns:a16="http://schemas.microsoft.com/office/drawing/2014/main" id="{41E071DB-0DDA-B34C-AB39-A3E6C3A412D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7" name="Rectangle 446">
                <a:extLst>
                  <a:ext uri="{FF2B5EF4-FFF2-40B4-BE49-F238E27FC236}">
                    <a16:creationId xmlns:a16="http://schemas.microsoft.com/office/drawing/2014/main" id="{4B7E35A1-132C-754F-950B-7CBCB087D9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8" name="Rectangle 447">
                <a:extLst>
                  <a:ext uri="{FF2B5EF4-FFF2-40B4-BE49-F238E27FC236}">
                    <a16:creationId xmlns:a16="http://schemas.microsoft.com/office/drawing/2014/main" id="{20745239-C123-C44A-BB88-8EB50EDE8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9" name="Rectangle 448">
                <a:extLst>
                  <a:ext uri="{FF2B5EF4-FFF2-40B4-BE49-F238E27FC236}">
                    <a16:creationId xmlns:a16="http://schemas.microsoft.com/office/drawing/2014/main" id="{55EBCF78-5308-C540-ABE3-CAF92FF8F60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sp>
        <p:nvSpPr>
          <p:cNvPr id="480" name="TextBox 479">
            <a:extLst>
              <a:ext uri="{FF2B5EF4-FFF2-40B4-BE49-F238E27FC236}">
                <a16:creationId xmlns:a16="http://schemas.microsoft.com/office/drawing/2014/main" id="{342D7EB4-B12F-644A-9E0A-98B8EF09117E}"/>
              </a:ext>
            </a:extLst>
          </p:cNvPr>
          <p:cNvSpPr txBox="1"/>
          <p:nvPr userDrawn="1"/>
        </p:nvSpPr>
        <p:spPr>
          <a:xfrm>
            <a:off x="228600" y="2345166"/>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6 column</a:t>
            </a:r>
          </a:p>
        </p:txBody>
      </p:sp>
      <p:sp>
        <p:nvSpPr>
          <p:cNvPr id="481" name="TextBox 480">
            <a:extLst>
              <a:ext uri="{FF2B5EF4-FFF2-40B4-BE49-F238E27FC236}">
                <a16:creationId xmlns:a16="http://schemas.microsoft.com/office/drawing/2014/main" id="{7056B7B5-7702-9842-8ACC-189B0B1EC818}"/>
              </a:ext>
            </a:extLst>
          </p:cNvPr>
          <p:cNvSpPr txBox="1"/>
          <p:nvPr userDrawn="1"/>
        </p:nvSpPr>
        <p:spPr>
          <a:xfrm>
            <a:off x="228600" y="286733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5 column</a:t>
            </a:r>
          </a:p>
        </p:txBody>
      </p:sp>
      <p:sp>
        <p:nvSpPr>
          <p:cNvPr id="482" name="TextBox 481">
            <a:extLst>
              <a:ext uri="{FF2B5EF4-FFF2-40B4-BE49-F238E27FC236}">
                <a16:creationId xmlns:a16="http://schemas.microsoft.com/office/drawing/2014/main" id="{86211BCB-2DF9-6644-8DCD-BC5B31A507D4}"/>
              </a:ext>
            </a:extLst>
          </p:cNvPr>
          <p:cNvSpPr txBox="1"/>
          <p:nvPr userDrawn="1"/>
        </p:nvSpPr>
        <p:spPr>
          <a:xfrm>
            <a:off x="228600" y="3342468"/>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4 column</a:t>
            </a:r>
          </a:p>
        </p:txBody>
      </p:sp>
      <p:sp>
        <p:nvSpPr>
          <p:cNvPr id="483" name="TextBox 482">
            <a:extLst>
              <a:ext uri="{FF2B5EF4-FFF2-40B4-BE49-F238E27FC236}">
                <a16:creationId xmlns:a16="http://schemas.microsoft.com/office/drawing/2014/main" id="{480A6B41-B33C-4544-AA80-B05EA7E4F5F8}"/>
              </a:ext>
            </a:extLst>
          </p:cNvPr>
          <p:cNvSpPr txBox="1"/>
          <p:nvPr userDrawn="1"/>
        </p:nvSpPr>
        <p:spPr>
          <a:xfrm>
            <a:off x="228600" y="3821179"/>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3 column</a:t>
            </a:r>
          </a:p>
        </p:txBody>
      </p:sp>
      <p:sp>
        <p:nvSpPr>
          <p:cNvPr id="484" name="TextBox 483">
            <a:extLst>
              <a:ext uri="{FF2B5EF4-FFF2-40B4-BE49-F238E27FC236}">
                <a16:creationId xmlns:a16="http://schemas.microsoft.com/office/drawing/2014/main" id="{29F7A788-CE98-6246-ADB3-ACDB5AD10573}"/>
              </a:ext>
            </a:extLst>
          </p:cNvPr>
          <p:cNvSpPr txBox="1"/>
          <p:nvPr userDrawn="1"/>
        </p:nvSpPr>
        <p:spPr>
          <a:xfrm>
            <a:off x="228600" y="431349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2 column</a:t>
            </a:r>
          </a:p>
        </p:txBody>
      </p:sp>
      <p:sp>
        <p:nvSpPr>
          <p:cNvPr id="164" name="Slide Number Placeholder 2">
            <a:extLst>
              <a:ext uri="{FF2B5EF4-FFF2-40B4-BE49-F238E27FC236}">
                <a16:creationId xmlns:a16="http://schemas.microsoft.com/office/drawing/2014/main" id="{F03B75DB-F93B-BB4A-88B7-BC503665EB12}"/>
              </a:ext>
            </a:extLst>
          </p:cNvPr>
          <p:cNvSpPr>
            <a:spLocks noGrp="1"/>
          </p:cNvSpPr>
          <p:nvPr>
            <p:ph type="sldNum" sz="quarter" idx="10"/>
          </p:nvPr>
        </p:nvSpPr>
        <p:spPr>
          <a:xfrm>
            <a:off x="1" y="4914901"/>
            <a:ext cx="228599" cy="228599"/>
          </a:xfrm>
        </p:spPr>
        <p:txBody>
          <a:bodyPr/>
          <a:lstStyle/>
          <a:p>
            <a:fld id="{89006F1E-66CD-4A4B-9370-B4A3080F0E6C}" type="slidenum">
              <a:rPr lang="en-US" smtClean="0"/>
              <a:pPr/>
              <a:t>‹#›</a:t>
            </a:fld>
            <a:endParaRPr lang="en-US"/>
          </a:p>
        </p:txBody>
      </p:sp>
      <p:sp>
        <p:nvSpPr>
          <p:cNvPr id="165" name="Footer Placeholder 1">
            <a:extLst>
              <a:ext uri="{FF2B5EF4-FFF2-40B4-BE49-F238E27FC236}">
                <a16:creationId xmlns:a16="http://schemas.microsoft.com/office/drawing/2014/main" id="{32024396-8CE7-064A-913E-52749C1A59C6}"/>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grpSp>
        <p:nvGrpSpPr>
          <p:cNvPr id="12" name="Group 11">
            <a:extLst>
              <a:ext uri="{FF2B5EF4-FFF2-40B4-BE49-F238E27FC236}">
                <a16:creationId xmlns:a16="http://schemas.microsoft.com/office/drawing/2014/main" id="{6F86E547-682A-6B4F-B0EC-65D336F3A540}"/>
              </a:ext>
            </a:extLst>
          </p:cNvPr>
          <p:cNvGrpSpPr/>
          <p:nvPr userDrawn="1"/>
        </p:nvGrpSpPr>
        <p:grpSpPr>
          <a:xfrm>
            <a:off x="225170" y="657226"/>
            <a:ext cx="8690229" cy="4257674"/>
            <a:chOff x="300227" y="876301"/>
            <a:chExt cx="11586972" cy="5676899"/>
          </a:xfrm>
        </p:grpSpPr>
        <p:sp>
          <p:nvSpPr>
            <p:cNvPr id="3" name="Rectangle 2">
              <a:extLst>
                <a:ext uri="{FF2B5EF4-FFF2-40B4-BE49-F238E27FC236}">
                  <a16:creationId xmlns:a16="http://schemas.microsoft.com/office/drawing/2014/main" id="{8EE04DA2-78B1-A642-A2C2-0873783B7B9C}"/>
                </a:ext>
              </a:extLst>
            </p:cNvPr>
            <p:cNvSpPr/>
            <p:nvPr userDrawn="1"/>
          </p:nvSpPr>
          <p:spPr>
            <a:xfrm>
              <a:off x="300227" y="876301"/>
              <a:ext cx="11586972" cy="5676899"/>
            </a:xfrm>
            <a:prstGeom prst="rect">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050"/>
            </a:p>
          </p:txBody>
        </p:sp>
        <p:cxnSp>
          <p:nvCxnSpPr>
            <p:cNvPr id="5" name="Straight Arrow Connector 4">
              <a:extLst>
                <a:ext uri="{FF2B5EF4-FFF2-40B4-BE49-F238E27FC236}">
                  <a16:creationId xmlns:a16="http://schemas.microsoft.com/office/drawing/2014/main" id="{73EED049-4AD2-0B49-BBEA-A4247ECC89A5}"/>
                </a:ext>
              </a:extLst>
            </p:cNvPr>
            <p:cNvCxnSpPr/>
            <p:nvPr userDrawn="1"/>
          </p:nvCxnSpPr>
          <p:spPr>
            <a:xfrm>
              <a:off x="474651" y="87630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A01FDD-B887-5D48-9BCC-AB3E59DA8C44}"/>
                </a:ext>
              </a:extLst>
            </p:cNvPr>
            <p:cNvSpPr txBox="1"/>
            <p:nvPr userDrawn="1"/>
          </p:nvSpPr>
          <p:spPr>
            <a:xfrm>
              <a:off x="579276" y="90588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a:t>
              </a:r>
            </a:p>
          </p:txBody>
        </p:sp>
        <p:cxnSp>
          <p:nvCxnSpPr>
            <p:cNvPr id="171" name="Straight Arrow Connector 170">
              <a:extLst>
                <a:ext uri="{FF2B5EF4-FFF2-40B4-BE49-F238E27FC236}">
                  <a16:creationId xmlns:a16="http://schemas.microsoft.com/office/drawing/2014/main" id="{9BD67516-3606-FF42-BF2C-613E58799753}"/>
                </a:ext>
              </a:extLst>
            </p:cNvPr>
            <p:cNvCxnSpPr/>
            <p:nvPr userDrawn="1"/>
          </p:nvCxnSpPr>
          <p:spPr>
            <a:xfrm>
              <a:off x="474651" y="145531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4E864EDE-9D5F-984C-A44E-2B8534B762A2}"/>
                </a:ext>
              </a:extLst>
            </p:cNvPr>
            <p:cNvSpPr txBox="1"/>
            <p:nvPr userDrawn="1"/>
          </p:nvSpPr>
          <p:spPr>
            <a:xfrm>
              <a:off x="579276" y="148489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 with sub-title</a:t>
              </a:r>
            </a:p>
          </p:txBody>
        </p:sp>
        <p:cxnSp>
          <p:nvCxnSpPr>
            <p:cNvPr id="8" name="Straight Connector 7">
              <a:extLst>
                <a:ext uri="{FF2B5EF4-FFF2-40B4-BE49-F238E27FC236}">
                  <a16:creationId xmlns:a16="http://schemas.microsoft.com/office/drawing/2014/main" id="{11BD3366-59E4-7A48-9F82-4F24D0C736CB}"/>
                </a:ext>
              </a:extLst>
            </p:cNvPr>
            <p:cNvCxnSpPr>
              <a:cxnSpLocks/>
            </p:cNvCxnSpPr>
            <p:nvPr userDrawn="1"/>
          </p:nvCxnSpPr>
          <p:spPr>
            <a:xfrm>
              <a:off x="300227" y="1455311"/>
              <a:ext cx="11586972" cy="0"/>
            </a:xfrm>
            <a:prstGeom prst="line">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cxnSp>
      </p:grpSp>
      <p:grpSp>
        <p:nvGrpSpPr>
          <p:cNvPr id="16" name="Group 15">
            <a:extLst>
              <a:ext uri="{FF2B5EF4-FFF2-40B4-BE49-F238E27FC236}">
                <a16:creationId xmlns:a16="http://schemas.microsoft.com/office/drawing/2014/main" id="{69B2DC8A-7A6F-9644-8D71-F808322A48E6}"/>
              </a:ext>
            </a:extLst>
          </p:cNvPr>
          <p:cNvGrpSpPr/>
          <p:nvPr userDrawn="1"/>
        </p:nvGrpSpPr>
        <p:grpSpPr>
          <a:xfrm>
            <a:off x="1562987" y="1188055"/>
            <a:ext cx="6018028" cy="1221044"/>
            <a:chOff x="2105247" y="1591161"/>
            <a:chExt cx="8024037" cy="1628059"/>
          </a:xfrm>
        </p:grpSpPr>
        <p:pic>
          <p:nvPicPr>
            <p:cNvPr id="180" name="Picture 179">
              <a:extLst>
                <a:ext uri="{FF2B5EF4-FFF2-40B4-BE49-F238E27FC236}">
                  <a16:creationId xmlns:a16="http://schemas.microsoft.com/office/drawing/2014/main" id="{7DE60FB9-62FE-9C46-B40B-0229DBC6F0D9}"/>
                </a:ext>
              </a:extLst>
            </p:cNvPr>
            <p:cNvPicPr>
              <a:picLocks noChangeAspect="1"/>
            </p:cNvPicPr>
            <p:nvPr userDrawn="1"/>
          </p:nvPicPr>
          <p:blipFill>
            <a:blip r:embed="rId2"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3874331" y="1591161"/>
              <a:ext cx="4443338" cy="1542319"/>
            </a:xfrm>
            <a:prstGeom prst="rect">
              <a:avLst/>
            </a:prstGeom>
          </p:spPr>
        </p:pic>
        <p:sp>
          <p:nvSpPr>
            <p:cNvPr id="179" name="Parallelogram 178">
              <a:extLst>
                <a:ext uri="{FF2B5EF4-FFF2-40B4-BE49-F238E27FC236}">
                  <a16:creationId xmlns:a16="http://schemas.microsoft.com/office/drawing/2014/main" id="{C604ECB2-C049-5D43-9BEB-15DEE7EE1A1E}"/>
                </a:ext>
              </a:extLst>
            </p:cNvPr>
            <p:cNvSpPr>
              <a:spLocks/>
            </p:cNvSpPr>
            <p:nvPr userDrawn="1"/>
          </p:nvSpPr>
          <p:spPr bwMode="auto">
            <a:xfrm>
              <a:off x="2105247" y="1611455"/>
              <a:ext cx="8024037" cy="1607765"/>
            </a:xfrm>
            <a:prstGeom prst="parallelogram">
              <a:avLst>
                <a:gd name="adj" fmla="val 31844"/>
              </a:avLst>
            </a:prstGeom>
            <a:noFill/>
            <a:ln w="6350" cap="flat" cmpd="sng" algn="ctr">
              <a:solidFill>
                <a:schemeClr val="accent5">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685800" eaLnBrk="0" fontAlgn="base" hangingPunct="0">
                <a:spcBef>
                  <a:spcPct val="0"/>
                </a:spcBef>
                <a:spcAft>
                  <a:spcPct val="0"/>
                </a:spcAft>
              </a:pPr>
              <a:r>
                <a:rPr lang="en-US" sz="1350">
                  <a:latin typeface="Arial" pitchFamily="124" charset="0"/>
                </a:rPr>
                <a:t>     </a:t>
              </a:r>
            </a:p>
          </p:txBody>
        </p:sp>
        <p:cxnSp>
          <p:nvCxnSpPr>
            <p:cNvPr id="14" name="Straight Connector 13">
              <a:extLst>
                <a:ext uri="{FF2B5EF4-FFF2-40B4-BE49-F238E27FC236}">
                  <a16:creationId xmlns:a16="http://schemas.microsoft.com/office/drawing/2014/main" id="{995298F5-F7FE-A248-809C-3B79A412B130}"/>
                </a:ext>
              </a:extLst>
            </p:cNvPr>
            <p:cNvCxnSpPr/>
            <p:nvPr userDrawn="1"/>
          </p:nvCxnSpPr>
          <p:spPr>
            <a:xfrm flipV="1">
              <a:off x="6265284"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sp>
          <p:nvSpPr>
            <p:cNvPr id="186" name="TextBox 185">
              <a:extLst>
                <a:ext uri="{FF2B5EF4-FFF2-40B4-BE49-F238E27FC236}">
                  <a16:creationId xmlns:a16="http://schemas.microsoft.com/office/drawing/2014/main" id="{2E915A16-BE94-8648-888A-1C89BAA886EB}"/>
                </a:ext>
              </a:extLst>
            </p:cNvPr>
            <p:cNvSpPr txBox="1"/>
            <p:nvPr userDrawn="1"/>
          </p:nvSpPr>
          <p:spPr>
            <a:xfrm>
              <a:off x="2682698"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sp>
          <p:nvSpPr>
            <p:cNvPr id="187" name="TextBox 186">
              <a:extLst>
                <a:ext uri="{FF2B5EF4-FFF2-40B4-BE49-F238E27FC236}">
                  <a16:creationId xmlns:a16="http://schemas.microsoft.com/office/drawing/2014/main" id="{E5BD1D51-69A2-4F40-9366-6263E56C9410}"/>
                </a:ext>
              </a:extLst>
            </p:cNvPr>
            <p:cNvSpPr txBox="1"/>
            <p:nvPr userDrawn="1"/>
          </p:nvSpPr>
          <p:spPr>
            <a:xfrm>
              <a:off x="8580213"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cxnSp>
          <p:nvCxnSpPr>
            <p:cNvPr id="189" name="Straight Connector 188">
              <a:extLst>
                <a:ext uri="{FF2B5EF4-FFF2-40B4-BE49-F238E27FC236}">
                  <a16:creationId xmlns:a16="http://schemas.microsoft.com/office/drawing/2014/main" id="{C216DAF5-4369-B241-B946-0ED9F3E7EC5D}"/>
                </a:ext>
              </a:extLst>
            </p:cNvPr>
            <p:cNvCxnSpPr/>
            <p:nvPr userDrawn="1"/>
          </p:nvCxnSpPr>
          <p:spPr>
            <a:xfrm flipV="1">
              <a:off x="3649675"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cxnSp>
          <p:nvCxnSpPr>
            <p:cNvPr id="190" name="Straight Connector 189">
              <a:extLst>
                <a:ext uri="{FF2B5EF4-FFF2-40B4-BE49-F238E27FC236}">
                  <a16:creationId xmlns:a16="http://schemas.microsoft.com/office/drawing/2014/main" id="{8E1CD583-1C76-814A-860F-230F9D23AD6A}"/>
                </a:ext>
              </a:extLst>
            </p:cNvPr>
            <p:cNvCxnSpPr/>
            <p:nvPr userDrawn="1"/>
          </p:nvCxnSpPr>
          <p:spPr>
            <a:xfrm flipV="1">
              <a:off x="7921380"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grpSp>
    </p:spTree>
    <p:extLst>
      <p:ext uri="{BB962C8B-B14F-4D97-AF65-F5344CB8AC3E}">
        <p14:creationId xmlns:p14="http://schemas.microsoft.com/office/powerpoint/2010/main" val="19885072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a:t>Click to edit Master title style</a:t>
            </a:r>
            <a:endParaRPr lang="en-AU"/>
          </a:p>
        </p:txBody>
      </p:sp>
      <p:sp>
        <p:nvSpPr>
          <p:cNvPr id="3" name="Content Placeholder 2"/>
          <p:cNvSpPr>
            <a:spLocks noGrp="1"/>
          </p:cNvSpPr>
          <p:nvPr>
            <p:ph idx="1"/>
          </p:nvPr>
        </p:nvSpPr>
        <p:spPr/>
        <p:txBody>
          <a:bodyPr numCol="2" spcCol="360000"/>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Footer Placeholder 3"/>
          <p:cNvSpPr>
            <a:spLocks noGrp="1"/>
          </p:cNvSpPr>
          <p:nvPr>
            <p:ph type="ftr" sz="quarter" idx="10"/>
          </p:nvPr>
        </p:nvSpPr>
        <p:spPr/>
        <p:txBody>
          <a:bodyPr/>
          <a:lstStyle/>
          <a:p>
            <a:r>
              <a:rPr lang="en-US"/>
              <a:t>Proprietary &amp; Confidential |  03 Jun 2024</a:t>
            </a:r>
            <a:endParaRPr lang="en-AU"/>
          </a:p>
        </p:txBody>
      </p:sp>
      <p:sp>
        <p:nvSpPr>
          <p:cNvPr id="6" name="Slide Number Placeholder 5"/>
          <p:cNvSpPr>
            <a:spLocks noGrp="1"/>
          </p:cNvSpPr>
          <p:nvPr>
            <p:ph type="sldNum" sz="quarter" idx="11"/>
          </p:nvPr>
        </p:nvSpPr>
        <p:spPr/>
        <p:txBody>
          <a:bodyPr/>
          <a:lstStyle/>
          <a:p>
            <a:fld id="{2ABE124A-B5C5-46E0-B944-45307B126769}" type="slidenum">
              <a:rPr lang="en-AU" smtClean="0"/>
              <a:pPr/>
              <a:t>‹#›</a:t>
            </a:fld>
            <a:r>
              <a:rPr lang="en-AU"/>
              <a:t>  |</a:t>
            </a:r>
          </a:p>
        </p:txBody>
      </p:sp>
    </p:spTree>
    <p:extLst>
      <p:ext uri="{BB962C8B-B14F-4D97-AF65-F5344CB8AC3E}">
        <p14:creationId xmlns:p14="http://schemas.microsoft.com/office/powerpoint/2010/main" val="3191900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6381640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singl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750732" y="276091"/>
            <a:ext cx="7637618" cy="284631"/>
          </a:xfrm>
        </p:spPr>
        <p:txBody>
          <a:bodyPr/>
          <a:lstStyle>
            <a:lvl1pPr>
              <a:defRPr cap="all" baseline="0"/>
            </a:lvl1pPr>
          </a:lstStyle>
          <a:p>
            <a:r>
              <a:rPr lang="en-US" noProof="0"/>
              <a:t>CLICK TO ADD TITLE</a:t>
            </a:r>
          </a:p>
        </p:txBody>
      </p:sp>
      <p:grpSp>
        <p:nvGrpSpPr>
          <p:cNvPr id="7" name="Group 6">
            <a:extLst>
              <a:ext uri="{FF2B5EF4-FFF2-40B4-BE49-F238E27FC236}">
                <a16:creationId xmlns:a16="http://schemas.microsoft.com/office/drawing/2014/main" id="{18FA87DE-28D5-DD4C-AF20-166D41355771}"/>
              </a:ext>
            </a:extLst>
          </p:cNvPr>
          <p:cNvGrpSpPr/>
          <p:nvPr userDrawn="1"/>
        </p:nvGrpSpPr>
        <p:grpSpPr>
          <a:xfrm>
            <a:off x="372725" y="273627"/>
            <a:ext cx="162147" cy="325910"/>
            <a:chOff x="-22274" y="1505745"/>
            <a:chExt cx="1925121" cy="3870636"/>
          </a:xfrm>
        </p:grpSpPr>
        <p:sp>
          <p:nvSpPr>
            <p:cNvPr id="8" name="Gleichschenkliges Dreieck 26">
              <a:extLst>
                <a:ext uri="{FF2B5EF4-FFF2-40B4-BE49-F238E27FC236}">
                  <a16:creationId xmlns:a16="http://schemas.microsoft.com/office/drawing/2014/main" id="{29734D31-C539-8541-9F81-8F8186F54039}"/>
                </a:ext>
              </a:extLst>
            </p:cNvPr>
            <p:cNvSpPr/>
            <p:nvPr/>
          </p:nvSpPr>
          <p:spPr>
            <a:xfrm rot="5400000">
              <a:off x="-995031" y="2478502"/>
              <a:ext cx="3870636" cy="1925121"/>
            </a:xfrm>
            <a:prstGeom prst="triangle">
              <a:avLst>
                <a:gd name="adj" fmla="val 50244"/>
              </a:avLst>
            </a:prstGeom>
            <a:solidFill>
              <a:srgbClr val="E10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9" name="Gleichschenkliges Dreieck 8">
              <a:extLst>
                <a:ext uri="{FF2B5EF4-FFF2-40B4-BE49-F238E27FC236}">
                  <a16:creationId xmlns:a16="http://schemas.microsoft.com/office/drawing/2014/main" id="{44EEFF01-7446-0049-B86B-5A1F6B2BE1E8}"/>
                </a:ext>
              </a:extLst>
            </p:cNvPr>
            <p:cNvSpPr/>
            <p:nvPr/>
          </p:nvSpPr>
          <p:spPr>
            <a:xfrm rot="16200000" flipV="1">
              <a:off x="-25156" y="3451061"/>
              <a:ext cx="1928202" cy="1922433"/>
            </a:xfrm>
            <a:custGeom>
              <a:avLst/>
              <a:gdLst>
                <a:gd name="connsiteX0" fmla="*/ 0 w 6284026"/>
                <a:gd name="connsiteY0" fmla="*/ 2895600 h 2895600"/>
                <a:gd name="connsiteX1" fmla="*/ 3052026 w 6284026"/>
                <a:gd name="connsiteY1" fmla="*/ 0 h 2895600"/>
                <a:gd name="connsiteX2" fmla="*/ 6284026 w 6284026"/>
                <a:gd name="connsiteY2" fmla="*/ 2895600 h 2895600"/>
                <a:gd name="connsiteX3" fmla="*/ 0 w 6284026"/>
                <a:gd name="connsiteY3" fmla="*/ 2895600 h 2895600"/>
                <a:gd name="connsiteX0" fmla="*/ 0 w 3064576"/>
                <a:gd name="connsiteY0" fmla="*/ 2895600 h 2895600"/>
                <a:gd name="connsiteX1" fmla="*/ 3052026 w 3064576"/>
                <a:gd name="connsiteY1" fmla="*/ 0 h 2895600"/>
                <a:gd name="connsiteX2" fmla="*/ 3064576 w 3064576"/>
                <a:gd name="connsiteY2" fmla="*/ 2895600 h 2895600"/>
                <a:gd name="connsiteX3" fmla="*/ 0 w 3064576"/>
                <a:gd name="connsiteY3" fmla="*/ 2895600 h 2895600"/>
                <a:gd name="connsiteX0" fmla="*/ 0 w 3064576"/>
                <a:gd name="connsiteY0" fmla="*/ 2899640 h 2899640"/>
                <a:gd name="connsiteX1" fmla="*/ 3056127 w 3064576"/>
                <a:gd name="connsiteY1" fmla="*/ 0 h 2899640"/>
                <a:gd name="connsiteX2" fmla="*/ 3064576 w 3064576"/>
                <a:gd name="connsiteY2" fmla="*/ 2899640 h 2899640"/>
                <a:gd name="connsiteX3" fmla="*/ 0 w 3064576"/>
                <a:gd name="connsiteY3" fmla="*/ 2899640 h 2899640"/>
                <a:gd name="connsiteX0" fmla="*/ 0 w 3065564"/>
                <a:gd name="connsiteY0" fmla="*/ 2891556 h 2891556"/>
                <a:gd name="connsiteX1" fmla="*/ 3064327 w 3065564"/>
                <a:gd name="connsiteY1" fmla="*/ 1 h 2891556"/>
                <a:gd name="connsiteX2" fmla="*/ 3064576 w 3065564"/>
                <a:gd name="connsiteY2" fmla="*/ 2891556 h 2891556"/>
                <a:gd name="connsiteX3" fmla="*/ 0 w 3065564"/>
                <a:gd name="connsiteY3" fmla="*/ 2891556 h 2891556"/>
              </a:gdLst>
              <a:ahLst/>
              <a:cxnLst>
                <a:cxn ang="0">
                  <a:pos x="connsiteX0" y="connsiteY0"/>
                </a:cxn>
                <a:cxn ang="0">
                  <a:pos x="connsiteX1" y="connsiteY1"/>
                </a:cxn>
                <a:cxn ang="0">
                  <a:pos x="connsiteX2" y="connsiteY2"/>
                </a:cxn>
                <a:cxn ang="0">
                  <a:pos x="connsiteX3" y="connsiteY3"/>
                </a:cxn>
              </a:cxnLst>
              <a:rect l="l" t="t" r="r" b="b"/>
              <a:pathLst>
                <a:path w="3065564" h="2891556">
                  <a:moveTo>
                    <a:pt x="0" y="2891556"/>
                  </a:moveTo>
                  <a:lnTo>
                    <a:pt x="3064327" y="1"/>
                  </a:lnTo>
                  <a:cubicBezTo>
                    <a:pt x="3068510" y="965201"/>
                    <a:pt x="3060393" y="1926356"/>
                    <a:pt x="3064576" y="2891556"/>
                  </a:cubicBezTo>
                  <a:lnTo>
                    <a:pt x="0" y="2891556"/>
                  </a:lnTo>
                  <a:close/>
                </a:path>
              </a:pathLst>
            </a:custGeom>
            <a:solidFill>
              <a:srgbClr val="AF02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grpSp>
      <p:sp>
        <p:nvSpPr>
          <p:cNvPr id="4" name="Slide Number Placeholder 3">
            <a:extLst>
              <a:ext uri="{FF2B5EF4-FFF2-40B4-BE49-F238E27FC236}">
                <a16:creationId xmlns:a16="http://schemas.microsoft.com/office/drawing/2014/main" id="{C980285A-8F83-8249-9C2B-6A76C4DFFBBE}"/>
              </a:ext>
            </a:extLst>
          </p:cNvPr>
          <p:cNvSpPr>
            <a:spLocks noGrp="1"/>
          </p:cNvSpPr>
          <p:nvPr>
            <p:ph type="sldNum" sz="quarter" idx="13"/>
          </p:nvPr>
        </p:nvSpPr>
        <p:spPr/>
        <p:txBody>
          <a:bodyPr/>
          <a:lstStyle/>
          <a:p>
            <a:pPr algn="r"/>
            <a:fld id="{D3921A94-2C06-EF44-A870-A48BF422ADBF}" type="slidenum">
              <a:rPr lang="de-DE" smtClean="0"/>
              <a:pPr algn="r"/>
              <a:t>‹#›</a:t>
            </a:fld>
            <a:endParaRPr lang="de-DE"/>
          </a:p>
        </p:txBody>
      </p:sp>
      <p:sp>
        <p:nvSpPr>
          <p:cNvPr id="10" name="Rectangle 4">
            <a:extLst>
              <a:ext uri="{FF2B5EF4-FFF2-40B4-BE49-F238E27FC236}">
                <a16:creationId xmlns:a16="http://schemas.microsoft.com/office/drawing/2014/main" id="{5EBD1321-DA9D-4540-A695-1A19CB21ADB4}"/>
              </a:ext>
            </a:extLst>
          </p:cNvPr>
          <p:cNvSpPr>
            <a:spLocks noGrp="1" noChangeArrowheads="1"/>
          </p:cNvSpPr>
          <p:nvPr>
            <p:ph type="subTitle" idx="14" hasCustomPrompt="1"/>
          </p:nvPr>
        </p:nvSpPr>
        <p:spPr>
          <a:xfrm>
            <a:off x="750732" y="613798"/>
            <a:ext cx="7637618" cy="284631"/>
          </a:xfrm>
          <a:prstGeom prst="rect">
            <a:avLst/>
          </a:prstGeom>
        </p:spPr>
        <p:txBody>
          <a:bodyPr/>
          <a:lstStyle>
            <a:lvl1pPr marL="0" indent="0">
              <a:spcAft>
                <a:spcPts val="0"/>
              </a:spcAft>
              <a:buFontTx/>
              <a:buNone/>
              <a:defRPr sz="1998" b="0" i="0" cap="all" baseline="0">
                <a:solidFill>
                  <a:srgbClr val="5F6973"/>
                </a:solidFill>
                <a:latin typeface="Segoe UI" panose="020B0502040204020203" pitchFamily="34" charset="0"/>
                <a:cs typeface="Segoe UI" panose="020B0502040204020203" pitchFamily="34" charset="0"/>
              </a:defRPr>
            </a:lvl1pPr>
          </a:lstStyle>
          <a:p>
            <a:pPr lvl="0"/>
            <a:r>
              <a:rPr lang="en-US" noProof="0"/>
              <a:t>CLICK TO ADD SUBTITLE</a:t>
            </a:r>
          </a:p>
        </p:txBody>
      </p:sp>
      <p:sp>
        <p:nvSpPr>
          <p:cNvPr id="11" name="Content Placeholder 10">
            <a:extLst>
              <a:ext uri="{FF2B5EF4-FFF2-40B4-BE49-F238E27FC236}">
                <a16:creationId xmlns:a16="http://schemas.microsoft.com/office/drawing/2014/main" id="{9C1BD920-F17D-3A41-895A-707D6BA834EE}"/>
              </a:ext>
            </a:extLst>
          </p:cNvPr>
          <p:cNvSpPr>
            <a:spLocks noGrp="1"/>
          </p:cNvSpPr>
          <p:nvPr>
            <p:ph sz="quarter" idx="15" hasCustomPrompt="1"/>
          </p:nvPr>
        </p:nvSpPr>
        <p:spPr>
          <a:xfrm>
            <a:off x="755650" y="1203326"/>
            <a:ext cx="7632700" cy="3311525"/>
          </a:xfrm>
        </p:spPr>
        <p:txBody>
          <a:bodyPr/>
          <a:lstStyle/>
          <a:p>
            <a:pPr lvl="0"/>
            <a:r>
              <a:rPr lang="en-GB"/>
              <a:t>Click to add text</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5">
            <a:extLst>
              <a:ext uri="{FF2B5EF4-FFF2-40B4-BE49-F238E27FC236}">
                <a16:creationId xmlns:a16="http://schemas.microsoft.com/office/drawing/2014/main" id="{753BD1D0-7819-A940-9FBA-907B26C2FC4D}"/>
              </a:ext>
            </a:extLst>
          </p:cNvPr>
          <p:cNvSpPr>
            <a:spLocks noGrp="1" noChangeArrowheads="1"/>
          </p:cNvSpPr>
          <p:nvPr>
            <p:ph type="ftr" sz="quarter" idx="3"/>
          </p:nvPr>
        </p:nvSpPr>
        <p:spPr bwMode="gray">
          <a:xfrm>
            <a:off x="752400" y="4776069"/>
            <a:ext cx="3548294" cy="121273"/>
          </a:xfrm>
          <a:prstGeom prst="rect">
            <a:avLst/>
          </a:prstGeom>
          <a:noFill/>
          <a:ln>
            <a:noFill/>
          </a:ln>
          <a:effectLst/>
        </p:spPr>
        <p:txBody>
          <a:bodyPr vert="horz" wrap="square" lIns="0" tIns="0" rIns="0" bIns="0" numCol="1" anchor="t" anchorCtr="0" compatLnSpc="1">
            <a:prstTxWarp prst="textNoShape">
              <a:avLst/>
            </a:prstTxWarp>
          </a:bodyPr>
          <a:lstStyle>
            <a:lvl1pPr algn="r">
              <a:lnSpc>
                <a:spcPct val="100000"/>
              </a:lnSpc>
              <a:buClrTx/>
              <a:buSzTx/>
              <a:defRPr sz="800" b="0" i="0" smtClean="0">
                <a:solidFill>
                  <a:srgbClr val="5F6973"/>
                </a:solidFill>
                <a:latin typeface="Segoe UI Light" panose="020B0502040204020203" pitchFamily="34" charset="0"/>
                <a:cs typeface="Segoe UI Light" panose="020B0502040204020203" pitchFamily="34" charset="0"/>
              </a:defRPr>
            </a:lvl1pPr>
          </a:lstStyle>
          <a:p>
            <a:pPr algn="l">
              <a:defRPr/>
            </a:pPr>
            <a:r>
              <a:rPr lang="en-US"/>
              <a:t>Proprietary &amp; Confidential |  03 Jun 2024</a:t>
            </a:r>
          </a:p>
        </p:txBody>
      </p:sp>
      <p:sp>
        <p:nvSpPr>
          <p:cNvPr id="15" name="Date Placeholder 3">
            <a:extLst>
              <a:ext uri="{FF2B5EF4-FFF2-40B4-BE49-F238E27FC236}">
                <a16:creationId xmlns:a16="http://schemas.microsoft.com/office/drawing/2014/main" id="{4F57CFAE-195F-7248-BD97-6CF0B86FE38A}"/>
              </a:ext>
            </a:extLst>
          </p:cNvPr>
          <p:cNvSpPr>
            <a:spLocks noGrp="1"/>
          </p:cNvSpPr>
          <p:nvPr>
            <p:ph type="dt" sz="half" idx="2"/>
          </p:nvPr>
        </p:nvSpPr>
        <p:spPr>
          <a:xfrm>
            <a:off x="5765180" y="4776069"/>
            <a:ext cx="1267774" cy="125374"/>
          </a:xfrm>
          <a:prstGeom prst="rect">
            <a:avLst/>
          </a:prstGeom>
          <a:noFill/>
          <a:ln>
            <a:noFill/>
          </a:ln>
          <a:effectLst/>
        </p:spPr>
        <p:txBody>
          <a:bodyPr vert="horz" wrap="square" lIns="0" tIns="0" rIns="0" bIns="0" numCol="1" anchor="t" anchorCtr="0" compatLnSpc="1">
            <a:prstTxWarp prst="textNoShape">
              <a:avLst/>
            </a:prstTxWarp>
          </a:bodyPr>
          <a:lstStyle>
            <a:lvl1pPr algn="ctr">
              <a:defRPr lang="en-US" sz="800" b="0" i="0" smtClean="0">
                <a:solidFill>
                  <a:srgbClr val="5F6973"/>
                </a:solidFill>
                <a:latin typeface="Segoe UI Light" panose="020B0502040204020203" pitchFamily="34" charset="0"/>
                <a:cs typeface="Segoe UI Light" panose="020B0502040204020203" pitchFamily="34" charset="0"/>
              </a:defRPr>
            </a:lvl1pPr>
          </a:lstStyle>
          <a:p>
            <a:endParaRPr lang="de-DE"/>
          </a:p>
        </p:txBody>
      </p:sp>
    </p:spTree>
    <p:extLst>
      <p:ext uri="{BB962C8B-B14F-4D97-AF65-F5344CB8AC3E}">
        <p14:creationId xmlns:p14="http://schemas.microsoft.com/office/powerpoint/2010/main" val="3234487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portant Disclaimer">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81F8D7-94E1-D14A-9B72-83893197CFDB}"/>
              </a:ext>
            </a:extLst>
          </p:cNvPr>
          <p:cNvSpPr/>
          <p:nvPr userDrawn="1"/>
        </p:nvSpPr>
        <p:spPr>
          <a:xfrm>
            <a:off x="228600" y="1085850"/>
            <a:ext cx="3657601" cy="17604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Text Placeholder 9">
            <a:extLst>
              <a:ext uri="{FF2B5EF4-FFF2-40B4-BE49-F238E27FC236}">
                <a16:creationId xmlns:a16="http://schemas.microsoft.com/office/drawing/2014/main" id="{4DB97ED0-9771-E044-B63D-01D4F8A70AD0}"/>
              </a:ext>
            </a:extLst>
          </p:cNvPr>
          <p:cNvSpPr txBox="1">
            <a:spLocks/>
          </p:cNvSpPr>
          <p:nvPr userDrawn="1"/>
        </p:nvSpPr>
        <p:spPr>
          <a:xfrm>
            <a:off x="225170" y="2975237"/>
            <a:ext cx="3652436" cy="1939663"/>
          </a:xfrm>
          <a:prstGeom prst="rect">
            <a:avLst/>
          </a:prstGeom>
        </p:spPr>
        <p:txBody>
          <a:bodyPr vert="horz" lIns="0" tIns="0" rIns="0" bIns="0" numCol="1" rtlCol="0" anchor="t">
            <a:noAutofit/>
          </a:bodyPr>
          <a:lstStyle>
            <a:lvl1pPr marL="0" indent="0" algn="l" defTabSz="914400" rtl="0" eaLnBrk="1" latinLnBrk="0" hangingPunct="1">
              <a:lnSpc>
                <a:spcPct val="100000"/>
              </a:lnSpc>
              <a:spcBef>
                <a:spcPts val="400"/>
              </a:spcBef>
              <a:buClr>
                <a:schemeClr val="accent4"/>
              </a:buClr>
              <a:buSzPct val="100000"/>
              <a:buFont typeface="Arial" panose="020B0604020202020204" pitchFamily="34" charset="0"/>
              <a:buNone/>
              <a:tabLst/>
              <a:defRPr sz="2000" b="0" kern="1200">
                <a:solidFill>
                  <a:schemeClr val="tx1"/>
                </a:solidFill>
                <a:latin typeface="+mn-lt"/>
                <a:ea typeface="+mn-ea"/>
                <a:cs typeface="+mn-cs"/>
              </a:defRPr>
            </a:lvl1pPr>
            <a:lvl2pPr marL="236537" marR="0" indent="0" algn="l" defTabSz="914400" rtl="0" eaLnBrk="1" fontAlgn="auto" latinLnBrk="0" hangingPunct="1">
              <a:lnSpc>
                <a:spcPct val="100000"/>
              </a:lnSpc>
              <a:spcBef>
                <a:spcPts val="400"/>
              </a:spcBef>
              <a:spcAft>
                <a:spcPts val="0"/>
              </a:spcAft>
              <a:buClrTx/>
              <a:buSzPct val="76000"/>
              <a:buFont typeface="Arial" panose="020B0604020202020204" pitchFamily="34" charset="0"/>
              <a:buNone/>
              <a:tabLst/>
              <a:defRPr sz="1800" b="0" kern="1200">
                <a:solidFill>
                  <a:schemeClr val="tx1"/>
                </a:solidFill>
                <a:latin typeface="+mn-lt"/>
                <a:ea typeface="+mn-ea"/>
                <a:cs typeface="+mn-cs"/>
              </a:defRPr>
            </a:lvl2pPr>
            <a:lvl3pPr marL="749300" marR="0" indent="-285750" algn="l" defTabSz="914400" rtl="0" eaLnBrk="1" fontAlgn="auto" latinLnBrk="0" hangingPunct="1">
              <a:lnSpc>
                <a:spcPct val="100000"/>
              </a:lnSpc>
              <a:spcBef>
                <a:spcPts val="400"/>
              </a:spcBef>
              <a:spcAft>
                <a:spcPts val="0"/>
              </a:spcAft>
              <a:buClrTx/>
              <a:buSzPct val="80000"/>
              <a:buFont typeface="System Font Regular"/>
              <a:buChar char="-"/>
              <a:tabLst/>
              <a:defRPr sz="1400" b="0" kern="1200">
                <a:solidFill>
                  <a:schemeClr val="tx1"/>
                </a:solidFill>
                <a:latin typeface="+mn-lt"/>
                <a:ea typeface="+mn-ea"/>
                <a:cs typeface="+mn-cs"/>
              </a:defRPr>
            </a:lvl3pPr>
            <a:lvl4pPr marL="690563"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200" b="0" kern="1200">
                <a:solidFill>
                  <a:schemeClr val="tx1"/>
                </a:solidFill>
                <a:latin typeface="+mn-lt"/>
                <a:ea typeface="+mn-ea"/>
                <a:cs typeface="+mn-cs"/>
              </a:defRPr>
            </a:lvl4pPr>
            <a:lvl5pPr marL="909637"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en-US" sz="900" b="1"/>
              <a:t>External disclaimer criteria:</a:t>
            </a:r>
          </a:p>
          <a:p>
            <a:pPr marL="128588" indent="-128588">
              <a:lnSpc>
                <a:spcPct val="140000"/>
              </a:lnSpc>
              <a:buFont typeface="Arial" panose="020B0604020202020204" pitchFamily="34" charset="0"/>
              <a:buChar char="•"/>
            </a:pPr>
            <a:r>
              <a:rPr lang="en-US" sz="675"/>
              <a:t>Before sharing confidential information externally, ensure you have a confidential disclosure agreement (CDA) in place. The </a:t>
            </a:r>
            <a:r>
              <a:rPr lang="en-US" sz="675" b="1"/>
              <a:t>“Proprietary and Confidential” </a:t>
            </a:r>
            <a:r>
              <a:rPr lang="en-US" sz="675"/>
              <a:t>disclaimer does not replace a CDA.</a:t>
            </a:r>
          </a:p>
          <a:p>
            <a:pPr marL="128588" indent="-128588">
              <a:lnSpc>
                <a:spcPct val="140000"/>
              </a:lnSpc>
              <a:buFont typeface="Arial" panose="020B0604020202020204" pitchFamily="34" charset="0"/>
              <a:buChar char="•"/>
            </a:pPr>
            <a:r>
              <a:rPr lang="en-US" sz="675"/>
              <a:t>Before removing the </a:t>
            </a:r>
            <a:r>
              <a:rPr lang="en-US" sz="675" b="1"/>
              <a:t>“Proprietary and Confidential” </a:t>
            </a:r>
            <a:r>
              <a:rPr lang="en-US" sz="675"/>
              <a:t>disclaimer to exhibit content externally, you must ensure the content is appropriate from a Business, Division or Group entity; Legal; and Regulatory Affairs perspective. This means following your business’s, division’s or group’s process for obtaining Legal and Regulatory Affairs approval.</a:t>
            </a:r>
          </a:p>
          <a:p>
            <a:pPr marL="128588" indent="-128588">
              <a:lnSpc>
                <a:spcPct val="140000"/>
              </a:lnSpc>
              <a:buFont typeface="Arial" panose="020B0604020202020204" pitchFamily="34" charset="0"/>
              <a:buChar char="•"/>
            </a:pPr>
            <a:r>
              <a:rPr lang="en-US" sz="675"/>
              <a:t>If you’re importing slides from the </a:t>
            </a:r>
            <a:r>
              <a:rPr lang="en-US" sz="675">
                <a:hlinkClick r:id="rId2">
                  <a:extLst>
                    <a:ext uri="{A12FA001-AC4F-418D-AE19-62706E023703}">
                      <ahyp:hlinkClr xmlns:ahyp="http://schemas.microsoft.com/office/drawing/2018/hyperlinkcolor" val="tx"/>
                    </a:ext>
                  </a:extLst>
                </a:hlinkClick>
              </a:rPr>
              <a:t>Customer Value Proposition</a:t>
            </a:r>
            <a:r>
              <a:rPr lang="en-US" sz="675"/>
              <a:t> deck, which is cleared for external use and not considered Proprietary and Confidential, you can leave a disclaimer off those slides and simply list the author’s email and date published on those slides.</a:t>
            </a:r>
          </a:p>
        </p:txBody>
      </p:sp>
      <p:pic>
        <p:nvPicPr>
          <p:cNvPr id="47" name="Graphic 46">
            <a:extLst>
              <a:ext uri="{FF2B5EF4-FFF2-40B4-BE49-F238E27FC236}">
                <a16:creationId xmlns:a16="http://schemas.microsoft.com/office/drawing/2014/main" id="{5957BB70-3758-2241-95DE-E49DED9F761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08026" y="1248888"/>
            <a:ext cx="267462" cy="274320"/>
          </a:xfrm>
          <a:prstGeom prst="rect">
            <a:avLst/>
          </a:prstGeom>
        </p:spPr>
      </p:pic>
      <p:cxnSp>
        <p:nvCxnSpPr>
          <p:cNvPr id="48" name="Straight Connector 47">
            <a:extLst>
              <a:ext uri="{FF2B5EF4-FFF2-40B4-BE49-F238E27FC236}">
                <a16:creationId xmlns:a16="http://schemas.microsoft.com/office/drawing/2014/main" id="{63783495-6D28-834A-90D4-F810D049B150}"/>
              </a:ext>
            </a:extLst>
          </p:cNvPr>
          <p:cNvCxnSpPr>
            <a:cxnSpLocks/>
          </p:cNvCxnSpPr>
          <p:nvPr userDrawn="1"/>
        </p:nvCxnSpPr>
        <p:spPr>
          <a:xfrm>
            <a:off x="4129426" y="1111004"/>
            <a:ext cx="0" cy="354330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3692791-F43E-EE45-B104-207B0D8D1E5C}"/>
              </a:ext>
            </a:extLst>
          </p:cNvPr>
          <p:cNvSpPr txBox="1"/>
          <p:nvPr userDrawn="1"/>
        </p:nvSpPr>
        <p:spPr>
          <a:xfrm>
            <a:off x="857251" y="1250768"/>
            <a:ext cx="2855351" cy="1404773"/>
          </a:xfrm>
          <a:prstGeom prst="rect">
            <a:avLst/>
          </a:prstGeom>
          <a:noFill/>
        </p:spPr>
        <p:txBody>
          <a:bodyPr wrap="square" lIns="0" tIns="0" rIns="0" bIns="0" rtlCol="0">
            <a:normAutofit lnSpcReduction="10000"/>
          </a:bodyPr>
          <a:lstStyle/>
          <a:p>
            <a:pPr defTabSz="685800">
              <a:lnSpc>
                <a:spcPct val="120000"/>
              </a:lnSpc>
              <a:spcBef>
                <a:spcPts val="150"/>
              </a:spcBef>
              <a:buClr>
                <a:schemeClr val="tx2"/>
              </a:buClr>
              <a:buSzPct val="100000"/>
            </a:pPr>
            <a:r>
              <a:rPr lang="en-US" sz="825" b="1">
                <a:solidFill>
                  <a:schemeClr val="bg1"/>
                </a:solidFill>
              </a:rPr>
              <a:t>Important:</a:t>
            </a:r>
            <a:r>
              <a:rPr lang="en-US" sz="825">
                <a:solidFill>
                  <a:schemeClr val="bg1"/>
                </a:solidFill>
              </a:rPr>
              <a:t> This template contains a default </a:t>
            </a:r>
            <a:r>
              <a:rPr lang="en-US" sz="825" b="1">
                <a:solidFill>
                  <a:schemeClr val="bg1"/>
                </a:solidFill>
              </a:rPr>
              <a:t>“Proprietary and Confidential” </a:t>
            </a:r>
            <a:r>
              <a:rPr lang="en-US" sz="825">
                <a:solidFill>
                  <a:schemeClr val="bg1"/>
                </a:solidFill>
              </a:rPr>
              <a:t>disclaimer in the footer. It is designed to protect information that we want to protect as </a:t>
            </a:r>
            <a:r>
              <a:rPr lang="en-US" sz="825" b="1">
                <a:solidFill>
                  <a:schemeClr val="bg1"/>
                </a:solidFill>
              </a:rPr>
              <a:t>internal use only </a:t>
            </a:r>
            <a:r>
              <a:rPr lang="en-US" sz="825">
                <a:solidFill>
                  <a:schemeClr val="bg1"/>
                </a:solidFill>
              </a:rPr>
              <a:t>and don't want to share with third parties.  You should use this unless your material meets criteria that would allow it be shared externally.</a:t>
            </a:r>
            <a:br>
              <a:rPr lang="en-US" sz="825">
                <a:solidFill>
                  <a:schemeClr val="bg1"/>
                </a:solidFill>
              </a:rPr>
            </a:br>
            <a:endParaRPr lang="en-US" sz="825">
              <a:solidFill>
                <a:schemeClr val="bg1"/>
              </a:solidFill>
            </a:endParaRPr>
          </a:p>
          <a:p>
            <a:pPr defTabSz="685800">
              <a:lnSpc>
                <a:spcPct val="120000"/>
              </a:lnSpc>
              <a:spcBef>
                <a:spcPts val="150"/>
              </a:spcBef>
              <a:buClr>
                <a:schemeClr val="tx2"/>
              </a:buClr>
              <a:buSzPct val="100000"/>
            </a:pPr>
            <a:r>
              <a:rPr lang="en-US" sz="825">
                <a:solidFill>
                  <a:schemeClr val="bg1"/>
                </a:solidFill>
              </a:rPr>
              <a:t>To edit the footer, click Insert &gt; Header and Footer, make the change in the pop-up window, and then choose “Apply” for one slide or “Apply to all” for the entire deck.</a:t>
            </a:r>
          </a:p>
        </p:txBody>
      </p:sp>
      <p:sp>
        <p:nvSpPr>
          <p:cNvPr id="53" name="TextBox 52">
            <a:extLst>
              <a:ext uri="{FF2B5EF4-FFF2-40B4-BE49-F238E27FC236}">
                <a16:creationId xmlns:a16="http://schemas.microsoft.com/office/drawing/2014/main" id="{6791C530-EE71-8743-A886-7287C46B87BA}"/>
              </a:ext>
            </a:extLst>
          </p:cNvPr>
          <p:cNvSpPr txBox="1"/>
          <p:nvPr/>
        </p:nvSpPr>
        <p:spPr>
          <a:xfrm>
            <a:off x="4409431" y="1948762"/>
            <a:ext cx="4552947" cy="273044"/>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endParaRPr lang="en-US" sz="675"/>
          </a:p>
        </p:txBody>
      </p:sp>
      <p:sp>
        <p:nvSpPr>
          <p:cNvPr id="55" name="Rectangle 54">
            <a:extLst>
              <a:ext uri="{FF2B5EF4-FFF2-40B4-BE49-F238E27FC236}">
                <a16:creationId xmlns:a16="http://schemas.microsoft.com/office/drawing/2014/main" id="{E6B688F3-C9F4-2446-9F51-2EF949ECB180}"/>
              </a:ext>
            </a:extLst>
          </p:cNvPr>
          <p:cNvSpPr/>
          <p:nvPr/>
        </p:nvSpPr>
        <p:spPr>
          <a:xfrm>
            <a:off x="4341252" y="1978223"/>
            <a:ext cx="1464415" cy="138499"/>
          </a:xfrm>
          <a:prstGeom prst="rect">
            <a:avLst/>
          </a:prstGeom>
        </p:spPr>
        <p:txBody>
          <a:bodyPr wrap="square" lIns="0" tIns="0" rIns="0" bIns="0">
            <a:spAutoFit/>
          </a:bodyPr>
          <a:lstStyle/>
          <a:p>
            <a:r>
              <a:rPr lang="en-US" sz="900" b="1"/>
              <a:t>Footer examples</a:t>
            </a:r>
            <a:endParaRPr lang="en-US" sz="900"/>
          </a:p>
        </p:txBody>
      </p:sp>
      <p:sp>
        <p:nvSpPr>
          <p:cNvPr id="79" name="Footer Placeholder 1">
            <a:extLst>
              <a:ext uri="{FF2B5EF4-FFF2-40B4-BE49-F238E27FC236}">
                <a16:creationId xmlns:a16="http://schemas.microsoft.com/office/drawing/2014/main" id="{555EAE1F-5676-C34A-8CF6-B38C31AF80D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80" name="Slide Number Placeholder 2">
            <a:extLst>
              <a:ext uri="{FF2B5EF4-FFF2-40B4-BE49-F238E27FC236}">
                <a16:creationId xmlns:a16="http://schemas.microsoft.com/office/drawing/2014/main" id="{B2F62D11-9A5D-6545-93AD-739D274B4BC5}"/>
              </a:ext>
            </a:extLst>
          </p:cNvPr>
          <p:cNvSpPr>
            <a:spLocks noGrp="1"/>
          </p:cNvSpPr>
          <p:nvPr>
            <p:ph type="sldNum" sz="quarter" idx="13"/>
          </p:nvPr>
        </p:nvSpPr>
        <p:spPr>
          <a:xfrm>
            <a:off x="1" y="4914901"/>
            <a:ext cx="228599" cy="228599"/>
          </a:xfrm>
        </p:spPr>
        <p:txBody>
          <a:bodyPr/>
          <a:lstStyle/>
          <a:p>
            <a:fld id="{89006F1E-66CD-4A4B-9370-B4A3080F0E6C}" type="slidenum">
              <a:rPr lang="en-US" smtClean="0"/>
              <a:pPr/>
              <a:t>‹#›</a:t>
            </a:fld>
            <a:endParaRPr lang="en-US"/>
          </a:p>
        </p:txBody>
      </p:sp>
      <p:sp>
        <p:nvSpPr>
          <p:cNvPr id="82" name="Title 6">
            <a:extLst>
              <a:ext uri="{FF2B5EF4-FFF2-40B4-BE49-F238E27FC236}">
                <a16:creationId xmlns:a16="http://schemas.microsoft.com/office/drawing/2014/main" id="{E671D4F8-A815-C84C-8B84-2BC0FD804D52}"/>
              </a:ext>
            </a:extLst>
          </p:cNvPr>
          <p:cNvSpPr txBox="1">
            <a:spLocks/>
          </p:cNvSpPr>
          <p:nvPr/>
        </p:nvSpPr>
        <p:spPr>
          <a:xfrm>
            <a:off x="228601" y="228599"/>
            <a:ext cx="7315200" cy="285751"/>
          </a:xfrm>
          <a:prstGeom prst="rect">
            <a:avLst/>
          </a:prstGeom>
        </p:spPr>
        <p:txBody>
          <a:bodyPr lIns="0" tIns="0" rIns="0" bIns="0"/>
          <a:lst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a:lstStyle>
          <a:p>
            <a:r>
              <a:rPr lang="en-US" sz="2100"/>
              <a:t>Footer content</a:t>
            </a:r>
          </a:p>
        </p:txBody>
      </p:sp>
      <p:sp>
        <p:nvSpPr>
          <p:cNvPr id="83" name="Text Placeholder 9">
            <a:extLst>
              <a:ext uri="{FF2B5EF4-FFF2-40B4-BE49-F238E27FC236}">
                <a16:creationId xmlns:a16="http://schemas.microsoft.com/office/drawing/2014/main" id="{B9D80A7B-7EE9-C344-B667-9AC3E29BB508}"/>
              </a:ext>
            </a:extLst>
          </p:cNvPr>
          <p:cNvSpPr txBox="1">
            <a:spLocks/>
          </p:cNvSpPr>
          <p:nvPr/>
        </p:nvSpPr>
        <p:spPr>
          <a:xfrm>
            <a:off x="225170" y="669798"/>
            <a:ext cx="8693660" cy="285751"/>
          </a:xfrm>
          <a:prstGeom prst="rect">
            <a:avLst/>
          </a:prstGeom>
        </p:spPr>
        <p:txBody>
          <a:bodyPr vert="horz" lIns="0" tIns="0" rIns="0" bIns="0" rtlCol="0" anchor="t">
            <a:noAutofit/>
          </a:bodyPr>
          <a:lstStyle>
            <a:defPPr>
              <a:defRPr lang="en-US"/>
            </a:defPPr>
            <a:lvl1pPr marL="0" algn="l" defTabSz="457200" rtl="0" eaLnBrk="1" latinLnBrk="0" hangingPunct="1">
              <a:defRPr lang="en-US" sz="800" kern="1200">
                <a:solidFill>
                  <a:schemeClr val="accent5"/>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500" b="0">
                <a:solidFill>
                  <a:schemeClr val="tx1"/>
                </a:solidFill>
              </a:rPr>
              <a:t>Including confidentiality, product-use disclaimers, author, and date</a:t>
            </a:r>
          </a:p>
        </p:txBody>
      </p:sp>
      <p:sp>
        <p:nvSpPr>
          <p:cNvPr id="38" name="Rectangle 37">
            <a:extLst>
              <a:ext uri="{FF2B5EF4-FFF2-40B4-BE49-F238E27FC236}">
                <a16:creationId xmlns:a16="http://schemas.microsoft.com/office/drawing/2014/main" id="{6FB8D2FA-59F0-460A-99A9-F06354EC3F07}"/>
              </a:ext>
            </a:extLst>
          </p:cNvPr>
          <p:cNvSpPr/>
          <p:nvPr/>
        </p:nvSpPr>
        <p:spPr>
          <a:xfrm>
            <a:off x="4341252" y="1085851"/>
            <a:ext cx="4574148" cy="851831"/>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r>
              <a:rPr lang="en-US" sz="900" b="1"/>
              <a:t>All footers should contain an author’s or group’s email address and publication date for future reference.  </a:t>
            </a:r>
            <a:r>
              <a:rPr lang="en-US" sz="825" b="0"/>
              <a:t>Always use four digits for the year.</a:t>
            </a:r>
          </a:p>
          <a:p>
            <a:pPr marL="0" marR="0" lvl="0" indent="0" algn="l" defTabSz="685800" rtl="0" eaLnBrk="1" fontAlgn="auto" latinLnBrk="0" hangingPunct="1">
              <a:lnSpc>
                <a:spcPct val="120000"/>
              </a:lnSpc>
              <a:spcBef>
                <a:spcPts val="150"/>
              </a:spcBef>
              <a:spcAft>
                <a:spcPts val="0"/>
              </a:spcAft>
              <a:buClr>
                <a:schemeClr val="tx2"/>
              </a:buClr>
              <a:buSzPct val="100000"/>
              <a:buFontTx/>
              <a:buNone/>
              <a:tabLst/>
              <a:defRPr/>
            </a:pPr>
            <a:r>
              <a:rPr lang="en-US" sz="825"/>
              <a:t>A </a:t>
            </a:r>
            <a:r>
              <a:rPr lang="en-US" sz="825" b="1"/>
              <a:t>“For research use” </a:t>
            </a:r>
            <a:r>
              <a:rPr lang="en-US" sz="825"/>
              <a:t>or similar product-use disclaimer should appear on select slides as directed by Regulatory Affairs or Legal only. It should be added on appropriate slides as directed vs being added across the entire deck.</a:t>
            </a:r>
          </a:p>
          <a:p>
            <a:pPr defTabSz="685800">
              <a:lnSpc>
                <a:spcPct val="120000"/>
              </a:lnSpc>
              <a:spcBef>
                <a:spcPts val="150"/>
              </a:spcBef>
              <a:buClr>
                <a:schemeClr val="tx2"/>
              </a:buClr>
              <a:buSzPct val="100000"/>
            </a:pPr>
            <a:endParaRPr lang="en-US" sz="825" b="1"/>
          </a:p>
        </p:txBody>
      </p:sp>
      <p:sp>
        <p:nvSpPr>
          <p:cNvPr id="40" name="TextBox 39">
            <a:extLst>
              <a:ext uri="{FF2B5EF4-FFF2-40B4-BE49-F238E27FC236}">
                <a16:creationId xmlns:a16="http://schemas.microsoft.com/office/drawing/2014/main" id="{0EA872B5-983E-40B7-B51D-F6388C360F37}"/>
              </a:ext>
            </a:extLst>
          </p:cNvPr>
          <p:cNvSpPr txBox="1"/>
          <p:nvPr/>
        </p:nvSpPr>
        <p:spPr>
          <a:xfrm>
            <a:off x="6778518" y="4914900"/>
            <a:ext cx="2136883" cy="228600"/>
          </a:xfrm>
          <a:prstGeom prst="rect">
            <a:avLst/>
          </a:prstGeom>
          <a:noFill/>
        </p:spPr>
        <p:txBody>
          <a:bodyPr wrap="square" lIns="0" tIns="0" rIns="0" bIns="0" rtlCol="0" anchor="ctr">
            <a:noAutofit/>
          </a:bodyPr>
          <a:lstStyle/>
          <a:p>
            <a:pPr marL="0" indent="0" algn="r" defTabSz="685800">
              <a:lnSpc>
                <a:spcPct val="120000"/>
              </a:lnSpc>
              <a:spcBef>
                <a:spcPts val="150"/>
              </a:spcBef>
              <a:buClr>
                <a:schemeClr val="tx2"/>
              </a:buClr>
              <a:buSzPct val="100000"/>
              <a:buFont typeface="Arial" panose="020B0604020202020204" pitchFamily="34" charset="0"/>
              <a:buNone/>
            </a:pPr>
            <a:r>
              <a:rPr lang="en-US" sz="600" kern="1200">
                <a:solidFill>
                  <a:schemeClr val="accent5"/>
                </a:solidFill>
                <a:latin typeface="+mn-lt"/>
                <a:ea typeface="+mn-ea"/>
                <a:cs typeface="+mn-cs"/>
              </a:rPr>
              <a:t>2020 Template V1 published 12-August-2020</a:t>
            </a:r>
          </a:p>
        </p:txBody>
      </p:sp>
      <p:grpSp>
        <p:nvGrpSpPr>
          <p:cNvPr id="7" name="Group 6">
            <a:extLst>
              <a:ext uri="{FF2B5EF4-FFF2-40B4-BE49-F238E27FC236}">
                <a16:creationId xmlns:a16="http://schemas.microsoft.com/office/drawing/2014/main" id="{B0B1E50A-3432-A641-BCCD-ACF714BEB8A1}"/>
              </a:ext>
            </a:extLst>
          </p:cNvPr>
          <p:cNvGrpSpPr/>
          <p:nvPr userDrawn="1"/>
        </p:nvGrpSpPr>
        <p:grpSpPr>
          <a:xfrm>
            <a:off x="4341251" y="2235713"/>
            <a:ext cx="4439774" cy="444786"/>
            <a:chOff x="5788335" y="3097907"/>
            <a:chExt cx="5919699" cy="593047"/>
          </a:xfrm>
        </p:grpSpPr>
        <p:sp>
          <p:nvSpPr>
            <p:cNvPr id="63" name="Rectangle 62">
              <a:extLst>
                <a:ext uri="{FF2B5EF4-FFF2-40B4-BE49-F238E27FC236}">
                  <a16:creationId xmlns:a16="http://schemas.microsoft.com/office/drawing/2014/main" id="{44FC36BA-981A-8040-9AD4-2C91026E0E7E}"/>
                </a:ext>
              </a:extLst>
            </p:cNvPr>
            <p:cNvSpPr/>
            <p:nvPr/>
          </p:nvSpPr>
          <p:spPr>
            <a:xfrm>
              <a:off x="5826082" y="3529285"/>
              <a:ext cx="5881952" cy="161669"/>
            </a:xfrm>
            <a:prstGeom prst="rect">
              <a:avLst/>
            </a:prstGeom>
          </p:spPr>
          <p:txBody>
            <a:bodyPr wrap="none" lIns="0" tIns="0" rIns="0" bIns="0">
              <a:spAutoFit/>
            </a:bodyPr>
            <a:lstStyle/>
            <a:p>
              <a:r>
                <a:rPr lang="en-US" sz="788"/>
                <a:t>Proprietary and Confidential | For research use | authoremail@thermofisher.com | 12-August-2020</a:t>
              </a:r>
            </a:p>
          </p:txBody>
        </p:sp>
        <p:sp>
          <p:nvSpPr>
            <p:cNvPr id="64" name="Rectangle 63">
              <a:extLst>
                <a:ext uri="{FF2B5EF4-FFF2-40B4-BE49-F238E27FC236}">
                  <a16:creationId xmlns:a16="http://schemas.microsoft.com/office/drawing/2014/main" id="{E2A130EC-B68F-B445-B64A-32B5ED358BF4}"/>
                </a:ext>
              </a:extLst>
            </p:cNvPr>
            <p:cNvSpPr/>
            <p:nvPr/>
          </p:nvSpPr>
          <p:spPr>
            <a:xfrm>
              <a:off x="6733024" y="3097910"/>
              <a:ext cx="825440" cy="246221"/>
            </a:xfrm>
            <a:prstGeom prst="rect">
              <a:avLst/>
            </a:prstGeom>
          </p:spPr>
          <p:txBody>
            <a:bodyPr wrap="none">
              <a:spAutoFit/>
            </a:bodyPr>
            <a:lstStyle/>
            <a:p>
              <a:pPr algn="ctr"/>
              <a:r>
                <a:rPr lang="en-US" sz="600" b="1"/>
                <a:t>Disclaimers</a:t>
              </a:r>
            </a:p>
          </p:txBody>
        </p:sp>
        <p:sp>
          <p:nvSpPr>
            <p:cNvPr id="65" name="Rectangle 64">
              <a:extLst>
                <a:ext uri="{FF2B5EF4-FFF2-40B4-BE49-F238E27FC236}">
                  <a16:creationId xmlns:a16="http://schemas.microsoft.com/office/drawing/2014/main" id="{A268EC47-4888-C147-936E-C2DFB656768D}"/>
                </a:ext>
              </a:extLst>
            </p:cNvPr>
            <p:cNvSpPr/>
            <p:nvPr/>
          </p:nvSpPr>
          <p:spPr>
            <a:xfrm>
              <a:off x="9036213" y="3097908"/>
              <a:ext cx="957955" cy="246221"/>
            </a:xfrm>
            <a:prstGeom prst="rect">
              <a:avLst/>
            </a:prstGeom>
          </p:spPr>
          <p:txBody>
            <a:bodyPr wrap="none">
              <a:spAutoFit/>
            </a:bodyPr>
            <a:lstStyle/>
            <a:p>
              <a:pPr algn="ctr"/>
              <a:r>
                <a:rPr lang="en-US" sz="600" b="1"/>
                <a:t>Author’s email</a:t>
              </a:r>
            </a:p>
          </p:txBody>
        </p:sp>
        <p:sp>
          <p:nvSpPr>
            <p:cNvPr id="66" name="Rectangle 65">
              <a:extLst>
                <a:ext uri="{FF2B5EF4-FFF2-40B4-BE49-F238E27FC236}">
                  <a16:creationId xmlns:a16="http://schemas.microsoft.com/office/drawing/2014/main" id="{12AFD803-CD3C-B640-909F-2ABD27360115}"/>
                </a:ext>
              </a:extLst>
            </p:cNvPr>
            <p:cNvSpPr/>
            <p:nvPr/>
          </p:nvSpPr>
          <p:spPr>
            <a:xfrm>
              <a:off x="10481743" y="3097907"/>
              <a:ext cx="979328" cy="246221"/>
            </a:xfrm>
            <a:prstGeom prst="rect">
              <a:avLst/>
            </a:prstGeom>
          </p:spPr>
          <p:txBody>
            <a:bodyPr wrap="none">
              <a:spAutoFit/>
            </a:bodyPr>
            <a:lstStyle/>
            <a:p>
              <a:pPr algn="ctr"/>
              <a:r>
                <a:rPr lang="en-US" sz="600" b="1"/>
                <a:t>Date published</a:t>
              </a:r>
            </a:p>
          </p:txBody>
        </p:sp>
        <p:sp>
          <p:nvSpPr>
            <p:cNvPr id="67" name="Left Brace 66">
              <a:extLst>
                <a:ext uri="{FF2B5EF4-FFF2-40B4-BE49-F238E27FC236}">
                  <a16:creationId xmlns:a16="http://schemas.microsoft.com/office/drawing/2014/main" id="{D4EB443D-82BE-E344-B5A3-2F86AFEAC7AC}"/>
                </a:ext>
              </a:extLst>
            </p:cNvPr>
            <p:cNvSpPr/>
            <p:nvPr/>
          </p:nvSpPr>
          <p:spPr>
            <a:xfrm rot="5400000">
              <a:off x="7078513" y="2056655"/>
              <a:ext cx="137356" cy="2717711"/>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68" name="Left Brace 67">
              <a:extLst>
                <a:ext uri="{FF2B5EF4-FFF2-40B4-BE49-F238E27FC236}">
                  <a16:creationId xmlns:a16="http://schemas.microsoft.com/office/drawing/2014/main" id="{2B4BC0EB-F12B-7043-BF8F-40852B335856}"/>
                </a:ext>
              </a:extLst>
            </p:cNvPr>
            <p:cNvSpPr/>
            <p:nvPr/>
          </p:nvSpPr>
          <p:spPr>
            <a:xfrm rot="5400000">
              <a:off x="9442144" y="2447952"/>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84" name="Left Brace 83">
              <a:extLst>
                <a:ext uri="{FF2B5EF4-FFF2-40B4-BE49-F238E27FC236}">
                  <a16:creationId xmlns:a16="http://schemas.microsoft.com/office/drawing/2014/main" id="{F99E05C5-33FF-2C41-8C38-CD5A5ABAF438}"/>
                </a:ext>
              </a:extLst>
            </p:cNvPr>
            <p:cNvSpPr/>
            <p:nvPr userDrawn="1"/>
          </p:nvSpPr>
          <p:spPr>
            <a:xfrm rot="5400000">
              <a:off x="10898807" y="2963632"/>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6" name="Group 5">
            <a:extLst>
              <a:ext uri="{FF2B5EF4-FFF2-40B4-BE49-F238E27FC236}">
                <a16:creationId xmlns:a16="http://schemas.microsoft.com/office/drawing/2014/main" id="{2DC07A68-BCDB-2843-B8A2-AEB2604FB5C9}"/>
              </a:ext>
            </a:extLst>
          </p:cNvPr>
          <p:cNvGrpSpPr/>
          <p:nvPr userDrawn="1"/>
        </p:nvGrpSpPr>
        <p:grpSpPr>
          <a:xfrm>
            <a:off x="4341253" y="2917505"/>
            <a:ext cx="3099663" cy="436590"/>
            <a:chOff x="5788336" y="3923409"/>
            <a:chExt cx="4132883" cy="582119"/>
          </a:xfrm>
        </p:grpSpPr>
        <p:sp>
          <p:nvSpPr>
            <p:cNvPr id="39" name="Rectangle 38">
              <a:extLst>
                <a:ext uri="{FF2B5EF4-FFF2-40B4-BE49-F238E27FC236}">
                  <a16:creationId xmlns:a16="http://schemas.microsoft.com/office/drawing/2014/main" id="{2D253AE8-30D4-4225-8030-6894D59F21AC}"/>
                </a:ext>
              </a:extLst>
            </p:cNvPr>
            <p:cNvSpPr/>
            <p:nvPr/>
          </p:nvSpPr>
          <p:spPr>
            <a:xfrm>
              <a:off x="5826081" y="4343859"/>
              <a:ext cx="4095138" cy="161669"/>
            </a:xfrm>
            <a:prstGeom prst="rect">
              <a:avLst/>
            </a:prstGeom>
          </p:spPr>
          <p:txBody>
            <a:bodyPr wrap="none" lIns="0" tIns="0" rIns="0" bIns="0">
              <a:spAutoFit/>
            </a:bodyPr>
            <a:lstStyle/>
            <a:p>
              <a:r>
                <a:rPr lang="en-US" sz="788"/>
                <a:t>For research use | authoremail@thermofisher.com | 12-August-2020</a:t>
              </a:r>
            </a:p>
          </p:txBody>
        </p:sp>
        <p:sp>
          <p:nvSpPr>
            <p:cNvPr id="87" name="Rectangle 86">
              <a:extLst>
                <a:ext uri="{FF2B5EF4-FFF2-40B4-BE49-F238E27FC236}">
                  <a16:creationId xmlns:a16="http://schemas.microsoft.com/office/drawing/2014/main" id="{220D7651-D269-A54E-BCE1-39173FB1F79F}"/>
                </a:ext>
              </a:extLst>
            </p:cNvPr>
            <p:cNvSpPr/>
            <p:nvPr userDrawn="1"/>
          </p:nvSpPr>
          <p:spPr>
            <a:xfrm>
              <a:off x="5914319" y="3923412"/>
              <a:ext cx="825440" cy="246221"/>
            </a:xfrm>
            <a:prstGeom prst="rect">
              <a:avLst/>
            </a:prstGeom>
          </p:spPr>
          <p:txBody>
            <a:bodyPr wrap="none">
              <a:spAutoFit/>
            </a:bodyPr>
            <a:lstStyle/>
            <a:p>
              <a:pPr algn="ctr"/>
              <a:r>
                <a:rPr lang="en-US" sz="600" b="1"/>
                <a:t>Disclaimers</a:t>
              </a:r>
            </a:p>
          </p:txBody>
        </p:sp>
        <p:sp>
          <p:nvSpPr>
            <p:cNvPr id="88" name="Rectangle 87">
              <a:extLst>
                <a:ext uri="{FF2B5EF4-FFF2-40B4-BE49-F238E27FC236}">
                  <a16:creationId xmlns:a16="http://schemas.microsoft.com/office/drawing/2014/main" id="{20E99F6E-6B65-1E43-8606-EC8AA34E2356}"/>
                </a:ext>
              </a:extLst>
            </p:cNvPr>
            <p:cNvSpPr/>
            <p:nvPr userDrawn="1"/>
          </p:nvSpPr>
          <p:spPr>
            <a:xfrm>
              <a:off x="7393484" y="3923410"/>
              <a:ext cx="957954" cy="246221"/>
            </a:xfrm>
            <a:prstGeom prst="rect">
              <a:avLst/>
            </a:prstGeom>
          </p:spPr>
          <p:txBody>
            <a:bodyPr wrap="none">
              <a:spAutoFit/>
            </a:bodyPr>
            <a:lstStyle/>
            <a:p>
              <a:pPr algn="ctr"/>
              <a:r>
                <a:rPr lang="en-US" sz="600" b="1"/>
                <a:t>Author’s email</a:t>
              </a:r>
            </a:p>
          </p:txBody>
        </p:sp>
        <p:sp>
          <p:nvSpPr>
            <p:cNvPr id="89" name="Rectangle 88">
              <a:extLst>
                <a:ext uri="{FF2B5EF4-FFF2-40B4-BE49-F238E27FC236}">
                  <a16:creationId xmlns:a16="http://schemas.microsoft.com/office/drawing/2014/main" id="{11DDA901-77B4-C14D-A259-991F339BCE31}"/>
                </a:ext>
              </a:extLst>
            </p:cNvPr>
            <p:cNvSpPr/>
            <p:nvPr userDrawn="1"/>
          </p:nvSpPr>
          <p:spPr>
            <a:xfrm>
              <a:off x="8839013" y="3923409"/>
              <a:ext cx="979328" cy="246221"/>
            </a:xfrm>
            <a:prstGeom prst="rect">
              <a:avLst/>
            </a:prstGeom>
          </p:spPr>
          <p:txBody>
            <a:bodyPr wrap="none">
              <a:spAutoFit/>
            </a:bodyPr>
            <a:lstStyle/>
            <a:p>
              <a:pPr algn="ctr"/>
              <a:r>
                <a:rPr lang="en-US" sz="600" b="1"/>
                <a:t>Date published</a:t>
              </a:r>
            </a:p>
          </p:txBody>
        </p:sp>
        <p:sp>
          <p:nvSpPr>
            <p:cNvPr id="90" name="Left Brace 89">
              <a:extLst>
                <a:ext uri="{FF2B5EF4-FFF2-40B4-BE49-F238E27FC236}">
                  <a16:creationId xmlns:a16="http://schemas.microsoft.com/office/drawing/2014/main" id="{CF3AA15B-0D57-184C-A86A-FEB4A0B54E61}"/>
                </a:ext>
              </a:extLst>
            </p:cNvPr>
            <p:cNvSpPr/>
            <p:nvPr userDrawn="1"/>
          </p:nvSpPr>
          <p:spPr>
            <a:xfrm rot="5400000">
              <a:off x="6257148" y="3703523"/>
              <a:ext cx="137356" cy="1074980"/>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1" name="Left Brace 90">
              <a:extLst>
                <a:ext uri="{FF2B5EF4-FFF2-40B4-BE49-F238E27FC236}">
                  <a16:creationId xmlns:a16="http://schemas.microsoft.com/office/drawing/2014/main" id="{91627E8E-568F-1747-A212-4664A2213D18}"/>
                </a:ext>
              </a:extLst>
            </p:cNvPr>
            <p:cNvSpPr/>
            <p:nvPr userDrawn="1"/>
          </p:nvSpPr>
          <p:spPr>
            <a:xfrm rot="5400000">
              <a:off x="7799414" y="3273454"/>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2" name="Left Brace 91">
              <a:extLst>
                <a:ext uri="{FF2B5EF4-FFF2-40B4-BE49-F238E27FC236}">
                  <a16:creationId xmlns:a16="http://schemas.microsoft.com/office/drawing/2014/main" id="{B0909EE3-0761-E34E-81D3-9D5CC6CCA561}"/>
                </a:ext>
              </a:extLst>
            </p:cNvPr>
            <p:cNvSpPr/>
            <p:nvPr userDrawn="1"/>
          </p:nvSpPr>
          <p:spPr>
            <a:xfrm rot="5400000">
              <a:off x="9256077" y="3789134"/>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5" name="Group 4">
            <a:extLst>
              <a:ext uri="{FF2B5EF4-FFF2-40B4-BE49-F238E27FC236}">
                <a16:creationId xmlns:a16="http://schemas.microsoft.com/office/drawing/2014/main" id="{5547D4DB-A88D-5049-9C5B-32D0C1262519}"/>
              </a:ext>
            </a:extLst>
          </p:cNvPr>
          <p:cNvGrpSpPr/>
          <p:nvPr userDrawn="1"/>
        </p:nvGrpSpPr>
        <p:grpSpPr>
          <a:xfrm>
            <a:off x="4341252" y="3591103"/>
            <a:ext cx="3600595" cy="440863"/>
            <a:chOff x="5788336" y="4908696"/>
            <a:chExt cx="4800793" cy="587817"/>
          </a:xfrm>
        </p:grpSpPr>
        <p:sp>
          <p:nvSpPr>
            <p:cNvPr id="70" name="Rectangle 69">
              <a:extLst>
                <a:ext uri="{FF2B5EF4-FFF2-40B4-BE49-F238E27FC236}">
                  <a16:creationId xmlns:a16="http://schemas.microsoft.com/office/drawing/2014/main" id="{DA3765F3-2DE6-184B-9871-C97E4EA7B993}"/>
                </a:ext>
              </a:extLst>
            </p:cNvPr>
            <p:cNvSpPr/>
            <p:nvPr/>
          </p:nvSpPr>
          <p:spPr>
            <a:xfrm>
              <a:off x="5842103" y="5334844"/>
              <a:ext cx="4747026" cy="161669"/>
            </a:xfrm>
            <a:prstGeom prst="rect">
              <a:avLst/>
            </a:prstGeom>
          </p:spPr>
          <p:txBody>
            <a:bodyPr wrap="none" lIns="0" tIns="0" rIns="0" bIns="0">
              <a:spAutoFit/>
            </a:bodyPr>
            <a:lstStyle/>
            <a:p>
              <a:r>
                <a:rPr lang="en-US" sz="788"/>
                <a:t>Proprietary and Confidential | authoremail@thermofisher.com | 12-August-2020</a:t>
              </a:r>
            </a:p>
          </p:txBody>
        </p:sp>
        <p:sp>
          <p:nvSpPr>
            <p:cNvPr id="93" name="Rectangle 92">
              <a:extLst>
                <a:ext uri="{FF2B5EF4-FFF2-40B4-BE49-F238E27FC236}">
                  <a16:creationId xmlns:a16="http://schemas.microsoft.com/office/drawing/2014/main" id="{0662301A-4740-1E4A-99D4-4C7CDFD8B49B}"/>
                </a:ext>
              </a:extLst>
            </p:cNvPr>
            <p:cNvSpPr/>
            <p:nvPr userDrawn="1"/>
          </p:nvSpPr>
          <p:spPr>
            <a:xfrm>
              <a:off x="6174815" y="4908699"/>
              <a:ext cx="825440" cy="246221"/>
            </a:xfrm>
            <a:prstGeom prst="rect">
              <a:avLst/>
            </a:prstGeom>
          </p:spPr>
          <p:txBody>
            <a:bodyPr wrap="none">
              <a:spAutoFit/>
            </a:bodyPr>
            <a:lstStyle/>
            <a:p>
              <a:pPr algn="ctr"/>
              <a:r>
                <a:rPr lang="en-US" sz="600" b="1"/>
                <a:t>Disclaimers</a:t>
              </a:r>
            </a:p>
          </p:txBody>
        </p:sp>
        <p:sp>
          <p:nvSpPr>
            <p:cNvPr id="94" name="Rectangle 93">
              <a:extLst>
                <a:ext uri="{FF2B5EF4-FFF2-40B4-BE49-F238E27FC236}">
                  <a16:creationId xmlns:a16="http://schemas.microsoft.com/office/drawing/2014/main" id="{04C7B6C7-EC70-7D40-A4C5-05A267DCD6DA}"/>
                </a:ext>
              </a:extLst>
            </p:cNvPr>
            <p:cNvSpPr/>
            <p:nvPr userDrawn="1"/>
          </p:nvSpPr>
          <p:spPr>
            <a:xfrm>
              <a:off x="7925111" y="4908697"/>
              <a:ext cx="957955" cy="246221"/>
            </a:xfrm>
            <a:prstGeom prst="rect">
              <a:avLst/>
            </a:prstGeom>
          </p:spPr>
          <p:txBody>
            <a:bodyPr wrap="none">
              <a:spAutoFit/>
            </a:bodyPr>
            <a:lstStyle/>
            <a:p>
              <a:pPr algn="ctr"/>
              <a:r>
                <a:rPr lang="en-US" sz="600" b="1"/>
                <a:t>Author’s email</a:t>
              </a:r>
            </a:p>
          </p:txBody>
        </p:sp>
        <p:sp>
          <p:nvSpPr>
            <p:cNvPr id="95" name="Rectangle 94">
              <a:extLst>
                <a:ext uri="{FF2B5EF4-FFF2-40B4-BE49-F238E27FC236}">
                  <a16:creationId xmlns:a16="http://schemas.microsoft.com/office/drawing/2014/main" id="{DDFAB2D7-0A5B-724F-99BA-4E89383C2B34}"/>
                </a:ext>
              </a:extLst>
            </p:cNvPr>
            <p:cNvSpPr/>
            <p:nvPr userDrawn="1"/>
          </p:nvSpPr>
          <p:spPr>
            <a:xfrm>
              <a:off x="9370641" y="4908696"/>
              <a:ext cx="979328" cy="246221"/>
            </a:xfrm>
            <a:prstGeom prst="rect">
              <a:avLst/>
            </a:prstGeom>
          </p:spPr>
          <p:txBody>
            <a:bodyPr wrap="none">
              <a:spAutoFit/>
            </a:bodyPr>
            <a:lstStyle/>
            <a:p>
              <a:pPr algn="ctr"/>
              <a:r>
                <a:rPr lang="en-US" sz="600" b="1"/>
                <a:t>Date published</a:t>
              </a:r>
            </a:p>
          </p:txBody>
        </p:sp>
        <p:sp>
          <p:nvSpPr>
            <p:cNvPr id="96" name="Left Brace 95">
              <a:extLst>
                <a:ext uri="{FF2B5EF4-FFF2-40B4-BE49-F238E27FC236}">
                  <a16:creationId xmlns:a16="http://schemas.microsoft.com/office/drawing/2014/main" id="{544F13B6-76EE-CC4D-A7CA-B63CCE7DC774}"/>
                </a:ext>
              </a:extLst>
            </p:cNvPr>
            <p:cNvSpPr/>
            <p:nvPr userDrawn="1"/>
          </p:nvSpPr>
          <p:spPr>
            <a:xfrm rot="5400000">
              <a:off x="6520304" y="4425654"/>
              <a:ext cx="137356" cy="1601292"/>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7" name="Left Brace 96">
              <a:extLst>
                <a:ext uri="{FF2B5EF4-FFF2-40B4-BE49-F238E27FC236}">
                  <a16:creationId xmlns:a16="http://schemas.microsoft.com/office/drawing/2014/main" id="{CE8E6BC8-A00E-F748-BAB1-06B8485A72AA}"/>
                </a:ext>
              </a:extLst>
            </p:cNvPr>
            <p:cNvSpPr/>
            <p:nvPr userDrawn="1"/>
          </p:nvSpPr>
          <p:spPr>
            <a:xfrm rot="5400000">
              <a:off x="8331042" y="4258741"/>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8" name="Left Brace 97">
              <a:extLst>
                <a:ext uri="{FF2B5EF4-FFF2-40B4-BE49-F238E27FC236}">
                  <a16:creationId xmlns:a16="http://schemas.microsoft.com/office/drawing/2014/main" id="{889E3AE0-344F-1641-902E-B7F3805E81B1}"/>
                </a:ext>
              </a:extLst>
            </p:cNvPr>
            <p:cNvSpPr/>
            <p:nvPr userDrawn="1"/>
          </p:nvSpPr>
          <p:spPr>
            <a:xfrm rot="5400000">
              <a:off x="9787705" y="4774421"/>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4" name="Group 3">
            <a:extLst>
              <a:ext uri="{FF2B5EF4-FFF2-40B4-BE49-F238E27FC236}">
                <a16:creationId xmlns:a16="http://schemas.microsoft.com/office/drawing/2014/main" id="{E9C94B1B-22EB-0F46-8139-CF807DB87CC2}"/>
              </a:ext>
            </a:extLst>
          </p:cNvPr>
          <p:cNvGrpSpPr/>
          <p:nvPr userDrawn="1"/>
        </p:nvGrpSpPr>
        <p:grpSpPr>
          <a:xfrm>
            <a:off x="4341251" y="4268974"/>
            <a:ext cx="2249014" cy="443440"/>
            <a:chOff x="5826081" y="5638800"/>
            <a:chExt cx="2998685" cy="591253"/>
          </a:xfrm>
        </p:grpSpPr>
        <p:sp>
          <p:nvSpPr>
            <p:cNvPr id="58" name="Rectangle 57">
              <a:extLst>
                <a:ext uri="{FF2B5EF4-FFF2-40B4-BE49-F238E27FC236}">
                  <a16:creationId xmlns:a16="http://schemas.microsoft.com/office/drawing/2014/main" id="{46FD419A-E86C-1745-9E7B-C8DF02B5FD90}"/>
                </a:ext>
              </a:extLst>
            </p:cNvPr>
            <p:cNvSpPr/>
            <p:nvPr/>
          </p:nvSpPr>
          <p:spPr>
            <a:xfrm>
              <a:off x="5826081" y="6068384"/>
              <a:ext cx="2998685" cy="161669"/>
            </a:xfrm>
            <a:prstGeom prst="rect">
              <a:avLst/>
            </a:prstGeom>
          </p:spPr>
          <p:txBody>
            <a:bodyPr wrap="none" lIns="0" tIns="0" rIns="0" bIns="0">
              <a:spAutoFit/>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788"/>
                <a:t> authoremail@thermofisher.com | 12-August-2020</a:t>
              </a:r>
            </a:p>
          </p:txBody>
        </p:sp>
        <p:sp>
          <p:nvSpPr>
            <p:cNvPr id="99" name="Rectangle 98">
              <a:extLst>
                <a:ext uri="{FF2B5EF4-FFF2-40B4-BE49-F238E27FC236}">
                  <a16:creationId xmlns:a16="http://schemas.microsoft.com/office/drawing/2014/main" id="{D4600AD8-6C66-E84E-AD96-C01F836DD7B4}"/>
                </a:ext>
              </a:extLst>
            </p:cNvPr>
            <p:cNvSpPr/>
            <p:nvPr userDrawn="1"/>
          </p:nvSpPr>
          <p:spPr>
            <a:xfrm>
              <a:off x="6319596" y="5638801"/>
              <a:ext cx="957955" cy="246221"/>
            </a:xfrm>
            <a:prstGeom prst="rect">
              <a:avLst/>
            </a:prstGeom>
          </p:spPr>
          <p:txBody>
            <a:bodyPr wrap="none">
              <a:spAutoFit/>
            </a:bodyPr>
            <a:lstStyle/>
            <a:p>
              <a:pPr algn="ctr"/>
              <a:r>
                <a:rPr lang="en-US" sz="600" b="1"/>
                <a:t>Author’s email</a:t>
              </a:r>
            </a:p>
          </p:txBody>
        </p:sp>
        <p:sp>
          <p:nvSpPr>
            <p:cNvPr id="100" name="Rectangle 99">
              <a:extLst>
                <a:ext uri="{FF2B5EF4-FFF2-40B4-BE49-F238E27FC236}">
                  <a16:creationId xmlns:a16="http://schemas.microsoft.com/office/drawing/2014/main" id="{6D59122D-D94B-A440-B8CF-8558F9A1E3D1}"/>
                </a:ext>
              </a:extLst>
            </p:cNvPr>
            <p:cNvSpPr/>
            <p:nvPr userDrawn="1"/>
          </p:nvSpPr>
          <p:spPr>
            <a:xfrm>
              <a:off x="7765125" y="5638800"/>
              <a:ext cx="979328" cy="246221"/>
            </a:xfrm>
            <a:prstGeom prst="rect">
              <a:avLst/>
            </a:prstGeom>
          </p:spPr>
          <p:txBody>
            <a:bodyPr wrap="none">
              <a:spAutoFit/>
            </a:bodyPr>
            <a:lstStyle/>
            <a:p>
              <a:pPr algn="ctr"/>
              <a:r>
                <a:rPr lang="en-US" sz="600" b="1"/>
                <a:t>Date published</a:t>
              </a:r>
            </a:p>
          </p:txBody>
        </p:sp>
        <p:sp>
          <p:nvSpPr>
            <p:cNvPr id="101" name="Left Brace 100">
              <a:extLst>
                <a:ext uri="{FF2B5EF4-FFF2-40B4-BE49-F238E27FC236}">
                  <a16:creationId xmlns:a16="http://schemas.microsoft.com/office/drawing/2014/main" id="{AEE82C77-552E-364A-81F1-E9B9FCA2D6FD}"/>
                </a:ext>
              </a:extLst>
            </p:cNvPr>
            <p:cNvSpPr/>
            <p:nvPr userDrawn="1"/>
          </p:nvSpPr>
          <p:spPr>
            <a:xfrm rot="5400000">
              <a:off x="6725526" y="4988845"/>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02" name="Left Brace 101">
              <a:extLst>
                <a:ext uri="{FF2B5EF4-FFF2-40B4-BE49-F238E27FC236}">
                  <a16:creationId xmlns:a16="http://schemas.microsoft.com/office/drawing/2014/main" id="{10100607-49A2-2D47-BA45-46A4B8279F34}"/>
                </a:ext>
              </a:extLst>
            </p:cNvPr>
            <p:cNvSpPr/>
            <p:nvPr userDrawn="1"/>
          </p:nvSpPr>
          <p:spPr>
            <a:xfrm rot="5400000">
              <a:off x="8182189" y="5504525"/>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spTree>
    <p:extLst>
      <p:ext uri="{BB962C8B-B14F-4D97-AF65-F5344CB8AC3E}">
        <p14:creationId xmlns:p14="http://schemas.microsoft.com/office/powerpoint/2010/main" val="1596513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efault title slide 1">
    <p:bg>
      <p:bgPr>
        <a:gradFill>
          <a:gsLst>
            <a:gs pos="5000">
              <a:schemeClr val="bg1"/>
            </a:gs>
            <a:gs pos="41000">
              <a:schemeClr val="bg1"/>
            </a:gs>
            <a:gs pos="63000">
              <a:schemeClr val="bg2"/>
            </a:gs>
          </a:gsLst>
          <a:lin ang="1080000" scaled="0"/>
        </a:gra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77DF418-A9B4-B748-8DE9-21DBD7EA37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177" r="2177"/>
          <a:stretch>
            <a:fillRect/>
          </a:stretch>
        </p:blipFill>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p:spPr>
      </p:pic>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29" name="Group 28">
            <a:extLst>
              <a:ext uri="{FF2B5EF4-FFF2-40B4-BE49-F238E27FC236}">
                <a16:creationId xmlns:a16="http://schemas.microsoft.com/office/drawing/2014/main" id="{C22F9FBA-8765-F543-9501-7F99893993AB}"/>
              </a:ext>
            </a:extLst>
          </p:cNvPr>
          <p:cNvGrpSpPr/>
          <p:nvPr userDrawn="1"/>
        </p:nvGrpSpPr>
        <p:grpSpPr>
          <a:xfrm>
            <a:off x="212395" y="4477943"/>
            <a:ext cx="3789902" cy="330925"/>
            <a:chOff x="5155556" y="6168462"/>
            <a:chExt cx="5053203" cy="441233"/>
          </a:xfrm>
        </p:grpSpPr>
        <p:sp>
          <p:nvSpPr>
            <p:cNvPr id="30" name="TextBox 29">
              <a:extLst>
                <a:ext uri="{FF2B5EF4-FFF2-40B4-BE49-F238E27FC236}">
                  <a16:creationId xmlns:a16="http://schemas.microsoft.com/office/drawing/2014/main" id="{AA7B3D6A-876F-BF4D-9180-BC91EE9697B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1" name="Parallelogram 30">
              <a:extLst>
                <a:ext uri="{FF2B5EF4-FFF2-40B4-BE49-F238E27FC236}">
                  <a16:creationId xmlns:a16="http://schemas.microsoft.com/office/drawing/2014/main" id="{05D00626-6EB1-244B-9ADB-13C2AE5E1907}"/>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2" name="Footer Placeholder 1">
            <a:extLst>
              <a:ext uri="{FF2B5EF4-FFF2-40B4-BE49-F238E27FC236}">
                <a16:creationId xmlns:a16="http://schemas.microsoft.com/office/drawing/2014/main" id="{BA129332-E471-D44D-8711-996E85A9EE2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3" name="Slide Number Placeholder 2">
            <a:extLst>
              <a:ext uri="{FF2B5EF4-FFF2-40B4-BE49-F238E27FC236}">
                <a16:creationId xmlns:a16="http://schemas.microsoft.com/office/drawing/2014/main" id="{B4F77913-5D2C-C141-AB22-388096EB8230}"/>
              </a:ext>
            </a:extLst>
          </p:cNvPr>
          <p:cNvSpPr>
            <a:spLocks noGrp="1"/>
          </p:cNvSpPr>
          <p:nvPr>
            <p:ph type="sldNum" sz="quarter" idx="12"/>
          </p:nvPr>
        </p:nvSpPr>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8209BE38-5C75-4E48-AACA-BEDC106131D5}"/>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6" name="Title 16">
            <a:extLst>
              <a:ext uri="{FF2B5EF4-FFF2-40B4-BE49-F238E27FC236}">
                <a16:creationId xmlns:a16="http://schemas.microsoft.com/office/drawing/2014/main" id="{B2B8D3D1-6FA6-C04D-951C-FD0E7458C808}"/>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21" name="Text Placeholder 15">
            <a:extLst>
              <a:ext uri="{FF2B5EF4-FFF2-40B4-BE49-F238E27FC236}">
                <a16:creationId xmlns:a16="http://schemas.microsoft.com/office/drawing/2014/main" id="{046B4CC3-134E-7548-B9F5-FA5784CFD5AE}"/>
              </a:ext>
            </a:extLst>
          </p:cNvPr>
          <p:cNvSpPr>
            <a:spLocks noGrp="1"/>
          </p:cNvSpPr>
          <p:nvPr>
            <p:ph type="body" sz="quarter" idx="14" hasCustomPrompt="1"/>
          </p:nvPr>
        </p:nvSpPr>
        <p:spPr>
          <a:xfrm>
            <a:off x="228601" y="3191876"/>
            <a:ext cx="43433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
        <p:nvSpPr>
          <p:cNvPr id="11" name="Textplatzhalter 3">
            <a:extLst>
              <a:ext uri="{FF2B5EF4-FFF2-40B4-BE49-F238E27FC236}">
                <a16:creationId xmlns:a16="http://schemas.microsoft.com/office/drawing/2014/main" id="{88DCC204-3911-D0CC-A41C-24DBA0A30585}"/>
              </a:ext>
            </a:extLst>
          </p:cNvPr>
          <p:cNvSpPr txBox="1">
            <a:spLocks/>
          </p:cNvSpPr>
          <p:nvPr userDrawn="1"/>
        </p:nvSpPr>
        <p:spPr bwMode="gray">
          <a:xfrm>
            <a:off x="2117868" y="14801"/>
            <a:ext cx="1360828" cy="768899"/>
          </a:xfrm>
          <a:prstGeom prst="rect">
            <a:avLst/>
          </a:prstGeom>
          <a:blipFill dpi="0"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a:blipFill>
        </p:spPr>
        <p:txBody>
          <a:bodyPr vert="horz" lIns="0" tIns="0" rIns="0" bIns="0" rtlCol="0">
            <a:normAutofit/>
          </a:bodyPr>
          <a:lstStyle>
            <a:lvl1pPr marL="0" indent="0" algn="l" defTabSz="685800" rtl="0" eaLnBrk="1" latinLnBrk="0" hangingPunct="1">
              <a:lnSpc>
                <a:spcPct val="114000"/>
              </a:lnSpc>
              <a:spcBef>
                <a:spcPts val="0"/>
              </a:spcBef>
              <a:spcAft>
                <a:spcPts val="1200"/>
              </a:spcAft>
              <a:buClr>
                <a:schemeClr val="accent1"/>
              </a:buClr>
              <a:buSzPct val="100000"/>
              <a:buFont typeface="Wingdings" panose="05000000000000000000" pitchFamily="2" charset="2"/>
              <a:buNone/>
              <a:defRPr sz="100" kern="1200">
                <a:noFill/>
                <a:latin typeface="+mn-lt"/>
                <a:ea typeface="+mn-ea"/>
                <a:cs typeface="+mn-cs"/>
              </a:defRPr>
            </a:lvl1pPr>
            <a:lvl2pPr marL="522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2pPr>
            <a:lvl3pPr marL="990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3pPr>
            <a:lvl4pPr marL="1458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4pPr>
            <a:lvl5pPr marL="1926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14000"/>
              </a:lnSpc>
              <a:spcBef>
                <a:spcPts val="0"/>
              </a:spcBef>
              <a:spcAft>
                <a:spcPts val="1200"/>
              </a:spcAft>
              <a:buClr>
                <a:srgbClr val="E1000F"/>
              </a:buClr>
              <a:buSzPct val="100000"/>
              <a:buFont typeface="Wingdings" panose="05000000000000000000" pitchFamily="2" charset="2"/>
              <a:buNone/>
              <a:tabLst/>
              <a:defRPr/>
            </a:pPr>
            <a:endParaRPr kumimoji="0" lang="de-DE" sz="100" b="0" i="0" u="none" strike="noStrike" kern="1200" cap="none" spc="0" normalizeH="0" baseline="0" noProof="0">
              <a:ln>
                <a:noFill/>
              </a:ln>
              <a:noFill/>
              <a:effectLst/>
              <a:uLnTx/>
              <a:uFillTx/>
              <a:latin typeface="Segoe UI"/>
              <a:ea typeface="+mn-ea"/>
              <a:cs typeface="+mn-cs"/>
            </a:endParaRPr>
          </a:p>
        </p:txBody>
      </p:sp>
    </p:spTree>
    <p:extLst>
      <p:ext uri="{BB962C8B-B14F-4D97-AF65-F5344CB8AC3E}">
        <p14:creationId xmlns:p14="http://schemas.microsoft.com/office/powerpoint/2010/main" val="17907079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2">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7D997E8D-54A7-034E-BB18-43BE9D8B72AF}"/>
              </a:ext>
            </a:extLst>
          </p:cNvPr>
          <p:cNvGrpSpPr/>
          <p:nvPr userDrawn="1"/>
        </p:nvGrpSpPr>
        <p:grpSpPr>
          <a:xfrm>
            <a:off x="7511971" y="18423"/>
            <a:ext cx="1632029" cy="5125077"/>
            <a:chOff x="10024536" y="24564"/>
            <a:chExt cx="2176039" cy="6833436"/>
          </a:xfrm>
        </p:grpSpPr>
        <p:sp>
          <p:nvSpPr>
            <p:cNvPr id="25" name="Freeform 24">
              <a:extLst>
                <a:ext uri="{FF2B5EF4-FFF2-40B4-BE49-F238E27FC236}">
                  <a16:creationId xmlns:a16="http://schemas.microsoft.com/office/drawing/2014/main" id="{72CE4260-6521-4748-93CA-26778BA70D03}"/>
                </a:ext>
              </a:extLst>
            </p:cNvPr>
            <p:cNvSpPr/>
            <p:nvPr userDrawn="1"/>
          </p:nvSpPr>
          <p:spPr bwMode="auto">
            <a:xfrm>
              <a:off x="10024536" y="24564"/>
              <a:ext cx="2176039" cy="6833436"/>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lumMod val="75000"/>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sp>
          <p:nvSpPr>
            <p:cNvPr id="26" name="Freeform 25">
              <a:extLst>
                <a:ext uri="{FF2B5EF4-FFF2-40B4-BE49-F238E27FC236}">
                  <a16:creationId xmlns:a16="http://schemas.microsoft.com/office/drawing/2014/main" id="{312BDDE4-0CBA-1748-A49D-A2A5F2CE8891}"/>
                </a:ext>
              </a:extLst>
            </p:cNvPr>
            <p:cNvSpPr/>
            <p:nvPr userDrawn="1"/>
          </p:nvSpPr>
          <p:spPr bwMode="auto">
            <a:xfrm>
              <a:off x="10805603" y="2477356"/>
              <a:ext cx="1394972" cy="4380644"/>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lang="en-US" sz="1350">
                <a:latin typeface="Arial" pitchFamily="124" charset="0"/>
              </a:endParaRPr>
            </a:p>
          </p:txBody>
        </p:sp>
      </p:grpSp>
      <p:grpSp>
        <p:nvGrpSpPr>
          <p:cNvPr id="27" name="Group 26">
            <a:extLst>
              <a:ext uri="{FF2B5EF4-FFF2-40B4-BE49-F238E27FC236}">
                <a16:creationId xmlns:a16="http://schemas.microsoft.com/office/drawing/2014/main" id="{50A6D8E5-0F1B-4F46-A75F-B4236465A272}"/>
              </a:ext>
            </a:extLst>
          </p:cNvPr>
          <p:cNvGrpSpPr/>
          <p:nvPr userDrawn="1"/>
        </p:nvGrpSpPr>
        <p:grpSpPr>
          <a:xfrm>
            <a:off x="7246695" y="614088"/>
            <a:ext cx="1897305" cy="4529412"/>
            <a:chOff x="9662260" y="818784"/>
            <a:chExt cx="2529740" cy="6039216"/>
          </a:xfrm>
        </p:grpSpPr>
        <p:pic>
          <p:nvPicPr>
            <p:cNvPr id="28" name="Picture 27">
              <a:extLst>
                <a:ext uri="{FF2B5EF4-FFF2-40B4-BE49-F238E27FC236}">
                  <a16:creationId xmlns:a16="http://schemas.microsoft.com/office/drawing/2014/main" id="{F29E788A-C660-B84C-99A5-D234AA4138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29" name="Picture 28">
              <a:extLst>
                <a:ext uri="{FF2B5EF4-FFF2-40B4-BE49-F238E27FC236}">
                  <a16:creationId xmlns:a16="http://schemas.microsoft.com/office/drawing/2014/main" id="{DFD590AF-386B-9048-ABEA-59B6BE9DA72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30" name="Picture 29">
              <a:extLst>
                <a:ext uri="{FF2B5EF4-FFF2-40B4-BE49-F238E27FC236}">
                  <a16:creationId xmlns:a16="http://schemas.microsoft.com/office/drawing/2014/main" id="{E2756107-63E2-5F45-8CC3-D5261B2411F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31" name="Picture 30">
              <a:extLst>
                <a:ext uri="{FF2B5EF4-FFF2-40B4-BE49-F238E27FC236}">
                  <a16:creationId xmlns:a16="http://schemas.microsoft.com/office/drawing/2014/main" id="{0BBAF86D-A33D-1F45-96FF-45390C30D2F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32" name="Picture 31">
              <a:extLst>
                <a:ext uri="{FF2B5EF4-FFF2-40B4-BE49-F238E27FC236}">
                  <a16:creationId xmlns:a16="http://schemas.microsoft.com/office/drawing/2014/main" id="{48104F42-09E4-4B40-858C-D0F13E205AD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33" name="Picture 32">
              <a:extLst>
                <a:ext uri="{FF2B5EF4-FFF2-40B4-BE49-F238E27FC236}">
                  <a16:creationId xmlns:a16="http://schemas.microsoft.com/office/drawing/2014/main" id="{02EBF489-D968-EB46-B15F-78B5BB5FD92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38854"/>
            <a:stretch/>
          </p:blipFill>
          <p:spPr>
            <a:xfrm>
              <a:off x="10588564" y="818784"/>
              <a:ext cx="1603435" cy="1703758"/>
            </a:xfrm>
            <a:prstGeom prst="rect">
              <a:avLst/>
            </a:prstGeom>
          </p:spPr>
        </p:pic>
      </p:grpSp>
      <p:grpSp>
        <p:nvGrpSpPr>
          <p:cNvPr id="21" name="Group 20">
            <a:extLst>
              <a:ext uri="{FF2B5EF4-FFF2-40B4-BE49-F238E27FC236}">
                <a16:creationId xmlns:a16="http://schemas.microsoft.com/office/drawing/2014/main" id="{529B2BDF-CCF7-1348-A3D5-D71BE6DC81B3}"/>
              </a:ext>
            </a:extLst>
          </p:cNvPr>
          <p:cNvGrpSpPr/>
          <p:nvPr userDrawn="1"/>
        </p:nvGrpSpPr>
        <p:grpSpPr>
          <a:xfrm>
            <a:off x="228600" y="0"/>
            <a:ext cx="1820761" cy="783701"/>
            <a:chOff x="0" y="0"/>
            <a:chExt cx="2447693" cy="1053548"/>
          </a:xfrm>
        </p:grpSpPr>
        <p:sp>
          <p:nvSpPr>
            <p:cNvPr id="22" name="Parallelogram 21">
              <a:extLst>
                <a:ext uri="{FF2B5EF4-FFF2-40B4-BE49-F238E27FC236}">
                  <a16:creationId xmlns:a16="http://schemas.microsoft.com/office/drawing/2014/main" id="{5AC29362-88F4-1D4E-981B-656DAC0CCDA0}"/>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23" name="Picture 22">
              <a:extLst>
                <a:ext uri="{FF2B5EF4-FFF2-40B4-BE49-F238E27FC236}">
                  <a16:creationId xmlns:a16="http://schemas.microsoft.com/office/drawing/2014/main" id="{3FDEE4BE-E092-CA4F-AF35-8DF125AB2591}"/>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34" name="Group 33">
            <a:extLst>
              <a:ext uri="{FF2B5EF4-FFF2-40B4-BE49-F238E27FC236}">
                <a16:creationId xmlns:a16="http://schemas.microsoft.com/office/drawing/2014/main" id="{229B0B5C-E093-DA4B-806C-77D92FB04B00}"/>
              </a:ext>
            </a:extLst>
          </p:cNvPr>
          <p:cNvGrpSpPr/>
          <p:nvPr userDrawn="1"/>
        </p:nvGrpSpPr>
        <p:grpSpPr>
          <a:xfrm>
            <a:off x="212395" y="4477943"/>
            <a:ext cx="3789902" cy="330925"/>
            <a:chOff x="5155556" y="6168462"/>
            <a:chExt cx="5053203" cy="441233"/>
          </a:xfrm>
        </p:grpSpPr>
        <p:sp>
          <p:nvSpPr>
            <p:cNvPr id="35" name="TextBox 34">
              <a:extLst>
                <a:ext uri="{FF2B5EF4-FFF2-40B4-BE49-F238E27FC236}">
                  <a16:creationId xmlns:a16="http://schemas.microsoft.com/office/drawing/2014/main" id="{8E3D34E8-07DE-DB49-893D-0283BBF248E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6" name="Parallelogram 35">
              <a:extLst>
                <a:ext uri="{FF2B5EF4-FFF2-40B4-BE49-F238E27FC236}">
                  <a16:creationId xmlns:a16="http://schemas.microsoft.com/office/drawing/2014/main" id="{BC757F20-58AC-5B4E-ACFF-20D22B6D507B}"/>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45" name="Footer Placeholder 1">
            <a:extLst>
              <a:ext uri="{FF2B5EF4-FFF2-40B4-BE49-F238E27FC236}">
                <a16:creationId xmlns:a16="http://schemas.microsoft.com/office/drawing/2014/main" id="{F96EC45B-102C-174F-9F23-FF784CDB7AB8}"/>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46" name="Slide Number Placeholder 2">
            <a:extLst>
              <a:ext uri="{FF2B5EF4-FFF2-40B4-BE49-F238E27FC236}">
                <a16:creationId xmlns:a16="http://schemas.microsoft.com/office/drawing/2014/main" id="{8D006509-7DB4-6541-835F-3B6972AE0860}"/>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37" name="Text Placeholder 15">
            <a:extLst>
              <a:ext uri="{FF2B5EF4-FFF2-40B4-BE49-F238E27FC236}">
                <a16:creationId xmlns:a16="http://schemas.microsoft.com/office/drawing/2014/main" id="{108EBC16-514C-7740-843A-F5174EAA96DC}"/>
              </a:ext>
            </a:extLst>
          </p:cNvPr>
          <p:cNvSpPr>
            <a:spLocks noGrp="1"/>
          </p:cNvSpPr>
          <p:nvPr>
            <p:ph type="body" sz="quarter" idx="10" hasCustomPrompt="1"/>
          </p:nvPr>
        </p:nvSpPr>
        <p:spPr>
          <a:xfrm>
            <a:off x="228601" y="2927922"/>
            <a:ext cx="57149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38" name="Title 16">
            <a:extLst>
              <a:ext uri="{FF2B5EF4-FFF2-40B4-BE49-F238E27FC236}">
                <a16:creationId xmlns:a16="http://schemas.microsoft.com/office/drawing/2014/main" id="{124A4A7F-4904-4645-AEF7-28AEBD45D1C3}"/>
              </a:ext>
            </a:extLst>
          </p:cNvPr>
          <p:cNvSpPr>
            <a:spLocks noGrp="1"/>
          </p:cNvSpPr>
          <p:nvPr>
            <p:ph type="title" hasCustomPrompt="1"/>
          </p:nvPr>
        </p:nvSpPr>
        <p:spPr>
          <a:xfrm>
            <a:off x="228601" y="1294575"/>
            <a:ext cx="57149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39" name="Text Placeholder 15">
            <a:extLst>
              <a:ext uri="{FF2B5EF4-FFF2-40B4-BE49-F238E27FC236}">
                <a16:creationId xmlns:a16="http://schemas.microsoft.com/office/drawing/2014/main" id="{0DF0839E-0C0A-8E4B-9B47-CC686D239594}"/>
              </a:ext>
            </a:extLst>
          </p:cNvPr>
          <p:cNvSpPr>
            <a:spLocks noGrp="1"/>
          </p:cNvSpPr>
          <p:nvPr>
            <p:ph type="body" sz="quarter" idx="14" hasCustomPrompt="1"/>
          </p:nvPr>
        </p:nvSpPr>
        <p:spPr>
          <a:xfrm>
            <a:off x="228601" y="3191876"/>
            <a:ext cx="57149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13943075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ustom title slide">
    <p:bg>
      <p:bgPr>
        <a:gradFill>
          <a:gsLst>
            <a:gs pos="0">
              <a:schemeClr val="bg1"/>
            </a:gs>
            <a:gs pos="45000">
              <a:schemeClr val="bg1"/>
            </a:gs>
            <a:gs pos="66000">
              <a:schemeClr val="bg2"/>
            </a:gs>
          </a:gsLst>
          <a:lin ang="108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DF2EB01-DB3A-564C-8485-CADA3C9CF3AF}"/>
              </a:ext>
            </a:extLst>
          </p:cNvPr>
          <p:cNvSpPr>
            <a:spLocks noGrp="1"/>
          </p:cNvSpPr>
          <p:nvPr>
            <p:ph type="pic" sz="quarter" idx="11" hasCustomPrompt="1"/>
          </p:nvPr>
        </p:nvSpPr>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11" name="Group 10">
            <a:extLst>
              <a:ext uri="{FF2B5EF4-FFF2-40B4-BE49-F238E27FC236}">
                <a16:creationId xmlns:a16="http://schemas.microsoft.com/office/drawing/2014/main" id="{BD8A84AE-AF33-DF45-94CF-C3F25C5B3C5F}"/>
              </a:ext>
            </a:extLst>
          </p:cNvPr>
          <p:cNvGrpSpPr/>
          <p:nvPr userDrawn="1"/>
        </p:nvGrpSpPr>
        <p:grpSpPr>
          <a:xfrm>
            <a:off x="212395" y="4477943"/>
            <a:ext cx="3789902" cy="330925"/>
            <a:chOff x="5155556" y="6168462"/>
            <a:chExt cx="5053203" cy="441233"/>
          </a:xfrm>
        </p:grpSpPr>
        <p:sp>
          <p:nvSpPr>
            <p:cNvPr id="12" name="TextBox 11">
              <a:extLst>
                <a:ext uri="{FF2B5EF4-FFF2-40B4-BE49-F238E27FC236}">
                  <a16:creationId xmlns:a16="http://schemas.microsoft.com/office/drawing/2014/main" id="{5DF5D896-302C-C647-8B84-3EA145C1337B}"/>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13" name="Parallelogram 12">
              <a:extLst>
                <a:ext uri="{FF2B5EF4-FFF2-40B4-BE49-F238E27FC236}">
                  <a16:creationId xmlns:a16="http://schemas.microsoft.com/office/drawing/2014/main" id="{9BC00B89-C038-314A-AC65-15CF9FEFA67A}"/>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17" name="Text Placeholder 15">
            <a:extLst>
              <a:ext uri="{FF2B5EF4-FFF2-40B4-BE49-F238E27FC236}">
                <a16:creationId xmlns:a16="http://schemas.microsoft.com/office/drawing/2014/main" id="{066B560F-B405-E64F-9BDF-0CBAACB3D079}"/>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8" name="Title 16">
            <a:extLst>
              <a:ext uri="{FF2B5EF4-FFF2-40B4-BE49-F238E27FC236}">
                <a16:creationId xmlns:a16="http://schemas.microsoft.com/office/drawing/2014/main" id="{98A0AF47-0118-3245-A388-D5866C77A994}"/>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90000"/>
              </a:lnSpc>
              <a:defRPr sz="2100" b="1">
                <a:solidFill>
                  <a:schemeClr val="tx1"/>
                </a:solidFill>
              </a:defRPr>
            </a:lvl1pPr>
          </a:lstStyle>
          <a:p>
            <a:r>
              <a:rPr lang="en-US"/>
              <a:t>Title [28pt Arial Bold] </a:t>
            </a:r>
          </a:p>
        </p:txBody>
      </p:sp>
      <p:sp>
        <p:nvSpPr>
          <p:cNvPr id="21" name="Footer Placeholder 1">
            <a:extLst>
              <a:ext uri="{FF2B5EF4-FFF2-40B4-BE49-F238E27FC236}">
                <a16:creationId xmlns:a16="http://schemas.microsoft.com/office/drawing/2014/main" id="{0417725A-1D63-8B41-B75E-4A7C276235C4}"/>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22" name="Slide Number Placeholder 2">
            <a:extLst>
              <a:ext uri="{FF2B5EF4-FFF2-40B4-BE49-F238E27FC236}">
                <a16:creationId xmlns:a16="http://schemas.microsoft.com/office/drawing/2014/main" id="{2EFD93CC-9AAB-B446-8966-4FFCA1CA2633}"/>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DA6AB682-877D-F244-8431-46BA64252685}"/>
              </a:ext>
            </a:extLst>
          </p:cNvPr>
          <p:cNvSpPr>
            <a:spLocks noGrp="1"/>
          </p:cNvSpPr>
          <p:nvPr>
            <p:ph type="body" sz="quarter" idx="14" hasCustomPrompt="1"/>
          </p:nvPr>
        </p:nvSpPr>
        <p:spPr>
          <a:xfrm>
            <a:off x="228601" y="3191876"/>
            <a:ext cx="4343400"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3403364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wi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AE08B2E-D136-8942-AB0C-32CBAFB45A4D}"/>
              </a:ext>
            </a:extLst>
          </p:cNvPr>
          <p:cNvSpPr>
            <a:spLocks noGrp="1"/>
          </p:cNvSpPr>
          <p:nvPr>
            <p:ph type="pic" sz="quarter" idx="11" hasCustomPrompt="1"/>
          </p:nvPr>
        </p:nvSpPr>
        <p:spPr>
          <a:xfrm>
            <a:off x="4170345" y="-1"/>
            <a:ext cx="4973656" cy="5143500"/>
          </a:xfrm>
          <a:custGeom>
            <a:avLst/>
            <a:gdLst>
              <a:gd name="connsiteX0" fmla="*/ 4761301 w 6631541"/>
              <a:gd name="connsiteY0" fmla="*/ 1 h 6858000"/>
              <a:gd name="connsiteX1" fmla="*/ 4761301 w 6631541"/>
              <a:gd name="connsiteY1" fmla="*/ 673805 h 6858000"/>
              <a:gd name="connsiteX2" fmla="*/ 6326740 w 6631541"/>
              <a:gd name="connsiteY2" fmla="*/ 673805 h 6858000"/>
              <a:gd name="connsiteX3" fmla="*/ 6326740 w 6631541"/>
              <a:gd name="connsiteY3" fmla="*/ 1 h 6858000"/>
              <a:gd name="connsiteX4" fmla="*/ 2183862 w 6631541"/>
              <a:gd name="connsiteY4" fmla="*/ 0 h 6858000"/>
              <a:gd name="connsiteX5" fmla="*/ 6631541 w 6631541"/>
              <a:gd name="connsiteY5" fmla="*/ 0 h 6858000"/>
              <a:gd name="connsiteX6" fmla="*/ 6631541 w 6631541"/>
              <a:gd name="connsiteY6" fmla="*/ 6858000 h 6858000"/>
              <a:gd name="connsiteX7" fmla="*/ 0 w 663154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31541" h="6858000">
                <a:moveTo>
                  <a:pt x="4761301" y="1"/>
                </a:moveTo>
                <a:lnTo>
                  <a:pt x="4761301" y="673805"/>
                </a:lnTo>
                <a:lnTo>
                  <a:pt x="6326740" y="673805"/>
                </a:lnTo>
                <a:lnTo>
                  <a:pt x="6326740" y="1"/>
                </a:lnTo>
                <a:close/>
                <a:moveTo>
                  <a:pt x="2183862" y="0"/>
                </a:moveTo>
                <a:lnTo>
                  <a:pt x="6631541" y="0"/>
                </a:lnTo>
                <a:lnTo>
                  <a:pt x="6631541"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sp>
        <p:nvSpPr>
          <p:cNvPr id="12" name="Slide Number Placeholder 11">
            <a:extLst>
              <a:ext uri="{FF2B5EF4-FFF2-40B4-BE49-F238E27FC236}">
                <a16:creationId xmlns:a16="http://schemas.microsoft.com/office/drawing/2014/main" id="{47161BDA-83E9-E143-BE27-DC11E94DC4B5}"/>
              </a:ext>
            </a:extLst>
          </p:cNvPr>
          <p:cNvSpPr>
            <a:spLocks noGrp="1"/>
          </p:cNvSpPr>
          <p:nvPr>
            <p:ph type="sldNum" sz="quarter" idx="10"/>
          </p:nvPr>
        </p:nvSpPr>
        <p:spPr/>
        <p:txBody>
          <a:bodyPr lIns="0" tIns="0" rIns="0" bIns="0"/>
          <a:lstStyle/>
          <a:p>
            <a:fld id="{89006F1E-66CD-4A4B-9370-B4A3080F0E6C}" type="slidenum">
              <a:rPr lang="en-US" smtClean="0"/>
              <a:pPr/>
              <a:t>‹#›</a:t>
            </a:fld>
            <a:endParaRPr lang="en-US"/>
          </a:p>
        </p:txBody>
      </p:sp>
      <p:sp>
        <p:nvSpPr>
          <p:cNvPr id="17" name="Title 16">
            <a:extLst>
              <a:ext uri="{FF2B5EF4-FFF2-40B4-BE49-F238E27FC236}">
                <a16:creationId xmlns:a16="http://schemas.microsoft.com/office/drawing/2014/main" id="{FB477BD4-B3C4-0245-87E7-210A11A609FB}"/>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A45E3DEE-D37C-1D48-B059-905D05A3A480}"/>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Content Placeholder 3">
            <a:extLst>
              <a:ext uri="{FF2B5EF4-FFF2-40B4-BE49-F238E27FC236}">
                <a16:creationId xmlns:a16="http://schemas.microsoft.com/office/drawing/2014/main" id="{E78B1B2E-3D55-0E40-BE78-DE19E0E78115}"/>
              </a:ext>
            </a:extLst>
          </p:cNvPr>
          <p:cNvSpPr>
            <a:spLocks noGrp="1"/>
          </p:cNvSpPr>
          <p:nvPr>
            <p:ph sz="quarter" idx="14"/>
          </p:nvPr>
        </p:nvSpPr>
        <p:spPr>
          <a:xfrm>
            <a:off x="228600" y="1085850"/>
            <a:ext cx="4343400" cy="3455966"/>
          </a:xfrm>
          <a:prstGeom prst="rect">
            <a:avLst/>
          </a:prstGeom>
        </p:spPr>
        <p:txBody>
          <a:bodyPr vert="horz" lIns="0" tIns="0" rIns="0" bIns="0" rtlCol="0" anchor="ctr" anchorCtr="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913AD51C-A540-614E-BCCA-04DD383D383F}"/>
              </a:ext>
            </a:extLst>
          </p:cNvPr>
          <p:cNvSpPr>
            <a:spLocks noGrp="1"/>
          </p:cNvSpPr>
          <p:nvPr>
            <p:ph type="body" sz="quarter" idx="15" hasCustomPrompt="1"/>
          </p:nvPr>
        </p:nvSpPr>
        <p:spPr>
          <a:xfrm>
            <a:off x="228598" y="4541817"/>
            <a:ext cx="394174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0" name="Text Placeholder 7">
            <a:extLst>
              <a:ext uri="{FF2B5EF4-FFF2-40B4-BE49-F238E27FC236}">
                <a16:creationId xmlns:a16="http://schemas.microsoft.com/office/drawing/2014/main" id="{C408A322-1049-7D40-BE0C-3E8E57A90330}"/>
              </a:ext>
            </a:extLst>
          </p:cNvPr>
          <p:cNvSpPr>
            <a:spLocks noGrp="1"/>
          </p:cNvSpPr>
          <p:nvPr>
            <p:ph type="body" sz="quarter" idx="16"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41019923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No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D351-FB49-4649-BD51-7F2228F8A18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Text Placeholder 7">
            <a:extLst>
              <a:ext uri="{FF2B5EF4-FFF2-40B4-BE49-F238E27FC236}">
                <a16:creationId xmlns:a16="http://schemas.microsoft.com/office/drawing/2014/main" id="{AC6D37E8-5E1B-4025-9CB6-9AADD0B2F568}"/>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7" name="Text Placeholder 7">
            <a:extLst>
              <a:ext uri="{FF2B5EF4-FFF2-40B4-BE49-F238E27FC236}">
                <a16:creationId xmlns:a16="http://schemas.microsoft.com/office/drawing/2014/main" id="{C1053C4D-3245-41E9-BC79-2133D6EFE62D}"/>
              </a:ext>
            </a:extLst>
          </p:cNvPr>
          <p:cNvSpPr>
            <a:spLocks noGrp="1"/>
          </p:cNvSpPr>
          <p:nvPr>
            <p:ph type="body" sz="quarter" idx="12"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8" name="Slide Number Placeholder 11">
            <a:extLst>
              <a:ext uri="{FF2B5EF4-FFF2-40B4-BE49-F238E27FC236}">
                <a16:creationId xmlns:a16="http://schemas.microsoft.com/office/drawing/2014/main" id="{43FDEDB6-CE04-F84B-AAD3-991730DCA9C0}"/>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9" name="Footer Placeholder 1">
            <a:extLst>
              <a:ext uri="{FF2B5EF4-FFF2-40B4-BE49-F238E27FC236}">
                <a16:creationId xmlns:a16="http://schemas.microsoft.com/office/drawing/2014/main" id="{D91B50C1-7025-B243-9430-602CDE810AAB}"/>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Tree>
    <p:extLst>
      <p:ext uri="{BB962C8B-B14F-4D97-AF65-F5344CB8AC3E}">
        <p14:creationId xmlns:p14="http://schemas.microsoft.com/office/powerpoint/2010/main" val="1919477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08">
          <p15:clr>
            <a:srgbClr val="FBAE40"/>
          </p15:clr>
        </p15:guide>
        <p15:guide id="3" pos="295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5" name="Slide Number Placeholder 11">
            <a:extLst>
              <a:ext uri="{FF2B5EF4-FFF2-40B4-BE49-F238E27FC236}">
                <a16:creationId xmlns:a16="http://schemas.microsoft.com/office/drawing/2014/main" id="{0D25D28A-A5EB-C240-A997-149159566C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EF39BEC2-E111-4A4B-836F-3D8401524587}"/>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2A4CF7CB-ACF9-2E40-8360-1F09EA0AC0AC}"/>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0" name="Text Placeholder 7">
            <a:extLst>
              <a:ext uri="{FF2B5EF4-FFF2-40B4-BE49-F238E27FC236}">
                <a16:creationId xmlns:a16="http://schemas.microsoft.com/office/drawing/2014/main" id="{EE5F834C-5A08-DA4E-82E7-AC5A7A2CC796}"/>
              </a:ext>
            </a:extLst>
          </p:cNvPr>
          <p:cNvSpPr>
            <a:spLocks noGrp="1"/>
          </p:cNvSpPr>
          <p:nvPr>
            <p:ph type="body" sz="quarter" idx="13"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7" name="Content Placeholder 6">
            <a:extLst>
              <a:ext uri="{FF2B5EF4-FFF2-40B4-BE49-F238E27FC236}">
                <a16:creationId xmlns:a16="http://schemas.microsoft.com/office/drawing/2014/main" id="{AFD7366D-1388-3D45-9C8A-11D05A5A4315}"/>
              </a:ext>
            </a:extLst>
          </p:cNvPr>
          <p:cNvSpPr>
            <a:spLocks noGrp="1"/>
          </p:cNvSpPr>
          <p:nvPr>
            <p:ph sz="quarter" idx="14"/>
          </p:nvPr>
        </p:nvSpPr>
        <p:spPr>
          <a:xfrm>
            <a:off x="225028" y="1085850"/>
            <a:ext cx="8690372" cy="34563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37803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6" name="Slide Number Placeholder 11">
            <a:extLst>
              <a:ext uri="{FF2B5EF4-FFF2-40B4-BE49-F238E27FC236}">
                <a16:creationId xmlns:a16="http://schemas.microsoft.com/office/drawing/2014/main" id="{CA35970F-C7C4-F346-8F9C-43C9A251063B}"/>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CE9EC605-3413-1E4D-96BF-ECCB56711FD5}"/>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FE813D60-49DC-CC4E-8912-23F1B67BB019}"/>
              </a:ext>
            </a:extLst>
          </p:cNvPr>
          <p:cNvSpPr>
            <a:spLocks noGrp="1"/>
          </p:cNvSpPr>
          <p:nvPr>
            <p:ph type="body" sz="quarter" idx="14"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2" name="Content Placeholder 3">
            <a:extLst>
              <a:ext uri="{FF2B5EF4-FFF2-40B4-BE49-F238E27FC236}">
                <a16:creationId xmlns:a16="http://schemas.microsoft.com/office/drawing/2014/main" id="{D38D7C33-9A72-7247-9B25-82BE39794E09}"/>
              </a:ext>
            </a:extLst>
          </p:cNvPr>
          <p:cNvSpPr>
            <a:spLocks noGrp="1"/>
          </p:cNvSpPr>
          <p:nvPr>
            <p:ph sz="quarter" idx="16"/>
          </p:nvPr>
        </p:nvSpPr>
        <p:spPr>
          <a:xfrm>
            <a:off x="228600" y="1085850"/>
            <a:ext cx="4229097" cy="3455966"/>
          </a:xfrm>
          <a:prstGeom prst="rect">
            <a:avLst/>
          </a:prstGeom>
        </p:spPr>
        <p:txBody>
          <a:bodyPr vert="horz" lIns="0" tIns="0" rIns="0" bIns="0" rtlCol="0">
            <a:noAutofit/>
          </a:bodyPr>
          <a:lstStyle>
            <a:lvl1pPr marL="257175" indent="-257175">
              <a:buFont typeface="Arial" panose="020B0604020202020204" pitchFamily="34" charset="0"/>
              <a:buChar cha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109D056-DC1B-0D4A-8CCD-D716570C884F}"/>
              </a:ext>
            </a:extLst>
          </p:cNvPr>
          <p:cNvSpPr>
            <a:spLocks noGrp="1"/>
          </p:cNvSpPr>
          <p:nvPr>
            <p:ph sz="quarter" idx="17"/>
          </p:nvPr>
        </p:nvSpPr>
        <p:spPr>
          <a:xfrm>
            <a:off x="4686299" y="1085850"/>
            <a:ext cx="4229099"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95884C43-267B-8949-85E3-D9171D3F9D1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33514695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1085850"/>
            <a:ext cx="2743202"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40573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column with images">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9365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2634036"/>
            <a:ext cx="2743202"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1A45530-6C50-AD46-A233-590ADD356A0F}"/>
              </a:ext>
            </a:extLst>
          </p:cNvPr>
          <p:cNvSpPr>
            <a:spLocks noGrp="1"/>
          </p:cNvSpPr>
          <p:nvPr>
            <p:ph type="pic" sz="quarter" idx="22" hasCustomPrompt="1"/>
          </p:nvPr>
        </p:nvSpPr>
        <p:spPr>
          <a:xfrm>
            <a:off x="225169" y="1099804"/>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4" name="Picture Placeholder 3">
            <a:extLst>
              <a:ext uri="{FF2B5EF4-FFF2-40B4-BE49-F238E27FC236}">
                <a16:creationId xmlns:a16="http://schemas.microsoft.com/office/drawing/2014/main" id="{93FDE34D-91F9-6E47-BC02-8A5F8FCC0810}"/>
              </a:ext>
            </a:extLst>
          </p:cNvPr>
          <p:cNvSpPr>
            <a:spLocks noGrp="1"/>
          </p:cNvSpPr>
          <p:nvPr>
            <p:ph type="pic" sz="quarter" idx="23" hasCustomPrompt="1"/>
          </p:nvPr>
        </p:nvSpPr>
        <p:spPr>
          <a:xfrm>
            <a:off x="3196969" y="1094792"/>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5" name="Picture Placeholder 3">
            <a:extLst>
              <a:ext uri="{FF2B5EF4-FFF2-40B4-BE49-F238E27FC236}">
                <a16:creationId xmlns:a16="http://schemas.microsoft.com/office/drawing/2014/main" id="{918389EF-8958-AA48-B23D-A8082E0D8EAF}"/>
              </a:ext>
            </a:extLst>
          </p:cNvPr>
          <p:cNvSpPr>
            <a:spLocks noGrp="1"/>
          </p:cNvSpPr>
          <p:nvPr>
            <p:ph type="pic" sz="quarter" idx="24" hasCustomPrompt="1"/>
          </p:nvPr>
        </p:nvSpPr>
        <p:spPr>
          <a:xfrm>
            <a:off x="6170481" y="1099803"/>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grpSp>
        <p:nvGrpSpPr>
          <p:cNvPr id="16" name="Group 15">
            <a:extLst>
              <a:ext uri="{FF2B5EF4-FFF2-40B4-BE49-F238E27FC236}">
                <a16:creationId xmlns:a16="http://schemas.microsoft.com/office/drawing/2014/main" id="{954AA7D1-4A71-E04D-B394-33DE0DAB98E5}"/>
              </a:ext>
            </a:extLst>
          </p:cNvPr>
          <p:cNvGrpSpPr/>
          <p:nvPr userDrawn="1"/>
        </p:nvGrpSpPr>
        <p:grpSpPr>
          <a:xfrm>
            <a:off x="3086100" y="1105985"/>
            <a:ext cx="2976372" cy="3435830"/>
            <a:chOff x="4105421" y="1377388"/>
            <a:chExt cx="3964795" cy="2233914"/>
          </a:xfrm>
        </p:grpSpPr>
        <p:cxnSp>
          <p:nvCxnSpPr>
            <p:cNvPr id="20" name="Straight Connector 19">
              <a:extLst>
                <a:ext uri="{FF2B5EF4-FFF2-40B4-BE49-F238E27FC236}">
                  <a16:creationId xmlns:a16="http://schemas.microsoft.com/office/drawing/2014/main" id="{D653AB18-4CCB-094A-BBCE-63E28B9E9480}"/>
                </a:ext>
              </a:extLst>
            </p:cNvPr>
            <p:cNvCxnSpPr>
              <a:cxnSpLocks/>
            </p:cNvCxnSpPr>
            <p:nvPr/>
          </p:nvCxnSpPr>
          <p:spPr>
            <a:xfrm>
              <a:off x="4105421"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29B770-7DAA-DE43-8441-3B367C83F5D4}"/>
                </a:ext>
              </a:extLst>
            </p:cNvPr>
            <p:cNvCxnSpPr>
              <a:cxnSpLocks/>
            </p:cNvCxnSpPr>
            <p:nvPr/>
          </p:nvCxnSpPr>
          <p:spPr>
            <a:xfrm>
              <a:off x="8070216"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755162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with full wid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58D3FC8-B671-4D4F-A345-B5E3B9CB827C}"/>
              </a:ext>
            </a:extLst>
          </p:cNvPr>
          <p:cNvSpPr>
            <a:spLocks noGrp="1"/>
          </p:cNvSpPr>
          <p:nvPr>
            <p:ph type="pic" sz="quarter" idx="13" hasCustomPrompt="1"/>
          </p:nvPr>
        </p:nvSpPr>
        <p:spPr>
          <a:xfrm>
            <a:off x="0" y="3062287"/>
            <a:ext cx="9143999" cy="2081213"/>
          </a:xfrm>
          <a:prstGeom prst="rect">
            <a:avLst/>
          </a:prstGeom>
          <a:pattFill prst="pct5">
            <a:fgClr>
              <a:schemeClr val="bg1"/>
            </a:fgClr>
            <a:bgClr>
              <a:schemeClr val="bg2"/>
            </a:bgClr>
          </a:pattFill>
        </p:spPr>
        <p:txBody>
          <a:bodyPr vert="horz" wrap="square" lIns="0" tIns="0" rIns="0" bIns="0" rtlCol="0" anchor="ctr">
            <a:noAutofit/>
          </a:bodyPr>
          <a:lstStyle>
            <a:lvl1pPr marL="0" marR="0" indent="0" algn="ctr" defTabSz="685800" rtl="0" eaLnBrk="1" fontAlgn="auto" latinLnBrk="0" hangingPunct="1">
              <a:lnSpc>
                <a:spcPct val="120000"/>
              </a:lnSpc>
              <a:spcBef>
                <a:spcPts val="450"/>
              </a:spcBef>
              <a:spcAft>
                <a:spcPts val="0"/>
              </a:spcAft>
              <a:buClrTx/>
              <a:buSzTx/>
              <a:buFontTx/>
              <a:buNone/>
              <a:tabLst/>
              <a:defRPr lang="en-US" sz="1050">
                <a:solidFill>
                  <a:schemeClr val="tx1"/>
                </a:solidFill>
              </a:defRPr>
            </a:lvl1pPr>
          </a:lstStyle>
          <a:p>
            <a:pPr marL="308610" marR="0" lvl="0" indent="-308610" algn="ctr" defTabSz="685800" rtl="0" eaLnBrk="1" fontAlgn="auto" latinLnBrk="0" hangingPunct="1">
              <a:lnSpc>
                <a:spcPct val="120000"/>
              </a:lnSpc>
              <a:spcBef>
                <a:spcPts val="450"/>
              </a:spcBef>
              <a:spcAft>
                <a:spcPts val="0"/>
              </a:spcAft>
              <a:buClrTx/>
              <a:buSzTx/>
              <a:buFontTx/>
              <a:buNone/>
              <a:tabLst/>
              <a:defRPr/>
            </a:pPr>
            <a:r>
              <a:rPr lang="en-US"/>
              <a:t>Add photo</a:t>
            </a:r>
          </a:p>
        </p:txBody>
      </p:sp>
      <p:sp>
        <p:nvSpPr>
          <p:cNvPr id="11" name="Title 10">
            <a:extLst>
              <a:ext uri="{FF2B5EF4-FFF2-40B4-BE49-F238E27FC236}">
                <a16:creationId xmlns:a16="http://schemas.microsoft.com/office/drawing/2014/main" id="{06EA3E0F-6952-8B44-89C5-3A7230D81F97}"/>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Slide Number Placeholder 2">
            <a:extLst>
              <a:ext uri="{FF2B5EF4-FFF2-40B4-BE49-F238E27FC236}">
                <a16:creationId xmlns:a16="http://schemas.microsoft.com/office/drawing/2014/main" id="{5DFF6035-90FF-3D47-AC34-F7AD5C37C983}"/>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9089E539-E9D2-AE4B-B72F-91FBD9A90964}"/>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E5AA936C-79E4-0048-8C63-B027C15A3EF6}"/>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9" name="Content Placeholder 3">
            <a:extLst>
              <a:ext uri="{FF2B5EF4-FFF2-40B4-BE49-F238E27FC236}">
                <a16:creationId xmlns:a16="http://schemas.microsoft.com/office/drawing/2014/main" id="{EFA71095-3F77-7F45-9E43-E80587323ACE}"/>
              </a:ext>
            </a:extLst>
          </p:cNvPr>
          <p:cNvSpPr>
            <a:spLocks noGrp="1"/>
          </p:cNvSpPr>
          <p:nvPr>
            <p:ph sz="quarter" idx="18"/>
          </p:nvPr>
        </p:nvSpPr>
        <p:spPr>
          <a:xfrm>
            <a:off x="228600"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8762543-398C-384C-8B6E-8572E8FDC8D3}"/>
              </a:ext>
            </a:extLst>
          </p:cNvPr>
          <p:cNvSpPr>
            <a:spLocks noGrp="1"/>
          </p:cNvSpPr>
          <p:nvPr>
            <p:ph sz="quarter" idx="19"/>
          </p:nvPr>
        </p:nvSpPr>
        <p:spPr>
          <a:xfrm>
            <a:off x="3200401"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8CD3A37-ECA5-0F43-995E-663D6AC132E5}"/>
              </a:ext>
            </a:extLst>
          </p:cNvPr>
          <p:cNvSpPr>
            <a:spLocks noGrp="1"/>
          </p:cNvSpPr>
          <p:nvPr>
            <p:ph sz="quarter" idx="21"/>
          </p:nvPr>
        </p:nvSpPr>
        <p:spPr>
          <a:xfrm>
            <a:off x="6172196" y="1085850"/>
            <a:ext cx="2743202"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87489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divider with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0" y="0"/>
            <a:ext cx="9143999" cy="51435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a:solidFill>
                  <a:schemeClr val="tx1"/>
                </a:solidFill>
              </a:defRPr>
            </a:lvl1pPr>
          </a:lstStyle>
          <a:p>
            <a:pPr lvl="0" algn="ctr">
              <a:buNone/>
            </a:pPr>
            <a:r>
              <a:rPr lang="en-US"/>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Content Placeholder 2">
            <a:extLst>
              <a:ext uri="{FF2B5EF4-FFF2-40B4-BE49-F238E27FC236}">
                <a16:creationId xmlns:a16="http://schemas.microsoft.com/office/drawing/2014/main" id="{5DC4D9F1-5E1A-DD4A-946F-32414E026F44}"/>
              </a:ext>
            </a:extLst>
          </p:cNvPr>
          <p:cNvSpPr>
            <a:spLocks noGrp="1"/>
          </p:cNvSpPr>
          <p:nvPr>
            <p:ph sz="quarter" idx="15" hasCustomPrompt="1"/>
          </p:nvPr>
        </p:nvSpPr>
        <p:spPr>
          <a:xfrm>
            <a:off x="0" y="2732778"/>
            <a:ext cx="4572000" cy="877163"/>
          </a:xfrm>
          <a:solidFill>
            <a:schemeClr val="bg1"/>
          </a:solidFill>
        </p:spPr>
        <p:txBody>
          <a:bodyPr wrap="square" lIns="292608" tIns="201168" rIns="292608" bIns="91440" anchor="b">
            <a:spAutoFit/>
          </a:bodyPr>
          <a:lstStyle>
            <a:lvl1pPr marL="0" indent="0">
              <a:lnSpc>
                <a:spcPct val="90000"/>
              </a:lnSpc>
              <a:buNone/>
              <a:defRPr sz="2100" b="1">
                <a:solidFill>
                  <a:schemeClr val="tx2"/>
                </a:solidFill>
              </a:defRPr>
            </a:lvl1pPr>
          </a:lstStyle>
          <a:p>
            <a:pPr lvl="0"/>
            <a:r>
              <a:rPr lang="en-US"/>
              <a:t>Section title with full photo background</a:t>
            </a:r>
          </a:p>
        </p:txBody>
      </p:sp>
      <p:sp>
        <p:nvSpPr>
          <p:cNvPr id="10" name="Content Placeholder 2">
            <a:extLst>
              <a:ext uri="{FF2B5EF4-FFF2-40B4-BE49-F238E27FC236}">
                <a16:creationId xmlns:a16="http://schemas.microsoft.com/office/drawing/2014/main" id="{15406226-911A-D441-8417-8C4961D7AEF2}"/>
              </a:ext>
            </a:extLst>
          </p:cNvPr>
          <p:cNvSpPr>
            <a:spLocks noGrp="1"/>
          </p:cNvSpPr>
          <p:nvPr>
            <p:ph sz="quarter" idx="16" hasCustomPrompt="1"/>
          </p:nvPr>
        </p:nvSpPr>
        <p:spPr>
          <a:xfrm>
            <a:off x="0" y="3609941"/>
            <a:ext cx="4572000" cy="547009"/>
          </a:xfrm>
          <a:solidFill>
            <a:schemeClr val="bg1"/>
          </a:solidFill>
        </p:spPr>
        <p:txBody>
          <a:bodyPr wrap="square" lIns="292608" tIns="91440" rIns="292608" bIns="201168" anchor="t">
            <a:spAutoFit/>
          </a:bodyPr>
          <a:lstStyle>
            <a:lvl1pPr marL="0" marR="0" indent="0" algn="l" defTabSz="685800" rtl="0" eaLnBrk="1" fontAlgn="auto" latinLnBrk="0" hangingPunct="1">
              <a:lnSpc>
                <a:spcPct val="100000"/>
              </a:lnSpc>
              <a:spcBef>
                <a:spcPts val="150"/>
              </a:spcBef>
              <a:spcAft>
                <a:spcPts val="0"/>
              </a:spcAft>
              <a:buClr>
                <a:schemeClr val="tx2"/>
              </a:buClr>
              <a:buSzPct val="100000"/>
              <a:buFont typeface="Arial" panose="020B0604020202020204" pitchFamily="34" charset="0"/>
              <a:buNone/>
              <a:tabLst/>
              <a:defRPr lang="en-US" sz="1500" b="0" kern="1200" dirty="0">
                <a:solidFill>
                  <a:schemeClr val="tx1"/>
                </a:solidFill>
                <a:latin typeface="+mn-lt"/>
                <a:ea typeface="+mn-ea"/>
                <a:cs typeface="+mn-cs"/>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t>Sub title and or description of next section</a:t>
            </a:r>
          </a:p>
        </p:txBody>
      </p:sp>
    </p:spTree>
    <p:extLst>
      <p:ext uri="{BB962C8B-B14F-4D97-AF65-F5344CB8AC3E}">
        <p14:creationId xmlns:p14="http://schemas.microsoft.com/office/powerpoint/2010/main" val="14094350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d backgroun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BD60394-6B49-3F40-ACB2-84420DAC93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Slide Number Placeholder 2">
            <a:extLst>
              <a:ext uri="{FF2B5EF4-FFF2-40B4-BE49-F238E27FC236}">
                <a16:creationId xmlns:a16="http://schemas.microsoft.com/office/drawing/2014/main" id="{6D3BC3C2-2A41-544F-A0F8-7CFF39CCFFAC}"/>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5" name="Footer Placeholder 1">
            <a:extLst>
              <a:ext uri="{FF2B5EF4-FFF2-40B4-BE49-F238E27FC236}">
                <a16:creationId xmlns:a16="http://schemas.microsoft.com/office/drawing/2014/main" id="{9BCE1F3E-3D84-364B-BB1F-921E4AA1B217}"/>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6" name="Text Placeholder 7">
            <a:extLst>
              <a:ext uri="{FF2B5EF4-FFF2-40B4-BE49-F238E27FC236}">
                <a16:creationId xmlns:a16="http://schemas.microsoft.com/office/drawing/2014/main" id="{94199484-7909-9044-9003-EFED90CAC05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bg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3392338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elcome">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Welcome</a:t>
            </a: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5" name="Content Placeholder 4">
            <a:extLst>
              <a:ext uri="{FF2B5EF4-FFF2-40B4-BE49-F238E27FC236}">
                <a16:creationId xmlns:a16="http://schemas.microsoft.com/office/drawing/2014/main" id="{B2D62B08-7542-0949-BFA0-4B9D35DAAFBF}"/>
              </a:ext>
            </a:extLst>
          </p:cNvPr>
          <p:cNvSpPr>
            <a:spLocks noGrp="1"/>
          </p:cNvSpPr>
          <p:nvPr>
            <p:ph sz="quarter" idx="16" hasCustomPrompt="1"/>
          </p:nvPr>
        </p:nvSpPr>
        <p:spPr>
          <a:xfrm>
            <a:off x="261354" y="3951749"/>
            <a:ext cx="4959376"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 The presentation will start shortly.</a:t>
            </a:r>
            <a:endParaRPr lang="en-US" sz="1500">
              <a:solidFill>
                <a:schemeClr val="bg1"/>
              </a:solidFill>
            </a:endParaRPr>
          </a:p>
        </p:txBody>
      </p:sp>
    </p:spTree>
    <p:extLst>
      <p:ext uri="{BB962C8B-B14F-4D97-AF65-F5344CB8AC3E}">
        <p14:creationId xmlns:p14="http://schemas.microsoft.com/office/powerpoint/2010/main" val="123960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Thank you</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3982307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Questions</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3853226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264-71D4-E14C-8B25-6059E389D1EF}"/>
              </a:ext>
            </a:extLst>
          </p:cNvPr>
          <p:cNvSpPr>
            <a:spLocks noGrp="1"/>
          </p:cNvSpPr>
          <p:nvPr>
            <p:ph type="title" hasCustomPrompt="1"/>
          </p:nvPr>
        </p:nvSpPr>
        <p:spPr/>
        <p:txBody>
          <a:bodyPr/>
          <a:lstStyle/>
          <a:p>
            <a:r>
              <a:rPr lang="en-US"/>
              <a:t>Master slide column guide</a:t>
            </a:r>
          </a:p>
        </p:txBody>
      </p:sp>
      <p:grpSp>
        <p:nvGrpSpPr>
          <p:cNvPr id="325" name="Group 324">
            <a:extLst>
              <a:ext uri="{FF2B5EF4-FFF2-40B4-BE49-F238E27FC236}">
                <a16:creationId xmlns:a16="http://schemas.microsoft.com/office/drawing/2014/main" id="{0E576022-6E0B-8B45-82A4-5B378EE79A21}"/>
              </a:ext>
            </a:extLst>
          </p:cNvPr>
          <p:cNvGrpSpPr/>
          <p:nvPr userDrawn="1"/>
        </p:nvGrpSpPr>
        <p:grpSpPr>
          <a:xfrm>
            <a:off x="0" y="3972775"/>
            <a:ext cx="9144000" cy="228601"/>
            <a:chOff x="0" y="4254505"/>
            <a:chExt cx="12192000" cy="304801"/>
          </a:xfrm>
        </p:grpSpPr>
        <p:grpSp>
          <p:nvGrpSpPr>
            <p:cNvPr id="326" name="Group 325">
              <a:extLst>
                <a:ext uri="{FF2B5EF4-FFF2-40B4-BE49-F238E27FC236}">
                  <a16:creationId xmlns:a16="http://schemas.microsoft.com/office/drawing/2014/main" id="{4DAA919D-F34E-FF43-A568-E3081ADC91D8}"/>
                </a:ext>
              </a:extLst>
            </p:cNvPr>
            <p:cNvGrpSpPr/>
            <p:nvPr userDrawn="1"/>
          </p:nvGrpSpPr>
          <p:grpSpPr>
            <a:xfrm>
              <a:off x="152400" y="4254505"/>
              <a:ext cx="11887200" cy="304801"/>
              <a:chOff x="325695" y="4038600"/>
              <a:chExt cx="7555116" cy="304801"/>
            </a:xfrm>
          </p:grpSpPr>
          <p:sp>
            <p:nvSpPr>
              <p:cNvPr id="347" name="Rectangle 346">
                <a:extLst>
                  <a:ext uri="{FF2B5EF4-FFF2-40B4-BE49-F238E27FC236}">
                    <a16:creationId xmlns:a16="http://schemas.microsoft.com/office/drawing/2014/main" id="{2A515182-556A-4148-919D-DA6C41B2B82A}"/>
                  </a:ext>
                </a:extLst>
              </p:cNvPr>
              <p:cNvSpPr/>
              <p:nvPr userDrawn="1"/>
            </p:nvSpPr>
            <p:spPr>
              <a:xfrm>
                <a:off x="325695" y="4038601"/>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8" name="Rectangle 347">
                <a:extLst>
                  <a:ext uri="{FF2B5EF4-FFF2-40B4-BE49-F238E27FC236}">
                    <a16:creationId xmlns:a16="http://schemas.microsoft.com/office/drawing/2014/main" id="{2D5D4001-8E66-144D-92CA-7D645E8843C3}"/>
                  </a:ext>
                </a:extLst>
              </p:cNvPr>
              <p:cNvSpPr/>
              <p:nvPr userDrawn="1"/>
            </p:nvSpPr>
            <p:spPr>
              <a:xfrm>
                <a:off x="2844067" y="4038600"/>
                <a:ext cx="2518372"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9" name="Rectangle 348">
                <a:extLst>
                  <a:ext uri="{FF2B5EF4-FFF2-40B4-BE49-F238E27FC236}">
                    <a16:creationId xmlns:a16="http://schemas.microsoft.com/office/drawing/2014/main" id="{1F915BF6-6801-F445-8447-829313D55DE1}"/>
                  </a:ext>
                </a:extLst>
              </p:cNvPr>
              <p:cNvSpPr/>
              <p:nvPr userDrawn="1"/>
            </p:nvSpPr>
            <p:spPr>
              <a:xfrm>
                <a:off x="5362439" y="4038600"/>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7" name="Group 326">
              <a:extLst>
                <a:ext uri="{FF2B5EF4-FFF2-40B4-BE49-F238E27FC236}">
                  <a16:creationId xmlns:a16="http://schemas.microsoft.com/office/drawing/2014/main" id="{924C16AD-FBFC-F340-B828-919BD2EB7ACC}"/>
                </a:ext>
              </a:extLst>
            </p:cNvPr>
            <p:cNvGrpSpPr/>
            <p:nvPr userDrawn="1"/>
          </p:nvGrpSpPr>
          <p:grpSpPr>
            <a:xfrm>
              <a:off x="0" y="4254505"/>
              <a:ext cx="304800" cy="304800"/>
              <a:chOff x="4748283" y="3386554"/>
              <a:chExt cx="548640" cy="548640"/>
            </a:xfrm>
          </p:grpSpPr>
          <p:sp>
            <p:nvSpPr>
              <p:cNvPr id="343" name="Rectangle 342">
                <a:extLst>
                  <a:ext uri="{FF2B5EF4-FFF2-40B4-BE49-F238E27FC236}">
                    <a16:creationId xmlns:a16="http://schemas.microsoft.com/office/drawing/2014/main" id="{ABBD8C40-0074-E640-A619-5210E92593E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4" name="Rectangle 343">
                <a:extLst>
                  <a:ext uri="{FF2B5EF4-FFF2-40B4-BE49-F238E27FC236}">
                    <a16:creationId xmlns:a16="http://schemas.microsoft.com/office/drawing/2014/main" id="{72E87A34-33CB-954D-BE63-B41FB54B8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5" name="Rectangle 344">
                <a:extLst>
                  <a:ext uri="{FF2B5EF4-FFF2-40B4-BE49-F238E27FC236}">
                    <a16:creationId xmlns:a16="http://schemas.microsoft.com/office/drawing/2014/main" id="{8FE6B9C8-9996-154E-8F03-D9A578C3FA11}"/>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6" name="Rectangle 345">
                <a:extLst>
                  <a:ext uri="{FF2B5EF4-FFF2-40B4-BE49-F238E27FC236}">
                    <a16:creationId xmlns:a16="http://schemas.microsoft.com/office/drawing/2014/main" id="{88B4C5A1-0216-EE40-A0A9-1EFEB8C937C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8" name="Group 327">
              <a:extLst>
                <a:ext uri="{FF2B5EF4-FFF2-40B4-BE49-F238E27FC236}">
                  <a16:creationId xmlns:a16="http://schemas.microsoft.com/office/drawing/2014/main" id="{5691AEF5-BAF9-2940-A428-476354829BBB}"/>
                </a:ext>
              </a:extLst>
            </p:cNvPr>
            <p:cNvGrpSpPr/>
            <p:nvPr userDrawn="1"/>
          </p:nvGrpSpPr>
          <p:grpSpPr>
            <a:xfrm>
              <a:off x="11887200" y="4254505"/>
              <a:ext cx="304800" cy="304800"/>
              <a:chOff x="11887200" y="3048000"/>
              <a:chExt cx="304800" cy="304800"/>
            </a:xfrm>
          </p:grpSpPr>
          <p:sp>
            <p:nvSpPr>
              <p:cNvPr id="339" name="Rectangle 338">
                <a:extLst>
                  <a:ext uri="{FF2B5EF4-FFF2-40B4-BE49-F238E27FC236}">
                    <a16:creationId xmlns:a16="http://schemas.microsoft.com/office/drawing/2014/main" id="{B7FCFCF0-CCF5-CB4C-A24B-79879CFEAB60}"/>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0" name="Rectangle 339">
                <a:extLst>
                  <a:ext uri="{FF2B5EF4-FFF2-40B4-BE49-F238E27FC236}">
                    <a16:creationId xmlns:a16="http://schemas.microsoft.com/office/drawing/2014/main" id="{5EC303BA-EB59-6B45-A4AA-0FBB43856C1D}"/>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1" name="Rectangle 340">
                <a:extLst>
                  <a:ext uri="{FF2B5EF4-FFF2-40B4-BE49-F238E27FC236}">
                    <a16:creationId xmlns:a16="http://schemas.microsoft.com/office/drawing/2014/main" id="{609F1807-73B8-2046-A52B-7F5C9E3F8D6C}"/>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2" name="Rectangle 341">
                <a:extLst>
                  <a:ext uri="{FF2B5EF4-FFF2-40B4-BE49-F238E27FC236}">
                    <a16:creationId xmlns:a16="http://schemas.microsoft.com/office/drawing/2014/main" id="{D64A44CB-312C-8D43-BADC-9C25A65786B7}"/>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9" name="Group 328">
              <a:extLst>
                <a:ext uri="{FF2B5EF4-FFF2-40B4-BE49-F238E27FC236}">
                  <a16:creationId xmlns:a16="http://schemas.microsoft.com/office/drawing/2014/main" id="{75DD42A7-110A-8A43-9999-FC5F6F629D9D}"/>
                </a:ext>
              </a:extLst>
            </p:cNvPr>
            <p:cNvGrpSpPr/>
            <p:nvPr userDrawn="1"/>
          </p:nvGrpSpPr>
          <p:grpSpPr>
            <a:xfrm>
              <a:off x="3963513" y="4254505"/>
              <a:ext cx="304800" cy="304800"/>
              <a:chOff x="4748283" y="3386554"/>
              <a:chExt cx="548640" cy="548640"/>
            </a:xfrm>
          </p:grpSpPr>
          <p:sp>
            <p:nvSpPr>
              <p:cNvPr id="335" name="Rectangle 334">
                <a:extLst>
                  <a:ext uri="{FF2B5EF4-FFF2-40B4-BE49-F238E27FC236}">
                    <a16:creationId xmlns:a16="http://schemas.microsoft.com/office/drawing/2014/main" id="{C2398D84-85F4-C846-A0B4-FDF603CF7ED5}"/>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6" name="Rectangle 335">
                <a:extLst>
                  <a:ext uri="{FF2B5EF4-FFF2-40B4-BE49-F238E27FC236}">
                    <a16:creationId xmlns:a16="http://schemas.microsoft.com/office/drawing/2014/main" id="{D89F6546-9921-1C4E-BC58-54CFEB3CD55B}"/>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7" name="Rectangle 336">
                <a:extLst>
                  <a:ext uri="{FF2B5EF4-FFF2-40B4-BE49-F238E27FC236}">
                    <a16:creationId xmlns:a16="http://schemas.microsoft.com/office/drawing/2014/main" id="{707F94D7-D94A-9341-9171-18F4E7328C5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8" name="Rectangle 337">
                <a:extLst>
                  <a:ext uri="{FF2B5EF4-FFF2-40B4-BE49-F238E27FC236}">
                    <a16:creationId xmlns:a16="http://schemas.microsoft.com/office/drawing/2014/main" id="{66B27AC9-65B0-4F45-B844-7C3544A7BA5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30" name="Group 329">
              <a:extLst>
                <a:ext uri="{FF2B5EF4-FFF2-40B4-BE49-F238E27FC236}">
                  <a16:creationId xmlns:a16="http://schemas.microsoft.com/office/drawing/2014/main" id="{FA980631-C869-934C-B0D5-27911A2317B3}"/>
                </a:ext>
              </a:extLst>
            </p:cNvPr>
            <p:cNvGrpSpPr/>
            <p:nvPr userDrawn="1"/>
          </p:nvGrpSpPr>
          <p:grpSpPr>
            <a:xfrm>
              <a:off x="7929263" y="4254505"/>
              <a:ext cx="304800" cy="304800"/>
              <a:chOff x="4748283" y="3386554"/>
              <a:chExt cx="548640" cy="548640"/>
            </a:xfrm>
          </p:grpSpPr>
          <p:sp>
            <p:nvSpPr>
              <p:cNvPr id="331" name="Rectangle 330">
                <a:extLst>
                  <a:ext uri="{FF2B5EF4-FFF2-40B4-BE49-F238E27FC236}">
                    <a16:creationId xmlns:a16="http://schemas.microsoft.com/office/drawing/2014/main" id="{406CDF3A-4352-B447-B53D-478B3765F65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2" name="Rectangle 331">
                <a:extLst>
                  <a:ext uri="{FF2B5EF4-FFF2-40B4-BE49-F238E27FC236}">
                    <a16:creationId xmlns:a16="http://schemas.microsoft.com/office/drawing/2014/main" id="{7D0AEF00-0DAE-8A4C-9382-FCE02F7929B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3" name="Rectangle 332">
                <a:extLst>
                  <a:ext uri="{FF2B5EF4-FFF2-40B4-BE49-F238E27FC236}">
                    <a16:creationId xmlns:a16="http://schemas.microsoft.com/office/drawing/2014/main" id="{208533B0-3964-7F44-8026-7A9BA18798F4}"/>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4" name="Rectangle 333">
                <a:extLst>
                  <a:ext uri="{FF2B5EF4-FFF2-40B4-BE49-F238E27FC236}">
                    <a16:creationId xmlns:a16="http://schemas.microsoft.com/office/drawing/2014/main" id="{79B47363-1A18-3F4B-B904-4529B699E14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50" name="Group 349">
            <a:extLst>
              <a:ext uri="{FF2B5EF4-FFF2-40B4-BE49-F238E27FC236}">
                <a16:creationId xmlns:a16="http://schemas.microsoft.com/office/drawing/2014/main" id="{550F5060-BDEE-9744-B34D-FB646DB2A2C9}"/>
              </a:ext>
            </a:extLst>
          </p:cNvPr>
          <p:cNvGrpSpPr/>
          <p:nvPr userDrawn="1"/>
        </p:nvGrpSpPr>
        <p:grpSpPr>
          <a:xfrm>
            <a:off x="0" y="3491759"/>
            <a:ext cx="9144000" cy="228601"/>
            <a:chOff x="0" y="3448053"/>
            <a:chExt cx="12192000" cy="304801"/>
          </a:xfrm>
        </p:grpSpPr>
        <p:grpSp>
          <p:nvGrpSpPr>
            <p:cNvPr id="351" name="Group 350">
              <a:extLst>
                <a:ext uri="{FF2B5EF4-FFF2-40B4-BE49-F238E27FC236}">
                  <a16:creationId xmlns:a16="http://schemas.microsoft.com/office/drawing/2014/main" id="{FF358C1B-964E-5C4E-B16C-3E18CE9CC942}"/>
                </a:ext>
              </a:extLst>
            </p:cNvPr>
            <p:cNvGrpSpPr/>
            <p:nvPr userDrawn="1"/>
          </p:nvGrpSpPr>
          <p:grpSpPr>
            <a:xfrm>
              <a:off x="152400" y="3448053"/>
              <a:ext cx="11887200" cy="304801"/>
              <a:chOff x="152400" y="4256566"/>
              <a:chExt cx="9591040" cy="304801"/>
            </a:xfrm>
          </p:grpSpPr>
          <p:sp>
            <p:nvSpPr>
              <p:cNvPr id="377" name="Rectangle 376">
                <a:extLst>
                  <a:ext uri="{FF2B5EF4-FFF2-40B4-BE49-F238E27FC236}">
                    <a16:creationId xmlns:a16="http://schemas.microsoft.com/office/drawing/2014/main" id="{409746C0-0633-8440-B5CF-DE04D82AFA84}"/>
                  </a:ext>
                </a:extLst>
              </p:cNvPr>
              <p:cNvSpPr/>
              <p:nvPr userDrawn="1"/>
            </p:nvSpPr>
            <p:spPr>
              <a:xfrm>
                <a:off x="152400" y="4256567"/>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8" name="Rectangle 377">
                <a:extLst>
                  <a:ext uri="{FF2B5EF4-FFF2-40B4-BE49-F238E27FC236}">
                    <a16:creationId xmlns:a16="http://schemas.microsoft.com/office/drawing/2014/main" id="{EB4B500C-F4AE-FC44-9061-B7345B89902B}"/>
                  </a:ext>
                </a:extLst>
              </p:cNvPr>
              <p:cNvSpPr/>
              <p:nvPr userDrawn="1"/>
            </p:nvSpPr>
            <p:spPr>
              <a:xfrm>
                <a:off x="255016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9" name="Rectangle 378">
                <a:extLst>
                  <a:ext uri="{FF2B5EF4-FFF2-40B4-BE49-F238E27FC236}">
                    <a16:creationId xmlns:a16="http://schemas.microsoft.com/office/drawing/2014/main" id="{0BF1E544-C1F3-ED4B-81EF-A461690F54E8}"/>
                  </a:ext>
                </a:extLst>
              </p:cNvPr>
              <p:cNvSpPr/>
              <p:nvPr userDrawn="1"/>
            </p:nvSpPr>
            <p:spPr>
              <a:xfrm>
                <a:off x="4947920" y="4256566"/>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80" name="Rectangle 379">
                <a:extLst>
                  <a:ext uri="{FF2B5EF4-FFF2-40B4-BE49-F238E27FC236}">
                    <a16:creationId xmlns:a16="http://schemas.microsoft.com/office/drawing/2014/main" id="{12BC584E-CCB4-E54D-B49E-9B06C53D232C}"/>
                  </a:ext>
                </a:extLst>
              </p:cNvPr>
              <p:cNvSpPr/>
              <p:nvPr userDrawn="1"/>
            </p:nvSpPr>
            <p:spPr>
              <a:xfrm>
                <a:off x="734568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2" name="Group 351">
              <a:extLst>
                <a:ext uri="{FF2B5EF4-FFF2-40B4-BE49-F238E27FC236}">
                  <a16:creationId xmlns:a16="http://schemas.microsoft.com/office/drawing/2014/main" id="{556235CC-2B49-304B-9713-0FD3E8F93696}"/>
                </a:ext>
              </a:extLst>
            </p:cNvPr>
            <p:cNvGrpSpPr/>
            <p:nvPr userDrawn="1"/>
          </p:nvGrpSpPr>
          <p:grpSpPr>
            <a:xfrm>
              <a:off x="0" y="3448053"/>
              <a:ext cx="304800" cy="304800"/>
              <a:chOff x="4748283" y="3386554"/>
              <a:chExt cx="548640" cy="548640"/>
            </a:xfrm>
          </p:grpSpPr>
          <p:sp>
            <p:nvSpPr>
              <p:cNvPr id="373" name="Rectangle 372">
                <a:extLst>
                  <a:ext uri="{FF2B5EF4-FFF2-40B4-BE49-F238E27FC236}">
                    <a16:creationId xmlns:a16="http://schemas.microsoft.com/office/drawing/2014/main" id="{D7097BE8-35D2-2746-887D-B177FD2F8D1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4" name="Rectangle 373">
                <a:extLst>
                  <a:ext uri="{FF2B5EF4-FFF2-40B4-BE49-F238E27FC236}">
                    <a16:creationId xmlns:a16="http://schemas.microsoft.com/office/drawing/2014/main" id="{2ECE0126-EDDD-DD44-B0D0-CD739109968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5" name="Rectangle 374">
                <a:extLst>
                  <a:ext uri="{FF2B5EF4-FFF2-40B4-BE49-F238E27FC236}">
                    <a16:creationId xmlns:a16="http://schemas.microsoft.com/office/drawing/2014/main" id="{CFBA5FA6-DEB5-9E4A-BBE4-396D213C732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6" name="Rectangle 375">
                <a:extLst>
                  <a:ext uri="{FF2B5EF4-FFF2-40B4-BE49-F238E27FC236}">
                    <a16:creationId xmlns:a16="http://schemas.microsoft.com/office/drawing/2014/main" id="{43C3D7A8-8484-C149-879F-B9EAF542099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3" name="Group 352">
              <a:extLst>
                <a:ext uri="{FF2B5EF4-FFF2-40B4-BE49-F238E27FC236}">
                  <a16:creationId xmlns:a16="http://schemas.microsoft.com/office/drawing/2014/main" id="{C69CF5F1-8CF6-A04A-8284-4F2839B94399}"/>
                </a:ext>
              </a:extLst>
            </p:cNvPr>
            <p:cNvGrpSpPr/>
            <p:nvPr userDrawn="1"/>
          </p:nvGrpSpPr>
          <p:grpSpPr>
            <a:xfrm>
              <a:off x="11887200" y="3448053"/>
              <a:ext cx="304800" cy="304800"/>
              <a:chOff x="11887200" y="3048000"/>
              <a:chExt cx="304800" cy="304800"/>
            </a:xfrm>
          </p:grpSpPr>
          <p:sp>
            <p:nvSpPr>
              <p:cNvPr id="369" name="Rectangle 368">
                <a:extLst>
                  <a:ext uri="{FF2B5EF4-FFF2-40B4-BE49-F238E27FC236}">
                    <a16:creationId xmlns:a16="http://schemas.microsoft.com/office/drawing/2014/main" id="{6DC74F9F-DF17-7A42-A69E-A3A4318BA705}"/>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0" name="Rectangle 369">
                <a:extLst>
                  <a:ext uri="{FF2B5EF4-FFF2-40B4-BE49-F238E27FC236}">
                    <a16:creationId xmlns:a16="http://schemas.microsoft.com/office/drawing/2014/main" id="{F82F6DBD-1B92-8F44-9ABE-BF11BA0EB50F}"/>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1" name="Rectangle 370">
                <a:extLst>
                  <a:ext uri="{FF2B5EF4-FFF2-40B4-BE49-F238E27FC236}">
                    <a16:creationId xmlns:a16="http://schemas.microsoft.com/office/drawing/2014/main" id="{36B84BE6-D1D3-2C4D-B113-FACC434F3138}"/>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2" name="Rectangle 371">
                <a:extLst>
                  <a:ext uri="{FF2B5EF4-FFF2-40B4-BE49-F238E27FC236}">
                    <a16:creationId xmlns:a16="http://schemas.microsoft.com/office/drawing/2014/main" id="{53707E28-EBC1-EE47-9A87-B7F889B0A9B9}"/>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4" name="Group 353">
              <a:extLst>
                <a:ext uri="{FF2B5EF4-FFF2-40B4-BE49-F238E27FC236}">
                  <a16:creationId xmlns:a16="http://schemas.microsoft.com/office/drawing/2014/main" id="{4FFE9B33-5860-1342-85F8-8499FD08D92D}"/>
                </a:ext>
              </a:extLst>
            </p:cNvPr>
            <p:cNvGrpSpPr/>
            <p:nvPr userDrawn="1"/>
          </p:nvGrpSpPr>
          <p:grpSpPr>
            <a:xfrm>
              <a:off x="2971800" y="3448053"/>
              <a:ext cx="304800" cy="304800"/>
              <a:chOff x="4748283" y="3386554"/>
              <a:chExt cx="548640" cy="548640"/>
            </a:xfrm>
          </p:grpSpPr>
          <p:sp>
            <p:nvSpPr>
              <p:cNvPr id="365" name="Rectangle 364">
                <a:extLst>
                  <a:ext uri="{FF2B5EF4-FFF2-40B4-BE49-F238E27FC236}">
                    <a16:creationId xmlns:a16="http://schemas.microsoft.com/office/drawing/2014/main" id="{0E96C0E4-9DDD-7B46-A150-FE31B0B3406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6" name="Rectangle 365">
                <a:extLst>
                  <a:ext uri="{FF2B5EF4-FFF2-40B4-BE49-F238E27FC236}">
                    <a16:creationId xmlns:a16="http://schemas.microsoft.com/office/drawing/2014/main" id="{FFBE2D8A-C941-2D4C-A620-16C6BCEED75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7" name="Rectangle 366">
                <a:extLst>
                  <a:ext uri="{FF2B5EF4-FFF2-40B4-BE49-F238E27FC236}">
                    <a16:creationId xmlns:a16="http://schemas.microsoft.com/office/drawing/2014/main" id="{437C5ADA-D5C6-AA49-ABFC-C2BDB1A73DE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8" name="Rectangle 367">
                <a:extLst>
                  <a:ext uri="{FF2B5EF4-FFF2-40B4-BE49-F238E27FC236}">
                    <a16:creationId xmlns:a16="http://schemas.microsoft.com/office/drawing/2014/main" id="{D5B3DA22-0555-D94D-B9CE-EFFD4D77A95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5" name="Group 354">
              <a:extLst>
                <a:ext uri="{FF2B5EF4-FFF2-40B4-BE49-F238E27FC236}">
                  <a16:creationId xmlns:a16="http://schemas.microsoft.com/office/drawing/2014/main" id="{0C1BF9D2-EC42-454D-9CE6-55A6E4DD7744}"/>
                </a:ext>
              </a:extLst>
            </p:cNvPr>
            <p:cNvGrpSpPr/>
            <p:nvPr userDrawn="1"/>
          </p:nvGrpSpPr>
          <p:grpSpPr>
            <a:xfrm>
              <a:off x="5943600" y="3448053"/>
              <a:ext cx="304800" cy="304800"/>
              <a:chOff x="4748283" y="3386554"/>
              <a:chExt cx="548640" cy="548640"/>
            </a:xfrm>
          </p:grpSpPr>
          <p:sp>
            <p:nvSpPr>
              <p:cNvPr id="361" name="Rectangle 360">
                <a:extLst>
                  <a:ext uri="{FF2B5EF4-FFF2-40B4-BE49-F238E27FC236}">
                    <a16:creationId xmlns:a16="http://schemas.microsoft.com/office/drawing/2014/main" id="{78D1B59D-87FF-2A4C-B245-29B4226A9601}"/>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2" name="Rectangle 361">
                <a:extLst>
                  <a:ext uri="{FF2B5EF4-FFF2-40B4-BE49-F238E27FC236}">
                    <a16:creationId xmlns:a16="http://schemas.microsoft.com/office/drawing/2014/main" id="{3DB64E46-B4A5-AE4F-B9CA-78D961D930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3" name="Rectangle 362">
                <a:extLst>
                  <a:ext uri="{FF2B5EF4-FFF2-40B4-BE49-F238E27FC236}">
                    <a16:creationId xmlns:a16="http://schemas.microsoft.com/office/drawing/2014/main" id="{C230667B-5C71-2A4F-89CA-83AE9C879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4" name="Rectangle 363">
                <a:extLst>
                  <a:ext uri="{FF2B5EF4-FFF2-40B4-BE49-F238E27FC236}">
                    <a16:creationId xmlns:a16="http://schemas.microsoft.com/office/drawing/2014/main" id="{DA630AA0-3D34-5C48-AFB4-76E97A625B7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6" name="Group 355">
              <a:extLst>
                <a:ext uri="{FF2B5EF4-FFF2-40B4-BE49-F238E27FC236}">
                  <a16:creationId xmlns:a16="http://schemas.microsoft.com/office/drawing/2014/main" id="{BFD5BADB-488A-A94F-8D20-EFBC3D598444}"/>
                </a:ext>
              </a:extLst>
            </p:cNvPr>
            <p:cNvGrpSpPr/>
            <p:nvPr userDrawn="1"/>
          </p:nvGrpSpPr>
          <p:grpSpPr>
            <a:xfrm>
              <a:off x="8915400" y="3448053"/>
              <a:ext cx="304800" cy="304800"/>
              <a:chOff x="4748283" y="3386554"/>
              <a:chExt cx="548640" cy="548640"/>
            </a:xfrm>
          </p:grpSpPr>
          <p:sp>
            <p:nvSpPr>
              <p:cNvPr id="357" name="Rectangle 356">
                <a:extLst>
                  <a:ext uri="{FF2B5EF4-FFF2-40B4-BE49-F238E27FC236}">
                    <a16:creationId xmlns:a16="http://schemas.microsoft.com/office/drawing/2014/main" id="{59B34A33-4617-B14B-A914-D9F3EA82C41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8" name="Rectangle 357">
                <a:extLst>
                  <a:ext uri="{FF2B5EF4-FFF2-40B4-BE49-F238E27FC236}">
                    <a16:creationId xmlns:a16="http://schemas.microsoft.com/office/drawing/2014/main" id="{CDABBDD7-97EF-2348-9DD6-8F03290DFE7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9" name="Rectangle 358">
                <a:extLst>
                  <a:ext uri="{FF2B5EF4-FFF2-40B4-BE49-F238E27FC236}">
                    <a16:creationId xmlns:a16="http://schemas.microsoft.com/office/drawing/2014/main" id="{8FC44D92-36F7-5649-A759-0323F393CD4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0" name="Rectangle 359">
                <a:extLst>
                  <a:ext uri="{FF2B5EF4-FFF2-40B4-BE49-F238E27FC236}">
                    <a16:creationId xmlns:a16="http://schemas.microsoft.com/office/drawing/2014/main" id="{F91DAB7A-F766-F74E-ABBF-E2FB7A3CF92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81" name="Group 380">
            <a:extLst>
              <a:ext uri="{FF2B5EF4-FFF2-40B4-BE49-F238E27FC236}">
                <a16:creationId xmlns:a16="http://schemas.microsoft.com/office/drawing/2014/main" id="{E8110913-9069-DA4C-AA5A-860C663EEF8C}"/>
              </a:ext>
            </a:extLst>
          </p:cNvPr>
          <p:cNvGrpSpPr/>
          <p:nvPr userDrawn="1"/>
        </p:nvGrpSpPr>
        <p:grpSpPr>
          <a:xfrm>
            <a:off x="0" y="3014320"/>
            <a:ext cx="9144000" cy="228601"/>
            <a:chOff x="0" y="2679694"/>
            <a:chExt cx="12192000" cy="304801"/>
          </a:xfrm>
        </p:grpSpPr>
        <p:grpSp>
          <p:nvGrpSpPr>
            <p:cNvPr id="382" name="Group 381">
              <a:extLst>
                <a:ext uri="{FF2B5EF4-FFF2-40B4-BE49-F238E27FC236}">
                  <a16:creationId xmlns:a16="http://schemas.microsoft.com/office/drawing/2014/main" id="{36951F49-5417-EB45-B0D4-BA551A17CAB3}"/>
                </a:ext>
              </a:extLst>
            </p:cNvPr>
            <p:cNvGrpSpPr/>
            <p:nvPr userDrawn="1"/>
          </p:nvGrpSpPr>
          <p:grpSpPr>
            <a:xfrm>
              <a:off x="152400" y="2679694"/>
              <a:ext cx="11887200" cy="304801"/>
              <a:chOff x="152400" y="2946388"/>
              <a:chExt cx="14859000" cy="304801"/>
            </a:xfrm>
          </p:grpSpPr>
          <p:sp>
            <p:nvSpPr>
              <p:cNvPr id="413" name="Rectangle 412">
                <a:extLst>
                  <a:ext uri="{FF2B5EF4-FFF2-40B4-BE49-F238E27FC236}">
                    <a16:creationId xmlns:a16="http://schemas.microsoft.com/office/drawing/2014/main" id="{3C0DCD00-016C-8249-9E41-079096AFB3A6}"/>
                  </a:ext>
                </a:extLst>
              </p:cNvPr>
              <p:cNvSpPr/>
              <p:nvPr userDrawn="1"/>
            </p:nvSpPr>
            <p:spPr>
              <a:xfrm>
                <a:off x="152400" y="2946389"/>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4" name="Rectangle 413">
                <a:extLst>
                  <a:ext uri="{FF2B5EF4-FFF2-40B4-BE49-F238E27FC236}">
                    <a16:creationId xmlns:a16="http://schemas.microsoft.com/office/drawing/2014/main" id="{7D5C5BF9-225C-0945-9BD8-811FED6F7C6C}"/>
                  </a:ext>
                </a:extLst>
              </p:cNvPr>
              <p:cNvSpPr/>
              <p:nvPr userDrawn="1"/>
            </p:nvSpPr>
            <p:spPr>
              <a:xfrm>
                <a:off x="31242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5" name="Rectangle 414">
                <a:extLst>
                  <a:ext uri="{FF2B5EF4-FFF2-40B4-BE49-F238E27FC236}">
                    <a16:creationId xmlns:a16="http://schemas.microsoft.com/office/drawing/2014/main" id="{C63D455F-73BE-A943-8A70-41066037EB15}"/>
                  </a:ext>
                </a:extLst>
              </p:cNvPr>
              <p:cNvSpPr/>
              <p:nvPr userDrawn="1"/>
            </p:nvSpPr>
            <p:spPr>
              <a:xfrm>
                <a:off x="60960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6" name="Rectangle 415">
                <a:extLst>
                  <a:ext uri="{FF2B5EF4-FFF2-40B4-BE49-F238E27FC236}">
                    <a16:creationId xmlns:a16="http://schemas.microsoft.com/office/drawing/2014/main" id="{29C4F461-3408-F24E-93BE-7BE25C21160B}"/>
                  </a:ext>
                </a:extLst>
              </p:cNvPr>
              <p:cNvSpPr/>
              <p:nvPr userDrawn="1"/>
            </p:nvSpPr>
            <p:spPr>
              <a:xfrm>
                <a:off x="90678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7" name="Rectangle 416">
                <a:extLst>
                  <a:ext uri="{FF2B5EF4-FFF2-40B4-BE49-F238E27FC236}">
                    <a16:creationId xmlns:a16="http://schemas.microsoft.com/office/drawing/2014/main" id="{B07E25D9-5575-FA46-AE11-B58FECE45D22}"/>
                  </a:ext>
                </a:extLst>
              </p:cNvPr>
              <p:cNvSpPr/>
              <p:nvPr userDrawn="1"/>
            </p:nvSpPr>
            <p:spPr>
              <a:xfrm>
                <a:off x="120396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3" name="Group 382">
              <a:extLst>
                <a:ext uri="{FF2B5EF4-FFF2-40B4-BE49-F238E27FC236}">
                  <a16:creationId xmlns:a16="http://schemas.microsoft.com/office/drawing/2014/main" id="{CD0FDC72-FC9B-6943-B57B-C01216793CAE}"/>
                </a:ext>
              </a:extLst>
            </p:cNvPr>
            <p:cNvGrpSpPr/>
            <p:nvPr userDrawn="1"/>
          </p:nvGrpSpPr>
          <p:grpSpPr>
            <a:xfrm>
              <a:off x="0" y="2679694"/>
              <a:ext cx="304800" cy="304800"/>
              <a:chOff x="4748283" y="3386554"/>
              <a:chExt cx="548640" cy="548640"/>
            </a:xfrm>
          </p:grpSpPr>
          <p:sp>
            <p:nvSpPr>
              <p:cNvPr id="409" name="Rectangle 408">
                <a:extLst>
                  <a:ext uri="{FF2B5EF4-FFF2-40B4-BE49-F238E27FC236}">
                    <a16:creationId xmlns:a16="http://schemas.microsoft.com/office/drawing/2014/main" id="{1C699F7E-0E09-8B4E-A518-F3812BB194B0}"/>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0" name="Rectangle 409">
                <a:extLst>
                  <a:ext uri="{FF2B5EF4-FFF2-40B4-BE49-F238E27FC236}">
                    <a16:creationId xmlns:a16="http://schemas.microsoft.com/office/drawing/2014/main" id="{B8118C01-DA55-9740-B18A-0079C2AAA12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1" name="Rectangle 410">
                <a:extLst>
                  <a:ext uri="{FF2B5EF4-FFF2-40B4-BE49-F238E27FC236}">
                    <a16:creationId xmlns:a16="http://schemas.microsoft.com/office/drawing/2014/main" id="{74B07F51-45D2-EC4D-8FCF-448A0EBB53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2" name="Rectangle 411">
                <a:extLst>
                  <a:ext uri="{FF2B5EF4-FFF2-40B4-BE49-F238E27FC236}">
                    <a16:creationId xmlns:a16="http://schemas.microsoft.com/office/drawing/2014/main" id="{38AC2B4E-EE6C-824B-81E8-6C58F3A283D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4" name="Group 383">
              <a:extLst>
                <a:ext uri="{FF2B5EF4-FFF2-40B4-BE49-F238E27FC236}">
                  <a16:creationId xmlns:a16="http://schemas.microsoft.com/office/drawing/2014/main" id="{CCDC25C0-61FE-A246-8120-D29F16B1BC40}"/>
                </a:ext>
              </a:extLst>
            </p:cNvPr>
            <p:cNvGrpSpPr/>
            <p:nvPr userDrawn="1"/>
          </p:nvGrpSpPr>
          <p:grpSpPr>
            <a:xfrm>
              <a:off x="11887200" y="2679694"/>
              <a:ext cx="304800" cy="304800"/>
              <a:chOff x="11887200" y="3048000"/>
              <a:chExt cx="304800" cy="304800"/>
            </a:xfrm>
          </p:grpSpPr>
          <p:sp>
            <p:nvSpPr>
              <p:cNvPr id="405" name="Rectangle 404">
                <a:extLst>
                  <a:ext uri="{FF2B5EF4-FFF2-40B4-BE49-F238E27FC236}">
                    <a16:creationId xmlns:a16="http://schemas.microsoft.com/office/drawing/2014/main" id="{1D646414-A87B-3B4E-9F53-684910FB6838}"/>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6" name="Rectangle 405">
                <a:extLst>
                  <a:ext uri="{FF2B5EF4-FFF2-40B4-BE49-F238E27FC236}">
                    <a16:creationId xmlns:a16="http://schemas.microsoft.com/office/drawing/2014/main" id="{2D7165AC-E3E1-884C-95BA-5093037DF15B}"/>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7" name="Rectangle 406">
                <a:extLst>
                  <a:ext uri="{FF2B5EF4-FFF2-40B4-BE49-F238E27FC236}">
                    <a16:creationId xmlns:a16="http://schemas.microsoft.com/office/drawing/2014/main" id="{75293567-A7C0-574E-AFF1-86E2F48DFC84}"/>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8" name="Rectangle 407">
                <a:extLst>
                  <a:ext uri="{FF2B5EF4-FFF2-40B4-BE49-F238E27FC236}">
                    <a16:creationId xmlns:a16="http://schemas.microsoft.com/office/drawing/2014/main" id="{26E245A6-6498-E441-94A9-B88A598F627F}"/>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5" name="Group 384">
              <a:extLst>
                <a:ext uri="{FF2B5EF4-FFF2-40B4-BE49-F238E27FC236}">
                  <a16:creationId xmlns:a16="http://schemas.microsoft.com/office/drawing/2014/main" id="{989EC034-C725-FA42-90CC-5765123F5A65}"/>
                </a:ext>
              </a:extLst>
            </p:cNvPr>
            <p:cNvGrpSpPr/>
            <p:nvPr userDrawn="1"/>
          </p:nvGrpSpPr>
          <p:grpSpPr>
            <a:xfrm>
              <a:off x="2377440" y="2679694"/>
              <a:ext cx="304800" cy="304800"/>
              <a:chOff x="4748283" y="3386554"/>
              <a:chExt cx="548640" cy="548640"/>
            </a:xfrm>
          </p:grpSpPr>
          <p:sp>
            <p:nvSpPr>
              <p:cNvPr id="401" name="Rectangle 400">
                <a:extLst>
                  <a:ext uri="{FF2B5EF4-FFF2-40B4-BE49-F238E27FC236}">
                    <a16:creationId xmlns:a16="http://schemas.microsoft.com/office/drawing/2014/main" id="{0DDE99E9-598E-0F44-AB53-F02225E90BC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2" name="Rectangle 401">
                <a:extLst>
                  <a:ext uri="{FF2B5EF4-FFF2-40B4-BE49-F238E27FC236}">
                    <a16:creationId xmlns:a16="http://schemas.microsoft.com/office/drawing/2014/main" id="{A7D19A18-2156-C149-B92D-4FD908CB17A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3" name="Rectangle 402">
                <a:extLst>
                  <a:ext uri="{FF2B5EF4-FFF2-40B4-BE49-F238E27FC236}">
                    <a16:creationId xmlns:a16="http://schemas.microsoft.com/office/drawing/2014/main" id="{B3F003EA-7D96-E24F-BB9E-9AAE5316A51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4" name="Rectangle 403">
                <a:extLst>
                  <a:ext uri="{FF2B5EF4-FFF2-40B4-BE49-F238E27FC236}">
                    <a16:creationId xmlns:a16="http://schemas.microsoft.com/office/drawing/2014/main" id="{0DC78CC9-EA57-4B4F-B013-1F7359159C5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6" name="Group 385">
              <a:extLst>
                <a:ext uri="{FF2B5EF4-FFF2-40B4-BE49-F238E27FC236}">
                  <a16:creationId xmlns:a16="http://schemas.microsoft.com/office/drawing/2014/main" id="{AE6D9F72-7FDF-CE4B-838F-B774D274FE81}"/>
                </a:ext>
              </a:extLst>
            </p:cNvPr>
            <p:cNvGrpSpPr/>
            <p:nvPr userDrawn="1"/>
          </p:nvGrpSpPr>
          <p:grpSpPr>
            <a:xfrm>
              <a:off x="4758055" y="2679694"/>
              <a:ext cx="304800" cy="304800"/>
              <a:chOff x="4748283" y="3386554"/>
              <a:chExt cx="548640" cy="548640"/>
            </a:xfrm>
          </p:grpSpPr>
          <p:sp>
            <p:nvSpPr>
              <p:cNvPr id="397" name="Rectangle 396">
                <a:extLst>
                  <a:ext uri="{FF2B5EF4-FFF2-40B4-BE49-F238E27FC236}">
                    <a16:creationId xmlns:a16="http://schemas.microsoft.com/office/drawing/2014/main" id="{D4306F08-E512-C247-AC3A-33B8571D060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8" name="Rectangle 397">
                <a:extLst>
                  <a:ext uri="{FF2B5EF4-FFF2-40B4-BE49-F238E27FC236}">
                    <a16:creationId xmlns:a16="http://schemas.microsoft.com/office/drawing/2014/main" id="{FBFE0CD7-01DE-9E49-A774-0F480A65A987}"/>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9" name="Rectangle 398">
                <a:extLst>
                  <a:ext uri="{FF2B5EF4-FFF2-40B4-BE49-F238E27FC236}">
                    <a16:creationId xmlns:a16="http://schemas.microsoft.com/office/drawing/2014/main" id="{64E61B29-4CCA-D244-BE9E-C336449655D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0" name="Rectangle 399">
                <a:extLst>
                  <a:ext uri="{FF2B5EF4-FFF2-40B4-BE49-F238E27FC236}">
                    <a16:creationId xmlns:a16="http://schemas.microsoft.com/office/drawing/2014/main" id="{FEF820F9-53F6-7F4C-B259-E4EEC67D3CF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7" name="Group 386">
              <a:extLst>
                <a:ext uri="{FF2B5EF4-FFF2-40B4-BE49-F238E27FC236}">
                  <a16:creationId xmlns:a16="http://schemas.microsoft.com/office/drawing/2014/main" id="{DDD1F4FD-197A-BA44-8771-712C08E93361}"/>
                </a:ext>
              </a:extLst>
            </p:cNvPr>
            <p:cNvGrpSpPr/>
            <p:nvPr userDrawn="1"/>
          </p:nvGrpSpPr>
          <p:grpSpPr>
            <a:xfrm>
              <a:off x="7129145" y="2679694"/>
              <a:ext cx="304800" cy="304800"/>
              <a:chOff x="4748283" y="3386554"/>
              <a:chExt cx="548640" cy="548640"/>
            </a:xfrm>
          </p:grpSpPr>
          <p:sp>
            <p:nvSpPr>
              <p:cNvPr id="393" name="Rectangle 392">
                <a:extLst>
                  <a:ext uri="{FF2B5EF4-FFF2-40B4-BE49-F238E27FC236}">
                    <a16:creationId xmlns:a16="http://schemas.microsoft.com/office/drawing/2014/main" id="{3233BE51-1EAF-1A41-9AC1-13E1AC9AEBB2}"/>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4" name="Rectangle 393">
                <a:extLst>
                  <a:ext uri="{FF2B5EF4-FFF2-40B4-BE49-F238E27FC236}">
                    <a16:creationId xmlns:a16="http://schemas.microsoft.com/office/drawing/2014/main" id="{F509AB97-B09E-0546-9E8C-09437E384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5" name="Rectangle 394">
                <a:extLst>
                  <a:ext uri="{FF2B5EF4-FFF2-40B4-BE49-F238E27FC236}">
                    <a16:creationId xmlns:a16="http://schemas.microsoft.com/office/drawing/2014/main" id="{8BA1AAD5-A563-FB47-87A9-0B94FE6A8C09}"/>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6" name="Rectangle 395">
                <a:extLst>
                  <a:ext uri="{FF2B5EF4-FFF2-40B4-BE49-F238E27FC236}">
                    <a16:creationId xmlns:a16="http://schemas.microsoft.com/office/drawing/2014/main" id="{514B41BA-A84E-364A-8308-CF1D949AC83F}"/>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8" name="Group 387">
              <a:extLst>
                <a:ext uri="{FF2B5EF4-FFF2-40B4-BE49-F238E27FC236}">
                  <a16:creationId xmlns:a16="http://schemas.microsoft.com/office/drawing/2014/main" id="{D3F98928-573C-0247-BEFC-C171D6C6A2BC}"/>
                </a:ext>
              </a:extLst>
            </p:cNvPr>
            <p:cNvGrpSpPr/>
            <p:nvPr userDrawn="1"/>
          </p:nvGrpSpPr>
          <p:grpSpPr>
            <a:xfrm>
              <a:off x="9509760" y="2679694"/>
              <a:ext cx="304800" cy="304800"/>
              <a:chOff x="4748283" y="3386554"/>
              <a:chExt cx="548640" cy="548640"/>
            </a:xfrm>
          </p:grpSpPr>
          <p:sp>
            <p:nvSpPr>
              <p:cNvPr id="389" name="Rectangle 388">
                <a:extLst>
                  <a:ext uri="{FF2B5EF4-FFF2-40B4-BE49-F238E27FC236}">
                    <a16:creationId xmlns:a16="http://schemas.microsoft.com/office/drawing/2014/main" id="{65B33E1B-D72C-6545-A163-15FE54C9CA79}"/>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0" name="Rectangle 389">
                <a:extLst>
                  <a:ext uri="{FF2B5EF4-FFF2-40B4-BE49-F238E27FC236}">
                    <a16:creationId xmlns:a16="http://schemas.microsoft.com/office/drawing/2014/main" id="{21AFCDF0-CBB3-9C45-B0C2-A3F3E5EAF63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1" name="Rectangle 390">
                <a:extLst>
                  <a:ext uri="{FF2B5EF4-FFF2-40B4-BE49-F238E27FC236}">
                    <a16:creationId xmlns:a16="http://schemas.microsoft.com/office/drawing/2014/main" id="{1531E71B-D937-F742-9957-0713B4C42C8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2" name="Rectangle 391">
                <a:extLst>
                  <a:ext uri="{FF2B5EF4-FFF2-40B4-BE49-F238E27FC236}">
                    <a16:creationId xmlns:a16="http://schemas.microsoft.com/office/drawing/2014/main" id="{214FB835-5426-5540-B3AC-57A83A66F09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18" name="Group 417">
            <a:extLst>
              <a:ext uri="{FF2B5EF4-FFF2-40B4-BE49-F238E27FC236}">
                <a16:creationId xmlns:a16="http://schemas.microsoft.com/office/drawing/2014/main" id="{C3FA0D4E-3551-B443-B764-A560BB0F31B4}"/>
              </a:ext>
            </a:extLst>
          </p:cNvPr>
          <p:cNvGrpSpPr/>
          <p:nvPr userDrawn="1"/>
        </p:nvGrpSpPr>
        <p:grpSpPr>
          <a:xfrm>
            <a:off x="0" y="4457700"/>
            <a:ext cx="9144000" cy="228601"/>
            <a:chOff x="0" y="5060956"/>
            <a:chExt cx="12192000" cy="304801"/>
          </a:xfrm>
        </p:grpSpPr>
        <p:grpSp>
          <p:nvGrpSpPr>
            <p:cNvPr id="419" name="Group 418">
              <a:extLst>
                <a:ext uri="{FF2B5EF4-FFF2-40B4-BE49-F238E27FC236}">
                  <a16:creationId xmlns:a16="http://schemas.microsoft.com/office/drawing/2014/main" id="{3ED4F498-0EE3-5340-A78D-81AE3B278C25}"/>
                </a:ext>
              </a:extLst>
            </p:cNvPr>
            <p:cNvGrpSpPr/>
            <p:nvPr userDrawn="1"/>
          </p:nvGrpSpPr>
          <p:grpSpPr>
            <a:xfrm>
              <a:off x="152400" y="5060956"/>
              <a:ext cx="11887200" cy="304801"/>
              <a:chOff x="152400" y="5468945"/>
              <a:chExt cx="5943600" cy="304801"/>
            </a:xfrm>
          </p:grpSpPr>
          <p:sp>
            <p:nvSpPr>
              <p:cNvPr id="435" name="Rectangle 434">
                <a:extLst>
                  <a:ext uri="{FF2B5EF4-FFF2-40B4-BE49-F238E27FC236}">
                    <a16:creationId xmlns:a16="http://schemas.microsoft.com/office/drawing/2014/main" id="{168AE306-A0D3-924E-88F9-CBCC203C5193}"/>
                  </a:ext>
                </a:extLst>
              </p:cNvPr>
              <p:cNvSpPr/>
              <p:nvPr userDrawn="1"/>
            </p:nvSpPr>
            <p:spPr>
              <a:xfrm>
                <a:off x="152400" y="5468946"/>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6" name="Rectangle 435">
                <a:extLst>
                  <a:ext uri="{FF2B5EF4-FFF2-40B4-BE49-F238E27FC236}">
                    <a16:creationId xmlns:a16="http://schemas.microsoft.com/office/drawing/2014/main" id="{A3B192E7-794D-C14E-BC0F-394A020FA684}"/>
                  </a:ext>
                </a:extLst>
              </p:cNvPr>
              <p:cNvSpPr/>
              <p:nvPr userDrawn="1"/>
            </p:nvSpPr>
            <p:spPr>
              <a:xfrm>
                <a:off x="3124200" y="5468945"/>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0" name="Group 419">
              <a:extLst>
                <a:ext uri="{FF2B5EF4-FFF2-40B4-BE49-F238E27FC236}">
                  <a16:creationId xmlns:a16="http://schemas.microsoft.com/office/drawing/2014/main" id="{AD6C7E3C-C334-6F4A-B514-6C52AB007244}"/>
                </a:ext>
              </a:extLst>
            </p:cNvPr>
            <p:cNvGrpSpPr/>
            <p:nvPr userDrawn="1"/>
          </p:nvGrpSpPr>
          <p:grpSpPr>
            <a:xfrm>
              <a:off x="0" y="5060956"/>
              <a:ext cx="304800" cy="304800"/>
              <a:chOff x="4748283" y="3386554"/>
              <a:chExt cx="548640" cy="548640"/>
            </a:xfrm>
          </p:grpSpPr>
          <p:sp>
            <p:nvSpPr>
              <p:cNvPr id="431" name="Rectangle 430">
                <a:extLst>
                  <a:ext uri="{FF2B5EF4-FFF2-40B4-BE49-F238E27FC236}">
                    <a16:creationId xmlns:a16="http://schemas.microsoft.com/office/drawing/2014/main" id="{5D7210F9-038B-204E-B075-F05CEE6F58A4}"/>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2" name="Rectangle 431">
                <a:extLst>
                  <a:ext uri="{FF2B5EF4-FFF2-40B4-BE49-F238E27FC236}">
                    <a16:creationId xmlns:a16="http://schemas.microsoft.com/office/drawing/2014/main" id="{B9F22585-23A9-BE4A-8A3D-AB57FE6FB1D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3" name="Rectangle 432">
                <a:extLst>
                  <a:ext uri="{FF2B5EF4-FFF2-40B4-BE49-F238E27FC236}">
                    <a16:creationId xmlns:a16="http://schemas.microsoft.com/office/drawing/2014/main" id="{67C0138B-AD3C-F24C-A766-18F10DEF3926}"/>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4" name="Rectangle 433">
                <a:extLst>
                  <a:ext uri="{FF2B5EF4-FFF2-40B4-BE49-F238E27FC236}">
                    <a16:creationId xmlns:a16="http://schemas.microsoft.com/office/drawing/2014/main" id="{6B65B973-2985-1A46-9D7E-B54790574FFD}"/>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1" name="Group 420">
              <a:extLst>
                <a:ext uri="{FF2B5EF4-FFF2-40B4-BE49-F238E27FC236}">
                  <a16:creationId xmlns:a16="http://schemas.microsoft.com/office/drawing/2014/main" id="{89E6048A-324B-7B4A-96E3-0182AFDA4E0F}"/>
                </a:ext>
              </a:extLst>
            </p:cNvPr>
            <p:cNvGrpSpPr/>
            <p:nvPr userDrawn="1"/>
          </p:nvGrpSpPr>
          <p:grpSpPr>
            <a:xfrm>
              <a:off x="11887200" y="5060956"/>
              <a:ext cx="304800" cy="304800"/>
              <a:chOff x="11887200" y="3048000"/>
              <a:chExt cx="304800" cy="304800"/>
            </a:xfrm>
          </p:grpSpPr>
          <p:sp>
            <p:nvSpPr>
              <p:cNvPr id="427" name="Rectangle 426">
                <a:extLst>
                  <a:ext uri="{FF2B5EF4-FFF2-40B4-BE49-F238E27FC236}">
                    <a16:creationId xmlns:a16="http://schemas.microsoft.com/office/drawing/2014/main" id="{35B7F55A-CA3E-6A49-9AAB-B8F4A9806129}"/>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8" name="Rectangle 427">
                <a:extLst>
                  <a:ext uri="{FF2B5EF4-FFF2-40B4-BE49-F238E27FC236}">
                    <a16:creationId xmlns:a16="http://schemas.microsoft.com/office/drawing/2014/main" id="{A3353706-2E52-E144-8A63-6273B78CB93E}"/>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9" name="Rectangle 428">
                <a:extLst>
                  <a:ext uri="{FF2B5EF4-FFF2-40B4-BE49-F238E27FC236}">
                    <a16:creationId xmlns:a16="http://schemas.microsoft.com/office/drawing/2014/main" id="{DE0C3521-EDAC-1A49-8ED8-2DA7FC9C5BC9}"/>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0" name="Rectangle 429">
                <a:extLst>
                  <a:ext uri="{FF2B5EF4-FFF2-40B4-BE49-F238E27FC236}">
                    <a16:creationId xmlns:a16="http://schemas.microsoft.com/office/drawing/2014/main" id="{1B3C97FD-7422-3B49-9A32-5439ECC9129E}"/>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2" name="Group 421">
              <a:extLst>
                <a:ext uri="{FF2B5EF4-FFF2-40B4-BE49-F238E27FC236}">
                  <a16:creationId xmlns:a16="http://schemas.microsoft.com/office/drawing/2014/main" id="{13909B4A-16B1-EB41-8EBA-C21C3846E275}"/>
                </a:ext>
              </a:extLst>
            </p:cNvPr>
            <p:cNvGrpSpPr/>
            <p:nvPr userDrawn="1"/>
          </p:nvGrpSpPr>
          <p:grpSpPr>
            <a:xfrm>
              <a:off x="5943600" y="5060956"/>
              <a:ext cx="304800" cy="304800"/>
              <a:chOff x="4748283" y="3386554"/>
              <a:chExt cx="548640" cy="548640"/>
            </a:xfrm>
          </p:grpSpPr>
          <p:sp>
            <p:nvSpPr>
              <p:cNvPr id="423" name="Rectangle 422">
                <a:extLst>
                  <a:ext uri="{FF2B5EF4-FFF2-40B4-BE49-F238E27FC236}">
                    <a16:creationId xmlns:a16="http://schemas.microsoft.com/office/drawing/2014/main" id="{78BBE9C9-671C-F143-A4EA-2DF4B70C6E9E}"/>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4" name="Rectangle 423">
                <a:extLst>
                  <a:ext uri="{FF2B5EF4-FFF2-40B4-BE49-F238E27FC236}">
                    <a16:creationId xmlns:a16="http://schemas.microsoft.com/office/drawing/2014/main" id="{D1572C1F-31B0-A449-AF07-F0C75F9333B5}"/>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5" name="Rectangle 424">
                <a:extLst>
                  <a:ext uri="{FF2B5EF4-FFF2-40B4-BE49-F238E27FC236}">
                    <a16:creationId xmlns:a16="http://schemas.microsoft.com/office/drawing/2014/main" id="{DA2AA3D6-DE7C-1648-95ED-0FDE1A3715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6" name="Rectangle 425">
                <a:extLst>
                  <a:ext uri="{FF2B5EF4-FFF2-40B4-BE49-F238E27FC236}">
                    <a16:creationId xmlns:a16="http://schemas.microsoft.com/office/drawing/2014/main" id="{ED8EFBE5-713C-AE42-B222-0B2BCDBA868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37" name="Group 436">
            <a:extLst>
              <a:ext uri="{FF2B5EF4-FFF2-40B4-BE49-F238E27FC236}">
                <a16:creationId xmlns:a16="http://schemas.microsoft.com/office/drawing/2014/main" id="{BF14D695-A0CE-114E-8019-2ED18154094C}"/>
              </a:ext>
            </a:extLst>
          </p:cNvPr>
          <p:cNvGrpSpPr/>
          <p:nvPr userDrawn="1"/>
        </p:nvGrpSpPr>
        <p:grpSpPr>
          <a:xfrm>
            <a:off x="0" y="2502576"/>
            <a:ext cx="9144000" cy="228601"/>
            <a:chOff x="0" y="1720842"/>
            <a:chExt cx="12192000" cy="304801"/>
          </a:xfrm>
        </p:grpSpPr>
        <p:grpSp>
          <p:nvGrpSpPr>
            <p:cNvPr id="438" name="Group 437">
              <a:extLst>
                <a:ext uri="{FF2B5EF4-FFF2-40B4-BE49-F238E27FC236}">
                  <a16:creationId xmlns:a16="http://schemas.microsoft.com/office/drawing/2014/main" id="{B258BE61-F68C-6447-A182-49356BB4705F}"/>
                </a:ext>
              </a:extLst>
            </p:cNvPr>
            <p:cNvGrpSpPr/>
            <p:nvPr userDrawn="1"/>
          </p:nvGrpSpPr>
          <p:grpSpPr>
            <a:xfrm>
              <a:off x="152400" y="1720842"/>
              <a:ext cx="11887200" cy="304801"/>
              <a:chOff x="152400" y="1720842"/>
              <a:chExt cx="10226040" cy="304801"/>
            </a:xfrm>
          </p:grpSpPr>
          <p:sp>
            <p:nvSpPr>
              <p:cNvPr id="474" name="Rectangle 473">
                <a:extLst>
                  <a:ext uri="{FF2B5EF4-FFF2-40B4-BE49-F238E27FC236}">
                    <a16:creationId xmlns:a16="http://schemas.microsoft.com/office/drawing/2014/main" id="{2E39ADA9-047C-064C-B38A-58491F27D38A}"/>
                  </a:ext>
                </a:extLst>
              </p:cNvPr>
              <p:cNvSpPr/>
              <p:nvPr userDrawn="1"/>
            </p:nvSpPr>
            <p:spPr>
              <a:xfrm>
                <a:off x="152400" y="1720843"/>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5" name="Rectangle 474">
                <a:extLst>
                  <a:ext uri="{FF2B5EF4-FFF2-40B4-BE49-F238E27FC236}">
                    <a16:creationId xmlns:a16="http://schemas.microsoft.com/office/drawing/2014/main" id="{950CBAF9-139A-444A-99D3-8878A71E1230}"/>
                  </a:ext>
                </a:extLst>
              </p:cNvPr>
              <p:cNvSpPr/>
              <p:nvPr userDrawn="1"/>
            </p:nvSpPr>
            <p:spPr>
              <a:xfrm>
                <a:off x="185674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6" name="Rectangle 475">
                <a:extLst>
                  <a:ext uri="{FF2B5EF4-FFF2-40B4-BE49-F238E27FC236}">
                    <a16:creationId xmlns:a16="http://schemas.microsoft.com/office/drawing/2014/main" id="{B5A13F0A-72FA-0D47-801F-47CA60E80C0C}"/>
                  </a:ext>
                </a:extLst>
              </p:cNvPr>
              <p:cNvSpPr/>
              <p:nvPr userDrawn="1"/>
            </p:nvSpPr>
            <p:spPr>
              <a:xfrm>
                <a:off x="356108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7" name="Rectangle 476">
                <a:extLst>
                  <a:ext uri="{FF2B5EF4-FFF2-40B4-BE49-F238E27FC236}">
                    <a16:creationId xmlns:a16="http://schemas.microsoft.com/office/drawing/2014/main" id="{4FEF358F-4817-F64B-8CC4-0FD0C1FABF29}"/>
                  </a:ext>
                </a:extLst>
              </p:cNvPr>
              <p:cNvSpPr/>
              <p:nvPr userDrawn="1"/>
            </p:nvSpPr>
            <p:spPr>
              <a:xfrm>
                <a:off x="526542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8" name="Rectangle 477">
                <a:extLst>
                  <a:ext uri="{FF2B5EF4-FFF2-40B4-BE49-F238E27FC236}">
                    <a16:creationId xmlns:a16="http://schemas.microsoft.com/office/drawing/2014/main" id="{EFF11427-1778-1747-93D7-55F0840A0284}"/>
                  </a:ext>
                </a:extLst>
              </p:cNvPr>
              <p:cNvSpPr/>
              <p:nvPr userDrawn="1"/>
            </p:nvSpPr>
            <p:spPr>
              <a:xfrm>
                <a:off x="696976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9" name="Rectangle 478">
                <a:extLst>
                  <a:ext uri="{FF2B5EF4-FFF2-40B4-BE49-F238E27FC236}">
                    <a16:creationId xmlns:a16="http://schemas.microsoft.com/office/drawing/2014/main" id="{F3D80D4E-21FD-8E4F-BCC2-F182D2FB139B}"/>
                  </a:ext>
                </a:extLst>
              </p:cNvPr>
              <p:cNvSpPr/>
              <p:nvPr userDrawn="1"/>
            </p:nvSpPr>
            <p:spPr>
              <a:xfrm>
                <a:off x="867410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39" name="Group 438">
              <a:extLst>
                <a:ext uri="{FF2B5EF4-FFF2-40B4-BE49-F238E27FC236}">
                  <a16:creationId xmlns:a16="http://schemas.microsoft.com/office/drawing/2014/main" id="{772AB51C-F49A-0A4A-BA0B-000FC84A5867}"/>
                </a:ext>
              </a:extLst>
            </p:cNvPr>
            <p:cNvGrpSpPr/>
            <p:nvPr userDrawn="1"/>
          </p:nvGrpSpPr>
          <p:grpSpPr>
            <a:xfrm>
              <a:off x="0" y="1720842"/>
              <a:ext cx="304800" cy="304800"/>
              <a:chOff x="4748283" y="3386554"/>
              <a:chExt cx="548640" cy="548640"/>
            </a:xfrm>
          </p:grpSpPr>
          <p:sp>
            <p:nvSpPr>
              <p:cNvPr id="470" name="Rectangle 469">
                <a:extLst>
                  <a:ext uri="{FF2B5EF4-FFF2-40B4-BE49-F238E27FC236}">
                    <a16:creationId xmlns:a16="http://schemas.microsoft.com/office/drawing/2014/main" id="{E4A75E68-C0BB-4840-B07F-1D82C5547F7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1" name="Rectangle 470">
                <a:extLst>
                  <a:ext uri="{FF2B5EF4-FFF2-40B4-BE49-F238E27FC236}">
                    <a16:creationId xmlns:a16="http://schemas.microsoft.com/office/drawing/2014/main" id="{8DD8EBE3-10D1-3E44-85FC-03439E29758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2" name="Rectangle 471">
                <a:extLst>
                  <a:ext uri="{FF2B5EF4-FFF2-40B4-BE49-F238E27FC236}">
                    <a16:creationId xmlns:a16="http://schemas.microsoft.com/office/drawing/2014/main" id="{6AEBDBAB-049C-C94F-BA15-670FE7786BB7}"/>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3" name="Rectangle 472">
                <a:extLst>
                  <a:ext uri="{FF2B5EF4-FFF2-40B4-BE49-F238E27FC236}">
                    <a16:creationId xmlns:a16="http://schemas.microsoft.com/office/drawing/2014/main" id="{1839B25E-E114-E34C-A32D-6D7EC38B1EE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0" name="Group 439">
              <a:extLst>
                <a:ext uri="{FF2B5EF4-FFF2-40B4-BE49-F238E27FC236}">
                  <a16:creationId xmlns:a16="http://schemas.microsoft.com/office/drawing/2014/main" id="{C4B9E153-27EB-B040-BCE0-309BDB8E8CDA}"/>
                </a:ext>
              </a:extLst>
            </p:cNvPr>
            <p:cNvGrpSpPr/>
            <p:nvPr userDrawn="1"/>
          </p:nvGrpSpPr>
          <p:grpSpPr>
            <a:xfrm>
              <a:off x="11887200" y="1720842"/>
              <a:ext cx="304800" cy="304800"/>
              <a:chOff x="11887200" y="3048000"/>
              <a:chExt cx="304800" cy="304800"/>
            </a:xfrm>
          </p:grpSpPr>
          <p:sp>
            <p:nvSpPr>
              <p:cNvPr id="466" name="Rectangle 465">
                <a:extLst>
                  <a:ext uri="{FF2B5EF4-FFF2-40B4-BE49-F238E27FC236}">
                    <a16:creationId xmlns:a16="http://schemas.microsoft.com/office/drawing/2014/main" id="{A27F3C4E-60C9-0441-BB28-DA297CC18C6B}"/>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7" name="Rectangle 466">
                <a:extLst>
                  <a:ext uri="{FF2B5EF4-FFF2-40B4-BE49-F238E27FC236}">
                    <a16:creationId xmlns:a16="http://schemas.microsoft.com/office/drawing/2014/main" id="{21B5179C-3F21-4540-9AFE-2D927DFF8388}"/>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8" name="Rectangle 467">
                <a:extLst>
                  <a:ext uri="{FF2B5EF4-FFF2-40B4-BE49-F238E27FC236}">
                    <a16:creationId xmlns:a16="http://schemas.microsoft.com/office/drawing/2014/main" id="{B81BD9A7-26C8-F74E-81CB-41418ED62A1D}"/>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9" name="Rectangle 468">
                <a:extLst>
                  <a:ext uri="{FF2B5EF4-FFF2-40B4-BE49-F238E27FC236}">
                    <a16:creationId xmlns:a16="http://schemas.microsoft.com/office/drawing/2014/main" id="{D9514B8E-A753-2045-AAAA-E16B50514554}"/>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1" name="Group 440">
              <a:extLst>
                <a:ext uri="{FF2B5EF4-FFF2-40B4-BE49-F238E27FC236}">
                  <a16:creationId xmlns:a16="http://schemas.microsoft.com/office/drawing/2014/main" id="{ECC44206-FD2E-F94D-9B86-B800910A14FE}"/>
                </a:ext>
              </a:extLst>
            </p:cNvPr>
            <p:cNvGrpSpPr/>
            <p:nvPr userDrawn="1"/>
          </p:nvGrpSpPr>
          <p:grpSpPr>
            <a:xfrm>
              <a:off x="1984915" y="1720842"/>
              <a:ext cx="304800" cy="304800"/>
              <a:chOff x="4748283" y="3386554"/>
              <a:chExt cx="548640" cy="548640"/>
            </a:xfrm>
          </p:grpSpPr>
          <p:sp>
            <p:nvSpPr>
              <p:cNvPr id="462" name="Rectangle 461">
                <a:extLst>
                  <a:ext uri="{FF2B5EF4-FFF2-40B4-BE49-F238E27FC236}">
                    <a16:creationId xmlns:a16="http://schemas.microsoft.com/office/drawing/2014/main" id="{C8BDDAA8-114B-3A4F-958C-920C69378416}"/>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3" name="Rectangle 462">
                <a:extLst>
                  <a:ext uri="{FF2B5EF4-FFF2-40B4-BE49-F238E27FC236}">
                    <a16:creationId xmlns:a16="http://schemas.microsoft.com/office/drawing/2014/main" id="{66EB955B-9466-F243-B786-3F7895B36F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4" name="Rectangle 463">
                <a:extLst>
                  <a:ext uri="{FF2B5EF4-FFF2-40B4-BE49-F238E27FC236}">
                    <a16:creationId xmlns:a16="http://schemas.microsoft.com/office/drawing/2014/main" id="{57AC506A-54E9-7442-9D5A-739F9BC156C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5" name="Rectangle 464">
                <a:extLst>
                  <a:ext uri="{FF2B5EF4-FFF2-40B4-BE49-F238E27FC236}">
                    <a16:creationId xmlns:a16="http://schemas.microsoft.com/office/drawing/2014/main" id="{989669EA-D5BB-2749-A33E-897415693EA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2" name="Group 441">
              <a:extLst>
                <a:ext uri="{FF2B5EF4-FFF2-40B4-BE49-F238E27FC236}">
                  <a16:creationId xmlns:a16="http://schemas.microsoft.com/office/drawing/2014/main" id="{2BF5526E-DA20-1A47-B1EC-05FCC4F811A6}"/>
                </a:ext>
              </a:extLst>
            </p:cNvPr>
            <p:cNvGrpSpPr/>
            <p:nvPr userDrawn="1"/>
          </p:nvGrpSpPr>
          <p:grpSpPr>
            <a:xfrm>
              <a:off x="3962829" y="1720842"/>
              <a:ext cx="304800" cy="304800"/>
              <a:chOff x="4748283" y="3386554"/>
              <a:chExt cx="548640" cy="548640"/>
            </a:xfrm>
          </p:grpSpPr>
          <p:sp>
            <p:nvSpPr>
              <p:cNvPr id="458" name="Rectangle 457">
                <a:extLst>
                  <a:ext uri="{FF2B5EF4-FFF2-40B4-BE49-F238E27FC236}">
                    <a16:creationId xmlns:a16="http://schemas.microsoft.com/office/drawing/2014/main" id="{C1CA3603-5759-F245-A0BC-7AC94B98ACB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9" name="Rectangle 458">
                <a:extLst>
                  <a:ext uri="{FF2B5EF4-FFF2-40B4-BE49-F238E27FC236}">
                    <a16:creationId xmlns:a16="http://schemas.microsoft.com/office/drawing/2014/main" id="{E65062EA-2737-9F4A-AC6D-377AEBB24DA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0" name="Rectangle 459">
                <a:extLst>
                  <a:ext uri="{FF2B5EF4-FFF2-40B4-BE49-F238E27FC236}">
                    <a16:creationId xmlns:a16="http://schemas.microsoft.com/office/drawing/2014/main" id="{5EFA2540-BC53-0A4B-818C-23B0B921613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1" name="Rectangle 460">
                <a:extLst>
                  <a:ext uri="{FF2B5EF4-FFF2-40B4-BE49-F238E27FC236}">
                    <a16:creationId xmlns:a16="http://schemas.microsoft.com/office/drawing/2014/main" id="{A365443A-BD5B-D543-A1BC-48CD7E25F9B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3" name="Group 442">
              <a:extLst>
                <a:ext uri="{FF2B5EF4-FFF2-40B4-BE49-F238E27FC236}">
                  <a16:creationId xmlns:a16="http://schemas.microsoft.com/office/drawing/2014/main" id="{3E69FC19-CB83-6F45-8D1E-A4DC1CCCC32E}"/>
                </a:ext>
              </a:extLst>
            </p:cNvPr>
            <p:cNvGrpSpPr/>
            <p:nvPr userDrawn="1"/>
          </p:nvGrpSpPr>
          <p:grpSpPr>
            <a:xfrm>
              <a:off x="5941695" y="1720842"/>
              <a:ext cx="304800" cy="304800"/>
              <a:chOff x="4748283" y="3386554"/>
              <a:chExt cx="548640" cy="548640"/>
            </a:xfrm>
          </p:grpSpPr>
          <p:sp>
            <p:nvSpPr>
              <p:cNvPr id="454" name="Rectangle 453">
                <a:extLst>
                  <a:ext uri="{FF2B5EF4-FFF2-40B4-BE49-F238E27FC236}">
                    <a16:creationId xmlns:a16="http://schemas.microsoft.com/office/drawing/2014/main" id="{D57A09A4-5C22-CA4B-BB1C-F7672C2AA69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5" name="Rectangle 454">
                <a:extLst>
                  <a:ext uri="{FF2B5EF4-FFF2-40B4-BE49-F238E27FC236}">
                    <a16:creationId xmlns:a16="http://schemas.microsoft.com/office/drawing/2014/main" id="{17C22FAC-AC42-6E43-ACA2-58810E6D49CC}"/>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6" name="Rectangle 455">
                <a:extLst>
                  <a:ext uri="{FF2B5EF4-FFF2-40B4-BE49-F238E27FC236}">
                    <a16:creationId xmlns:a16="http://schemas.microsoft.com/office/drawing/2014/main" id="{5E375788-6501-DC47-A513-CA1940784EF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7" name="Rectangle 456">
                <a:extLst>
                  <a:ext uri="{FF2B5EF4-FFF2-40B4-BE49-F238E27FC236}">
                    <a16:creationId xmlns:a16="http://schemas.microsoft.com/office/drawing/2014/main" id="{EDD8D43C-CFFB-4247-9B73-EFA60807FF1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4" name="Group 443">
              <a:extLst>
                <a:ext uri="{FF2B5EF4-FFF2-40B4-BE49-F238E27FC236}">
                  <a16:creationId xmlns:a16="http://schemas.microsoft.com/office/drawing/2014/main" id="{88078022-BDD1-E941-A76D-8B2EA55DF35C}"/>
                </a:ext>
              </a:extLst>
            </p:cNvPr>
            <p:cNvGrpSpPr/>
            <p:nvPr userDrawn="1"/>
          </p:nvGrpSpPr>
          <p:grpSpPr>
            <a:xfrm>
              <a:off x="7925379" y="1720842"/>
              <a:ext cx="304800" cy="304800"/>
              <a:chOff x="4748283" y="3386554"/>
              <a:chExt cx="548640" cy="548640"/>
            </a:xfrm>
          </p:grpSpPr>
          <p:sp>
            <p:nvSpPr>
              <p:cNvPr id="450" name="Rectangle 449">
                <a:extLst>
                  <a:ext uri="{FF2B5EF4-FFF2-40B4-BE49-F238E27FC236}">
                    <a16:creationId xmlns:a16="http://schemas.microsoft.com/office/drawing/2014/main" id="{46CFF03B-0578-744C-B497-C6A70789806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1" name="Rectangle 450">
                <a:extLst>
                  <a:ext uri="{FF2B5EF4-FFF2-40B4-BE49-F238E27FC236}">
                    <a16:creationId xmlns:a16="http://schemas.microsoft.com/office/drawing/2014/main" id="{E832363E-13BD-AE41-B338-5CE369511D0E}"/>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2" name="Rectangle 451">
                <a:extLst>
                  <a:ext uri="{FF2B5EF4-FFF2-40B4-BE49-F238E27FC236}">
                    <a16:creationId xmlns:a16="http://schemas.microsoft.com/office/drawing/2014/main" id="{7F3C2F47-5852-FE46-A6B8-0240E7FB37E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3" name="Rectangle 452">
                <a:extLst>
                  <a:ext uri="{FF2B5EF4-FFF2-40B4-BE49-F238E27FC236}">
                    <a16:creationId xmlns:a16="http://schemas.microsoft.com/office/drawing/2014/main" id="{62234A22-B732-8643-8B93-EDA7BEDDA58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5" name="Group 444">
              <a:extLst>
                <a:ext uri="{FF2B5EF4-FFF2-40B4-BE49-F238E27FC236}">
                  <a16:creationId xmlns:a16="http://schemas.microsoft.com/office/drawing/2014/main" id="{3B83FBB8-0104-2A44-B8DB-E77F2800533E}"/>
                </a:ext>
              </a:extLst>
            </p:cNvPr>
            <p:cNvGrpSpPr/>
            <p:nvPr userDrawn="1"/>
          </p:nvGrpSpPr>
          <p:grpSpPr>
            <a:xfrm>
              <a:off x="9906579" y="1720842"/>
              <a:ext cx="304800" cy="304800"/>
              <a:chOff x="4748283" y="3386554"/>
              <a:chExt cx="548640" cy="548640"/>
            </a:xfrm>
          </p:grpSpPr>
          <p:sp>
            <p:nvSpPr>
              <p:cNvPr id="446" name="Rectangle 445">
                <a:extLst>
                  <a:ext uri="{FF2B5EF4-FFF2-40B4-BE49-F238E27FC236}">
                    <a16:creationId xmlns:a16="http://schemas.microsoft.com/office/drawing/2014/main" id="{41E071DB-0DDA-B34C-AB39-A3E6C3A412D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7" name="Rectangle 446">
                <a:extLst>
                  <a:ext uri="{FF2B5EF4-FFF2-40B4-BE49-F238E27FC236}">
                    <a16:creationId xmlns:a16="http://schemas.microsoft.com/office/drawing/2014/main" id="{4B7E35A1-132C-754F-950B-7CBCB087D9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8" name="Rectangle 447">
                <a:extLst>
                  <a:ext uri="{FF2B5EF4-FFF2-40B4-BE49-F238E27FC236}">
                    <a16:creationId xmlns:a16="http://schemas.microsoft.com/office/drawing/2014/main" id="{20745239-C123-C44A-BB88-8EB50EDE8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9" name="Rectangle 448">
                <a:extLst>
                  <a:ext uri="{FF2B5EF4-FFF2-40B4-BE49-F238E27FC236}">
                    <a16:creationId xmlns:a16="http://schemas.microsoft.com/office/drawing/2014/main" id="{55EBCF78-5308-C540-ABE3-CAF92FF8F60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sp>
        <p:nvSpPr>
          <p:cNvPr id="480" name="TextBox 479">
            <a:extLst>
              <a:ext uri="{FF2B5EF4-FFF2-40B4-BE49-F238E27FC236}">
                <a16:creationId xmlns:a16="http://schemas.microsoft.com/office/drawing/2014/main" id="{342D7EB4-B12F-644A-9E0A-98B8EF09117E}"/>
              </a:ext>
            </a:extLst>
          </p:cNvPr>
          <p:cNvSpPr txBox="1"/>
          <p:nvPr userDrawn="1"/>
        </p:nvSpPr>
        <p:spPr>
          <a:xfrm>
            <a:off x="228600" y="2345166"/>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6 column</a:t>
            </a:r>
          </a:p>
        </p:txBody>
      </p:sp>
      <p:sp>
        <p:nvSpPr>
          <p:cNvPr id="481" name="TextBox 480">
            <a:extLst>
              <a:ext uri="{FF2B5EF4-FFF2-40B4-BE49-F238E27FC236}">
                <a16:creationId xmlns:a16="http://schemas.microsoft.com/office/drawing/2014/main" id="{7056B7B5-7702-9842-8ACC-189B0B1EC818}"/>
              </a:ext>
            </a:extLst>
          </p:cNvPr>
          <p:cNvSpPr txBox="1"/>
          <p:nvPr userDrawn="1"/>
        </p:nvSpPr>
        <p:spPr>
          <a:xfrm>
            <a:off x="228600" y="286733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5 column</a:t>
            </a:r>
          </a:p>
        </p:txBody>
      </p:sp>
      <p:sp>
        <p:nvSpPr>
          <p:cNvPr id="482" name="TextBox 481">
            <a:extLst>
              <a:ext uri="{FF2B5EF4-FFF2-40B4-BE49-F238E27FC236}">
                <a16:creationId xmlns:a16="http://schemas.microsoft.com/office/drawing/2014/main" id="{86211BCB-2DF9-6644-8DCD-BC5B31A507D4}"/>
              </a:ext>
            </a:extLst>
          </p:cNvPr>
          <p:cNvSpPr txBox="1"/>
          <p:nvPr userDrawn="1"/>
        </p:nvSpPr>
        <p:spPr>
          <a:xfrm>
            <a:off x="228600" y="3342468"/>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4 column</a:t>
            </a:r>
          </a:p>
        </p:txBody>
      </p:sp>
      <p:sp>
        <p:nvSpPr>
          <p:cNvPr id="483" name="TextBox 482">
            <a:extLst>
              <a:ext uri="{FF2B5EF4-FFF2-40B4-BE49-F238E27FC236}">
                <a16:creationId xmlns:a16="http://schemas.microsoft.com/office/drawing/2014/main" id="{480A6B41-B33C-4544-AA80-B05EA7E4F5F8}"/>
              </a:ext>
            </a:extLst>
          </p:cNvPr>
          <p:cNvSpPr txBox="1"/>
          <p:nvPr userDrawn="1"/>
        </p:nvSpPr>
        <p:spPr>
          <a:xfrm>
            <a:off x="228600" y="3821179"/>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3 column</a:t>
            </a:r>
          </a:p>
        </p:txBody>
      </p:sp>
      <p:sp>
        <p:nvSpPr>
          <p:cNvPr id="484" name="TextBox 483">
            <a:extLst>
              <a:ext uri="{FF2B5EF4-FFF2-40B4-BE49-F238E27FC236}">
                <a16:creationId xmlns:a16="http://schemas.microsoft.com/office/drawing/2014/main" id="{29F7A788-CE98-6246-ADB3-ACDB5AD10573}"/>
              </a:ext>
            </a:extLst>
          </p:cNvPr>
          <p:cNvSpPr txBox="1"/>
          <p:nvPr userDrawn="1"/>
        </p:nvSpPr>
        <p:spPr>
          <a:xfrm>
            <a:off x="228600" y="431349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2 column</a:t>
            </a:r>
          </a:p>
        </p:txBody>
      </p:sp>
      <p:sp>
        <p:nvSpPr>
          <p:cNvPr id="164" name="Slide Number Placeholder 2">
            <a:extLst>
              <a:ext uri="{FF2B5EF4-FFF2-40B4-BE49-F238E27FC236}">
                <a16:creationId xmlns:a16="http://schemas.microsoft.com/office/drawing/2014/main" id="{F03B75DB-F93B-BB4A-88B7-BC503665EB12}"/>
              </a:ext>
            </a:extLst>
          </p:cNvPr>
          <p:cNvSpPr>
            <a:spLocks noGrp="1"/>
          </p:cNvSpPr>
          <p:nvPr>
            <p:ph type="sldNum" sz="quarter" idx="10"/>
          </p:nvPr>
        </p:nvSpPr>
        <p:spPr>
          <a:xfrm>
            <a:off x="1" y="4914901"/>
            <a:ext cx="228599" cy="228599"/>
          </a:xfrm>
        </p:spPr>
        <p:txBody>
          <a:bodyPr/>
          <a:lstStyle/>
          <a:p>
            <a:fld id="{89006F1E-66CD-4A4B-9370-B4A3080F0E6C}" type="slidenum">
              <a:rPr lang="en-US" smtClean="0"/>
              <a:pPr/>
              <a:t>‹#›</a:t>
            </a:fld>
            <a:endParaRPr lang="en-US"/>
          </a:p>
        </p:txBody>
      </p:sp>
      <p:sp>
        <p:nvSpPr>
          <p:cNvPr id="165" name="Footer Placeholder 1">
            <a:extLst>
              <a:ext uri="{FF2B5EF4-FFF2-40B4-BE49-F238E27FC236}">
                <a16:creationId xmlns:a16="http://schemas.microsoft.com/office/drawing/2014/main" id="{32024396-8CE7-064A-913E-52749C1A59C6}"/>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grpSp>
        <p:nvGrpSpPr>
          <p:cNvPr id="12" name="Group 11">
            <a:extLst>
              <a:ext uri="{FF2B5EF4-FFF2-40B4-BE49-F238E27FC236}">
                <a16:creationId xmlns:a16="http://schemas.microsoft.com/office/drawing/2014/main" id="{6F86E547-682A-6B4F-B0EC-65D336F3A540}"/>
              </a:ext>
            </a:extLst>
          </p:cNvPr>
          <p:cNvGrpSpPr/>
          <p:nvPr userDrawn="1"/>
        </p:nvGrpSpPr>
        <p:grpSpPr>
          <a:xfrm>
            <a:off x="225170" y="657226"/>
            <a:ext cx="8690229" cy="4257674"/>
            <a:chOff x="300227" y="876301"/>
            <a:chExt cx="11586972" cy="5676899"/>
          </a:xfrm>
        </p:grpSpPr>
        <p:sp>
          <p:nvSpPr>
            <p:cNvPr id="3" name="Rectangle 2">
              <a:extLst>
                <a:ext uri="{FF2B5EF4-FFF2-40B4-BE49-F238E27FC236}">
                  <a16:creationId xmlns:a16="http://schemas.microsoft.com/office/drawing/2014/main" id="{8EE04DA2-78B1-A642-A2C2-0873783B7B9C}"/>
                </a:ext>
              </a:extLst>
            </p:cNvPr>
            <p:cNvSpPr/>
            <p:nvPr userDrawn="1"/>
          </p:nvSpPr>
          <p:spPr>
            <a:xfrm>
              <a:off x="300227" y="876301"/>
              <a:ext cx="11586972" cy="5676899"/>
            </a:xfrm>
            <a:prstGeom prst="rect">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050"/>
            </a:p>
          </p:txBody>
        </p:sp>
        <p:cxnSp>
          <p:nvCxnSpPr>
            <p:cNvPr id="5" name="Straight Arrow Connector 4">
              <a:extLst>
                <a:ext uri="{FF2B5EF4-FFF2-40B4-BE49-F238E27FC236}">
                  <a16:creationId xmlns:a16="http://schemas.microsoft.com/office/drawing/2014/main" id="{73EED049-4AD2-0B49-BBEA-A4247ECC89A5}"/>
                </a:ext>
              </a:extLst>
            </p:cNvPr>
            <p:cNvCxnSpPr/>
            <p:nvPr userDrawn="1"/>
          </p:nvCxnSpPr>
          <p:spPr>
            <a:xfrm>
              <a:off x="474651" y="87630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A01FDD-B887-5D48-9BCC-AB3E59DA8C44}"/>
                </a:ext>
              </a:extLst>
            </p:cNvPr>
            <p:cNvSpPr txBox="1"/>
            <p:nvPr userDrawn="1"/>
          </p:nvSpPr>
          <p:spPr>
            <a:xfrm>
              <a:off x="579276" y="90588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a:t>
              </a:r>
            </a:p>
          </p:txBody>
        </p:sp>
        <p:cxnSp>
          <p:nvCxnSpPr>
            <p:cNvPr id="171" name="Straight Arrow Connector 170">
              <a:extLst>
                <a:ext uri="{FF2B5EF4-FFF2-40B4-BE49-F238E27FC236}">
                  <a16:creationId xmlns:a16="http://schemas.microsoft.com/office/drawing/2014/main" id="{9BD67516-3606-FF42-BF2C-613E58799753}"/>
                </a:ext>
              </a:extLst>
            </p:cNvPr>
            <p:cNvCxnSpPr/>
            <p:nvPr userDrawn="1"/>
          </p:nvCxnSpPr>
          <p:spPr>
            <a:xfrm>
              <a:off x="474651" y="145531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4E864EDE-9D5F-984C-A44E-2B8534B762A2}"/>
                </a:ext>
              </a:extLst>
            </p:cNvPr>
            <p:cNvSpPr txBox="1"/>
            <p:nvPr userDrawn="1"/>
          </p:nvSpPr>
          <p:spPr>
            <a:xfrm>
              <a:off x="579276" y="148489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 with sub-title</a:t>
              </a:r>
            </a:p>
          </p:txBody>
        </p:sp>
        <p:cxnSp>
          <p:nvCxnSpPr>
            <p:cNvPr id="8" name="Straight Connector 7">
              <a:extLst>
                <a:ext uri="{FF2B5EF4-FFF2-40B4-BE49-F238E27FC236}">
                  <a16:creationId xmlns:a16="http://schemas.microsoft.com/office/drawing/2014/main" id="{11BD3366-59E4-7A48-9F82-4F24D0C736CB}"/>
                </a:ext>
              </a:extLst>
            </p:cNvPr>
            <p:cNvCxnSpPr>
              <a:cxnSpLocks/>
            </p:cNvCxnSpPr>
            <p:nvPr userDrawn="1"/>
          </p:nvCxnSpPr>
          <p:spPr>
            <a:xfrm>
              <a:off x="300227" y="1455311"/>
              <a:ext cx="11586972" cy="0"/>
            </a:xfrm>
            <a:prstGeom prst="line">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cxnSp>
      </p:grpSp>
      <p:grpSp>
        <p:nvGrpSpPr>
          <p:cNvPr id="16" name="Group 15">
            <a:extLst>
              <a:ext uri="{FF2B5EF4-FFF2-40B4-BE49-F238E27FC236}">
                <a16:creationId xmlns:a16="http://schemas.microsoft.com/office/drawing/2014/main" id="{69B2DC8A-7A6F-9644-8D71-F808322A48E6}"/>
              </a:ext>
            </a:extLst>
          </p:cNvPr>
          <p:cNvGrpSpPr/>
          <p:nvPr userDrawn="1"/>
        </p:nvGrpSpPr>
        <p:grpSpPr>
          <a:xfrm>
            <a:off x="1562987" y="1188055"/>
            <a:ext cx="6018028" cy="1221044"/>
            <a:chOff x="2105247" y="1591161"/>
            <a:chExt cx="8024037" cy="1628059"/>
          </a:xfrm>
        </p:grpSpPr>
        <p:pic>
          <p:nvPicPr>
            <p:cNvPr id="180" name="Picture 179">
              <a:extLst>
                <a:ext uri="{FF2B5EF4-FFF2-40B4-BE49-F238E27FC236}">
                  <a16:creationId xmlns:a16="http://schemas.microsoft.com/office/drawing/2014/main" id="{7DE60FB9-62FE-9C46-B40B-0229DBC6F0D9}"/>
                </a:ext>
              </a:extLst>
            </p:cNvPr>
            <p:cNvPicPr>
              <a:picLocks noChangeAspect="1"/>
            </p:cNvPicPr>
            <p:nvPr userDrawn="1"/>
          </p:nvPicPr>
          <p:blipFill>
            <a:blip r:embed="rId2"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3874331" y="1591161"/>
              <a:ext cx="4443338" cy="1542319"/>
            </a:xfrm>
            <a:prstGeom prst="rect">
              <a:avLst/>
            </a:prstGeom>
          </p:spPr>
        </p:pic>
        <p:sp>
          <p:nvSpPr>
            <p:cNvPr id="179" name="Parallelogram 178">
              <a:extLst>
                <a:ext uri="{FF2B5EF4-FFF2-40B4-BE49-F238E27FC236}">
                  <a16:creationId xmlns:a16="http://schemas.microsoft.com/office/drawing/2014/main" id="{C604ECB2-C049-5D43-9BEB-15DEE7EE1A1E}"/>
                </a:ext>
              </a:extLst>
            </p:cNvPr>
            <p:cNvSpPr>
              <a:spLocks/>
            </p:cNvSpPr>
            <p:nvPr userDrawn="1"/>
          </p:nvSpPr>
          <p:spPr bwMode="auto">
            <a:xfrm>
              <a:off x="2105247" y="1611455"/>
              <a:ext cx="8024037" cy="1607765"/>
            </a:xfrm>
            <a:prstGeom prst="parallelogram">
              <a:avLst>
                <a:gd name="adj" fmla="val 31844"/>
              </a:avLst>
            </a:prstGeom>
            <a:noFill/>
            <a:ln w="6350" cap="flat" cmpd="sng" algn="ctr">
              <a:solidFill>
                <a:schemeClr val="accent5">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685800" eaLnBrk="0" fontAlgn="base" hangingPunct="0">
                <a:spcBef>
                  <a:spcPct val="0"/>
                </a:spcBef>
                <a:spcAft>
                  <a:spcPct val="0"/>
                </a:spcAft>
              </a:pPr>
              <a:r>
                <a:rPr lang="en-US" sz="1350">
                  <a:latin typeface="Arial" pitchFamily="124" charset="0"/>
                </a:rPr>
                <a:t>     </a:t>
              </a:r>
            </a:p>
          </p:txBody>
        </p:sp>
        <p:cxnSp>
          <p:nvCxnSpPr>
            <p:cNvPr id="14" name="Straight Connector 13">
              <a:extLst>
                <a:ext uri="{FF2B5EF4-FFF2-40B4-BE49-F238E27FC236}">
                  <a16:creationId xmlns:a16="http://schemas.microsoft.com/office/drawing/2014/main" id="{995298F5-F7FE-A248-809C-3B79A412B130}"/>
                </a:ext>
              </a:extLst>
            </p:cNvPr>
            <p:cNvCxnSpPr/>
            <p:nvPr userDrawn="1"/>
          </p:nvCxnSpPr>
          <p:spPr>
            <a:xfrm flipV="1">
              <a:off x="6265284"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sp>
          <p:nvSpPr>
            <p:cNvPr id="186" name="TextBox 185">
              <a:extLst>
                <a:ext uri="{FF2B5EF4-FFF2-40B4-BE49-F238E27FC236}">
                  <a16:creationId xmlns:a16="http://schemas.microsoft.com/office/drawing/2014/main" id="{2E915A16-BE94-8648-888A-1C89BAA886EB}"/>
                </a:ext>
              </a:extLst>
            </p:cNvPr>
            <p:cNvSpPr txBox="1"/>
            <p:nvPr userDrawn="1"/>
          </p:nvSpPr>
          <p:spPr>
            <a:xfrm>
              <a:off x="2682698"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sp>
          <p:nvSpPr>
            <p:cNvPr id="187" name="TextBox 186">
              <a:extLst>
                <a:ext uri="{FF2B5EF4-FFF2-40B4-BE49-F238E27FC236}">
                  <a16:creationId xmlns:a16="http://schemas.microsoft.com/office/drawing/2014/main" id="{E5BD1D51-69A2-4F40-9366-6263E56C9410}"/>
                </a:ext>
              </a:extLst>
            </p:cNvPr>
            <p:cNvSpPr txBox="1"/>
            <p:nvPr userDrawn="1"/>
          </p:nvSpPr>
          <p:spPr>
            <a:xfrm>
              <a:off x="8580213"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cxnSp>
          <p:nvCxnSpPr>
            <p:cNvPr id="189" name="Straight Connector 188">
              <a:extLst>
                <a:ext uri="{FF2B5EF4-FFF2-40B4-BE49-F238E27FC236}">
                  <a16:creationId xmlns:a16="http://schemas.microsoft.com/office/drawing/2014/main" id="{C216DAF5-4369-B241-B946-0ED9F3E7EC5D}"/>
                </a:ext>
              </a:extLst>
            </p:cNvPr>
            <p:cNvCxnSpPr/>
            <p:nvPr userDrawn="1"/>
          </p:nvCxnSpPr>
          <p:spPr>
            <a:xfrm flipV="1">
              <a:off x="3649675"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cxnSp>
          <p:nvCxnSpPr>
            <p:cNvPr id="190" name="Straight Connector 189">
              <a:extLst>
                <a:ext uri="{FF2B5EF4-FFF2-40B4-BE49-F238E27FC236}">
                  <a16:creationId xmlns:a16="http://schemas.microsoft.com/office/drawing/2014/main" id="{8E1CD583-1C76-814A-860F-230F9D23AD6A}"/>
                </a:ext>
              </a:extLst>
            </p:cNvPr>
            <p:cNvCxnSpPr/>
            <p:nvPr userDrawn="1"/>
          </p:nvCxnSpPr>
          <p:spPr>
            <a:xfrm flipV="1">
              <a:off x="7921380"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grpSp>
    </p:spTree>
    <p:extLst>
      <p:ext uri="{BB962C8B-B14F-4D97-AF65-F5344CB8AC3E}">
        <p14:creationId xmlns:p14="http://schemas.microsoft.com/office/powerpoint/2010/main" val="34128415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Title and 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a:t>Click to edit Master title style</a:t>
            </a:r>
            <a:endParaRPr lang="en-AU"/>
          </a:p>
        </p:txBody>
      </p:sp>
      <p:sp>
        <p:nvSpPr>
          <p:cNvPr id="3" name="Content Placeholder 2"/>
          <p:cNvSpPr>
            <a:spLocks noGrp="1"/>
          </p:cNvSpPr>
          <p:nvPr>
            <p:ph idx="1"/>
          </p:nvPr>
        </p:nvSpPr>
        <p:spPr/>
        <p:txBody>
          <a:bodyPr numCol="2" spcCol="360000"/>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Footer Placeholder 3"/>
          <p:cNvSpPr>
            <a:spLocks noGrp="1"/>
          </p:cNvSpPr>
          <p:nvPr>
            <p:ph type="ftr" sz="quarter" idx="10"/>
          </p:nvPr>
        </p:nvSpPr>
        <p:spPr/>
        <p:txBody>
          <a:bodyPr/>
          <a:lstStyle/>
          <a:p>
            <a:r>
              <a:rPr lang="en-US"/>
              <a:t>Proprietary &amp; Confidential |  03 Jun 2024</a:t>
            </a:r>
            <a:endParaRPr lang="en-AU"/>
          </a:p>
        </p:txBody>
      </p:sp>
      <p:sp>
        <p:nvSpPr>
          <p:cNvPr id="6" name="Slide Number Placeholder 5"/>
          <p:cNvSpPr>
            <a:spLocks noGrp="1"/>
          </p:cNvSpPr>
          <p:nvPr>
            <p:ph type="sldNum" sz="quarter" idx="11"/>
          </p:nvPr>
        </p:nvSpPr>
        <p:spPr/>
        <p:txBody>
          <a:bodyPr/>
          <a:lstStyle/>
          <a:p>
            <a:fld id="{2ABE124A-B5C5-46E0-B944-45307B126769}" type="slidenum">
              <a:rPr lang="en-AU" smtClean="0"/>
              <a:pPr/>
              <a:t>‹#›</a:t>
            </a:fld>
            <a:r>
              <a:rPr lang="en-AU"/>
              <a:t>  |</a:t>
            </a:r>
          </a:p>
        </p:txBody>
      </p:sp>
    </p:spTree>
    <p:extLst>
      <p:ext uri="{BB962C8B-B14F-4D97-AF65-F5344CB8AC3E}">
        <p14:creationId xmlns:p14="http://schemas.microsoft.com/office/powerpoint/2010/main" val="2275115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389371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ntent singl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750732" y="276091"/>
            <a:ext cx="7637618" cy="284631"/>
          </a:xfrm>
        </p:spPr>
        <p:txBody>
          <a:bodyPr/>
          <a:lstStyle>
            <a:lvl1pPr>
              <a:defRPr cap="all" baseline="0"/>
            </a:lvl1pPr>
          </a:lstStyle>
          <a:p>
            <a:r>
              <a:rPr lang="en-US" noProof="0"/>
              <a:t>CLICK TO ADD TITLE</a:t>
            </a:r>
          </a:p>
        </p:txBody>
      </p:sp>
      <p:grpSp>
        <p:nvGrpSpPr>
          <p:cNvPr id="7" name="Group 6">
            <a:extLst>
              <a:ext uri="{FF2B5EF4-FFF2-40B4-BE49-F238E27FC236}">
                <a16:creationId xmlns:a16="http://schemas.microsoft.com/office/drawing/2014/main" id="{18FA87DE-28D5-DD4C-AF20-166D41355771}"/>
              </a:ext>
            </a:extLst>
          </p:cNvPr>
          <p:cNvGrpSpPr/>
          <p:nvPr userDrawn="1"/>
        </p:nvGrpSpPr>
        <p:grpSpPr>
          <a:xfrm>
            <a:off x="372725" y="273627"/>
            <a:ext cx="162147" cy="325910"/>
            <a:chOff x="-22274" y="1505745"/>
            <a:chExt cx="1925121" cy="3870636"/>
          </a:xfrm>
        </p:grpSpPr>
        <p:sp>
          <p:nvSpPr>
            <p:cNvPr id="8" name="Gleichschenkliges Dreieck 26">
              <a:extLst>
                <a:ext uri="{FF2B5EF4-FFF2-40B4-BE49-F238E27FC236}">
                  <a16:creationId xmlns:a16="http://schemas.microsoft.com/office/drawing/2014/main" id="{29734D31-C539-8541-9F81-8F8186F54039}"/>
                </a:ext>
              </a:extLst>
            </p:cNvPr>
            <p:cNvSpPr/>
            <p:nvPr/>
          </p:nvSpPr>
          <p:spPr>
            <a:xfrm rot="5400000">
              <a:off x="-995031" y="2478502"/>
              <a:ext cx="3870636" cy="1925121"/>
            </a:xfrm>
            <a:prstGeom prst="triangle">
              <a:avLst>
                <a:gd name="adj" fmla="val 50244"/>
              </a:avLst>
            </a:prstGeom>
            <a:solidFill>
              <a:srgbClr val="E10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9" name="Gleichschenkliges Dreieck 8">
              <a:extLst>
                <a:ext uri="{FF2B5EF4-FFF2-40B4-BE49-F238E27FC236}">
                  <a16:creationId xmlns:a16="http://schemas.microsoft.com/office/drawing/2014/main" id="{44EEFF01-7446-0049-B86B-5A1F6B2BE1E8}"/>
                </a:ext>
              </a:extLst>
            </p:cNvPr>
            <p:cNvSpPr/>
            <p:nvPr/>
          </p:nvSpPr>
          <p:spPr>
            <a:xfrm rot="16200000" flipV="1">
              <a:off x="-25156" y="3451061"/>
              <a:ext cx="1928202" cy="1922433"/>
            </a:xfrm>
            <a:custGeom>
              <a:avLst/>
              <a:gdLst>
                <a:gd name="connsiteX0" fmla="*/ 0 w 6284026"/>
                <a:gd name="connsiteY0" fmla="*/ 2895600 h 2895600"/>
                <a:gd name="connsiteX1" fmla="*/ 3052026 w 6284026"/>
                <a:gd name="connsiteY1" fmla="*/ 0 h 2895600"/>
                <a:gd name="connsiteX2" fmla="*/ 6284026 w 6284026"/>
                <a:gd name="connsiteY2" fmla="*/ 2895600 h 2895600"/>
                <a:gd name="connsiteX3" fmla="*/ 0 w 6284026"/>
                <a:gd name="connsiteY3" fmla="*/ 2895600 h 2895600"/>
                <a:gd name="connsiteX0" fmla="*/ 0 w 3064576"/>
                <a:gd name="connsiteY0" fmla="*/ 2895600 h 2895600"/>
                <a:gd name="connsiteX1" fmla="*/ 3052026 w 3064576"/>
                <a:gd name="connsiteY1" fmla="*/ 0 h 2895600"/>
                <a:gd name="connsiteX2" fmla="*/ 3064576 w 3064576"/>
                <a:gd name="connsiteY2" fmla="*/ 2895600 h 2895600"/>
                <a:gd name="connsiteX3" fmla="*/ 0 w 3064576"/>
                <a:gd name="connsiteY3" fmla="*/ 2895600 h 2895600"/>
                <a:gd name="connsiteX0" fmla="*/ 0 w 3064576"/>
                <a:gd name="connsiteY0" fmla="*/ 2899640 h 2899640"/>
                <a:gd name="connsiteX1" fmla="*/ 3056127 w 3064576"/>
                <a:gd name="connsiteY1" fmla="*/ 0 h 2899640"/>
                <a:gd name="connsiteX2" fmla="*/ 3064576 w 3064576"/>
                <a:gd name="connsiteY2" fmla="*/ 2899640 h 2899640"/>
                <a:gd name="connsiteX3" fmla="*/ 0 w 3064576"/>
                <a:gd name="connsiteY3" fmla="*/ 2899640 h 2899640"/>
                <a:gd name="connsiteX0" fmla="*/ 0 w 3065564"/>
                <a:gd name="connsiteY0" fmla="*/ 2891556 h 2891556"/>
                <a:gd name="connsiteX1" fmla="*/ 3064327 w 3065564"/>
                <a:gd name="connsiteY1" fmla="*/ 1 h 2891556"/>
                <a:gd name="connsiteX2" fmla="*/ 3064576 w 3065564"/>
                <a:gd name="connsiteY2" fmla="*/ 2891556 h 2891556"/>
                <a:gd name="connsiteX3" fmla="*/ 0 w 3065564"/>
                <a:gd name="connsiteY3" fmla="*/ 2891556 h 2891556"/>
              </a:gdLst>
              <a:ahLst/>
              <a:cxnLst>
                <a:cxn ang="0">
                  <a:pos x="connsiteX0" y="connsiteY0"/>
                </a:cxn>
                <a:cxn ang="0">
                  <a:pos x="connsiteX1" y="connsiteY1"/>
                </a:cxn>
                <a:cxn ang="0">
                  <a:pos x="connsiteX2" y="connsiteY2"/>
                </a:cxn>
                <a:cxn ang="0">
                  <a:pos x="connsiteX3" y="connsiteY3"/>
                </a:cxn>
              </a:cxnLst>
              <a:rect l="l" t="t" r="r" b="b"/>
              <a:pathLst>
                <a:path w="3065564" h="2891556">
                  <a:moveTo>
                    <a:pt x="0" y="2891556"/>
                  </a:moveTo>
                  <a:lnTo>
                    <a:pt x="3064327" y="1"/>
                  </a:lnTo>
                  <a:cubicBezTo>
                    <a:pt x="3068510" y="965201"/>
                    <a:pt x="3060393" y="1926356"/>
                    <a:pt x="3064576" y="2891556"/>
                  </a:cubicBezTo>
                  <a:lnTo>
                    <a:pt x="0" y="2891556"/>
                  </a:lnTo>
                  <a:close/>
                </a:path>
              </a:pathLst>
            </a:custGeom>
            <a:solidFill>
              <a:srgbClr val="AF02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grpSp>
      <p:sp>
        <p:nvSpPr>
          <p:cNvPr id="4" name="Slide Number Placeholder 3">
            <a:extLst>
              <a:ext uri="{FF2B5EF4-FFF2-40B4-BE49-F238E27FC236}">
                <a16:creationId xmlns:a16="http://schemas.microsoft.com/office/drawing/2014/main" id="{C980285A-8F83-8249-9C2B-6A76C4DFFBBE}"/>
              </a:ext>
            </a:extLst>
          </p:cNvPr>
          <p:cNvSpPr>
            <a:spLocks noGrp="1"/>
          </p:cNvSpPr>
          <p:nvPr>
            <p:ph type="sldNum" sz="quarter" idx="13"/>
          </p:nvPr>
        </p:nvSpPr>
        <p:spPr/>
        <p:txBody>
          <a:bodyPr/>
          <a:lstStyle/>
          <a:p>
            <a:pPr algn="r"/>
            <a:fld id="{D3921A94-2C06-EF44-A870-A48BF422ADBF}" type="slidenum">
              <a:rPr lang="de-DE" smtClean="0"/>
              <a:pPr algn="r"/>
              <a:t>‹#›</a:t>
            </a:fld>
            <a:endParaRPr lang="de-DE"/>
          </a:p>
        </p:txBody>
      </p:sp>
      <p:sp>
        <p:nvSpPr>
          <p:cNvPr id="10" name="Rectangle 4">
            <a:extLst>
              <a:ext uri="{FF2B5EF4-FFF2-40B4-BE49-F238E27FC236}">
                <a16:creationId xmlns:a16="http://schemas.microsoft.com/office/drawing/2014/main" id="{5EBD1321-DA9D-4540-A695-1A19CB21ADB4}"/>
              </a:ext>
            </a:extLst>
          </p:cNvPr>
          <p:cNvSpPr>
            <a:spLocks noGrp="1" noChangeArrowheads="1"/>
          </p:cNvSpPr>
          <p:nvPr>
            <p:ph type="subTitle" idx="14" hasCustomPrompt="1"/>
          </p:nvPr>
        </p:nvSpPr>
        <p:spPr>
          <a:xfrm>
            <a:off x="750732" y="613798"/>
            <a:ext cx="7637618" cy="284631"/>
          </a:xfrm>
          <a:prstGeom prst="rect">
            <a:avLst/>
          </a:prstGeom>
        </p:spPr>
        <p:txBody>
          <a:bodyPr/>
          <a:lstStyle>
            <a:lvl1pPr marL="0" indent="0">
              <a:spcAft>
                <a:spcPts val="0"/>
              </a:spcAft>
              <a:buFontTx/>
              <a:buNone/>
              <a:defRPr sz="1998" b="0" i="0" cap="all" baseline="0">
                <a:solidFill>
                  <a:srgbClr val="5F6973"/>
                </a:solidFill>
                <a:latin typeface="Segoe UI" panose="020B0502040204020203" pitchFamily="34" charset="0"/>
                <a:cs typeface="Segoe UI" panose="020B0502040204020203" pitchFamily="34" charset="0"/>
              </a:defRPr>
            </a:lvl1pPr>
          </a:lstStyle>
          <a:p>
            <a:pPr lvl="0"/>
            <a:r>
              <a:rPr lang="en-US" noProof="0"/>
              <a:t>CLICK TO ADD SUBTITLE</a:t>
            </a:r>
          </a:p>
        </p:txBody>
      </p:sp>
      <p:sp>
        <p:nvSpPr>
          <p:cNvPr id="11" name="Content Placeholder 10">
            <a:extLst>
              <a:ext uri="{FF2B5EF4-FFF2-40B4-BE49-F238E27FC236}">
                <a16:creationId xmlns:a16="http://schemas.microsoft.com/office/drawing/2014/main" id="{9C1BD920-F17D-3A41-895A-707D6BA834EE}"/>
              </a:ext>
            </a:extLst>
          </p:cNvPr>
          <p:cNvSpPr>
            <a:spLocks noGrp="1"/>
          </p:cNvSpPr>
          <p:nvPr>
            <p:ph sz="quarter" idx="15" hasCustomPrompt="1"/>
          </p:nvPr>
        </p:nvSpPr>
        <p:spPr>
          <a:xfrm>
            <a:off x="755650" y="1203326"/>
            <a:ext cx="7632700" cy="3311525"/>
          </a:xfrm>
        </p:spPr>
        <p:txBody>
          <a:bodyPr/>
          <a:lstStyle/>
          <a:p>
            <a:pPr lvl="0"/>
            <a:r>
              <a:rPr lang="en-GB"/>
              <a:t>Click to add text</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5">
            <a:extLst>
              <a:ext uri="{FF2B5EF4-FFF2-40B4-BE49-F238E27FC236}">
                <a16:creationId xmlns:a16="http://schemas.microsoft.com/office/drawing/2014/main" id="{753BD1D0-7819-A940-9FBA-907B26C2FC4D}"/>
              </a:ext>
            </a:extLst>
          </p:cNvPr>
          <p:cNvSpPr>
            <a:spLocks noGrp="1" noChangeArrowheads="1"/>
          </p:cNvSpPr>
          <p:nvPr>
            <p:ph type="ftr" sz="quarter" idx="3"/>
          </p:nvPr>
        </p:nvSpPr>
        <p:spPr bwMode="gray">
          <a:xfrm>
            <a:off x="752400" y="4776069"/>
            <a:ext cx="3548294" cy="121273"/>
          </a:xfrm>
          <a:prstGeom prst="rect">
            <a:avLst/>
          </a:prstGeom>
          <a:noFill/>
          <a:ln>
            <a:noFill/>
          </a:ln>
          <a:effectLst/>
        </p:spPr>
        <p:txBody>
          <a:bodyPr vert="horz" wrap="square" lIns="0" tIns="0" rIns="0" bIns="0" numCol="1" anchor="t" anchorCtr="0" compatLnSpc="1">
            <a:prstTxWarp prst="textNoShape">
              <a:avLst/>
            </a:prstTxWarp>
          </a:bodyPr>
          <a:lstStyle>
            <a:lvl1pPr algn="r">
              <a:lnSpc>
                <a:spcPct val="100000"/>
              </a:lnSpc>
              <a:buClrTx/>
              <a:buSzTx/>
              <a:defRPr sz="800" b="0" i="0" smtClean="0">
                <a:solidFill>
                  <a:srgbClr val="5F6973"/>
                </a:solidFill>
                <a:latin typeface="Segoe UI Light" panose="020B0502040204020203" pitchFamily="34" charset="0"/>
                <a:cs typeface="Segoe UI Light" panose="020B0502040204020203" pitchFamily="34" charset="0"/>
              </a:defRPr>
            </a:lvl1pPr>
          </a:lstStyle>
          <a:p>
            <a:pPr algn="l">
              <a:defRPr/>
            </a:pPr>
            <a:r>
              <a:rPr lang="en-US"/>
              <a:t>Proprietary &amp; Confidential |  03 Jun 2024</a:t>
            </a:r>
          </a:p>
        </p:txBody>
      </p:sp>
      <p:sp>
        <p:nvSpPr>
          <p:cNvPr id="15" name="Date Placeholder 3">
            <a:extLst>
              <a:ext uri="{FF2B5EF4-FFF2-40B4-BE49-F238E27FC236}">
                <a16:creationId xmlns:a16="http://schemas.microsoft.com/office/drawing/2014/main" id="{4F57CFAE-195F-7248-BD97-6CF0B86FE38A}"/>
              </a:ext>
            </a:extLst>
          </p:cNvPr>
          <p:cNvSpPr>
            <a:spLocks noGrp="1"/>
          </p:cNvSpPr>
          <p:nvPr>
            <p:ph type="dt" sz="half" idx="2"/>
          </p:nvPr>
        </p:nvSpPr>
        <p:spPr>
          <a:xfrm>
            <a:off x="5765180" y="4776069"/>
            <a:ext cx="1267774" cy="125374"/>
          </a:xfrm>
          <a:prstGeom prst="rect">
            <a:avLst/>
          </a:prstGeom>
          <a:noFill/>
          <a:ln>
            <a:noFill/>
          </a:ln>
          <a:effectLst/>
        </p:spPr>
        <p:txBody>
          <a:bodyPr vert="horz" wrap="square" lIns="0" tIns="0" rIns="0" bIns="0" numCol="1" anchor="t" anchorCtr="0" compatLnSpc="1">
            <a:prstTxWarp prst="textNoShape">
              <a:avLst/>
            </a:prstTxWarp>
          </a:bodyPr>
          <a:lstStyle>
            <a:lvl1pPr algn="ctr">
              <a:defRPr lang="en-US" sz="800" b="0" i="0" smtClean="0">
                <a:solidFill>
                  <a:srgbClr val="5F6973"/>
                </a:solidFill>
                <a:latin typeface="Segoe UI Light" panose="020B0502040204020203" pitchFamily="34" charset="0"/>
                <a:cs typeface="Segoe UI Light" panose="020B0502040204020203" pitchFamily="34" charset="0"/>
              </a:defRPr>
            </a:lvl1pPr>
          </a:lstStyle>
          <a:p>
            <a:endParaRPr lang="de-DE"/>
          </a:p>
        </p:txBody>
      </p:sp>
    </p:spTree>
    <p:extLst>
      <p:ext uri="{BB962C8B-B14F-4D97-AF65-F5344CB8AC3E}">
        <p14:creationId xmlns:p14="http://schemas.microsoft.com/office/powerpoint/2010/main" val="2005446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1" y="228599"/>
            <a:ext cx="7315200" cy="285751"/>
          </a:xfrm>
          <a:prstGeom prst="rect">
            <a:avLst/>
          </a:prstGeom>
        </p:spPr>
        <p:txBody>
          <a:bodyPr vert="horz" wrap="square" lIns="0" tIns="0" rIns="0" bIns="0" rtlCol="0" anchor="t" anchorCtr="0">
            <a:noAutofit/>
          </a:bodyPr>
          <a:lstStyle/>
          <a:p>
            <a:r>
              <a:rPr lang="en-US"/>
              <a:t>Slide title [28pt Arial Bold]</a:t>
            </a:r>
          </a:p>
        </p:txBody>
      </p:sp>
      <p:grpSp>
        <p:nvGrpSpPr>
          <p:cNvPr id="7" name="Group 6">
            <a:extLst>
              <a:ext uri="{FF2B5EF4-FFF2-40B4-BE49-F238E27FC236}">
                <a16:creationId xmlns:a16="http://schemas.microsoft.com/office/drawing/2014/main" id="{C54DB860-41E2-E04B-ABD0-6BA4D570E7A0}"/>
              </a:ext>
            </a:extLst>
          </p:cNvPr>
          <p:cNvGrpSpPr/>
          <p:nvPr userDrawn="1"/>
        </p:nvGrpSpPr>
        <p:grpSpPr>
          <a:xfrm>
            <a:off x="7721529" y="0"/>
            <a:ext cx="1193870" cy="520820"/>
            <a:chOff x="-20628" y="0"/>
            <a:chExt cx="2488951" cy="1085792"/>
          </a:xfrm>
        </p:grpSpPr>
        <p:sp>
          <p:nvSpPr>
            <p:cNvPr id="8" name="Parallelogram 7">
              <a:extLst>
                <a:ext uri="{FF2B5EF4-FFF2-40B4-BE49-F238E27FC236}">
                  <a16:creationId xmlns:a16="http://schemas.microsoft.com/office/drawing/2014/main" id="{A441B466-B52D-0443-BF86-D267F733A465}"/>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2CE94B44-7208-0848-80E7-7165E7D106A8}"/>
                </a:ext>
              </a:extLst>
            </p:cNvPr>
            <p:cNvPicPr>
              <a:picLocks noChangeAspect="1"/>
            </p:cNvPicPr>
            <p:nvPr userDrawn="1"/>
          </p:nvPicPr>
          <p:blipFill>
            <a:blip r:embed="rId22"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7" name="Slide Number Placeholder 16">
            <a:extLst>
              <a:ext uri="{FF2B5EF4-FFF2-40B4-BE49-F238E27FC236}">
                <a16:creationId xmlns:a16="http://schemas.microsoft.com/office/drawing/2014/main" id="{F0B13DE1-DE5F-D844-BE5C-AEBBEC35CBB8}"/>
              </a:ext>
            </a:extLst>
          </p:cNvPr>
          <p:cNvSpPr>
            <a:spLocks noGrp="1"/>
          </p:cNvSpPr>
          <p:nvPr>
            <p:ph type="sldNum" sz="quarter" idx="4"/>
          </p:nvPr>
        </p:nvSpPr>
        <p:spPr>
          <a:xfrm>
            <a:off x="1" y="4914901"/>
            <a:ext cx="228599" cy="228599"/>
          </a:xfrm>
          <a:prstGeom prst="rect">
            <a:avLst/>
          </a:prstGeom>
        </p:spPr>
        <p:txBody>
          <a:bodyPr vert="horz" lIns="0" tIns="0" rIns="0" bIns="0" rtlCol="0" anchor="ctr"/>
          <a:lstStyle>
            <a:lvl1pPr algn="ctr">
              <a:defRPr sz="750">
                <a:solidFill>
                  <a:schemeClr val="accent5"/>
                </a:solidFill>
              </a:defRPr>
            </a:lvl1pPr>
          </a:lstStyle>
          <a:p>
            <a:fld id="{89006F1E-66CD-4A4B-9370-B4A3080F0E6C}" type="slidenum">
              <a:rPr lang="en-US" smtClean="0"/>
              <a:pPr/>
              <a:t>‹#›</a:t>
            </a:fld>
            <a:endParaRPr lang="en-US"/>
          </a:p>
        </p:txBody>
      </p:sp>
      <p:sp>
        <p:nvSpPr>
          <p:cNvPr id="3" name="Footer Placeholder 2">
            <a:extLst>
              <a:ext uri="{FF2B5EF4-FFF2-40B4-BE49-F238E27FC236}">
                <a16:creationId xmlns:a16="http://schemas.microsoft.com/office/drawing/2014/main" id="{586EC55D-6678-BB4B-BDDC-58D10FF57EC3}"/>
              </a:ext>
            </a:extLst>
          </p:cNvPr>
          <p:cNvSpPr>
            <a:spLocks noGrp="1"/>
          </p:cNvSpPr>
          <p:nvPr>
            <p:ph type="ftr" sz="quarter" idx="3"/>
          </p:nvPr>
        </p:nvSpPr>
        <p:spPr>
          <a:xfrm>
            <a:off x="228600" y="4914901"/>
            <a:ext cx="4343401" cy="228599"/>
          </a:xfrm>
          <a:prstGeom prst="rect">
            <a:avLst/>
          </a:prstGeom>
        </p:spPr>
        <p:txBody>
          <a:bodyPr vert="horz" lIns="91440" tIns="45720" rIns="91440" bIns="45720" rtlCol="0" anchor="ctr"/>
          <a:lstStyle>
            <a:lvl1pPr algn="l">
              <a:defRPr lang="en-US" sz="600" kern="1200">
                <a:solidFill>
                  <a:schemeClr val="accent5"/>
                </a:solidFill>
                <a:latin typeface="+mn-lt"/>
                <a:ea typeface="+mn-ea"/>
                <a:cs typeface="+mn-cs"/>
              </a:defRPr>
            </a:lvl1pPr>
          </a:lstStyle>
          <a:p>
            <a:r>
              <a:rPr lang="en-US"/>
              <a:t>Proprietary &amp; Confidential |  03 Jun 2024</a:t>
            </a:r>
          </a:p>
        </p:txBody>
      </p:sp>
      <p:sp>
        <p:nvSpPr>
          <p:cNvPr id="4" name="Text Placeholder 3">
            <a:extLst>
              <a:ext uri="{FF2B5EF4-FFF2-40B4-BE49-F238E27FC236}">
                <a16:creationId xmlns:a16="http://schemas.microsoft.com/office/drawing/2014/main" id="{F00A9AC8-05E2-9846-9B67-40D61264EC3C}"/>
              </a:ext>
            </a:extLst>
          </p:cNvPr>
          <p:cNvSpPr>
            <a:spLocks noGrp="1"/>
          </p:cNvSpPr>
          <p:nvPr>
            <p:ph type="body" idx="1"/>
          </p:nvPr>
        </p:nvSpPr>
        <p:spPr>
          <a:xfrm>
            <a:off x="228600" y="657226"/>
            <a:ext cx="8686799" cy="397549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 </a:t>
            </a:r>
          </a:p>
          <a:p>
            <a:pPr lvl="3"/>
            <a:r>
              <a:rPr lang="en-US"/>
              <a:t>Fourth level</a:t>
            </a:r>
          </a:p>
          <a:p>
            <a:pPr lvl="4"/>
            <a:r>
              <a:rPr lang="en-US"/>
              <a:t>Fifth level</a:t>
            </a:r>
          </a:p>
        </p:txBody>
      </p:sp>
    </p:spTree>
    <p:extLst>
      <p:ext uri="{BB962C8B-B14F-4D97-AF65-F5344CB8AC3E}">
        <p14:creationId xmlns:p14="http://schemas.microsoft.com/office/powerpoint/2010/main" val="1448471911"/>
      </p:ext>
    </p:extLst>
  </p:cSld>
  <p:clrMap bg1="lt1" tx1="dk1" bg2="lt2" tx2="dk2" accent1="accent1" accent2="accent2" accent3="accent3" accent4="accent4" accent5="accent5" accent6="accent6" hlink="hlink" folHlink="folHlink"/>
  <p:sldLayoutIdLst>
    <p:sldLayoutId id="2147484101"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145" r:id="rId18"/>
    <p:sldLayoutId id="2147484146" r:id="rId19"/>
    <p:sldLayoutId id="2147484168" r:id="rId20"/>
  </p:sldLayoutIdLst>
  <p:hf hdr="0" dt="0"/>
  <p:txStyles>
    <p:titleStyle>
      <a:lvl1pPr algn="l" defTabSz="685800" rtl="0" eaLnBrk="1" latinLnBrk="0" hangingPunct="1">
        <a:lnSpc>
          <a:spcPct val="90000"/>
        </a:lnSpc>
        <a:spcBef>
          <a:spcPct val="0"/>
        </a:spcBef>
        <a:buNone/>
        <a:defRPr sz="2100" b="1" kern="1200">
          <a:solidFill>
            <a:schemeClr val="tx2"/>
          </a:solidFill>
          <a:latin typeface="+mj-lt"/>
          <a:ea typeface="+mj-ea"/>
          <a:cs typeface="+mj-cs"/>
        </a:defRPr>
      </a:lvl1pPr>
    </p:titleStyle>
    <p:bodyStyle>
      <a:lvl1pPr marL="215504" indent="-215504" algn="l" defTabSz="685800" rtl="0" eaLnBrk="1" latinLnBrk="0" hangingPunct="1">
        <a:lnSpc>
          <a:spcPct val="120000"/>
        </a:lnSpc>
        <a:spcBef>
          <a:spcPts val="150"/>
        </a:spcBef>
        <a:buClr>
          <a:schemeClr val="tx2"/>
        </a:buClr>
        <a:buSzPct val="100000"/>
        <a:buFont typeface="Arial" panose="020B0604020202020204" pitchFamily="34" charset="0"/>
        <a:buChar char="•"/>
        <a:tabLst/>
        <a:defRPr sz="1500" b="0" kern="1200">
          <a:solidFill>
            <a:schemeClr val="tx1"/>
          </a:solidFill>
          <a:latin typeface="+mn-lt"/>
          <a:ea typeface="+mn-ea"/>
          <a:cs typeface="+mn-cs"/>
        </a:defRPr>
      </a:lvl1pPr>
      <a:lvl2pPr marL="389335" marR="0" indent="-213122" algn="l" defTabSz="685800" rtl="0" eaLnBrk="1" fontAlgn="auto" latinLnBrk="0" hangingPunct="1">
        <a:lnSpc>
          <a:spcPct val="120000"/>
        </a:lnSpc>
        <a:spcBef>
          <a:spcPts val="150"/>
        </a:spcBef>
        <a:spcAft>
          <a:spcPts val="0"/>
        </a:spcAft>
        <a:buClrTx/>
        <a:buSzPct val="76000"/>
        <a:buFont typeface="Arial" panose="020B0604020202020204" pitchFamily="34" charset="0"/>
        <a:buChar char="•"/>
        <a:tabLst/>
        <a:defRPr sz="1350" b="0" kern="1200">
          <a:solidFill>
            <a:schemeClr val="tx1"/>
          </a:solidFill>
          <a:latin typeface="+mn-lt"/>
          <a:ea typeface="+mn-ea"/>
          <a:cs typeface="+mn-cs"/>
        </a:defRPr>
      </a:lvl2pPr>
      <a:lvl3pPr marL="519113" marR="0" indent="-171450"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1050" b="0" kern="1200">
          <a:solidFill>
            <a:schemeClr val="tx1"/>
          </a:solidFill>
          <a:latin typeface="+mn-lt"/>
          <a:ea typeface="+mn-ea"/>
          <a:cs typeface="+mn-cs"/>
        </a:defRPr>
      </a:lvl3pPr>
      <a:lvl4pPr marL="646510" marR="0" indent="-128588"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900" b="0" kern="1200">
          <a:solidFill>
            <a:schemeClr val="tx1"/>
          </a:solidFill>
          <a:latin typeface="+mn-lt"/>
          <a:ea typeface="+mn-ea"/>
          <a:cs typeface="+mn-cs"/>
        </a:defRPr>
      </a:lvl4pPr>
      <a:lvl5pPr marL="809625" marR="0" indent="-117872"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825" b="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4" pos="5616" userDrawn="1">
          <p15:clr>
            <a:srgbClr val="F26B43"/>
          </p15:clr>
        </p15:guide>
        <p15:guide id="7" pos="3888" userDrawn="1">
          <p15:clr>
            <a:srgbClr val="F26B43"/>
          </p15:clr>
        </p15:guide>
        <p15:guide id="8" pos="1872" userDrawn="1">
          <p15:clr>
            <a:srgbClr val="F26B43"/>
          </p15:clr>
        </p15:guide>
        <p15:guide id="9" pos="144" userDrawn="1">
          <p15:clr>
            <a:srgbClr val="F26B43"/>
          </p15:clr>
        </p15:guide>
        <p15:guide id="10" pos="2016" userDrawn="1">
          <p15:clr>
            <a:srgbClr val="F26B43"/>
          </p15:clr>
        </p15:guide>
        <p15:guide id="11" orient="horz" pos="3096" userDrawn="1">
          <p15:clr>
            <a:srgbClr val="F26B43"/>
          </p15:clr>
        </p15:guide>
        <p15:guide id="12" pos="2880" userDrawn="1">
          <p15:clr>
            <a:srgbClr val="F26B43"/>
          </p15:clr>
        </p15:guide>
        <p15:guide id="13" pos="3744" userDrawn="1">
          <p15:clr>
            <a:srgbClr val="F26B43"/>
          </p15:clr>
        </p15:guide>
        <p15:guide id="14" orient="horz" pos="324" userDrawn="1">
          <p15:clr>
            <a:srgbClr val="F26B43"/>
          </p15:clr>
        </p15:guide>
        <p15:guide id="15" orient="horz" pos="414" userDrawn="1">
          <p15:clr>
            <a:srgbClr val="F26B43"/>
          </p15:clr>
        </p15:guide>
        <p15:guide id="16" orient="horz" pos="594" userDrawn="1">
          <p15:clr>
            <a:srgbClr val="F26B43"/>
          </p15:clr>
        </p15:guide>
        <p15:guide id="17" orient="horz" pos="68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1" y="228599"/>
            <a:ext cx="7315200" cy="285751"/>
          </a:xfrm>
          <a:prstGeom prst="rect">
            <a:avLst/>
          </a:prstGeom>
        </p:spPr>
        <p:txBody>
          <a:bodyPr vert="horz" wrap="square" lIns="0" tIns="0" rIns="0" bIns="0" rtlCol="0" anchor="t" anchorCtr="0">
            <a:noAutofit/>
          </a:bodyPr>
          <a:lstStyle/>
          <a:p>
            <a:r>
              <a:rPr lang="en-US"/>
              <a:t>Slide title [28pt Arial Bold]</a:t>
            </a:r>
          </a:p>
        </p:txBody>
      </p:sp>
      <p:grpSp>
        <p:nvGrpSpPr>
          <p:cNvPr id="7" name="Group 6">
            <a:extLst>
              <a:ext uri="{FF2B5EF4-FFF2-40B4-BE49-F238E27FC236}">
                <a16:creationId xmlns:a16="http://schemas.microsoft.com/office/drawing/2014/main" id="{C54DB860-41E2-E04B-ABD0-6BA4D570E7A0}"/>
              </a:ext>
            </a:extLst>
          </p:cNvPr>
          <p:cNvGrpSpPr/>
          <p:nvPr userDrawn="1"/>
        </p:nvGrpSpPr>
        <p:grpSpPr>
          <a:xfrm>
            <a:off x="7721529" y="0"/>
            <a:ext cx="1193870" cy="520820"/>
            <a:chOff x="-20628" y="0"/>
            <a:chExt cx="2488951" cy="1085792"/>
          </a:xfrm>
        </p:grpSpPr>
        <p:sp>
          <p:nvSpPr>
            <p:cNvPr id="8" name="Parallelogram 7">
              <a:extLst>
                <a:ext uri="{FF2B5EF4-FFF2-40B4-BE49-F238E27FC236}">
                  <a16:creationId xmlns:a16="http://schemas.microsoft.com/office/drawing/2014/main" id="{A441B466-B52D-0443-BF86-D267F733A465}"/>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2CE94B44-7208-0848-80E7-7165E7D106A8}"/>
                </a:ext>
              </a:extLst>
            </p:cNvPr>
            <p:cNvPicPr>
              <a:picLocks noChangeAspect="1"/>
            </p:cNvPicPr>
            <p:nvPr userDrawn="1"/>
          </p:nvPicPr>
          <p:blipFill>
            <a:blip r:embed="rId22"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7" name="Slide Number Placeholder 16">
            <a:extLst>
              <a:ext uri="{FF2B5EF4-FFF2-40B4-BE49-F238E27FC236}">
                <a16:creationId xmlns:a16="http://schemas.microsoft.com/office/drawing/2014/main" id="{F0B13DE1-DE5F-D844-BE5C-AEBBEC35CBB8}"/>
              </a:ext>
            </a:extLst>
          </p:cNvPr>
          <p:cNvSpPr>
            <a:spLocks noGrp="1"/>
          </p:cNvSpPr>
          <p:nvPr>
            <p:ph type="sldNum" sz="quarter" idx="4"/>
          </p:nvPr>
        </p:nvSpPr>
        <p:spPr>
          <a:xfrm>
            <a:off x="1" y="4914901"/>
            <a:ext cx="228599" cy="228599"/>
          </a:xfrm>
          <a:prstGeom prst="rect">
            <a:avLst/>
          </a:prstGeom>
        </p:spPr>
        <p:txBody>
          <a:bodyPr vert="horz" lIns="0" tIns="0" rIns="0" bIns="0" rtlCol="0" anchor="ctr"/>
          <a:lstStyle>
            <a:lvl1pPr algn="ctr">
              <a:defRPr sz="750">
                <a:solidFill>
                  <a:schemeClr val="accent5"/>
                </a:solidFill>
              </a:defRPr>
            </a:lvl1pPr>
          </a:lstStyle>
          <a:p>
            <a:fld id="{89006F1E-66CD-4A4B-9370-B4A3080F0E6C}" type="slidenum">
              <a:rPr lang="en-US" smtClean="0"/>
              <a:pPr/>
              <a:t>‹#›</a:t>
            </a:fld>
            <a:endParaRPr lang="en-US"/>
          </a:p>
        </p:txBody>
      </p:sp>
      <p:sp>
        <p:nvSpPr>
          <p:cNvPr id="3" name="Footer Placeholder 2">
            <a:extLst>
              <a:ext uri="{FF2B5EF4-FFF2-40B4-BE49-F238E27FC236}">
                <a16:creationId xmlns:a16="http://schemas.microsoft.com/office/drawing/2014/main" id="{586EC55D-6678-BB4B-BDDC-58D10FF57EC3}"/>
              </a:ext>
            </a:extLst>
          </p:cNvPr>
          <p:cNvSpPr>
            <a:spLocks noGrp="1"/>
          </p:cNvSpPr>
          <p:nvPr>
            <p:ph type="ftr" sz="quarter" idx="3"/>
          </p:nvPr>
        </p:nvSpPr>
        <p:spPr>
          <a:xfrm>
            <a:off x="228600" y="4914901"/>
            <a:ext cx="4343401" cy="228599"/>
          </a:xfrm>
          <a:prstGeom prst="rect">
            <a:avLst/>
          </a:prstGeom>
        </p:spPr>
        <p:txBody>
          <a:bodyPr vert="horz" lIns="91440" tIns="45720" rIns="91440" bIns="45720" rtlCol="0" anchor="ctr"/>
          <a:lstStyle>
            <a:lvl1pPr algn="l">
              <a:defRPr lang="en-US" sz="600" kern="1200">
                <a:solidFill>
                  <a:schemeClr val="accent5"/>
                </a:solidFill>
                <a:latin typeface="+mn-lt"/>
                <a:ea typeface="+mn-ea"/>
                <a:cs typeface="+mn-cs"/>
              </a:defRPr>
            </a:lvl1pPr>
          </a:lstStyle>
          <a:p>
            <a:r>
              <a:rPr lang="en-US"/>
              <a:t>Proprietary &amp; Confidential |  03 Jun 2024</a:t>
            </a:r>
          </a:p>
        </p:txBody>
      </p:sp>
      <p:sp>
        <p:nvSpPr>
          <p:cNvPr id="4" name="Text Placeholder 3">
            <a:extLst>
              <a:ext uri="{FF2B5EF4-FFF2-40B4-BE49-F238E27FC236}">
                <a16:creationId xmlns:a16="http://schemas.microsoft.com/office/drawing/2014/main" id="{F00A9AC8-05E2-9846-9B67-40D61264EC3C}"/>
              </a:ext>
            </a:extLst>
          </p:cNvPr>
          <p:cNvSpPr>
            <a:spLocks noGrp="1"/>
          </p:cNvSpPr>
          <p:nvPr>
            <p:ph type="body" idx="1"/>
          </p:nvPr>
        </p:nvSpPr>
        <p:spPr>
          <a:xfrm>
            <a:off x="228600" y="657226"/>
            <a:ext cx="8686799" cy="397549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 </a:t>
            </a:r>
          </a:p>
          <a:p>
            <a:pPr lvl="3"/>
            <a:r>
              <a:rPr lang="en-US"/>
              <a:t>Fourth level</a:t>
            </a:r>
          </a:p>
          <a:p>
            <a:pPr lvl="4"/>
            <a:r>
              <a:rPr lang="en-US"/>
              <a:t>Fifth level</a:t>
            </a:r>
          </a:p>
        </p:txBody>
      </p:sp>
    </p:spTree>
    <p:extLst>
      <p:ext uri="{BB962C8B-B14F-4D97-AF65-F5344CB8AC3E}">
        <p14:creationId xmlns:p14="http://schemas.microsoft.com/office/powerpoint/2010/main" val="706202082"/>
      </p:ext>
    </p:extLst>
  </p:cSld>
  <p:clrMap bg1="lt1" tx1="dk1" bg2="lt2" tx2="dk2" accent1="accent1" accent2="accent2" accent3="accent3" accent4="accent4" accent5="accent5" accent6="accent6" hlink="hlink" folHlink="folHlink"/>
  <p:sldLayoutIdLst>
    <p:sldLayoutId id="2147484148" r:id="rId1"/>
    <p:sldLayoutId id="2147484149" r:id="rId2"/>
    <p:sldLayoutId id="2147484150" r:id="rId3"/>
    <p:sldLayoutId id="2147484151" r:id="rId4"/>
    <p:sldLayoutId id="2147484152" r:id="rId5"/>
    <p:sldLayoutId id="2147484153" r:id="rId6"/>
    <p:sldLayoutId id="2147484154" r:id="rId7"/>
    <p:sldLayoutId id="2147484155" r:id="rId8"/>
    <p:sldLayoutId id="2147484156" r:id="rId9"/>
    <p:sldLayoutId id="2147484157" r:id="rId10"/>
    <p:sldLayoutId id="2147484158" r:id="rId11"/>
    <p:sldLayoutId id="2147484159" r:id="rId12"/>
    <p:sldLayoutId id="2147484160" r:id="rId13"/>
    <p:sldLayoutId id="2147484161" r:id="rId14"/>
    <p:sldLayoutId id="2147484162" r:id="rId15"/>
    <p:sldLayoutId id="2147484163" r:id="rId16"/>
    <p:sldLayoutId id="2147484164" r:id="rId17"/>
    <p:sldLayoutId id="2147484165" r:id="rId18"/>
    <p:sldLayoutId id="2147484166" r:id="rId19"/>
    <p:sldLayoutId id="2147484167" r:id="rId20"/>
  </p:sldLayoutIdLst>
  <p:hf hdr="0" dt="0"/>
  <p:txStyles>
    <p:titleStyle>
      <a:lvl1pPr algn="l" defTabSz="685800" rtl="0" eaLnBrk="1" latinLnBrk="0" hangingPunct="1">
        <a:lnSpc>
          <a:spcPct val="90000"/>
        </a:lnSpc>
        <a:spcBef>
          <a:spcPct val="0"/>
        </a:spcBef>
        <a:buNone/>
        <a:defRPr sz="2100" b="1" kern="1200">
          <a:solidFill>
            <a:schemeClr val="tx2"/>
          </a:solidFill>
          <a:latin typeface="+mj-lt"/>
          <a:ea typeface="+mj-ea"/>
          <a:cs typeface="+mj-cs"/>
        </a:defRPr>
      </a:lvl1pPr>
    </p:titleStyle>
    <p:bodyStyle>
      <a:lvl1pPr marL="215504" indent="-215504" algn="l" defTabSz="685800" rtl="0" eaLnBrk="1" latinLnBrk="0" hangingPunct="1">
        <a:lnSpc>
          <a:spcPct val="120000"/>
        </a:lnSpc>
        <a:spcBef>
          <a:spcPts val="150"/>
        </a:spcBef>
        <a:buClr>
          <a:schemeClr val="tx2"/>
        </a:buClr>
        <a:buSzPct val="100000"/>
        <a:buFont typeface="Arial" panose="020B0604020202020204" pitchFamily="34" charset="0"/>
        <a:buChar char="•"/>
        <a:tabLst/>
        <a:defRPr sz="1500" b="0" kern="1200">
          <a:solidFill>
            <a:schemeClr val="tx1"/>
          </a:solidFill>
          <a:latin typeface="+mn-lt"/>
          <a:ea typeface="+mn-ea"/>
          <a:cs typeface="+mn-cs"/>
        </a:defRPr>
      </a:lvl1pPr>
      <a:lvl2pPr marL="389335" marR="0" indent="-213122" algn="l" defTabSz="685800" rtl="0" eaLnBrk="1" fontAlgn="auto" latinLnBrk="0" hangingPunct="1">
        <a:lnSpc>
          <a:spcPct val="120000"/>
        </a:lnSpc>
        <a:spcBef>
          <a:spcPts val="150"/>
        </a:spcBef>
        <a:spcAft>
          <a:spcPts val="0"/>
        </a:spcAft>
        <a:buClrTx/>
        <a:buSzPct val="76000"/>
        <a:buFont typeface="Arial" panose="020B0604020202020204" pitchFamily="34" charset="0"/>
        <a:buChar char="•"/>
        <a:tabLst/>
        <a:defRPr sz="1350" b="0" kern="1200">
          <a:solidFill>
            <a:schemeClr val="tx1"/>
          </a:solidFill>
          <a:latin typeface="+mn-lt"/>
          <a:ea typeface="+mn-ea"/>
          <a:cs typeface="+mn-cs"/>
        </a:defRPr>
      </a:lvl2pPr>
      <a:lvl3pPr marL="519113" marR="0" indent="-171450"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1050" b="0" kern="1200">
          <a:solidFill>
            <a:schemeClr val="tx1"/>
          </a:solidFill>
          <a:latin typeface="+mn-lt"/>
          <a:ea typeface="+mn-ea"/>
          <a:cs typeface="+mn-cs"/>
        </a:defRPr>
      </a:lvl3pPr>
      <a:lvl4pPr marL="646510" marR="0" indent="-128588"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900" b="0" kern="1200">
          <a:solidFill>
            <a:schemeClr val="tx1"/>
          </a:solidFill>
          <a:latin typeface="+mn-lt"/>
          <a:ea typeface="+mn-ea"/>
          <a:cs typeface="+mn-cs"/>
        </a:defRPr>
      </a:lvl4pPr>
      <a:lvl5pPr marL="809625" marR="0" indent="-117872"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825" b="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4" pos="5616">
          <p15:clr>
            <a:srgbClr val="F26B43"/>
          </p15:clr>
        </p15:guide>
        <p15:guide id="7" pos="3888">
          <p15:clr>
            <a:srgbClr val="F26B43"/>
          </p15:clr>
        </p15:guide>
        <p15:guide id="8" pos="1872">
          <p15:clr>
            <a:srgbClr val="F26B43"/>
          </p15:clr>
        </p15:guide>
        <p15:guide id="9" pos="144">
          <p15:clr>
            <a:srgbClr val="F26B43"/>
          </p15:clr>
        </p15:guide>
        <p15:guide id="10" pos="2016">
          <p15:clr>
            <a:srgbClr val="F26B43"/>
          </p15:clr>
        </p15:guide>
        <p15:guide id="11" orient="horz" pos="3096">
          <p15:clr>
            <a:srgbClr val="F26B43"/>
          </p15:clr>
        </p15:guide>
        <p15:guide id="12" pos="2880">
          <p15:clr>
            <a:srgbClr val="F26B43"/>
          </p15:clr>
        </p15:guide>
        <p15:guide id="13" pos="3744">
          <p15:clr>
            <a:srgbClr val="F26B43"/>
          </p15:clr>
        </p15:guide>
        <p15:guide id="14" orient="horz" pos="324">
          <p15:clr>
            <a:srgbClr val="F26B43"/>
          </p15:clr>
        </p15:guide>
        <p15:guide id="15" orient="horz" pos="414">
          <p15:clr>
            <a:srgbClr val="F26B43"/>
          </p15:clr>
        </p15:guide>
        <p15:guide id="16" orient="horz" pos="594">
          <p15:clr>
            <a:srgbClr val="F26B43"/>
          </p15:clr>
        </p15:guide>
        <p15:guide id="17" orient="horz" pos="6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slideLayout" Target="../slideLayouts/slideLayout20.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7.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3" Type="http://schemas.openxmlformats.org/officeDocument/2006/relationships/tags" Target="../tags/tag33.xml"/><Relationship Id="rId18" Type="http://schemas.openxmlformats.org/officeDocument/2006/relationships/tags" Target="../tags/tag38.xml"/><Relationship Id="rId26" Type="http://schemas.openxmlformats.org/officeDocument/2006/relationships/tags" Target="../tags/tag46.xml"/><Relationship Id="rId39" Type="http://schemas.openxmlformats.org/officeDocument/2006/relationships/tags" Target="../tags/tag59.xml"/><Relationship Id="rId21" Type="http://schemas.openxmlformats.org/officeDocument/2006/relationships/tags" Target="../tags/tag41.xml"/><Relationship Id="rId34" Type="http://schemas.openxmlformats.org/officeDocument/2006/relationships/tags" Target="../tags/tag54.xml"/><Relationship Id="rId42" Type="http://schemas.openxmlformats.org/officeDocument/2006/relationships/slideLayout" Target="../slideLayouts/slideLayout7.xml"/><Relationship Id="rId7" Type="http://schemas.openxmlformats.org/officeDocument/2006/relationships/tags" Target="../tags/tag27.xml"/><Relationship Id="rId2" Type="http://schemas.openxmlformats.org/officeDocument/2006/relationships/tags" Target="../tags/tag22.xml"/><Relationship Id="rId16" Type="http://schemas.openxmlformats.org/officeDocument/2006/relationships/tags" Target="../tags/tag36.xml"/><Relationship Id="rId20" Type="http://schemas.openxmlformats.org/officeDocument/2006/relationships/tags" Target="../tags/tag40.xml"/><Relationship Id="rId29" Type="http://schemas.openxmlformats.org/officeDocument/2006/relationships/tags" Target="../tags/tag49.xml"/><Relationship Id="rId41" Type="http://schemas.openxmlformats.org/officeDocument/2006/relationships/tags" Target="../tags/tag61.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24" Type="http://schemas.openxmlformats.org/officeDocument/2006/relationships/tags" Target="../tags/tag44.xml"/><Relationship Id="rId32" Type="http://schemas.openxmlformats.org/officeDocument/2006/relationships/tags" Target="../tags/tag52.xml"/><Relationship Id="rId37" Type="http://schemas.openxmlformats.org/officeDocument/2006/relationships/tags" Target="../tags/tag57.xml"/><Relationship Id="rId40" Type="http://schemas.openxmlformats.org/officeDocument/2006/relationships/tags" Target="../tags/tag60.xml"/><Relationship Id="rId5" Type="http://schemas.openxmlformats.org/officeDocument/2006/relationships/tags" Target="../tags/tag25.xml"/><Relationship Id="rId15" Type="http://schemas.openxmlformats.org/officeDocument/2006/relationships/tags" Target="../tags/tag35.xml"/><Relationship Id="rId23" Type="http://schemas.openxmlformats.org/officeDocument/2006/relationships/tags" Target="../tags/tag43.xml"/><Relationship Id="rId28" Type="http://schemas.openxmlformats.org/officeDocument/2006/relationships/tags" Target="../tags/tag48.xml"/><Relationship Id="rId36" Type="http://schemas.openxmlformats.org/officeDocument/2006/relationships/tags" Target="../tags/tag56.xml"/><Relationship Id="rId10" Type="http://schemas.openxmlformats.org/officeDocument/2006/relationships/tags" Target="../tags/tag30.xml"/><Relationship Id="rId19" Type="http://schemas.openxmlformats.org/officeDocument/2006/relationships/tags" Target="../tags/tag39.xml"/><Relationship Id="rId31" Type="http://schemas.openxmlformats.org/officeDocument/2006/relationships/tags" Target="../tags/tag51.xml"/><Relationship Id="rId44" Type="http://schemas.openxmlformats.org/officeDocument/2006/relationships/image" Target="../media/image17.png"/><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 Id="rId22" Type="http://schemas.openxmlformats.org/officeDocument/2006/relationships/tags" Target="../tags/tag42.xml"/><Relationship Id="rId27" Type="http://schemas.openxmlformats.org/officeDocument/2006/relationships/tags" Target="../tags/tag47.xml"/><Relationship Id="rId30" Type="http://schemas.openxmlformats.org/officeDocument/2006/relationships/tags" Target="../tags/tag50.xml"/><Relationship Id="rId35" Type="http://schemas.openxmlformats.org/officeDocument/2006/relationships/tags" Target="../tags/tag55.xml"/><Relationship Id="rId43" Type="http://schemas.openxmlformats.org/officeDocument/2006/relationships/notesSlide" Target="../notesSlides/notesSlide8.xml"/><Relationship Id="rId8" Type="http://schemas.openxmlformats.org/officeDocument/2006/relationships/tags" Target="../tags/tag28.xml"/><Relationship Id="rId3" Type="http://schemas.openxmlformats.org/officeDocument/2006/relationships/tags" Target="../tags/tag23.xml"/><Relationship Id="rId12" Type="http://schemas.openxmlformats.org/officeDocument/2006/relationships/tags" Target="../tags/tag32.xml"/><Relationship Id="rId17" Type="http://schemas.openxmlformats.org/officeDocument/2006/relationships/tags" Target="../tags/tag37.xml"/><Relationship Id="rId25" Type="http://schemas.openxmlformats.org/officeDocument/2006/relationships/tags" Target="../tags/tag45.xml"/><Relationship Id="rId33" Type="http://schemas.openxmlformats.org/officeDocument/2006/relationships/tags" Target="../tags/tag53.xml"/><Relationship Id="rId38" Type="http://schemas.openxmlformats.org/officeDocument/2006/relationships/tags" Target="../tags/tag58.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23.jpe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emf"/><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emf"/><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C11D7FA6-568C-B22D-2E1E-AF13C6157834}"/>
              </a:ext>
            </a:extLst>
          </p:cNvPr>
          <p:cNvSpPr>
            <a:spLocks noGrp="1"/>
          </p:cNvSpPr>
          <p:nvPr>
            <p:ph type="ftr" sz="quarter" idx="11"/>
          </p:nvPr>
        </p:nvSpPr>
        <p:spPr/>
        <p:txBody>
          <a:bodyPr/>
          <a:lstStyle/>
          <a:p>
            <a:r>
              <a:rPr lang="en-US"/>
              <a:t>Proprietary &amp; Confidential |  03 Jun 2024</a:t>
            </a:r>
          </a:p>
        </p:txBody>
      </p:sp>
      <p:sp>
        <p:nvSpPr>
          <p:cNvPr id="2" name="Slide Number Placeholder 1"/>
          <p:cNvSpPr>
            <a:spLocks noGrp="1"/>
          </p:cNvSpPr>
          <p:nvPr>
            <p:ph type="sldNum" sz="quarter" idx="12"/>
          </p:nvPr>
        </p:nvSpPr>
        <p:spPr/>
        <p:txBody>
          <a:bodyPr/>
          <a:lstStyle/>
          <a:p>
            <a:pPr lvl="0"/>
            <a:fld id="{89006F1E-66CD-4A4B-9370-B4A3080F0E6C}" type="slidenum">
              <a:rPr lang="en-US" noProof="0" smtClean="0"/>
              <a:pPr lvl="0"/>
              <a:t>1</a:t>
            </a:fld>
            <a:endParaRPr lang="en-US" noProof="0"/>
          </a:p>
        </p:txBody>
      </p:sp>
      <p:sp>
        <p:nvSpPr>
          <p:cNvPr id="7" name="文本占位符 3">
            <a:extLst>
              <a:ext uri="{FF2B5EF4-FFF2-40B4-BE49-F238E27FC236}">
                <a16:creationId xmlns:a16="http://schemas.microsoft.com/office/drawing/2014/main" id="{0D5657DD-4FB3-DE8C-104B-9668C6977EAA}"/>
              </a:ext>
            </a:extLst>
          </p:cNvPr>
          <p:cNvSpPr>
            <a:spLocks noGrp="1"/>
          </p:cNvSpPr>
          <p:nvPr>
            <p:ph type="body" sz="quarter" idx="10"/>
          </p:nvPr>
        </p:nvSpPr>
        <p:spPr/>
        <p:txBody>
          <a:bodyPr/>
          <a:lstStyle/>
          <a:p>
            <a:r>
              <a:rPr lang="en-US" altLang="zh-CN"/>
              <a:t>Henkel and Thermo Fisher Team</a:t>
            </a:r>
            <a:endParaRPr lang="zh-CN" altLang="en-US"/>
          </a:p>
        </p:txBody>
      </p:sp>
      <p:sp>
        <p:nvSpPr>
          <p:cNvPr id="8" name="Title 5">
            <a:extLst>
              <a:ext uri="{FF2B5EF4-FFF2-40B4-BE49-F238E27FC236}">
                <a16:creationId xmlns:a16="http://schemas.microsoft.com/office/drawing/2014/main" id="{B423D6B5-2A1B-E51A-86D8-0F6A7E932AD8}"/>
              </a:ext>
            </a:extLst>
          </p:cNvPr>
          <p:cNvSpPr>
            <a:spLocks noGrp="1"/>
          </p:cNvSpPr>
          <p:nvPr>
            <p:ph type="title"/>
          </p:nvPr>
        </p:nvSpPr>
        <p:spPr/>
        <p:txBody>
          <a:bodyPr/>
          <a:lstStyle/>
          <a:p>
            <a:r>
              <a:rPr lang="en-GB" altLang="zh-CN"/>
              <a:t>HENKEL AG &amp; Co. KGaA</a:t>
            </a:r>
            <a:br>
              <a:rPr lang="en-US" altLang="zh-CN"/>
            </a:br>
            <a:r>
              <a:rPr lang="en-GB" altLang="zh-CN"/>
              <a:t>QCLAD</a:t>
            </a:r>
            <a:r>
              <a:rPr lang="en-US" altLang="zh-CN"/>
              <a:t> Kickoff </a:t>
            </a:r>
            <a:endParaRPr lang="en-US"/>
          </a:p>
        </p:txBody>
      </p:sp>
      <p:sp>
        <p:nvSpPr>
          <p:cNvPr id="9" name="文本占位符 4">
            <a:extLst>
              <a:ext uri="{FF2B5EF4-FFF2-40B4-BE49-F238E27FC236}">
                <a16:creationId xmlns:a16="http://schemas.microsoft.com/office/drawing/2014/main" id="{389A053E-CBF8-B4E7-B9B6-8D228CBD3E56}"/>
              </a:ext>
            </a:extLst>
          </p:cNvPr>
          <p:cNvSpPr>
            <a:spLocks noGrp="1"/>
          </p:cNvSpPr>
          <p:nvPr>
            <p:ph type="body" sz="quarter" idx="14"/>
          </p:nvPr>
        </p:nvSpPr>
        <p:spPr/>
        <p:txBody>
          <a:bodyPr/>
          <a:lstStyle/>
          <a:p>
            <a:r>
              <a:rPr lang="en-US" altLang="zh-CN"/>
              <a:t>3 - 7 Jun 2024</a:t>
            </a:r>
            <a:endParaRPr lang="zh-CN" altLang="en-US"/>
          </a:p>
          <a:p>
            <a:endParaRPr lang="zh-CN" altLang="en-US"/>
          </a:p>
        </p:txBody>
      </p:sp>
      <p:sp>
        <p:nvSpPr>
          <p:cNvPr id="3" name="TextBox 2"/>
          <p:cNvSpPr txBox="1"/>
          <p:nvPr/>
        </p:nvSpPr>
        <p:spPr>
          <a:xfrm>
            <a:off x="7412805" y="3290299"/>
            <a:ext cx="184731"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222222"/>
              </a:solidFill>
              <a:effectLst/>
              <a:uLnTx/>
              <a:uFillTx/>
              <a:latin typeface="Arial" panose="020B060402020202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8"/>
          <p:cNvPicPr>
            <a:picLocks noChangeAspect="1"/>
          </p:cNvPicPr>
          <p:nvPr/>
        </p:nvPicPr>
        <p:blipFill>
          <a:blip r:embed="rId3">
            <a:extLst>
              <a:ext uri="{28A0092B-C50C-407E-A947-70E740481C1C}">
                <a14:useLocalDpi xmlns:a14="http://schemas.microsoft.com/office/drawing/2010/main" val="0"/>
              </a:ext>
            </a:extLst>
          </a:blip>
          <a:srcRect l="55418" t="14275"/>
          <a:stretch>
            <a:fillRect/>
          </a:stretch>
        </p:blipFill>
        <p:spPr bwMode="auto">
          <a:xfrm>
            <a:off x="7399021" y="509716"/>
            <a:ext cx="1744979" cy="4633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Rectangle 36"/>
          <p:cNvSpPr>
            <a:spLocks noChangeArrowheads="1"/>
          </p:cNvSpPr>
          <p:nvPr/>
        </p:nvSpPr>
        <p:spPr bwMode="auto">
          <a:xfrm flipH="1">
            <a:off x="0" y="798561"/>
            <a:ext cx="9144000" cy="1031081"/>
          </a:xfrm>
          <a:prstGeom prst="rect">
            <a:avLst/>
          </a:prstGeom>
          <a:solidFill>
            <a:srgbClr val="EE3134"/>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r>
              <a:rPr lang="en-GB" altLang="zh-CN" sz="2000" b="1">
                <a:solidFill>
                  <a:srgbClr val="000000"/>
                </a:solidFill>
              </a:rPr>
              <a:t>HENKEL AG &amp; Co. </a:t>
            </a:r>
            <a:r>
              <a:rPr lang="en-GB" altLang="zh-CN" sz="2000" b="1" err="1">
                <a:solidFill>
                  <a:srgbClr val="000000"/>
                </a:solidFill>
              </a:rPr>
              <a:t>KGaA</a:t>
            </a:r>
            <a:endParaRPr lang="zh-CN" altLang="en-US" sz="2000" b="1">
              <a:solidFill>
                <a:srgbClr val="000000"/>
              </a:solidFill>
            </a:endParaRPr>
          </a:p>
        </p:txBody>
      </p:sp>
      <p:grpSp>
        <p:nvGrpSpPr>
          <p:cNvPr id="47109" name="Group 66"/>
          <p:cNvGrpSpPr/>
          <p:nvPr/>
        </p:nvGrpSpPr>
        <p:grpSpPr bwMode="auto">
          <a:xfrm flipH="1">
            <a:off x="-3" y="-18876"/>
            <a:ext cx="2148843" cy="5162375"/>
            <a:chOff x="9198732" y="526911"/>
            <a:chExt cx="2993269" cy="6331089"/>
          </a:xfrm>
        </p:grpSpPr>
        <p:sp>
          <p:nvSpPr>
            <p:cNvPr id="40" name="Freeform 39"/>
            <p:cNvSpPr/>
            <p:nvPr/>
          </p:nvSpPr>
          <p:spPr>
            <a:xfrm>
              <a:off x="9198732" y="526911"/>
              <a:ext cx="2993269" cy="6331089"/>
            </a:xfrm>
            <a:custGeom>
              <a:avLst/>
              <a:gdLst>
                <a:gd name="connsiteX0" fmla="*/ 2656522 w 2656522"/>
                <a:gd name="connsiteY0" fmla="*/ 0 h 5618832"/>
                <a:gd name="connsiteX1" fmla="*/ 2656522 w 2656522"/>
                <a:gd name="connsiteY1" fmla="*/ 5618832 h 5618832"/>
                <a:gd name="connsiteX2" fmla="*/ 2276114 w 2656522"/>
                <a:gd name="connsiteY2" fmla="*/ 5618832 h 5618832"/>
                <a:gd name="connsiteX3" fmla="*/ 0 w 2656522"/>
                <a:gd name="connsiteY3" fmla="*/ 5618832 h 5618832"/>
                <a:gd name="connsiteX4" fmla="*/ 2656522 w 2656522"/>
                <a:gd name="connsiteY4" fmla="*/ 0 h 5618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522" h="5618832">
                  <a:moveTo>
                    <a:pt x="2656522" y="0"/>
                  </a:moveTo>
                  <a:lnTo>
                    <a:pt x="2656522" y="5618832"/>
                  </a:lnTo>
                  <a:lnTo>
                    <a:pt x="2276114" y="5618832"/>
                  </a:lnTo>
                  <a:lnTo>
                    <a:pt x="0" y="5618832"/>
                  </a:lnTo>
                  <a:lnTo>
                    <a:pt x="2656522" y="0"/>
                  </a:lnTo>
                  <a:close/>
                </a:path>
              </a:pathLst>
            </a:custGeom>
            <a:gradFill>
              <a:gsLst>
                <a:gs pos="0">
                  <a:srgbClr val="64080A">
                    <a:alpha val="74000"/>
                  </a:srgbClr>
                </a:gs>
                <a:gs pos="31500">
                  <a:srgbClr val="89131C">
                    <a:alpha val="71000"/>
                  </a:srgbClr>
                </a:gs>
                <a:gs pos="63000">
                  <a:srgbClr val="AD1E2D">
                    <a:alpha val="66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1" name="Freeform 40"/>
            <p:cNvSpPr/>
            <p:nvPr/>
          </p:nvSpPr>
          <p:spPr>
            <a:xfrm>
              <a:off x="10613381" y="3519383"/>
              <a:ext cx="1578620" cy="3338617"/>
            </a:xfrm>
            <a:custGeom>
              <a:avLst/>
              <a:gdLst>
                <a:gd name="connsiteX0" fmla="*/ 1879726 w 1879726"/>
                <a:gd name="connsiteY0" fmla="*/ 0 h 3975824"/>
                <a:gd name="connsiteX1" fmla="*/ 1879726 w 1879726"/>
                <a:gd name="connsiteY1" fmla="*/ 3975824 h 3975824"/>
                <a:gd name="connsiteX2" fmla="*/ 1600546 w 1879726"/>
                <a:gd name="connsiteY2" fmla="*/ 3975824 h 3975824"/>
                <a:gd name="connsiteX3" fmla="*/ 802914 w 1879726"/>
                <a:gd name="connsiteY3" fmla="*/ 3975824 h 3975824"/>
                <a:gd name="connsiteX4" fmla="*/ 0 w 1879726"/>
                <a:gd name="connsiteY4" fmla="*/ 3975824 h 3975824"/>
                <a:gd name="connsiteX5" fmla="*/ 1879726 w 1879726"/>
                <a:gd name="connsiteY5" fmla="*/ 0 h 3975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9726" h="3975824">
                  <a:moveTo>
                    <a:pt x="1879726" y="0"/>
                  </a:moveTo>
                  <a:lnTo>
                    <a:pt x="1879726" y="3975824"/>
                  </a:lnTo>
                  <a:lnTo>
                    <a:pt x="1600546" y="3975824"/>
                  </a:lnTo>
                  <a:lnTo>
                    <a:pt x="802914" y="3975824"/>
                  </a:lnTo>
                  <a:lnTo>
                    <a:pt x="0" y="3975824"/>
                  </a:lnTo>
                  <a:lnTo>
                    <a:pt x="1879726"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sp>
        <p:nvSpPr>
          <p:cNvPr id="9" name="Content Placeholder 2"/>
          <p:cNvSpPr txBox="1"/>
          <p:nvPr/>
        </p:nvSpPr>
        <p:spPr>
          <a:xfrm>
            <a:off x="2148840" y="1866245"/>
            <a:ext cx="5352099" cy="3247043"/>
          </a:xfrm>
          <a:prstGeom prst="rect">
            <a:avLst/>
          </a:prstGeom>
          <a:noFill/>
        </p:spPr>
        <p:txBody>
          <a:bodyPr wrap="square" rtlCol="0">
            <a:spAutoFit/>
          </a:bodyPr>
          <a:lstStyle>
            <a:lvl1pPr marL="189230" indent="-189230" algn="l" defTabSz="171450" rtl="0" eaLnBrk="1" fontAlgn="base" hangingPunct="1">
              <a:spcBef>
                <a:spcPct val="0"/>
              </a:spcBef>
              <a:spcAft>
                <a:spcPts val="600"/>
              </a:spcAft>
              <a:buClr>
                <a:schemeClr val="accent4"/>
              </a:buClr>
              <a:buChar char="•"/>
              <a:defRPr sz="2000" b="0">
                <a:solidFill>
                  <a:schemeClr val="tx1"/>
                </a:solidFill>
                <a:latin typeface="+mn-lt"/>
                <a:ea typeface="MS PGothic" panose="020B0600070205080204" pitchFamily="34" charset="-128"/>
                <a:cs typeface="MS PGothic" panose="020B0600070205080204" pitchFamily="34" charset="-128"/>
              </a:defRPr>
            </a:lvl1pPr>
            <a:lvl2pPr marL="342900" indent="-171450" algn="l" defTabSz="342900" rtl="0" eaLnBrk="1" fontAlgn="base" hangingPunct="1">
              <a:spcBef>
                <a:spcPct val="0"/>
              </a:spcBef>
              <a:spcAft>
                <a:spcPts val="600"/>
              </a:spcAft>
              <a:buClr>
                <a:schemeClr val="accent5">
                  <a:lumMod val="75000"/>
                </a:schemeClr>
              </a:buClr>
              <a:buFont typeface="Arial" panose="020B0604020202020204" pitchFamily="34" charset="0"/>
              <a:buChar char="•"/>
              <a:defRPr sz="1800">
                <a:solidFill>
                  <a:schemeClr val="tx1"/>
                </a:solidFill>
                <a:latin typeface="+mn-lt"/>
                <a:ea typeface="MS PGothic" panose="020B0600070205080204" pitchFamily="34" charset="-128"/>
              </a:defRPr>
            </a:lvl2pPr>
            <a:lvl3pPr marL="571500" indent="-171450" algn="l" defTabSz="571500" rtl="0" eaLnBrk="1" fontAlgn="base" hangingPunct="1">
              <a:spcBef>
                <a:spcPct val="0"/>
              </a:spcBef>
              <a:spcAft>
                <a:spcPts val="600"/>
              </a:spcAft>
              <a:buClr>
                <a:schemeClr val="accent5">
                  <a:lumMod val="75000"/>
                </a:schemeClr>
              </a:buClr>
              <a:buFont typeface="Arial" panose="020B0604020202020204" pitchFamily="34" charset="0"/>
              <a:buChar char="•"/>
              <a:defRPr sz="1600">
                <a:solidFill>
                  <a:schemeClr val="tx1"/>
                </a:solidFill>
                <a:latin typeface="+mn-lt"/>
                <a:ea typeface="MS PGothic" panose="020B0600070205080204" pitchFamily="34" charset="-128"/>
              </a:defRPr>
            </a:lvl3pPr>
            <a:lvl4pPr marL="1317625" indent="-203200" algn="l" rtl="0" eaLnBrk="1" fontAlgn="base" hangingPunct="1">
              <a:spcBef>
                <a:spcPct val="0"/>
              </a:spcBef>
              <a:spcAft>
                <a:spcPct val="20000"/>
              </a:spcAft>
              <a:buFont typeface="Symbol" panose="05050102010706020507" pitchFamily="18" charset="2"/>
              <a:buChar char="-"/>
              <a:defRPr sz="1600">
                <a:solidFill>
                  <a:schemeClr val="tx1"/>
                </a:solidFill>
                <a:latin typeface="+mn-lt"/>
                <a:ea typeface="MS PGothic" panose="020B0600070205080204" pitchFamily="34" charset="-128"/>
              </a:defRPr>
            </a:lvl4pPr>
            <a:lvl5pPr marL="17164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5pPr>
            <a:lvl6pPr marL="21736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6pPr>
            <a:lvl7pPr marL="26308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7pPr>
            <a:lvl8pPr marL="30880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8pPr>
            <a:lvl9pPr marL="35452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9pPr>
          </a:lstStyle>
          <a:p>
            <a:pPr algn="just"/>
            <a:r>
              <a:rPr lang="en-US" altLang="zh-CN" sz="1000">
                <a:latin typeface="Calibri" panose="020F0502020204030204" pitchFamily="34" charset="0"/>
                <a:ea typeface="等线" panose="02010600030101010101" pitchFamily="2" charset="-122"/>
                <a:cs typeface="Calibri" panose="020F0502020204030204" pitchFamily="34" charset="0"/>
              </a:rPr>
              <a:t>Anson Alexander 				-  Quality Regional Head, APAC</a:t>
            </a:r>
          </a:p>
          <a:p>
            <a:pPr algn="l"/>
            <a:r>
              <a:rPr lang="en-US" altLang="zh-CN" sz="1000">
                <a:latin typeface="Calibri" panose="020F0502020204030204" pitchFamily="34" charset="0"/>
                <a:ea typeface="等线" panose="02010600030101010101" pitchFamily="2" charset="-122"/>
                <a:cs typeface="Calibri" panose="020F0502020204030204" pitchFamily="34" charset="0"/>
              </a:rPr>
              <a:t>Szymon Bilski      				-  Head QM/MMA/PTP A</a:t>
            </a:r>
          </a:p>
          <a:p>
            <a:pPr algn="l"/>
            <a:r>
              <a:rPr lang="en-US" altLang="zh-CN" sz="1000">
                <a:latin typeface="Calibri" panose="020F0502020204030204" pitchFamily="34" charset="0"/>
                <a:ea typeface="等线" panose="02010600030101010101" pitchFamily="2" charset="-122"/>
                <a:cs typeface="Calibri" panose="020F0502020204030204" pitchFamily="34" charset="0"/>
              </a:rPr>
              <a:t>Maline Sun           				- Quality Head, GCN</a:t>
            </a:r>
          </a:p>
          <a:p>
            <a:pPr algn="l"/>
            <a:r>
              <a:rPr lang="en-US" altLang="zh-CN" sz="1000">
                <a:latin typeface="Calibri" panose="020F0502020204030204" pitchFamily="34" charset="0"/>
                <a:ea typeface="等线" panose="02010600030101010101" pitchFamily="2" charset="-122"/>
                <a:cs typeface="Calibri" panose="020F0502020204030204" pitchFamily="34" charset="0"/>
              </a:rPr>
              <a:t>Lisa Zhou             				- Plant Quality Head</a:t>
            </a:r>
          </a:p>
          <a:p>
            <a:pPr algn="l"/>
            <a:r>
              <a:rPr lang="en-US" altLang="zh-CN" sz="1000">
                <a:latin typeface="Calibri" panose="020F0502020204030204" pitchFamily="34" charset="0"/>
                <a:ea typeface="等线" panose="02010600030101010101" pitchFamily="2" charset="-122"/>
                <a:cs typeface="Calibri" panose="020F0502020204030204" pitchFamily="34" charset="0"/>
              </a:rPr>
              <a:t>Neelima Rajesh    				- Global Project Manager</a:t>
            </a:r>
          </a:p>
          <a:p>
            <a:pPr algn="l"/>
            <a:r>
              <a:rPr lang="en-US" altLang="zh-CN" sz="1000">
                <a:latin typeface="Calibri" panose="020F0502020204030204" pitchFamily="34" charset="0"/>
                <a:ea typeface="等线" panose="02010600030101010101" pitchFamily="2" charset="-122"/>
                <a:cs typeface="Calibri" panose="020F0502020204030204" pitchFamily="34" charset="0"/>
              </a:rPr>
              <a:t>Joana </a:t>
            </a:r>
            <a:r>
              <a:rPr lang="en-US" altLang="zh-CN" sz="1000" err="1">
                <a:latin typeface="Calibri" panose="020F0502020204030204" pitchFamily="34" charset="0"/>
                <a:ea typeface="等线" panose="02010600030101010101" pitchFamily="2" charset="-122"/>
                <a:cs typeface="Calibri" panose="020F0502020204030204" pitchFamily="34" charset="0"/>
              </a:rPr>
              <a:t>Cavalheiro</a:t>
            </a:r>
            <a:r>
              <a:rPr lang="en-US" altLang="zh-CN" sz="1000">
                <a:latin typeface="Calibri" panose="020F0502020204030204" pitchFamily="34" charset="0"/>
                <a:ea typeface="等线" panose="02010600030101010101" pitchFamily="2" charset="-122"/>
                <a:cs typeface="Calibri" panose="020F0502020204030204" pitchFamily="34" charset="0"/>
              </a:rPr>
              <a:t> Gomes 		- Global QC Governance Lead</a:t>
            </a:r>
          </a:p>
          <a:p>
            <a:pPr algn="l"/>
            <a:r>
              <a:rPr lang="en-US" altLang="zh-CN" sz="1000">
                <a:latin typeface="Calibri" panose="020F0502020204030204" pitchFamily="34" charset="0"/>
                <a:ea typeface="等线" panose="02010600030101010101" pitchFamily="2" charset="-122"/>
                <a:cs typeface="Calibri" panose="020F0502020204030204" pitchFamily="34" charset="0"/>
              </a:rPr>
              <a:t>Melvin Ang           				- Business Value Owner</a:t>
            </a:r>
          </a:p>
          <a:p>
            <a:pPr algn="l"/>
            <a:r>
              <a:rPr lang="en-US" altLang="zh-CN" sz="1000">
                <a:latin typeface="Calibri" panose="020F0502020204030204" pitchFamily="34" charset="0"/>
                <a:ea typeface="等线" panose="02010600030101010101" pitchFamily="2" charset="-122"/>
                <a:cs typeface="Calibri" panose="020F0502020204030204" pitchFamily="34" charset="0"/>
              </a:rPr>
              <a:t>Frank Shen          				- Project Manager</a:t>
            </a:r>
          </a:p>
          <a:p>
            <a:pPr algn="l"/>
            <a:r>
              <a:rPr lang="en-US" altLang="zh-CN" sz="1000">
                <a:latin typeface="Calibri" panose="020F0502020204030204" pitchFamily="34" charset="0"/>
                <a:ea typeface="等线" panose="02010600030101010101" pitchFamily="2" charset="-122"/>
                <a:cs typeface="Calibri" panose="020F0502020204030204" pitchFamily="34" charset="0"/>
              </a:rPr>
              <a:t>David Li               					- Project Lead APAC</a:t>
            </a:r>
          </a:p>
          <a:p>
            <a:pPr algn="l"/>
            <a:r>
              <a:rPr lang="en-US" altLang="zh-CN" sz="1000">
                <a:latin typeface="Calibri" panose="020F0502020204030204" pitchFamily="34" charset="0"/>
                <a:ea typeface="等线" panose="02010600030101010101" pitchFamily="2" charset="-122"/>
                <a:cs typeface="Calibri" panose="020F0502020204030204" pitchFamily="34" charset="0"/>
              </a:rPr>
              <a:t>Samanta Zhang  				- Plant Dx Lead</a:t>
            </a:r>
          </a:p>
          <a:p>
            <a:pPr algn="l"/>
            <a:r>
              <a:rPr lang="en-US" altLang="zh-CN" sz="1000">
                <a:latin typeface="Calibri" panose="020F0502020204030204" pitchFamily="34" charset="0"/>
                <a:ea typeface="等线" panose="02010600030101010101" pitchFamily="2" charset="-122"/>
                <a:cs typeface="Calibri" panose="020F0502020204030204" pitchFamily="34" charset="0"/>
              </a:rPr>
              <a:t>Joanna Wang      				- Lab Quality Head</a:t>
            </a:r>
          </a:p>
          <a:p>
            <a:pPr algn="l"/>
            <a:r>
              <a:rPr lang="en-US" altLang="zh-CN" sz="1000">
                <a:latin typeface="Calibri" panose="020F0502020204030204" pitchFamily="34" charset="0"/>
                <a:ea typeface="等线" panose="02010600030101010101" pitchFamily="2" charset="-122"/>
                <a:cs typeface="Calibri" panose="020F0502020204030204" pitchFamily="34" charset="0"/>
              </a:rPr>
              <a:t>Tony Zhuang       				- Lab Quality Head </a:t>
            </a:r>
          </a:p>
          <a:p>
            <a:pPr algn="l"/>
            <a:r>
              <a:rPr lang="en-US" altLang="zh-CN" sz="1000">
                <a:latin typeface="Calibri" panose="020F0502020204030204" pitchFamily="34" charset="0"/>
                <a:ea typeface="等线" panose="02010600030101010101" pitchFamily="2" charset="-122"/>
                <a:cs typeface="Calibri" panose="020F0502020204030204" pitchFamily="34" charset="0"/>
              </a:rPr>
              <a:t>Akshay Gaikwad  				- Quality SME, India</a:t>
            </a:r>
          </a:p>
          <a:p>
            <a:pPr algn="l"/>
            <a:r>
              <a:rPr lang="en-US" altLang="zh-CN" sz="1000">
                <a:latin typeface="Calibri" panose="020F0502020204030204" pitchFamily="34" charset="0"/>
                <a:ea typeface="等线" panose="02010600030101010101" pitchFamily="2" charset="-122"/>
                <a:cs typeface="Calibri" panose="020F0502020204030204" pitchFamily="34" charset="0"/>
              </a:rPr>
              <a:t>Eagle Wang           				- Digital projects coordinator, Dragon</a:t>
            </a:r>
          </a:p>
        </p:txBody>
      </p:sp>
      <p:pic>
        <p:nvPicPr>
          <p:cNvPr id="2" name="Picture 1" descr="A red and black logo&#10;&#10;Description automatically generated">
            <a:extLst>
              <a:ext uri="{FF2B5EF4-FFF2-40B4-BE49-F238E27FC236}">
                <a16:creationId xmlns:a16="http://schemas.microsoft.com/office/drawing/2014/main" id="{D984E0E1-7C50-9FE4-C4C2-6DF89023E66E}"/>
              </a:ext>
            </a:extLst>
          </p:cNvPr>
          <p:cNvPicPr>
            <a:picLocks noChangeAspect="1"/>
          </p:cNvPicPr>
          <p:nvPr/>
        </p:nvPicPr>
        <p:blipFill>
          <a:blip r:embed="rId4"/>
          <a:stretch>
            <a:fillRect/>
          </a:stretch>
        </p:blipFill>
        <p:spPr>
          <a:xfrm>
            <a:off x="6587015" y="0"/>
            <a:ext cx="1020250" cy="529241"/>
          </a:xfrm>
          <a:prstGeom prst="rect">
            <a:avLst/>
          </a:prstGeom>
        </p:spPr>
      </p:pic>
      <p:sp>
        <p:nvSpPr>
          <p:cNvPr id="15" name="Slide Number Placeholder 7">
            <a:extLst>
              <a:ext uri="{FF2B5EF4-FFF2-40B4-BE49-F238E27FC236}">
                <a16:creationId xmlns:a16="http://schemas.microsoft.com/office/drawing/2014/main" id="{2D543846-E424-20A9-68F1-269E7182C0D5}"/>
              </a:ext>
            </a:extLst>
          </p:cNvPr>
          <p:cNvSpPr txBox="1">
            <a:spLocks/>
          </p:cNvSpPr>
          <p:nvPr/>
        </p:nvSpPr>
        <p:spPr>
          <a:xfrm>
            <a:off x="1" y="4914901"/>
            <a:ext cx="228599" cy="22859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9006F1E-66CD-4A4B-9370-B4A3080F0E6C}" type="slidenum">
              <a:rPr lang="en-US" sz="1000" smtClean="0">
                <a:latin typeface="Calibri" panose="020F0502020204030204" pitchFamily="34" charset="0"/>
                <a:cs typeface="Calibri" panose="020F0502020204030204" pitchFamily="34" charset="0"/>
              </a:rPr>
              <a:pPr/>
              <a:t>2</a:t>
            </a:fld>
            <a:endParaRPr lang="en-US" sz="1000">
              <a:latin typeface="Calibri" panose="020F0502020204030204" pitchFamily="34" charset="0"/>
              <a:cs typeface="Calibri" panose="020F0502020204030204" pitchFamily="34" charset="0"/>
            </a:endParaRPr>
          </a:p>
        </p:txBody>
      </p:sp>
      <p:sp>
        <p:nvSpPr>
          <p:cNvPr id="16" name="Footer Placeholder 9">
            <a:extLst>
              <a:ext uri="{FF2B5EF4-FFF2-40B4-BE49-F238E27FC236}">
                <a16:creationId xmlns:a16="http://schemas.microsoft.com/office/drawing/2014/main" id="{5D2A275B-7CED-F135-BF50-91B0E4269D1F}"/>
              </a:ext>
            </a:extLst>
          </p:cNvPr>
          <p:cNvSpPr txBox="1">
            <a:spLocks/>
          </p:cNvSpPr>
          <p:nvPr/>
        </p:nvSpPr>
        <p:spPr>
          <a:xfrm>
            <a:off x="289560" y="4914901"/>
            <a:ext cx="4343401"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00">
                <a:ea typeface="MS PGothic" panose="020B0600070205080204" pitchFamily="34" charset="-128"/>
              </a:rPr>
              <a:t>Proprietary &amp; Confidential |  03 Jun 2024</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8"/>
          <p:cNvPicPr>
            <a:picLocks noChangeAspect="1"/>
          </p:cNvPicPr>
          <p:nvPr/>
        </p:nvPicPr>
        <p:blipFill>
          <a:blip r:embed="rId3">
            <a:extLst>
              <a:ext uri="{28A0092B-C50C-407E-A947-70E740481C1C}">
                <a14:useLocalDpi xmlns:a14="http://schemas.microsoft.com/office/drawing/2010/main" val="0"/>
              </a:ext>
            </a:extLst>
          </a:blip>
          <a:srcRect l="55418" t="14275"/>
          <a:stretch>
            <a:fillRect/>
          </a:stretch>
        </p:blipFill>
        <p:spPr bwMode="auto">
          <a:xfrm>
            <a:off x="7387590" y="519499"/>
            <a:ext cx="1756410" cy="464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Rectangle 36"/>
          <p:cNvSpPr>
            <a:spLocks noChangeArrowheads="1"/>
          </p:cNvSpPr>
          <p:nvPr/>
        </p:nvSpPr>
        <p:spPr bwMode="auto">
          <a:xfrm flipH="1">
            <a:off x="0" y="547101"/>
            <a:ext cx="9144000" cy="1031081"/>
          </a:xfrm>
          <a:prstGeom prst="rect">
            <a:avLst/>
          </a:prstGeom>
          <a:solidFill>
            <a:srgbClr val="EE3134"/>
          </a:solidFill>
          <a:ln>
            <a:noFill/>
          </a:ln>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r>
              <a:rPr lang="en-US" altLang="zh-CN" sz="2000" b="1" i="0" err="1">
                <a:solidFill>
                  <a:srgbClr val="000000"/>
                </a:solidFill>
                <a:effectLst/>
                <a:latin typeface="Arial" panose="020B0604020202020204" pitchFamily="34" charset="0"/>
              </a:rPr>
              <a:t>Thermo</a:t>
            </a:r>
            <a:r>
              <a:rPr lang="en-US" altLang="zh-CN" sz="2000" b="1" i="0">
                <a:solidFill>
                  <a:srgbClr val="000000"/>
                </a:solidFill>
                <a:effectLst/>
                <a:latin typeface="Arial" panose="020B0604020202020204" pitchFamily="34" charset="0"/>
              </a:rPr>
              <a:t> Fisher Scientific</a:t>
            </a:r>
            <a:endParaRPr lang="en-US" altLang="zh-CN" sz="2000" b="1">
              <a:solidFill>
                <a:schemeClr val="bg1"/>
              </a:solidFill>
              <a:latin typeface="微软雅黑" panose="020B0503020204020204" pitchFamily="34" charset="-122"/>
              <a:ea typeface="微软雅黑" panose="020B0503020204020204" pitchFamily="34" charset="-122"/>
            </a:endParaRPr>
          </a:p>
        </p:txBody>
      </p:sp>
      <p:grpSp>
        <p:nvGrpSpPr>
          <p:cNvPr id="47109" name="Group 66"/>
          <p:cNvGrpSpPr/>
          <p:nvPr/>
        </p:nvGrpSpPr>
        <p:grpSpPr bwMode="auto">
          <a:xfrm flipH="1">
            <a:off x="-1" y="0"/>
            <a:ext cx="2153017" cy="5143500"/>
            <a:chOff x="9198732" y="526911"/>
            <a:chExt cx="2993269" cy="6331089"/>
          </a:xfrm>
        </p:grpSpPr>
        <p:sp>
          <p:nvSpPr>
            <p:cNvPr id="40" name="Freeform 39"/>
            <p:cNvSpPr/>
            <p:nvPr/>
          </p:nvSpPr>
          <p:spPr>
            <a:xfrm>
              <a:off x="9198732" y="526911"/>
              <a:ext cx="2993269" cy="6331089"/>
            </a:xfrm>
            <a:custGeom>
              <a:avLst/>
              <a:gdLst>
                <a:gd name="connsiteX0" fmla="*/ 2656522 w 2656522"/>
                <a:gd name="connsiteY0" fmla="*/ 0 h 5618832"/>
                <a:gd name="connsiteX1" fmla="*/ 2656522 w 2656522"/>
                <a:gd name="connsiteY1" fmla="*/ 5618832 h 5618832"/>
                <a:gd name="connsiteX2" fmla="*/ 2276114 w 2656522"/>
                <a:gd name="connsiteY2" fmla="*/ 5618832 h 5618832"/>
                <a:gd name="connsiteX3" fmla="*/ 0 w 2656522"/>
                <a:gd name="connsiteY3" fmla="*/ 5618832 h 5618832"/>
                <a:gd name="connsiteX4" fmla="*/ 2656522 w 2656522"/>
                <a:gd name="connsiteY4" fmla="*/ 0 h 5618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522" h="5618832">
                  <a:moveTo>
                    <a:pt x="2656522" y="0"/>
                  </a:moveTo>
                  <a:lnTo>
                    <a:pt x="2656522" y="5618832"/>
                  </a:lnTo>
                  <a:lnTo>
                    <a:pt x="2276114" y="5618832"/>
                  </a:lnTo>
                  <a:lnTo>
                    <a:pt x="0" y="5618832"/>
                  </a:lnTo>
                  <a:lnTo>
                    <a:pt x="2656522" y="0"/>
                  </a:lnTo>
                  <a:close/>
                </a:path>
              </a:pathLst>
            </a:custGeom>
            <a:gradFill>
              <a:gsLst>
                <a:gs pos="0">
                  <a:srgbClr val="64080A">
                    <a:alpha val="74000"/>
                  </a:srgbClr>
                </a:gs>
                <a:gs pos="31500">
                  <a:srgbClr val="89131C">
                    <a:alpha val="71000"/>
                  </a:srgbClr>
                </a:gs>
                <a:gs pos="63000">
                  <a:srgbClr val="AD1E2D">
                    <a:alpha val="66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1" name="Freeform 40"/>
            <p:cNvSpPr/>
            <p:nvPr/>
          </p:nvSpPr>
          <p:spPr>
            <a:xfrm>
              <a:off x="10613381" y="3519383"/>
              <a:ext cx="1578620" cy="3338617"/>
            </a:xfrm>
            <a:custGeom>
              <a:avLst/>
              <a:gdLst>
                <a:gd name="connsiteX0" fmla="*/ 1879726 w 1879726"/>
                <a:gd name="connsiteY0" fmla="*/ 0 h 3975824"/>
                <a:gd name="connsiteX1" fmla="*/ 1879726 w 1879726"/>
                <a:gd name="connsiteY1" fmla="*/ 3975824 h 3975824"/>
                <a:gd name="connsiteX2" fmla="*/ 1600546 w 1879726"/>
                <a:gd name="connsiteY2" fmla="*/ 3975824 h 3975824"/>
                <a:gd name="connsiteX3" fmla="*/ 802914 w 1879726"/>
                <a:gd name="connsiteY3" fmla="*/ 3975824 h 3975824"/>
                <a:gd name="connsiteX4" fmla="*/ 0 w 1879726"/>
                <a:gd name="connsiteY4" fmla="*/ 3975824 h 3975824"/>
                <a:gd name="connsiteX5" fmla="*/ 1879726 w 1879726"/>
                <a:gd name="connsiteY5" fmla="*/ 0 h 3975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9726" h="3975824">
                  <a:moveTo>
                    <a:pt x="1879726" y="0"/>
                  </a:moveTo>
                  <a:lnTo>
                    <a:pt x="1879726" y="3975824"/>
                  </a:lnTo>
                  <a:lnTo>
                    <a:pt x="1600546" y="3975824"/>
                  </a:lnTo>
                  <a:lnTo>
                    <a:pt x="802914" y="3975824"/>
                  </a:lnTo>
                  <a:lnTo>
                    <a:pt x="0" y="3975824"/>
                  </a:lnTo>
                  <a:lnTo>
                    <a:pt x="1879726"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sp>
        <p:nvSpPr>
          <p:cNvPr id="2" name="Content Placeholder 2">
            <a:extLst>
              <a:ext uri="{FF2B5EF4-FFF2-40B4-BE49-F238E27FC236}">
                <a16:creationId xmlns:a16="http://schemas.microsoft.com/office/drawing/2014/main" id="{7BCCBB0F-E237-CF31-00A3-0F396381834F}"/>
              </a:ext>
            </a:extLst>
          </p:cNvPr>
          <p:cNvSpPr txBox="1"/>
          <p:nvPr/>
        </p:nvSpPr>
        <p:spPr>
          <a:xfrm>
            <a:off x="2153016" y="1595138"/>
            <a:ext cx="5350443" cy="3247043"/>
          </a:xfrm>
          <a:prstGeom prst="rect">
            <a:avLst/>
          </a:prstGeom>
          <a:noFill/>
        </p:spPr>
        <p:txBody>
          <a:bodyPr wrap="square" rtlCol="0">
            <a:spAutoFit/>
          </a:bodyPr>
          <a:lstStyle>
            <a:lvl1pPr marL="189230" indent="-189230" algn="l" defTabSz="171450" rtl="0" eaLnBrk="1" fontAlgn="base" hangingPunct="1">
              <a:spcBef>
                <a:spcPct val="0"/>
              </a:spcBef>
              <a:spcAft>
                <a:spcPts val="600"/>
              </a:spcAft>
              <a:buClr>
                <a:schemeClr val="accent4"/>
              </a:buClr>
              <a:buChar char="•"/>
              <a:defRPr sz="2000" b="0">
                <a:solidFill>
                  <a:schemeClr val="tx1"/>
                </a:solidFill>
                <a:latin typeface="+mn-lt"/>
                <a:ea typeface="MS PGothic" panose="020B0600070205080204" pitchFamily="34" charset="-128"/>
                <a:cs typeface="MS PGothic" panose="020B0600070205080204" pitchFamily="34" charset="-128"/>
              </a:defRPr>
            </a:lvl1pPr>
            <a:lvl2pPr marL="342900" indent="-171450" algn="l" defTabSz="342900" rtl="0" eaLnBrk="1" fontAlgn="base" hangingPunct="1">
              <a:spcBef>
                <a:spcPct val="0"/>
              </a:spcBef>
              <a:spcAft>
                <a:spcPts val="600"/>
              </a:spcAft>
              <a:buClr>
                <a:schemeClr val="accent5">
                  <a:lumMod val="75000"/>
                </a:schemeClr>
              </a:buClr>
              <a:buFont typeface="Arial" panose="020B0604020202020204" pitchFamily="34" charset="0"/>
              <a:buChar char="•"/>
              <a:defRPr sz="1800">
                <a:solidFill>
                  <a:schemeClr val="tx1"/>
                </a:solidFill>
                <a:latin typeface="+mn-lt"/>
                <a:ea typeface="MS PGothic" panose="020B0600070205080204" pitchFamily="34" charset="-128"/>
              </a:defRPr>
            </a:lvl2pPr>
            <a:lvl3pPr marL="571500" indent="-171450" algn="l" defTabSz="571500" rtl="0" eaLnBrk="1" fontAlgn="base" hangingPunct="1">
              <a:spcBef>
                <a:spcPct val="0"/>
              </a:spcBef>
              <a:spcAft>
                <a:spcPts val="600"/>
              </a:spcAft>
              <a:buClr>
                <a:schemeClr val="accent5">
                  <a:lumMod val="75000"/>
                </a:schemeClr>
              </a:buClr>
              <a:buFont typeface="Arial" panose="020B0604020202020204" pitchFamily="34" charset="0"/>
              <a:buChar char="•"/>
              <a:defRPr sz="1600">
                <a:solidFill>
                  <a:schemeClr val="tx1"/>
                </a:solidFill>
                <a:latin typeface="+mn-lt"/>
                <a:ea typeface="MS PGothic" panose="020B0600070205080204" pitchFamily="34" charset="-128"/>
              </a:defRPr>
            </a:lvl3pPr>
            <a:lvl4pPr marL="1317625" indent="-203200" algn="l" rtl="0" eaLnBrk="1" fontAlgn="base" hangingPunct="1">
              <a:spcBef>
                <a:spcPct val="0"/>
              </a:spcBef>
              <a:spcAft>
                <a:spcPct val="20000"/>
              </a:spcAft>
              <a:buFont typeface="Symbol" panose="05050102010706020507" pitchFamily="18" charset="2"/>
              <a:buChar char="-"/>
              <a:defRPr sz="1600">
                <a:solidFill>
                  <a:schemeClr val="tx1"/>
                </a:solidFill>
                <a:latin typeface="+mn-lt"/>
                <a:ea typeface="MS PGothic" panose="020B0600070205080204" pitchFamily="34" charset="-128"/>
              </a:defRPr>
            </a:lvl4pPr>
            <a:lvl5pPr marL="17164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5pPr>
            <a:lvl6pPr marL="21736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6pPr>
            <a:lvl7pPr marL="26308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7pPr>
            <a:lvl8pPr marL="30880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8pPr>
            <a:lvl9pPr marL="35452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9pPr>
          </a:lstStyle>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Tracy Bohm 					- Commercial Sales Director APJ</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Wu Xiang 					- APAC Service Director</a:t>
            </a: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Liu Ye 						- Sr Business Manager</a:t>
            </a:r>
          </a:p>
          <a:p>
            <a:pPr algn="just"/>
            <a:r>
              <a:rPr lang="en-US" altLang="zh-CN" sz="1000">
                <a:latin typeface="Calibri" panose="020F0502020204030204" pitchFamily="34" charset="0"/>
                <a:ea typeface="等线" panose="02010600030101010101" pitchFamily="2" charset="-122"/>
                <a:cs typeface="Calibri" panose="020F0502020204030204" pitchFamily="34" charset="0"/>
              </a:rPr>
              <a:t>Zhang Hanwen 				- Strategic Marketing Manager </a:t>
            </a:r>
            <a:endParaRPr lang="zh-CN" altLang="zh-CN" sz="1000">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Zheng Meng 				- Key account manager</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Liang Shuang 				- China service manager</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Nishi Kozhikkalathil 		- APAC PMO</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Shravan Tiwari 				- Global PM</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Huo Hanni (Wendy) 		- Project manager</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Qiu Hongtao 				- Technical Lead</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Gu Cheng 					- Consultant</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Xiao Mengran 				- Consultant</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Zhang Zhenjuan 			- Technical lead</a:t>
            </a: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Niu Zhao 						- Support Lead</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p:txBody>
      </p:sp>
      <p:pic>
        <p:nvPicPr>
          <p:cNvPr id="4" name="Picture 3" descr="A red and black logo&#10;&#10;Description automatically generated">
            <a:extLst>
              <a:ext uri="{FF2B5EF4-FFF2-40B4-BE49-F238E27FC236}">
                <a16:creationId xmlns:a16="http://schemas.microsoft.com/office/drawing/2014/main" id="{DC51FA02-0994-40DB-BD8A-E9434284F652}"/>
              </a:ext>
            </a:extLst>
          </p:cNvPr>
          <p:cNvPicPr>
            <a:picLocks noChangeAspect="1"/>
          </p:cNvPicPr>
          <p:nvPr/>
        </p:nvPicPr>
        <p:blipFill>
          <a:blip r:embed="rId4"/>
          <a:stretch>
            <a:fillRect/>
          </a:stretch>
        </p:blipFill>
        <p:spPr>
          <a:xfrm>
            <a:off x="6587015" y="0"/>
            <a:ext cx="1020250" cy="529241"/>
          </a:xfrm>
          <a:prstGeom prst="rect">
            <a:avLst/>
          </a:prstGeom>
        </p:spPr>
      </p:pic>
      <p:sp>
        <p:nvSpPr>
          <p:cNvPr id="17" name="Slide Number Placeholder 7">
            <a:extLst>
              <a:ext uri="{FF2B5EF4-FFF2-40B4-BE49-F238E27FC236}">
                <a16:creationId xmlns:a16="http://schemas.microsoft.com/office/drawing/2014/main" id="{9C4E995F-B08E-9379-0A63-52F2B7D11653}"/>
              </a:ext>
            </a:extLst>
          </p:cNvPr>
          <p:cNvSpPr txBox="1">
            <a:spLocks/>
          </p:cNvSpPr>
          <p:nvPr/>
        </p:nvSpPr>
        <p:spPr>
          <a:xfrm>
            <a:off x="1" y="4914901"/>
            <a:ext cx="228599" cy="22859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9006F1E-66CD-4A4B-9370-B4A3080F0E6C}" type="slidenum">
              <a:rPr lang="en-US" sz="1000" smtClean="0">
                <a:latin typeface="Calibri" panose="020F0502020204030204" pitchFamily="34" charset="0"/>
                <a:cs typeface="Calibri" panose="020F0502020204030204" pitchFamily="34" charset="0"/>
              </a:rPr>
              <a:pPr/>
              <a:t>3</a:t>
            </a:fld>
            <a:endParaRPr lang="en-US" sz="1000">
              <a:latin typeface="Calibri" panose="020F0502020204030204" pitchFamily="34" charset="0"/>
              <a:cs typeface="Calibri" panose="020F0502020204030204" pitchFamily="34" charset="0"/>
            </a:endParaRPr>
          </a:p>
        </p:txBody>
      </p:sp>
      <p:sp>
        <p:nvSpPr>
          <p:cNvPr id="18" name="Footer Placeholder 9">
            <a:extLst>
              <a:ext uri="{FF2B5EF4-FFF2-40B4-BE49-F238E27FC236}">
                <a16:creationId xmlns:a16="http://schemas.microsoft.com/office/drawing/2014/main" id="{C83CBF47-9A1F-3DEF-FED1-E7AAB016AA3B}"/>
              </a:ext>
            </a:extLst>
          </p:cNvPr>
          <p:cNvSpPr txBox="1">
            <a:spLocks/>
          </p:cNvSpPr>
          <p:nvPr/>
        </p:nvSpPr>
        <p:spPr>
          <a:xfrm>
            <a:off x="289560" y="4914901"/>
            <a:ext cx="4343401"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00">
                <a:ea typeface="MS PGothic" panose="020B0600070205080204" pitchFamily="34" charset="-128"/>
              </a:rPr>
              <a:t>Proprietary &amp; Confidential |  03 Jun 2024</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2230A-826D-5BC1-5726-3D5FE9A22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2A069-7F6E-1856-5A14-28DD886769E6}"/>
              </a:ext>
            </a:extLst>
          </p:cNvPr>
          <p:cNvSpPr>
            <a:spLocks noGrp="1"/>
          </p:cNvSpPr>
          <p:nvPr>
            <p:ph type="title"/>
          </p:nvPr>
        </p:nvSpPr>
        <p:spPr>
          <a:xfrm>
            <a:off x="751911" y="276800"/>
            <a:ext cx="7635261" cy="284543"/>
          </a:xfrm>
        </p:spPr>
        <p:txBody>
          <a:bodyPr/>
          <a:lstStyle/>
          <a:p>
            <a:r>
              <a:rPr lang="en-US"/>
              <a:t>Project Organization HENKEL</a:t>
            </a:r>
          </a:p>
        </p:txBody>
      </p:sp>
      <p:sp>
        <p:nvSpPr>
          <p:cNvPr id="4" name="Subtitle 3">
            <a:extLst>
              <a:ext uri="{FF2B5EF4-FFF2-40B4-BE49-F238E27FC236}">
                <a16:creationId xmlns:a16="http://schemas.microsoft.com/office/drawing/2014/main" id="{5D7C2618-D3F1-CC74-5229-00D9916C30AE}"/>
              </a:ext>
            </a:extLst>
          </p:cNvPr>
          <p:cNvSpPr>
            <a:spLocks noGrp="1"/>
          </p:cNvSpPr>
          <p:nvPr>
            <p:ph type="subTitle" idx="14"/>
          </p:nvPr>
        </p:nvSpPr>
        <p:spPr/>
        <p:txBody>
          <a:bodyPr>
            <a:normAutofit fontScale="92500" lnSpcReduction="10000"/>
          </a:bodyPr>
          <a:lstStyle/>
          <a:p>
            <a:r>
              <a:rPr lang="en-US"/>
              <a:t> </a:t>
            </a:r>
          </a:p>
        </p:txBody>
      </p:sp>
      <p:grpSp>
        <p:nvGrpSpPr>
          <p:cNvPr id="79" name="Group 78">
            <a:extLst>
              <a:ext uri="{FF2B5EF4-FFF2-40B4-BE49-F238E27FC236}">
                <a16:creationId xmlns:a16="http://schemas.microsoft.com/office/drawing/2014/main" id="{5EDF89F3-26BF-9B29-EFEB-7AE4ACEAE4C9}"/>
              </a:ext>
            </a:extLst>
          </p:cNvPr>
          <p:cNvGrpSpPr/>
          <p:nvPr/>
        </p:nvGrpSpPr>
        <p:grpSpPr>
          <a:xfrm>
            <a:off x="1481399" y="789698"/>
            <a:ext cx="6019540" cy="3991259"/>
            <a:chOff x="725610" y="936671"/>
            <a:chExt cx="5409013" cy="3992490"/>
          </a:xfrm>
          <a:effectLst>
            <a:outerShdw blurRad="101600" algn="ctr" rotWithShape="0">
              <a:schemeClr val="accent1">
                <a:alpha val="40000"/>
              </a:schemeClr>
            </a:outerShdw>
          </a:effectLst>
        </p:grpSpPr>
        <p:grpSp>
          <p:nvGrpSpPr>
            <p:cNvPr id="38" name="Group 37">
              <a:extLst>
                <a:ext uri="{FF2B5EF4-FFF2-40B4-BE49-F238E27FC236}">
                  <a16:creationId xmlns:a16="http://schemas.microsoft.com/office/drawing/2014/main" id="{0B5A7E54-CEC5-1EEF-963D-7C37274CCFDC}"/>
                </a:ext>
              </a:extLst>
            </p:cNvPr>
            <p:cNvGrpSpPr/>
            <p:nvPr/>
          </p:nvGrpSpPr>
          <p:grpSpPr>
            <a:xfrm>
              <a:off x="2595565" y="936671"/>
              <a:ext cx="1691640" cy="930483"/>
              <a:chOff x="5919470" y="1072139"/>
              <a:chExt cx="2468880" cy="930483"/>
            </a:xfrm>
          </p:grpSpPr>
          <p:sp>
            <p:nvSpPr>
              <p:cNvPr id="39" name="Rectangle 69">
                <a:extLst>
                  <a:ext uri="{FF2B5EF4-FFF2-40B4-BE49-F238E27FC236}">
                    <a16:creationId xmlns:a16="http://schemas.microsoft.com/office/drawing/2014/main" id="{A87688ED-9398-A5CC-904E-857F929B4AA8}"/>
                  </a:ext>
                </a:extLst>
              </p:cNvPr>
              <p:cNvSpPr>
                <a:spLocks noChangeArrowheads="1"/>
              </p:cNvSpPr>
              <p:nvPr>
                <p:custDataLst>
                  <p:tags r:id="rId19"/>
                </p:custDataLst>
              </p:nvPr>
            </p:nvSpPr>
            <p:spPr bwMode="gray">
              <a:xfrm>
                <a:off x="5919470" y="1273749"/>
                <a:ext cx="2468880" cy="728873"/>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170815" lvl="1" indent="-170815"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Bjoern Jackisch (AO)</a:t>
                </a:r>
                <a:endParaRPr lang="en-US">
                  <a:latin typeface="Calibri" panose="020F0502020204030204" pitchFamily="34" charset="0"/>
                  <a:cs typeface="Calibri" panose="020F0502020204030204" pitchFamily="34" charset="0"/>
                </a:endParaRPr>
              </a:p>
              <a:p>
                <a:pPr marL="170815" lvl="1" indent="-170815"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Marie Christine Martinez (AOQ)</a:t>
                </a:r>
              </a:p>
              <a:p>
                <a:pPr marL="170815" lvl="1" indent="-170815"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Nick Meisen (AOD)</a:t>
                </a:r>
              </a:p>
              <a:p>
                <a:pPr marL="170815" lvl="1" indent="-170815"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Jaume Cornellana(Dx)</a:t>
                </a:r>
              </a:p>
            </p:txBody>
          </p:sp>
          <p:sp>
            <p:nvSpPr>
              <p:cNvPr id="40" name="Rectangle 13">
                <a:extLst>
                  <a:ext uri="{FF2B5EF4-FFF2-40B4-BE49-F238E27FC236}">
                    <a16:creationId xmlns:a16="http://schemas.microsoft.com/office/drawing/2014/main" id="{8A7AD714-6915-05E0-06A4-C4F50F87D8F5}"/>
                  </a:ext>
                </a:extLst>
              </p:cNvPr>
              <p:cNvSpPr>
                <a:spLocks noChangeArrowheads="1"/>
              </p:cNvSpPr>
              <p:nvPr>
                <p:custDataLst>
                  <p:tags r:id="rId20"/>
                </p:custDataLst>
              </p:nvPr>
            </p:nvSpPr>
            <p:spPr bwMode="gray">
              <a:xfrm>
                <a:off x="5919470" y="1072139"/>
                <a:ext cx="2468880" cy="192024"/>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Steering Committee</a:t>
                </a:r>
              </a:p>
            </p:txBody>
          </p:sp>
        </p:grpSp>
        <p:grpSp>
          <p:nvGrpSpPr>
            <p:cNvPr id="44" name="Group 43">
              <a:extLst>
                <a:ext uri="{FF2B5EF4-FFF2-40B4-BE49-F238E27FC236}">
                  <a16:creationId xmlns:a16="http://schemas.microsoft.com/office/drawing/2014/main" id="{95932104-7AD1-3440-5F4B-A9EF7F3E4F42}"/>
                </a:ext>
              </a:extLst>
            </p:cNvPr>
            <p:cNvGrpSpPr/>
            <p:nvPr/>
          </p:nvGrpSpPr>
          <p:grpSpPr>
            <a:xfrm>
              <a:off x="2595565" y="2015177"/>
              <a:ext cx="1691640" cy="679774"/>
              <a:chOff x="5919470" y="1240603"/>
              <a:chExt cx="2468880" cy="679774"/>
            </a:xfrm>
          </p:grpSpPr>
          <p:sp>
            <p:nvSpPr>
              <p:cNvPr id="45" name="Rectangle 69">
                <a:extLst>
                  <a:ext uri="{FF2B5EF4-FFF2-40B4-BE49-F238E27FC236}">
                    <a16:creationId xmlns:a16="http://schemas.microsoft.com/office/drawing/2014/main" id="{B4EA8985-B8F1-31B3-F13F-210039214F6B}"/>
                  </a:ext>
                </a:extLst>
              </p:cNvPr>
              <p:cNvSpPr>
                <a:spLocks noChangeArrowheads="1"/>
              </p:cNvSpPr>
              <p:nvPr>
                <p:custDataLst>
                  <p:tags r:id="rId17"/>
                </p:custDataLst>
              </p:nvPr>
            </p:nvSpPr>
            <p:spPr bwMode="gray">
              <a:xfrm>
                <a:off x="5919470" y="1434025"/>
                <a:ext cx="2468880" cy="486352"/>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171450" lvl="1" indent="-171450"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Neelima Rajesh (Global PM)</a:t>
                </a:r>
              </a:p>
              <a:p>
                <a:pPr marL="171450" lvl="1" indent="-171450"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Frank Shen ( PM)</a:t>
                </a:r>
              </a:p>
              <a:p>
                <a:pPr marL="171450" lvl="1" indent="-171450"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David Li (APAC)</a:t>
                </a: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p:txBody>
          </p:sp>
          <p:sp>
            <p:nvSpPr>
              <p:cNvPr id="46" name="Rectangle 13">
                <a:extLst>
                  <a:ext uri="{FF2B5EF4-FFF2-40B4-BE49-F238E27FC236}">
                    <a16:creationId xmlns:a16="http://schemas.microsoft.com/office/drawing/2014/main" id="{B3816671-1D19-0490-199A-F86A8E5151A2}"/>
                  </a:ext>
                </a:extLst>
              </p:cNvPr>
              <p:cNvSpPr>
                <a:spLocks noChangeArrowheads="1"/>
              </p:cNvSpPr>
              <p:nvPr>
                <p:custDataLst>
                  <p:tags r:id="rId18"/>
                </p:custDataLst>
              </p:nvPr>
            </p:nvSpPr>
            <p:spPr bwMode="gray">
              <a:xfrm>
                <a:off x="5919470" y="1240603"/>
                <a:ext cx="2468880" cy="192024"/>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Project Management</a:t>
                </a:r>
              </a:p>
            </p:txBody>
          </p:sp>
        </p:grpSp>
        <p:grpSp>
          <p:nvGrpSpPr>
            <p:cNvPr id="34" name="Group 33">
              <a:extLst>
                <a:ext uri="{FF2B5EF4-FFF2-40B4-BE49-F238E27FC236}">
                  <a16:creationId xmlns:a16="http://schemas.microsoft.com/office/drawing/2014/main" id="{85F59753-9DF8-1343-7D51-FB0E20696E80}"/>
                </a:ext>
              </a:extLst>
            </p:cNvPr>
            <p:cNvGrpSpPr/>
            <p:nvPr/>
          </p:nvGrpSpPr>
          <p:grpSpPr>
            <a:xfrm>
              <a:off x="750732" y="3207580"/>
              <a:ext cx="1691640" cy="713817"/>
              <a:chOff x="5919470" y="1240603"/>
              <a:chExt cx="2468880" cy="713817"/>
            </a:xfrm>
          </p:grpSpPr>
          <p:sp>
            <p:nvSpPr>
              <p:cNvPr id="16" name="Rectangle 69">
                <a:extLst>
                  <a:ext uri="{FF2B5EF4-FFF2-40B4-BE49-F238E27FC236}">
                    <a16:creationId xmlns:a16="http://schemas.microsoft.com/office/drawing/2014/main" id="{568CD6E4-D14D-DF54-098D-83B9B442B4B0}"/>
                  </a:ext>
                </a:extLst>
              </p:cNvPr>
              <p:cNvSpPr>
                <a:spLocks noChangeArrowheads="1"/>
              </p:cNvSpPr>
              <p:nvPr>
                <p:custDataLst>
                  <p:tags r:id="rId15"/>
                </p:custDataLst>
              </p:nvPr>
            </p:nvSpPr>
            <p:spPr bwMode="gray">
              <a:xfrm>
                <a:off x="5919470" y="1434024"/>
                <a:ext cx="2468880" cy="520396"/>
              </a:xfrm>
              <a:prstGeom prst="rect">
                <a:avLst/>
              </a:prstGeom>
              <a:solidFill>
                <a:srgbClr val="FFFFFF"/>
              </a:solidFill>
              <a:ln w="12700" algn="ctr">
                <a:solidFill>
                  <a:srgbClr val="CDD2D2"/>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700" kern="0">
                    <a:solidFill>
                      <a:srgbClr val="000000"/>
                    </a:solidFill>
                    <a:latin typeface="Calibri" panose="020F0502020204030204" pitchFamily="34" charset="0"/>
                    <a:cs typeface="Calibri" panose="020F0502020204030204" pitchFamily="34" charset="0"/>
                  </a:rPr>
                  <a:t>Plant Quality Team</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Lisa Zhou </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Tony Zhuang</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Joanna Wang </a:t>
                </a:r>
              </a:p>
            </p:txBody>
          </p:sp>
          <p:sp>
            <p:nvSpPr>
              <p:cNvPr id="17" name="Rectangle 13">
                <a:extLst>
                  <a:ext uri="{FF2B5EF4-FFF2-40B4-BE49-F238E27FC236}">
                    <a16:creationId xmlns:a16="http://schemas.microsoft.com/office/drawing/2014/main" id="{69938D3E-A8FB-E6C1-B2C1-25DBCC2DBC27}"/>
                  </a:ext>
                </a:extLst>
              </p:cNvPr>
              <p:cNvSpPr>
                <a:spLocks noChangeArrowheads="1"/>
              </p:cNvSpPr>
              <p:nvPr>
                <p:custDataLst>
                  <p:tags r:id="rId16"/>
                </p:custDataLst>
              </p:nvPr>
            </p:nvSpPr>
            <p:spPr bwMode="gray">
              <a:xfrm>
                <a:off x="5919470" y="1240603"/>
                <a:ext cx="2468880" cy="192024"/>
              </a:xfrm>
              <a:prstGeom prst="rect">
                <a:avLst/>
              </a:prstGeom>
              <a:solidFill>
                <a:srgbClr val="CDD2D2"/>
              </a:solidFill>
              <a:ln w="12700">
                <a:solidFill>
                  <a:srgbClr val="CDD2D2"/>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000000"/>
                    </a:solidFill>
                    <a:latin typeface="Calibri" panose="020F0502020204030204" pitchFamily="34" charset="0"/>
                    <a:cs typeface="Calibri" panose="020F0502020204030204" pitchFamily="34" charset="0"/>
                  </a:rPr>
                  <a:t>Workstream 1</a:t>
                </a:r>
              </a:p>
            </p:txBody>
          </p:sp>
        </p:grpSp>
        <p:grpSp>
          <p:nvGrpSpPr>
            <p:cNvPr id="41" name="Group 40">
              <a:extLst>
                <a:ext uri="{FF2B5EF4-FFF2-40B4-BE49-F238E27FC236}">
                  <a16:creationId xmlns:a16="http://schemas.microsoft.com/office/drawing/2014/main" id="{F0523C3F-F3A8-2148-6990-40E4A893FCFD}"/>
                </a:ext>
              </a:extLst>
            </p:cNvPr>
            <p:cNvGrpSpPr/>
            <p:nvPr/>
          </p:nvGrpSpPr>
          <p:grpSpPr>
            <a:xfrm>
              <a:off x="4440398" y="3207580"/>
              <a:ext cx="1691640" cy="710484"/>
              <a:chOff x="5919470" y="1240603"/>
              <a:chExt cx="2468880" cy="710484"/>
            </a:xfrm>
          </p:grpSpPr>
          <p:sp>
            <p:nvSpPr>
              <p:cNvPr id="42" name="Rectangle 69">
                <a:extLst>
                  <a:ext uri="{FF2B5EF4-FFF2-40B4-BE49-F238E27FC236}">
                    <a16:creationId xmlns:a16="http://schemas.microsoft.com/office/drawing/2014/main" id="{F7F1416B-72D6-751D-7605-BD52A2F90600}"/>
                  </a:ext>
                </a:extLst>
              </p:cNvPr>
              <p:cNvSpPr>
                <a:spLocks noChangeArrowheads="1"/>
              </p:cNvSpPr>
              <p:nvPr>
                <p:custDataLst>
                  <p:tags r:id="rId13"/>
                </p:custDataLst>
              </p:nvPr>
            </p:nvSpPr>
            <p:spPr bwMode="gray">
              <a:xfrm>
                <a:off x="5919470" y="1434024"/>
                <a:ext cx="2468880" cy="517063"/>
              </a:xfrm>
              <a:prstGeom prst="rect">
                <a:avLst/>
              </a:prstGeom>
              <a:solidFill>
                <a:srgbClr val="FFFFFF"/>
              </a:solidFill>
              <a:ln w="12700" algn="ctr">
                <a:solidFill>
                  <a:srgbClr val="CDD2D2"/>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800" kern="0">
                    <a:solidFill>
                      <a:srgbClr val="000000"/>
                    </a:solidFill>
                    <a:latin typeface="Calibri" panose="020F0502020204030204" pitchFamily="34" charset="0"/>
                    <a:cs typeface="Calibri" panose="020F0502020204030204" pitchFamily="34" charset="0"/>
                  </a:rPr>
                  <a:t>Quality COE &amp; Cross Regional SME</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Alexis Metz</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Katja</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Akshay Gaikwad</a:t>
                </a:r>
              </a:p>
            </p:txBody>
          </p:sp>
          <p:sp>
            <p:nvSpPr>
              <p:cNvPr id="43" name="Rectangle 13">
                <a:extLst>
                  <a:ext uri="{FF2B5EF4-FFF2-40B4-BE49-F238E27FC236}">
                    <a16:creationId xmlns:a16="http://schemas.microsoft.com/office/drawing/2014/main" id="{F5EDE375-DCD0-E7A8-4C50-AD2C3B54F7E9}"/>
                  </a:ext>
                </a:extLst>
              </p:cNvPr>
              <p:cNvSpPr>
                <a:spLocks noChangeArrowheads="1"/>
              </p:cNvSpPr>
              <p:nvPr>
                <p:custDataLst>
                  <p:tags r:id="rId14"/>
                </p:custDataLst>
              </p:nvPr>
            </p:nvSpPr>
            <p:spPr bwMode="gray">
              <a:xfrm>
                <a:off x="5919470" y="1240603"/>
                <a:ext cx="2468880" cy="192024"/>
              </a:xfrm>
              <a:prstGeom prst="rect">
                <a:avLst/>
              </a:prstGeom>
              <a:solidFill>
                <a:srgbClr val="CDD2D2"/>
              </a:solidFill>
              <a:ln w="12700">
                <a:solidFill>
                  <a:srgbClr val="CDD2D2"/>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000000"/>
                    </a:solidFill>
                    <a:latin typeface="Calibri" panose="020F0502020204030204" pitchFamily="34" charset="0"/>
                    <a:cs typeface="Calibri" panose="020F0502020204030204" pitchFamily="34" charset="0"/>
                  </a:rPr>
                  <a:t>Workstream 3</a:t>
                </a:r>
              </a:p>
            </p:txBody>
          </p:sp>
        </p:grpSp>
        <p:grpSp>
          <p:nvGrpSpPr>
            <p:cNvPr id="47" name="Group 46">
              <a:extLst>
                <a:ext uri="{FF2B5EF4-FFF2-40B4-BE49-F238E27FC236}">
                  <a16:creationId xmlns:a16="http://schemas.microsoft.com/office/drawing/2014/main" id="{ED3135EE-5A52-FF0E-D2DD-6AB88D049249}"/>
                </a:ext>
              </a:extLst>
            </p:cNvPr>
            <p:cNvGrpSpPr/>
            <p:nvPr/>
          </p:nvGrpSpPr>
          <p:grpSpPr>
            <a:xfrm>
              <a:off x="2595565" y="3207580"/>
              <a:ext cx="1691640" cy="710485"/>
              <a:chOff x="5919470" y="1240603"/>
              <a:chExt cx="2468880" cy="710485"/>
            </a:xfrm>
          </p:grpSpPr>
          <p:sp>
            <p:nvSpPr>
              <p:cNvPr id="48" name="Rectangle 69">
                <a:extLst>
                  <a:ext uri="{FF2B5EF4-FFF2-40B4-BE49-F238E27FC236}">
                    <a16:creationId xmlns:a16="http://schemas.microsoft.com/office/drawing/2014/main" id="{3BD08506-4945-194C-3E27-286323A2BEBD}"/>
                  </a:ext>
                </a:extLst>
              </p:cNvPr>
              <p:cNvSpPr>
                <a:spLocks noChangeArrowheads="1"/>
              </p:cNvSpPr>
              <p:nvPr>
                <p:custDataLst>
                  <p:tags r:id="rId11"/>
                </p:custDataLst>
              </p:nvPr>
            </p:nvSpPr>
            <p:spPr bwMode="gray">
              <a:xfrm>
                <a:off x="5919470" y="1434024"/>
                <a:ext cx="2468880" cy="517064"/>
              </a:xfrm>
              <a:prstGeom prst="rect">
                <a:avLst/>
              </a:prstGeom>
              <a:solidFill>
                <a:srgbClr val="FFFFFF"/>
              </a:solidFill>
              <a:ln w="12700" algn="ctr">
                <a:solidFill>
                  <a:srgbClr val="CDD2D2"/>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700" kern="0">
                    <a:solidFill>
                      <a:srgbClr val="000000"/>
                    </a:solidFill>
                    <a:latin typeface="Calibri" panose="020F0502020204030204" pitchFamily="34" charset="0"/>
                    <a:cs typeface="Calibri" panose="020F0502020204030204" pitchFamily="34" charset="0"/>
                  </a:rPr>
                  <a:t>Dx Team</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Samanta Zhang (Plant network)</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Ashu Singh (SAP)</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Asbjørn (Cloud)</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TBD</a:t>
                </a:r>
              </a:p>
              <a:p>
                <a:pPr marL="114266" lvl="1" indent="-114266" defTabSz="914126" eaLnBrk="0" hangingPunct="0">
                  <a:buClr>
                    <a:srgbClr val="E1000D"/>
                  </a:buClr>
                  <a:buSzPct val="100000"/>
                  <a:buFont typeface="Wingdings" panose="05000000000000000000" pitchFamily="2" charset="2"/>
                  <a:buChar char="§"/>
                  <a:defRPr/>
                </a:pPr>
                <a:endParaRPr lang="en-US" sz="700" kern="0">
                  <a:solidFill>
                    <a:srgbClr val="000000"/>
                  </a:solidFill>
                  <a:latin typeface="Calibri" panose="020F0502020204030204" pitchFamily="34" charset="0"/>
                  <a:cs typeface="Calibri" panose="020F0502020204030204" pitchFamily="34" charset="0"/>
                </a:endParaRPr>
              </a:p>
            </p:txBody>
          </p:sp>
          <p:sp>
            <p:nvSpPr>
              <p:cNvPr id="49" name="Rectangle 13">
                <a:extLst>
                  <a:ext uri="{FF2B5EF4-FFF2-40B4-BE49-F238E27FC236}">
                    <a16:creationId xmlns:a16="http://schemas.microsoft.com/office/drawing/2014/main" id="{95200E96-A832-3698-820C-449F5CD312C3}"/>
                  </a:ext>
                </a:extLst>
              </p:cNvPr>
              <p:cNvSpPr>
                <a:spLocks noChangeArrowheads="1"/>
              </p:cNvSpPr>
              <p:nvPr>
                <p:custDataLst>
                  <p:tags r:id="rId12"/>
                </p:custDataLst>
              </p:nvPr>
            </p:nvSpPr>
            <p:spPr bwMode="gray">
              <a:xfrm>
                <a:off x="5919470" y="1240603"/>
                <a:ext cx="2468880" cy="192024"/>
              </a:xfrm>
              <a:prstGeom prst="rect">
                <a:avLst/>
              </a:prstGeom>
              <a:solidFill>
                <a:srgbClr val="CDD2D2"/>
              </a:solidFill>
              <a:ln w="12700">
                <a:solidFill>
                  <a:srgbClr val="CDD2D2"/>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000000"/>
                    </a:solidFill>
                    <a:latin typeface="Calibri" panose="020F0502020204030204" pitchFamily="34" charset="0"/>
                    <a:cs typeface="Calibri" panose="020F0502020204030204" pitchFamily="34" charset="0"/>
                  </a:rPr>
                  <a:t>Workstream 2</a:t>
                </a:r>
              </a:p>
            </p:txBody>
          </p:sp>
        </p:grpSp>
        <p:sp>
          <p:nvSpPr>
            <p:cNvPr id="61" name="Rectangle 13">
              <a:extLst>
                <a:ext uri="{FF2B5EF4-FFF2-40B4-BE49-F238E27FC236}">
                  <a16:creationId xmlns:a16="http://schemas.microsoft.com/office/drawing/2014/main" id="{F23E98F6-4EE3-31AE-C2F9-D0EBA35D6E45}"/>
                </a:ext>
              </a:extLst>
            </p:cNvPr>
            <p:cNvSpPr>
              <a:spLocks noChangeArrowheads="1"/>
            </p:cNvSpPr>
            <p:nvPr>
              <p:custDataLst>
                <p:tags r:id="rId5"/>
              </p:custDataLst>
            </p:nvPr>
          </p:nvSpPr>
          <p:spPr bwMode="gray">
            <a:xfrm>
              <a:off x="753317" y="2917794"/>
              <a:ext cx="5381306" cy="192024"/>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Project Core Team</a:t>
              </a:r>
            </a:p>
          </p:txBody>
        </p:sp>
        <p:grpSp>
          <p:nvGrpSpPr>
            <p:cNvPr id="78" name="Group 77">
              <a:extLst>
                <a:ext uri="{FF2B5EF4-FFF2-40B4-BE49-F238E27FC236}">
                  <a16:creationId xmlns:a16="http://schemas.microsoft.com/office/drawing/2014/main" id="{1062BDBE-3409-998B-AD11-DBC832752411}"/>
                </a:ext>
              </a:extLst>
            </p:cNvPr>
            <p:cNvGrpSpPr/>
            <p:nvPr/>
          </p:nvGrpSpPr>
          <p:grpSpPr>
            <a:xfrm>
              <a:off x="750732" y="3980462"/>
              <a:ext cx="5381306" cy="948699"/>
              <a:chOff x="750732" y="4041422"/>
              <a:chExt cx="5381306" cy="948699"/>
            </a:xfrm>
          </p:grpSpPr>
          <p:sp>
            <p:nvSpPr>
              <p:cNvPr id="51" name="Rectangle 69">
                <a:extLst>
                  <a:ext uri="{FF2B5EF4-FFF2-40B4-BE49-F238E27FC236}">
                    <a16:creationId xmlns:a16="http://schemas.microsoft.com/office/drawing/2014/main" id="{F963DE66-A729-927D-DFE6-7E3A3536F052}"/>
                  </a:ext>
                </a:extLst>
              </p:cNvPr>
              <p:cNvSpPr>
                <a:spLocks noChangeArrowheads="1"/>
              </p:cNvSpPr>
              <p:nvPr>
                <p:custDataLst>
                  <p:tags r:id="rId8"/>
                </p:custDataLst>
              </p:nvPr>
            </p:nvSpPr>
            <p:spPr bwMode="gray">
              <a:xfrm>
                <a:off x="1240293" y="4302527"/>
                <a:ext cx="1691640" cy="687594"/>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700" kern="0">
                    <a:solidFill>
                      <a:srgbClr val="000000"/>
                    </a:solidFill>
                    <a:latin typeface="Calibri" panose="020F0502020204030204" pitchFamily="34" charset="0"/>
                    <a:cs typeface="Calibri" panose="020F0502020204030204" pitchFamily="34" charset="0"/>
                  </a:rPr>
                  <a:t>SME’s</a:t>
                </a:r>
              </a:p>
              <a:p>
                <a:pPr marL="0" lvl="1" defTabSz="914126" eaLnBrk="0" hangingPunct="0">
                  <a:buClr>
                    <a:srgbClr val="E1000D"/>
                  </a:buClr>
                  <a:buSzPct val="100000"/>
                  <a:defRPr/>
                </a:pPr>
                <a:r>
                  <a:rPr lang="en-US" sz="700" kern="0">
                    <a:solidFill>
                      <a:srgbClr val="000000"/>
                    </a:solidFill>
                    <a:latin typeface="Calibri" panose="020F0502020204030204" pitchFamily="34" charset="0"/>
                    <a:cs typeface="Calibri" panose="020F0502020204030204" pitchFamily="34" charset="0"/>
                  </a:rPr>
                  <a:t>Dx Team</a:t>
                </a:r>
              </a:p>
              <a:p>
                <a:pPr marL="171399" lvl="1" indent="-171399" defTabSz="914126" eaLnBrk="0" hangingPunct="0">
                  <a:buClr>
                    <a:srgbClr val="E1000D"/>
                  </a:buClr>
                  <a:buSzPct val="100000"/>
                  <a:buFont typeface="Arial" panose="020B0604020202020204" pitchFamily="34" charset="0"/>
                  <a:buChar char="•"/>
                  <a:defRPr/>
                </a:pPr>
                <a:r>
                  <a:rPr lang="en-US" sz="700" kern="0">
                    <a:solidFill>
                      <a:srgbClr val="000000"/>
                    </a:solidFill>
                    <a:latin typeface="Calibri" panose="020F0502020204030204" pitchFamily="34" charset="0"/>
                    <a:cs typeface="Calibri" panose="020F0502020204030204" pitchFamily="34" charset="0"/>
                  </a:rPr>
                  <a:t>Yenli Khor (SAP QM)</a:t>
                </a:r>
              </a:p>
              <a:p>
                <a:pPr marL="171399" lvl="1" indent="-171399" defTabSz="914126" eaLnBrk="0" hangingPunct="0">
                  <a:buClr>
                    <a:srgbClr val="E1000D"/>
                  </a:buClr>
                  <a:buSzPct val="100000"/>
                  <a:buFont typeface="Arial" panose="020B0604020202020204" pitchFamily="34" charset="0"/>
                  <a:buChar char="•"/>
                  <a:defRPr/>
                </a:pPr>
                <a:r>
                  <a:rPr lang="en-US" sz="700" kern="0">
                    <a:solidFill>
                      <a:srgbClr val="000000"/>
                    </a:solidFill>
                    <a:latin typeface="Calibri" panose="020F0502020204030204" pitchFamily="34" charset="0"/>
                    <a:cs typeface="Calibri" panose="020F0502020204030204" pitchFamily="34" charset="0"/>
                  </a:rPr>
                  <a:t>Kun Zhang (SFS)</a:t>
                </a:r>
              </a:p>
              <a:p>
                <a:pPr marL="171399" lvl="1" indent="-171399" defTabSz="914126" eaLnBrk="0" hangingPunct="0">
                  <a:buClr>
                    <a:srgbClr val="E1000D"/>
                  </a:buClr>
                  <a:buSzPct val="100000"/>
                  <a:buFont typeface="Arial" panose="020B0604020202020204" pitchFamily="34" charset="0"/>
                  <a:buChar char="•"/>
                  <a:defRPr/>
                </a:pPr>
                <a:r>
                  <a:rPr lang="en-US" sz="700" kern="0">
                    <a:solidFill>
                      <a:srgbClr val="000000"/>
                    </a:solidFill>
                    <a:latin typeface="Calibri" panose="020F0502020204030204" pitchFamily="34" charset="0"/>
                    <a:cs typeface="Calibri" panose="020F0502020204030204" pitchFamily="34" charset="0"/>
                  </a:rPr>
                  <a:t>Avinash Nirgude (OSDP)</a:t>
                </a:r>
              </a:p>
              <a:p>
                <a:pPr marL="171399" lvl="1" indent="-171399" defTabSz="914126" eaLnBrk="0" hangingPunct="0">
                  <a:buClr>
                    <a:srgbClr val="E1000D"/>
                  </a:buClr>
                  <a:buSzPct val="100000"/>
                  <a:buFont typeface="Arial" panose="020B0604020202020204" pitchFamily="34" charset="0"/>
                  <a:buChar char="•"/>
                  <a:defRPr/>
                </a:pPr>
                <a:r>
                  <a:rPr lang="en-US" sz="700" kern="0">
                    <a:solidFill>
                      <a:srgbClr val="000000"/>
                    </a:solidFill>
                    <a:latin typeface="Calibri" panose="020F0502020204030204" pitchFamily="34" charset="0"/>
                    <a:cs typeface="Calibri" panose="020F0502020204030204" pitchFamily="34" charset="0"/>
                  </a:rPr>
                  <a:t>Mirko Feisel (SAP CPI)</a:t>
                </a:r>
              </a:p>
              <a:p>
                <a:pPr marL="0" lvl="1" defTabSz="914126" eaLnBrk="0" hangingPunct="0">
                  <a:buClr>
                    <a:srgbClr val="E1000D"/>
                  </a:buClr>
                  <a:buSzPct val="100000"/>
                  <a:defRPr/>
                </a:pPr>
                <a:endParaRPr lang="en-US" sz="700" kern="0">
                  <a:solidFill>
                    <a:srgbClr val="000000"/>
                  </a:solidFill>
                  <a:latin typeface="Calibri" panose="020F0502020204030204" pitchFamily="34" charset="0"/>
                  <a:cs typeface="Calibri" panose="020F0502020204030204" pitchFamily="34" charset="0"/>
                </a:endParaRPr>
              </a:p>
              <a:p>
                <a:pPr marL="0" lvl="1" defTabSz="914126" eaLnBrk="0" hangingPunct="0">
                  <a:buClr>
                    <a:srgbClr val="E1000D"/>
                  </a:buClr>
                  <a:buSzPct val="100000"/>
                  <a:defRPr/>
                </a:pPr>
                <a:endParaRPr lang="en-US" sz="700" kern="0">
                  <a:solidFill>
                    <a:srgbClr val="000000"/>
                  </a:solidFill>
                  <a:latin typeface="Calibri" panose="020F0502020204030204" pitchFamily="34" charset="0"/>
                  <a:cs typeface="Calibri" panose="020F0502020204030204" pitchFamily="34" charset="0"/>
                </a:endParaRPr>
              </a:p>
            </p:txBody>
          </p:sp>
          <p:sp>
            <p:nvSpPr>
              <p:cNvPr id="57" name="Rectangle 69">
                <a:extLst>
                  <a:ext uri="{FF2B5EF4-FFF2-40B4-BE49-F238E27FC236}">
                    <a16:creationId xmlns:a16="http://schemas.microsoft.com/office/drawing/2014/main" id="{36ED1E46-F0FA-5B7C-8C43-826919BE3515}"/>
                  </a:ext>
                </a:extLst>
              </p:cNvPr>
              <p:cNvSpPr>
                <a:spLocks noChangeArrowheads="1"/>
              </p:cNvSpPr>
              <p:nvPr>
                <p:custDataLst>
                  <p:tags r:id="rId9"/>
                </p:custDataLst>
              </p:nvPr>
            </p:nvSpPr>
            <p:spPr bwMode="gray">
              <a:xfrm>
                <a:off x="3661622" y="4295843"/>
                <a:ext cx="1691640" cy="687592"/>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800" kern="0">
                    <a:solidFill>
                      <a:srgbClr val="000000"/>
                    </a:solidFill>
                    <a:latin typeface="Calibri" panose="020F0502020204030204" pitchFamily="34" charset="0"/>
                    <a:cs typeface="Calibri" panose="020F0502020204030204" pitchFamily="34" charset="0"/>
                  </a:rPr>
                  <a:t>SME’s</a:t>
                </a: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a:p>
                <a:pPr marL="171399" lvl="1" indent="-171399"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Eagle Wang</a:t>
                </a: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p:txBody>
          </p:sp>
          <p:sp>
            <p:nvSpPr>
              <p:cNvPr id="63" name="Rectangle 13">
                <a:extLst>
                  <a:ext uri="{FF2B5EF4-FFF2-40B4-BE49-F238E27FC236}">
                    <a16:creationId xmlns:a16="http://schemas.microsoft.com/office/drawing/2014/main" id="{8DDD4124-EDA2-AF1C-B8F5-CCDF016E8F05}"/>
                  </a:ext>
                </a:extLst>
              </p:cNvPr>
              <p:cNvSpPr>
                <a:spLocks noChangeArrowheads="1"/>
              </p:cNvSpPr>
              <p:nvPr>
                <p:custDataLst>
                  <p:tags r:id="rId10"/>
                </p:custDataLst>
              </p:nvPr>
            </p:nvSpPr>
            <p:spPr bwMode="gray">
              <a:xfrm>
                <a:off x="750732" y="4041422"/>
                <a:ext cx="5381306" cy="192024"/>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Extended Team</a:t>
                </a:r>
              </a:p>
            </p:txBody>
          </p:sp>
        </p:grpSp>
        <p:grpSp>
          <p:nvGrpSpPr>
            <p:cNvPr id="65" name="Group 64">
              <a:extLst>
                <a:ext uri="{FF2B5EF4-FFF2-40B4-BE49-F238E27FC236}">
                  <a16:creationId xmlns:a16="http://schemas.microsoft.com/office/drawing/2014/main" id="{9E997349-196E-54DC-E44E-90790D718458}"/>
                </a:ext>
              </a:extLst>
            </p:cNvPr>
            <p:cNvGrpSpPr/>
            <p:nvPr/>
          </p:nvGrpSpPr>
          <p:grpSpPr>
            <a:xfrm>
              <a:off x="725610" y="1735209"/>
              <a:ext cx="1695982" cy="959743"/>
              <a:chOff x="5882804" y="960635"/>
              <a:chExt cx="2475217" cy="959743"/>
            </a:xfrm>
          </p:grpSpPr>
          <p:sp>
            <p:nvSpPr>
              <p:cNvPr id="66" name="Rectangle 69">
                <a:extLst>
                  <a:ext uri="{FF2B5EF4-FFF2-40B4-BE49-F238E27FC236}">
                    <a16:creationId xmlns:a16="http://schemas.microsoft.com/office/drawing/2014/main" id="{7D35DA96-5DBA-DAD5-BE2A-8273F4C99CF7}"/>
                  </a:ext>
                </a:extLst>
              </p:cNvPr>
              <p:cNvSpPr>
                <a:spLocks noChangeArrowheads="1"/>
              </p:cNvSpPr>
              <p:nvPr>
                <p:custDataLst>
                  <p:tags r:id="rId6"/>
                </p:custDataLst>
              </p:nvPr>
            </p:nvSpPr>
            <p:spPr bwMode="gray">
              <a:xfrm>
                <a:off x="5889141" y="1152660"/>
                <a:ext cx="2468880" cy="767718"/>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Anson Alexander (AOQ)</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Maline Sun (AOQ)</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Melvin Ang (AOD)</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Szymon </a:t>
                </a:r>
                <a:r>
                  <a:rPr lang="en-US" sz="800" kern="0" err="1">
                    <a:solidFill>
                      <a:srgbClr val="000000"/>
                    </a:solidFill>
                    <a:latin typeface="Calibri" panose="020F0502020204030204" pitchFamily="34" charset="0"/>
                    <a:cs typeface="Calibri" panose="020F0502020204030204" pitchFamily="34" charset="0"/>
                  </a:rPr>
                  <a:t>Bliski</a:t>
                </a:r>
                <a:r>
                  <a:rPr lang="en-US" sz="800" kern="0">
                    <a:solidFill>
                      <a:srgbClr val="000000"/>
                    </a:solidFill>
                    <a:latin typeface="Calibri" panose="020F0502020204030204" pitchFamily="34" charset="0"/>
                    <a:cs typeface="Calibri" panose="020F0502020204030204" pitchFamily="34" charset="0"/>
                  </a:rPr>
                  <a:t> (Dx)</a:t>
                </a:r>
              </a:p>
            </p:txBody>
          </p:sp>
          <p:sp>
            <p:nvSpPr>
              <p:cNvPr id="67" name="Rectangle 13">
                <a:extLst>
                  <a:ext uri="{FF2B5EF4-FFF2-40B4-BE49-F238E27FC236}">
                    <a16:creationId xmlns:a16="http://schemas.microsoft.com/office/drawing/2014/main" id="{3062B7E7-C7F9-A574-1092-3718DD2D4346}"/>
                  </a:ext>
                </a:extLst>
              </p:cNvPr>
              <p:cNvSpPr>
                <a:spLocks noChangeArrowheads="1"/>
              </p:cNvSpPr>
              <p:nvPr>
                <p:custDataLst>
                  <p:tags r:id="rId7"/>
                </p:custDataLst>
              </p:nvPr>
            </p:nvSpPr>
            <p:spPr bwMode="gray">
              <a:xfrm>
                <a:off x="5882804" y="960635"/>
                <a:ext cx="2468880" cy="192024"/>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Project Management Office (PMO)</a:t>
                </a:r>
              </a:p>
            </p:txBody>
          </p:sp>
        </p:grpSp>
        <p:cxnSp>
          <p:nvCxnSpPr>
            <p:cNvPr id="75" name="Straight Arrow Connector 74">
              <a:extLst>
                <a:ext uri="{FF2B5EF4-FFF2-40B4-BE49-F238E27FC236}">
                  <a16:creationId xmlns:a16="http://schemas.microsoft.com/office/drawing/2014/main" id="{9D7812F0-4FB0-83AD-9EA9-CE24538F02AF}"/>
                </a:ext>
              </a:extLst>
            </p:cNvPr>
            <p:cNvCxnSpPr>
              <a:cxnSpLocks/>
              <a:stCxn id="45" idx="2"/>
              <a:endCxn id="61" idx="0"/>
            </p:cNvCxnSpPr>
            <p:nvPr/>
          </p:nvCxnSpPr>
          <p:spPr bwMode="auto">
            <a:xfrm>
              <a:off x="3441385" y="2694951"/>
              <a:ext cx="2585" cy="222843"/>
            </a:xfrm>
            <a:prstGeom prst="straightConnector1">
              <a:avLst/>
            </a:prstGeom>
            <a:solidFill>
              <a:schemeClr val="bg1"/>
            </a:solidFill>
            <a:ln w="12700"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 name="Rectangle 69">
            <a:extLst>
              <a:ext uri="{FF2B5EF4-FFF2-40B4-BE49-F238E27FC236}">
                <a16:creationId xmlns:a16="http://schemas.microsoft.com/office/drawing/2014/main" id="{4C495F55-3121-CA75-7FBF-69459D91F06E}"/>
              </a:ext>
            </a:extLst>
          </p:cNvPr>
          <p:cNvSpPr>
            <a:spLocks noChangeArrowheads="1"/>
          </p:cNvSpPr>
          <p:nvPr>
            <p:custDataLst>
              <p:tags r:id="rId1"/>
            </p:custDataLst>
          </p:nvPr>
        </p:nvSpPr>
        <p:spPr bwMode="gray">
          <a:xfrm>
            <a:off x="5783987" y="2050185"/>
            <a:ext cx="1669552" cy="486202"/>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171450" lvl="1" indent="-171450"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Jona C Gomes </a:t>
            </a:r>
          </a:p>
          <a:p>
            <a:pPr marL="171450" lvl="1" indent="-171450"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Neelima Rajesh </a:t>
            </a:r>
          </a:p>
          <a:p>
            <a:pPr marL="171450" lvl="1" indent="-171450" defTabSz="914126" eaLnBrk="0" hangingPunct="0">
              <a:buClr>
                <a:srgbClr val="E1000D"/>
              </a:buClr>
              <a:buSzPct val="100000"/>
              <a:buFont typeface="Arial" panose="020B0604020202020204" pitchFamily="34" charset="0"/>
              <a:buChar char="•"/>
              <a:defRPr/>
            </a:pPr>
            <a:endParaRPr lang="en-US" sz="800" b="1" kern="0">
              <a:solidFill>
                <a:srgbClr val="000000"/>
              </a:solidFill>
              <a:latin typeface="Calibri" panose="020F0502020204030204" pitchFamily="34" charset="0"/>
              <a:cs typeface="Calibri" panose="020F0502020204030204" pitchFamily="34" charset="0"/>
            </a:endParaRP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p:txBody>
      </p:sp>
      <p:sp>
        <p:nvSpPr>
          <p:cNvPr id="7" name="Rectangle 13">
            <a:extLst>
              <a:ext uri="{FF2B5EF4-FFF2-40B4-BE49-F238E27FC236}">
                <a16:creationId xmlns:a16="http://schemas.microsoft.com/office/drawing/2014/main" id="{C2972673-F390-9F53-F292-C1CFDABC8E4E}"/>
              </a:ext>
            </a:extLst>
          </p:cNvPr>
          <p:cNvSpPr>
            <a:spLocks noChangeArrowheads="1"/>
          </p:cNvSpPr>
          <p:nvPr>
            <p:custDataLst>
              <p:tags r:id="rId2"/>
            </p:custDataLst>
          </p:nvPr>
        </p:nvSpPr>
        <p:spPr bwMode="gray">
          <a:xfrm>
            <a:off x="5762420" y="1849948"/>
            <a:ext cx="1691118" cy="191965"/>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Product Governance</a:t>
            </a:r>
          </a:p>
        </p:txBody>
      </p:sp>
      <p:cxnSp>
        <p:nvCxnSpPr>
          <p:cNvPr id="10" name="Straight Arrow Connector 9">
            <a:extLst>
              <a:ext uri="{FF2B5EF4-FFF2-40B4-BE49-F238E27FC236}">
                <a16:creationId xmlns:a16="http://schemas.microsoft.com/office/drawing/2014/main" id="{0E3AC4E1-C2C6-464C-C0B4-5AA1AB0217BC}"/>
              </a:ext>
            </a:extLst>
          </p:cNvPr>
          <p:cNvCxnSpPr>
            <a:cxnSpLocks/>
          </p:cNvCxnSpPr>
          <p:nvPr/>
        </p:nvCxnSpPr>
        <p:spPr bwMode="auto">
          <a:xfrm>
            <a:off x="6356771" y="2528911"/>
            <a:ext cx="2584" cy="222774"/>
          </a:xfrm>
          <a:prstGeom prst="straightConnector1">
            <a:avLst/>
          </a:prstGeom>
          <a:solidFill>
            <a:schemeClr val="bg1"/>
          </a:solidFill>
          <a:ln w="12700"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tangle 69">
            <a:extLst>
              <a:ext uri="{FF2B5EF4-FFF2-40B4-BE49-F238E27FC236}">
                <a16:creationId xmlns:a16="http://schemas.microsoft.com/office/drawing/2014/main" id="{90BB5715-C2AC-D7D9-398F-BAAC6B458E2D}"/>
              </a:ext>
            </a:extLst>
          </p:cNvPr>
          <p:cNvSpPr>
            <a:spLocks noChangeArrowheads="1"/>
          </p:cNvSpPr>
          <p:nvPr>
            <p:custDataLst>
              <p:tags r:id="rId3"/>
            </p:custDataLst>
          </p:nvPr>
        </p:nvSpPr>
        <p:spPr bwMode="gray">
          <a:xfrm>
            <a:off x="5830236" y="1231330"/>
            <a:ext cx="1669552" cy="486202"/>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800" kern="0">
                <a:solidFill>
                  <a:srgbClr val="000000"/>
                </a:solidFill>
                <a:latin typeface="Calibri" panose="020F0502020204030204" pitchFamily="34" charset="0"/>
                <a:cs typeface="Calibri" panose="020F0502020204030204" pitchFamily="34" charset="0"/>
              </a:rPr>
              <a:t>Savita (SFS)</a:t>
            </a:r>
          </a:p>
          <a:p>
            <a:pPr marL="0" lvl="1" defTabSz="914126" eaLnBrk="0" hangingPunct="0">
              <a:buClr>
                <a:srgbClr val="E1000D"/>
              </a:buClr>
              <a:buSzPct val="100000"/>
              <a:defRPr/>
            </a:pPr>
            <a:r>
              <a:rPr lang="en-US" sz="800" kern="0">
                <a:solidFill>
                  <a:srgbClr val="000000"/>
                </a:solidFill>
                <a:latin typeface="Calibri" panose="020F0502020204030204" pitchFamily="34" charset="0"/>
                <a:cs typeface="Calibri" panose="020F0502020204030204" pitchFamily="34" charset="0"/>
              </a:rPr>
              <a:t>Arun Gopal (OSDP)</a:t>
            </a: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p:txBody>
      </p:sp>
      <p:sp>
        <p:nvSpPr>
          <p:cNvPr id="12" name="Rectangle 13">
            <a:extLst>
              <a:ext uri="{FF2B5EF4-FFF2-40B4-BE49-F238E27FC236}">
                <a16:creationId xmlns:a16="http://schemas.microsoft.com/office/drawing/2014/main" id="{CDDD19D8-9E41-0F7D-9350-DC57C340B9E3}"/>
              </a:ext>
            </a:extLst>
          </p:cNvPr>
          <p:cNvSpPr>
            <a:spLocks noChangeArrowheads="1"/>
          </p:cNvSpPr>
          <p:nvPr>
            <p:custDataLst>
              <p:tags r:id="rId4"/>
            </p:custDataLst>
          </p:nvPr>
        </p:nvSpPr>
        <p:spPr bwMode="gray">
          <a:xfrm>
            <a:off x="5808670" y="1031092"/>
            <a:ext cx="1691118" cy="191965"/>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3</a:t>
            </a:r>
            <a:r>
              <a:rPr lang="en-US" sz="800" b="1" kern="0" baseline="30000">
                <a:solidFill>
                  <a:srgbClr val="FFFFFF"/>
                </a:solidFill>
                <a:latin typeface="Calibri" panose="020F0502020204030204" pitchFamily="34" charset="0"/>
                <a:cs typeface="Calibri" panose="020F0502020204030204" pitchFamily="34" charset="0"/>
              </a:rPr>
              <a:t>rd</a:t>
            </a:r>
            <a:r>
              <a:rPr lang="en-US" sz="800" b="1" kern="0">
                <a:solidFill>
                  <a:srgbClr val="FFFFFF"/>
                </a:solidFill>
                <a:latin typeface="Calibri" panose="020F0502020204030204" pitchFamily="34" charset="0"/>
                <a:cs typeface="Calibri" panose="020F0502020204030204" pitchFamily="34" charset="0"/>
              </a:rPr>
              <a:t> party vendors</a:t>
            </a:r>
          </a:p>
        </p:txBody>
      </p:sp>
      <p:cxnSp>
        <p:nvCxnSpPr>
          <p:cNvPr id="13" name="Connector: Elbow 12">
            <a:extLst>
              <a:ext uri="{FF2B5EF4-FFF2-40B4-BE49-F238E27FC236}">
                <a16:creationId xmlns:a16="http://schemas.microsoft.com/office/drawing/2014/main" id="{EBC22241-19EC-2A4D-F77D-DF2DC8F3A3CC}"/>
              </a:ext>
            </a:extLst>
          </p:cNvPr>
          <p:cNvCxnSpPr>
            <a:cxnSpLocks/>
          </p:cNvCxnSpPr>
          <p:nvPr/>
        </p:nvCxnSpPr>
        <p:spPr>
          <a:xfrm rot="10800000" flipV="1">
            <a:off x="2422690" y="1102178"/>
            <a:ext cx="1139731" cy="485811"/>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FD5088A-9868-9770-833B-7F87200C3C31}"/>
              </a:ext>
            </a:extLst>
          </p:cNvPr>
          <p:cNvCxnSpPr>
            <a:cxnSpLocks/>
          </p:cNvCxnSpPr>
          <p:nvPr/>
        </p:nvCxnSpPr>
        <p:spPr>
          <a:xfrm flipV="1">
            <a:off x="3363437" y="2139043"/>
            <a:ext cx="1989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D98AA93F-02BE-23B5-C78C-A88F8A1CC11B}"/>
              </a:ext>
            </a:extLst>
          </p:cNvPr>
          <p:cNvCxnSpPr>
            <a:cxnSpLocks/>
            <a:endCxn id="11" idx="1"/>
          </p:cNvCxnSpPr>
          <p:nvPr/>
        </p:nvCxnSpPr>
        <p:spPr>
          <a:xfrm flipV="1">
            <a:off x="5444999" y="1474431"/>
            <a:ext cx="385237" cy="829903"/>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red and black logo&#10;&#10;Description automatically generated">
            <a:extLst>
              <a:ext uri="{FF2B5EF4-FFF2-40B4-BE49-F238E27FC236}">
                <a16:creationId xmlns:a16="http://schemas.microsoft.com/office/drawing/2014/main" id="{E5A848CE-CC54-3B16-7FEE-DE33DE8FCD39}"/>
              </a:ext>
            </a:extLst>
          </p:cNvPr>
          <p:cNvPicPr>
            <a:picLocks noChangeAspect="1"/>
          </p:cNvPicPr>
          <p:nvPr/>
        </p:nvPicPr>
        <p:blipFill>
          <a:blip r:embed="rId22"/>
          <a:stretch>
            <a:fillRect/>
          </a:stretch>
        </p:blipFill>
        <p:spPr>
          <a:xfrm>
            <a:off x="6587015" y="0"/>
            <a:ext cx="1020250" cy="529241"/>
          </a:xfrm>
          <a:prstGeom prst="rect">
            <a:avLst/>
          </a:prstGeom>
        </p:spPr>
      </p:pic>
      <p:sp>
        <p:nvSpPr>
          <p:cNvPr id="23" name="Slide Number Placeholder 7">
            <a:extLst>
              <a:ext uri="{FF2B5EF4-FFF2-40B4-BE49-F238E27FC236}">
                <a16:creationId xmlns:a16="http://schemas.microsoft.com/office/drawing/2014/main" id="{EABD6D5D-7FF6-9383-497B-65AC7C4C4184}"/>
              </a:ext>
            </a:extLst>
          </p:cNvPr>
          <p:cNvSpPr txBox="1">
            <a:spLocks/>
          </p:cNvSpPr>
          <p:nvPr/>
        </p:nvSpPr>
        <p:spPr>
          <a:xfrm>
            <a:off x="1" y="4914901"/>
            <a:ext cx="228599" cy="22859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9006F1E-66CD-4A4B-9370-B4A3080F0E6C}" type="slidenum">
              <a:rPr lang="en-US" sz="1000" smtClean="0">
                <a:latin typeface="Calibri" panose="020F0502020204030204" pitchFamily="34" charset="0"/>
                <a:cs typeface="Calibri" panose="020F0502020204030204" pitchFamily="34" charset="0"/>
              </a:rPr>
              <a:pPr/>
              <a:t>4</a:t>
            </a:fld>
            <a:endParaRPr lang="en-US" sz="1000">
              <a:latin typeface="Calibri" panose="020F0502020204030204" pitchFamily="34" charset="0"/>
              <a:cs typeface="Calibri" panose="020F0502020204030204" pitchFamily="34" charset="0"/>
            </a:endParaRPr>
          </a:p>
        </p:txBody>
      </p:sp>
      <p:sp>
        <p:nvSpPr>
          <p:cNvPr id="24" name="Footer Placeholder 9">
            <a:extLst>
              <a:ext uri="{FF2B5EF4-FFF2-40B4-BE49-F238E27FC236}">
                <a16:creationId xmlns:a16="http://schemas.microsoft.com/office/drawing/2014/main" id="{34598699-693A-AB1C-DF3D-C6CB06B3DDAE}"/>
              </a:ext>
            </a:extLst>
          </p:cNvPr>
          <p:cNvSpPr txBox="1">
            <a:spLocks/>
          </p:cNvSpPr>
          <p:nvPr/>
        </p:nvSpPr>
        <p:spPr>
          <a:xfrm>
            <a:off x="289560" y="4914901"/>
            <a:ext cx="4343401"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00">
                <a:ea typeface="MS PGothic" panose="020B0600070205080204" pitchFamily="34" charset="-128"/>
              </a:rPr>
              <a:t>Proprietary &amp; Confidential |  03 Jun 2024</a:t>
            </a:r>
          </a:p>
        </p:txBody>
      </p:sp>
    </p:spTree>
    <p:extLst>
      <p:ext uri="{BB962C8B-B14F-4D97-AF65-F5344CB8AC3E}">
        <p14:creationId xmlns:p14="http://schemas.microsoft.com/office/powerpoint/2010/main" val="901804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effectLst/>
                <a:ea typeface="Calibri" panose="020F0502020204030204" pitchFamily="34" charset="0"/>
              </a:rPr>
              <a:t>Project Governance </a:t>
            </a:r>
            <a:r>
              <a:rPr lang="en-US" altLang="zh-CN">
                <a:ea typeface="Calibri" panose="020F0502020204030204" pitchFamily="34" charset="0"/>
              </a:rPr>
              <a:t>S</a:t>
            </a:r>
            <a:r>
              <a:rPr lang="en-US" altLang="zh-CN">
                <a:effectLst/>
                <a:ea typeface="Calibri" panose="020F0502020204030204" pitchFamily="34" charset="0"/>
              </a:rPr>
              <a:t>tructure</a:t>
            </a:r>
            <a:endParaRPr lang="en-US"/>
          </a:p>
        </p:txBody>
      </p:sp>
      <p:sp>
        <p:nvSpPr>
          <p:cNvPr id="25" name="Rounded Rectangle 7"/>
          <p:cNvSpPr/>
          <p:nvPr/>
        </p:nvSpPr>
        <p:spPr bwMode="auto">
          <a:xfrm>
            <a:off x="5597339" y="2526940"/>
            <a:ext cx="1310331" cy="623861"/>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Technical</a:t>
            </a:r>
            <a:r>
              <a:rPr lang="zh-CN" altLang="en-US" sz="800" b="1" kern="0">
                <a:solidFill>
                  <a:schemeClr val="bg1"/>
                </a:solidFill>
                <a:latin typeface="Calibri" panose="020F0502020204030204" pitchFamily="34" charset="0"/>
                <a:cs typeface="Calibri" panose="020F0502020204030204" pitchFamily="34" charset="0"/>
              </a:rPr>
              <a:t> </a:t>
            </a: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Support</a:t>
            </a:r>
            <a:r>
              <a:rPr lang="zh-CN" altLang="en-US" sz="800" b="1" kern="0">
                <a:solidFill>
                  <a:schemeClr val="bg1"/>
                </a:solidFill>
                <a:latin typeface="Calibri" panose="020F0502020204030204" pitchFamily="34" charset="0"/>
                <a:cs typeface="Calibri" panose="020F0502020204030204" pitchFamily="34" charset="0"/>
              </a:rPr>
              <a:t> </a:t>
            </a:r>
            <a:r>
              <a:rPr lang="en-US" altLang="zh-CN" sz="800" b="1" kern="0">
                <a:solidFill>
                  <a:schemeClr val="bg1"/>
                </a:solidFill>
                <a:latin typeface="Calibri" panose="020F0502020204030204" pitchFamily="34" charset="0"/>
                <a:cs typeface="Calibri" panose="020F0502020204030204" pitchFamily="34" charset="0"/>
              </a:rPr>
              <a:t>Lead</a:t>
            </a: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endParaRPr lang="en-US" altLang="zh-CN" sz="1200" b="1" kern="0">
              <a:solidFill>
                <a:schemeClr val="bg1"/>
              </a:solidFill>
              <a:latin typeface="微软雅黑" panose="020B0503020204020204" pitchFamily="34" charset="-122"/>
              <a:ea typeface="微软雅黑" panose="020B0503020204020204" pitchFamily="34" charset="-122"/>
            </a:endParaRPr>
          </a:p>
          <a:p>
            <a:pPr algn="ctr" defTabSz="685800" eaLnBrk="0" fontAlgn="base" hangingPunct="0">
              <a:spcBef>
                <a:spcPct val="0"/>
              </a:spcBef>
              <a:spcAft>
                <a:spcPct val="0"/>
              </a:spcAft>
              <a:defRPr/>
            </a:pPr>
            <a:r>
              <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Nicole Niu</a:t>
            </a:r>
          </a:p>
        </p:txBody>
      </p:sp>
      <p:grpSp>
        <p:nvGrpSpPr>
          <p:cNvPr id="52" name="Group 51">
            <a:extLst>
              <a:ext uri="{FF2B5EF4-FFF2-40B4-BE49-F238E27FC236}">
                <a16:creationId xmlns:a16="http://schemas.microsoft.com/office/drawing/2014/main" id="{3707BABC-BA98-CDAE-DFFD-A7B576243594}"/>
              </a:ext>
            </a:extLst>
          </p:cNvPr>
          <p:cNvGrpSpPr/>
          <p:nvPr/>
        </p:nvGrpSpPr>
        <p:grpSpPr>
          <a:xfrm>
            <a:off x="1832801" y="3599977"/>
            <a:ext cx="3648340" cy="873691"/>
            <a:chOff x="1849332" y="3612093"/>
            <a:chExt cx="3648340" cy="873691"/>
          </a:xfrm>
        </p:grpSpPr>
        <p:sp>
          <p:nvSpPr>
            <p:cNvPr id="11" name="Rounded Rectangle 7"/>
            <p:cNvSpPr/>
            <p:nvPr/>
          </p:nvSpPr>
          <p:spPr bwMode="auto">
            <a:xfrm>
              <a:off x="1849332" y="3612093"/>
              <a:ext cx="1166055" cy="873691"/>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Consultant Team</a:t>
              </a:r>
            </a:p>
            <a:p>
              <a:pPr algn="ctr" defTabSz="685800" eaLnBrk="0" fontAlgn="base" hangingPunct="0">
                <a:spcBef>
                  <a:spcPct val="0"/>
                </a:spcBef>
                <a:spcAft>
                  <a:spcPct val="0"/>
                </a:spcAft>
                <a:defRPr/>
              </a:pPr>
              <a:endParaRPr lang="en-US" altLang="zh-CN" sz="1200" b="1" kern="0">
                <a:solidFill>
                  <a:schemeClr val="bg1"/>
                </a:solidFill>
                <a:latin typeface="微软雅黑" panose="020B0503020204020204" pitchFamily="34" charset="-122"/>
                <a:ea typeface="微软雅黑" panose="020B0503020204020204" pitchFamily="34" charset="-122"/>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Lead: Qiu Hongtao</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Gu Cheng</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Xiao Mengran</a:t>
              </a:r>
            </a:p>
          </p:txBody>
        </p:sp>
        <p:sp>
          <p:nvSpPr>
            <p:cNvPr id="12" name="Rounded Rectangle 7"/>
            <p:cNvSpPr/>
            <p:nvPr/>
          </p:nvSpPr>
          <p:spPr bwMode="auto">
            <a:xfrm>
              <a:off x="4224518" y="3619625"/>
              <a:ext cx="1273154" cy="866159"/>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Implementation Team</a:t>
              </a:r>
            </a:p>
            <a:p>
              <a:pPr algn="ctr" defTabSz="685800" eaLnBrk="0" fontAlgn="base" hangingPunct="0">
                <a:spcBef>
                  <a:spcPct val="0"/>
                </a:spcBef>
                <a:spcAft>
                  <a:spcPct val="0"/>
                </a:spcAft>
                <a:defRPr/>
              </a:pPr>
              <a:endParaRPr lang="en-US" altLang="zh-CN" sz="600" b="1" kern="0">
                <a:solidFill>
                  <a:schemeClr val="bg1"/>
                </a:solidFill>
                <a:latin typeface="微软雅黑" panose="020B0503020204020204" pitchFamily="34" charset="-122"/>
                <a:ea typeface="微软雅黑" panose="020B0503020204020204" pitchFamily="34" charset="-122"/>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Lead: Zhang Zhenjuan</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Lead</a:t>
              </a:r>
              <a:r>
                <a:rPr lang="zh-CN" alt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Rakssha Ramesh</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Akhil Prabhakaran</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Amritha Baskar</a:t>
              </a:r>
            </a:p>
          </p:txBody>
        </p:sp>
        <p:sp>
          <p:nvSpPr>
            <p:cNvPr id="23" name="Rounded Rectangle 7">
              <a:extLst>
                <a:ext uri="{FF2B5EF4-FFF2-40B4-BE49-F238E27FC236}">
                  <a16:creationId xmlns:a16="http://schemas.microsoft.com/office/drawing/2014/main" id="{2A1E4400-8FB0-3B82-6A59-7A39252AE444}"/>
                </a:ext>
              </a:extLst>
            </p:cNvPr>
            <p:cNvSpPr/>
            <p:nvPr/>
          </p:nvSpPr>
          <p:spPr bwMode="auto">
            <a:xfrm>
              <a:off x="3125163" y="3612093"/>
              <a:ext cx="981978" cy="872393"/>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Training Team</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Li </a:t>
              </a:r>
              <a:r>
                <a:rPr lang="en-US" altLang="zh-CN" sz="800" b="1" kern="0" err="1">
                  <a:solidFill>
                    <a:schemeClr val="bg1"/>
                  </a:solidFill>
                  <a:latin typeface="Calibri" panose="020F0502020204030204" pitchFamily="34" charset="0"/>
                  <a:ea typeface="Calibri" panose="020F0502020204030204" pitchFamily="34" charset="0"/>
                  <a:cs typeface="Calibri" panose="020F0502020204030204" pitchFamily="34" charset="0"/>
                </a:rPr>
                <a:t>Li</a:t>
              </a: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 Zhang</a:t>
              </a:r>
            </a:p>
          </p:txBody>
        </p:sp>
      </p:grpSp>
      <p:sp>
        <p:nvSpPr>
          <p:cNvPr id="4" name="Rounded Rectangle 7">
            <a:extLst>
              <a:ext uri="{FF2B5EF4-FFF2-40B4-BE49-F238E27FC236}">
                <a16:creationId xmlns:a16="http://schemas.microsoft.com/office/drawing/2014/main" id="{4F879CF1-1627-90C6-8451-B1BD680C7DC4}"/>
              </a:ext>
            </a:extLst>
          </p:cNvPr>
          <p:cNvSpPr/>
          <p:nvPr/>
        </p:nvSpPr>
        <p:spPr bwMode="auto">
          <a:xfrm>
            <a:off x="7335326" y="2527898"/>
            <a:ext cx="1308312" cy="622904"/>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Infrastructure Architect</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algn="ctr" defTabSz="685800" eaLnBrk="0" fontAlgn="base" hangingPunct="0">
              <a:spcBef>
                <a:spcPct val="0"/>
              </a:spcBef>
              <a:spcAft>
                <a:spcPct val="0"/>
              </a:spcAft>
              <a:defRPr/>
            </a:pPr>
            <a:r>
              <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Jason Ji</a:t>
            </a:r>
          </a:p>
        </p:txBody>
      </p:sp>
      <p:sp>
        <p:nvSpPr>
          <p:cNvPr id="5" name="Rounded Rectangle 7">
            <a:extLst>
              <a:ext uri="{FF2B5EF4-FFF2-40B4-BE49-F238E27FC236}">
                <a16:creationId xmlns:a16="http://schemas.microsoft.com/office/drawing/2014/main" id="{6F0DC44B-191E-E3DB-D61C-54BDB3A84876}"/>
              </a:ext>
            </a:extLst>
          </p:cNvPr>
          <p:cNvSpPr/>
          <p:nvPr/>
        </p:nvSpPr>
        <p:spPr bwMode="auto">
          <a:xfrm>
            <a:off x="4635012" y="1470960"/>
            <a:ext cx="1573188" cy="530905"/>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Services Manager</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Shuang Liang</a:t>
            </a:r>
            <a:endPar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Rounded Rectangle 7">
            <a:extLst>
              <a:ext uri="{FF2B5EF4-FFF2-40B4-BE49-F238E27FC236}">
                <a16:creationId xmlns:a16="http://schemas.microsoft.com/office/drawing/2014/main" id="{9EEE3830-FC60-0558-13EB-F5847C597475}"/>
              </a:ext>
            </a:extLst>
          </p:cNvPr>
          <p:cNvSpPr/>
          <p:nvPr/>
        </p:nvSpPr>
        <p:spPr bwMode="auto">
          <a:xfrm>
            <a:off x="5605832" y="3599977"/>
            <a:ext cx="1287208" cy="866158"/>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Support Team</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a:t>
            </a:r>
            <a:r>
              <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teven </a:t>
            </a: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a:t>
            </a:r>
            <a:r>
              <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hi</a:t>
            </a:r>
          </a:p>
        </p:txBody>
      </p:sp>
      <p:sp>
        <p:nvSpPr>
          <p:cNvPr id="17" name="Rounded Rectangle 7">
            <a:extLst>
              <a:ext uri="{FF2B5EF4-FFF2-40B4-BE49-F238E27FC236}">
                <a16:creationId xmlns:a16="http://schemas.microsoft.com/office/drawing/2014/main" id="{8ED0368B-7EDB-8519-5F3F-345A9D60A877}"/>
              </a:ext>
            </a:extLst>
          </p:cNvPr>
          <p:cNvSpPr/>
          <p:nvPr/>
        </p:nvSpPr>
        <p:spPr bwMode="auto">
          <a:xfrm>
            <a:off x="2778119" y="2526941"/>
            <a:ext cx="1655864" cy="623861"/>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PM</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Wendy Huo</a:t>
            </a:r>
          </a:p>
          <a:p>
            <a:pPr algn="ctr" defTabSz="685800" eaLnBrk="0" fontAlgn="base" hangingPunct="0">
              <a:spcBef>
                <a:spcPct val="0"/>
              </a:spcBef>
              <a:spcAft>
                <a:spcPct val="0"/>
              </a:spcAft>
              <a:defRPr/>
            </a:pPr>
            <a:endParaRPr lang="en-US" altLang="zh-CN" sz="1200" b="1" kern="0">
              <a:solidFill>
                <a:schemeClr val="bg1"/>
              </a:solidFill>
              <a:latin typeface="微软雅黑" panose="020B0503020204020204" pitchFamily="34" charset="-122"/>
              <a:ea typeface="微软雅黑" panose="020B0503020204020204" pitchFamily="34" charset="-122"/>
            </a:endParaRPr>
          </a:p>
        </p:txBody>
      </p:sp>
      <p:cxnSp>
        <p:nvCxnSpPr>
          <p:cNvPr id="43" name="Straight Connector 42">
            <a:extLst>
              <a:ext uri="{FF2B5EF4-FFF2-40B4-BE49-F238E27FC236}">
                <a16:creationId xmlns:a16="http://schemas.microsoft.com/office/drawing/2014/main" id="{B97F7783-F239-FD3D-1164-0263355FBDD9}"/>
              </a:ext>
            </a:extLst>
          </p:cNvPr>
          <p:cNvCxnSpPr>
            <a:cxnSpLocks/>
            <a:stCxn id="25" idx="2"/>
            <a:endCxn id="15" idx="0"/>
          </p:cNvCxnSpPr>
          <p:nvPr/>
        </p:nvCxnSpPr>
        <p:spPr>
          <a:xfrm flipH="1">
            <a:off x="6249436" y="3150801"/>
            <a:ext cx="3069" cy="449176"/>
          </a:xfrm>
          <a:prstGeom prst="line">
            <a:avLst/>
          </a:prstGeom>
        </p:spPr>
        <p:style>
          <a:lnRef idx="3">
            <a:schemeClr val="accent5"/>
          </a:lnRef>
          <a:fillRef idx="0">
            <a:schemeClr val="accent5"/>
          </a:fillRef>
          <a:effectRef idx="2">
            <a:schemeClr val="accent5"/>
          </a:effectRef>
          <a:fontRef idx="minor">
            <a:schemeClr val="tx1"/>
          </a:fontRef>
        </p:style>
      </p:cxnSp>
      <p:sp>
        <p:nvSpPr>
          <p:cNvPr id="40" name="Rounded Rectangle 7">
            <a:extLst>
              <a:ext uri="{FF2B5EF4-FFF2-40B4-BE49-F238E27FC236}">
                <a16:creationId xmlns:a16="http://schemas.microsoft.com/office/drawing/2014/main" id="{94C8F757-9972-5B1C-EA9D-9EA292BD0789}"/>
              </a:ext>
            </a:extLst>
          </p:cNvPr>
          <p:cNvSpPr/>
          <p:nvPr/>
        </p:nvSpPr>
        <p:spPr bwMode="auto">
          <a:xfrm>
            <a:off x="7266572" y="3599977"/>
            <a:ext cx="1446485" cy="866158"/>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dashDot"/>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Global Technical Advisors</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Don Ross</a:t>
            </a:r>
          </a:p>
          <a:p>
            <a:pPr algn="ctr" defTabSz="685800" eaLnBrk="0" fontAlgn="base" hangingPunct="0">
              <a:spcBef>
                <a:spcPct val="0"/>
              </a:spcBef>
              <a:spcAft>
                <a:spcPct val="0"/>
              </a:spcAft>
              <a:defRPr/>
            </a:pPr>
            <a:r>
              <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Simon Bolder</a:t>
            </a:r>
          </a:p>
        </p:txBody>
      </p:sp>
      <p:sp>
        <p:nvSpPr>
          <p:cNvPr id="3" name="Rounded Rectangle 7">
            <a:extLst>
              <a:ext uri="{FF2B5EF4-FFF2-40B4-BE49-F238E27FC236}">
                <a16:creationId xmlns:a16="http://schemas.microsoft.com/office/drawing/2014/main" id="{D3CF698F-3C73-8C54-0CD7-E7C3228E8278}"/>
              </a:ext>
            </a:extLst>
          </p:cNvPr>
          <p:cNvSpPr/>
          <p:nvPr/>
        </p:nvSpPr>
        <p:spPr bwMode="auto">
          <a:xfrm>
            <a:off x="495464" y="1783834"/>
            <a:ext cx="1035620" cy="565593"/>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Global PM</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Shravan Tiwari</a:t>
            </a:r>
          </a:p>
        </p:txBody>
      </p:sp>
      <p:sp>
        <p:nvSpPr>
          <p:cNvPr id="8" name="Slide Number Placeholder 7">
            <a:extLst>
              <a:ext uri="{FF2B5EF4-FFF2-40B4-BE49-F238E27FC236}">
                <a16:creationId xmlns:a16="http://schemas.microsoft.com/office/drawing/2014/main" id="{6EEC0F6F-4DDB-DCD2-4A2A-8C25D018DF82}"/>
              </a:ext>
            </a:extLst>
          </p:cNvPr>
          <p:cNvSpPr>
            <a:spLocks noGrp="1"/>
          </p:cNvSpPr>
          <p:nvPr>
            <p:ph type="sldNum" sz="quarter" idx="10"/>
          </p:nvPr>
        </p:nvSpPr>
        <p:spPr/>
        <p:txBody>
          <a:bodyPr/>
          <a:lstStyle/>
          <a:p>
            <a:fld id="{89006F1E-66CD-4A4B-9370-B4A3080F0E6C}" type="slidenum">
              <a:rPr lang="en-US" smtClean="0"/>
              <a:pPr/>
              <a:t>5</a:t>
            </a:fld>
            <a:endParaRPr lang="en-US"/>
          </a:p>
        </p:txBody>
      </p:sp>
      <p:sp>
        <p:nvSpPr>
          <p:cNvPr id="10" name="Footer Placeholder 9">
            <a:extLst>
              <a:ext uri="{FF2B5EF4-FFF2-40B4-BE49-F238E27FC236}">
                <a16:creationId xmlns:a16="http://schemas.microsoft.com/office/drawing/2014/main" id="{E06FC4CD-1708-6629-FA86-83B4C27E0DF7}"/>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sp>
        <p:nvSpPr>
          <p:cNvPr id="20" name="Rounded Rectangle 7">
            <a:extLst>
              <a:ext uri="{FF2B5EF4-FFF2-40B4-BE49-F238E27FC236}">
                <a16:creationId xmlns:a16="http://schemas.microsoft.com/office/drawing/2014/main" id="{BD7C6EEF-90B0-7C09-296B-4DB4CBB1634B}"/>
              </a:ext>
            </a:extLst>
          </p:cNvPr>
          <p:cNvSpPr/>
          <p:nvPr/>
        </p:nvSpPr>
        <p:spPr bwMode="auto">
          <a:xfrm>
            <a:off x="490118" y="986011"/>
            <a:ext cx="1040966" cy="565593"/>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Global PMO</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(Thermo Fisher)</a:t>
            </a:r>
          </a:p>
        </p:txBody>
      </p:sp>
      <p:cxnSp>
        <p:nvCxnSpPr>
          <p:cNvPr id="22" name="Connector: Elbow 21">
            <a:extLst>
              <a:ext uri="{FF2B5EF4-FFF2-40B4-BE49-F238E27FC236}">
                <a16:creationId xmlns:a16="http://schemas.microsoft.com/office/drawing/2014/main" id="{A5EE7F11-8F47-3093-2B22-2DC49281B187}"/>
              </a:ext>
            </a:extLst>
          </p:cNvPr>
          <p:cNvCxnSpPr>
            <a:cxnSpLocks/>
            <a:stCxn id="3" idx="0"/>
            <a:endCxn id="20" idx="2"/>
          </p:cNvCxnSpPr>
          <p:nvPr/>
        </p:nvCxnSpPr>
        <p:spPr>
          <a:xfrm rot="16200000" flipV="1">
            <a:off x="895823" y="1666382"/>
            <a:ext cx="232230" cy="2673"/>
          </a:xfrm>
          <a:prstGeom prst="bentConnector3">
            <a:avLst>
              <a:gd name="adj1" fmla="val 50000"/>
            </a:avLst>
          </a:prstGeom>
          <a:ln w="19050" cap="flat" cmpd="sng" algn="ctr">
            <a:solidFill>
              <a:schemeClr val="tx1">
                <a:lumMod val="25000"/>
                <a:lumOff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Connector: Elbow 50">
            <a:extLst>
              <a:ext uri="{FF2B5EF4-FFF2-40B4-BE49-F238E27FC236}">
                <a16:creationId xmlns:a16="http://schemas.microsoft.com/office/drawing/2014/main" id="{A0DFD61E-C1BD-F36A-BA8C-0C62547C3BF4}"/>
              </a:ext>
            </a:extLst>
          </p:cNvPr>
          <p:cNvCxnSpPr>
            <a:stCxn id="5" idx="2"/>
            <a:endCxn id="4" idx="0"/>
          </p:cNvCxnSpPr>
          <p:nvPr/>
        </p:nvCxnSpPr>
        <p:spPr>
          <a:xfrm rot="16200000" flipH="1">
            <a:off x="6442528" y="980943"/>
            <a:ext cx="526033" cy="2567876"/>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58" name="Connector: Elbow 57">
            <a:extLst>
              <a:ext uri="{FF2B5EF4-FFF2-40B4-BE49-F238E27FC236}">
                <a16:creationId xmlns:a16="http://schemas.microsoft.com/office/drawing/2014/main" id="{9B3902E6-3FAA-03ED-ED06-917935BFA83D}"/>
              </a:ext>
            </a:extLst>
          </p:cNvPr>
          <p:cNvCxnSpPr>
            <a:cxnSpLocks/>
            <a:stCxn id="5" idx="2"/>
            <a:endCxn id="25" idx="0"/>
          </p:cNvCxnSpPr>
          <p:nvPr/>
        </p:nvCxnSpPr>
        <p:spPr>
          <a:xfrm rot="16200000" flipH="1">
            <a:off x="5574518" y="1848952"/>
            <a:ext cx="525075" cy="830899"/>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63" name="Connector: Elbow 62">
            <a:extLst>
              <a:ext uri="{FF2B5EF4-FFF2-40B4-BE49-F238E27FC236}">
                <a16:creationId xmlns:a16="http://schemas.microsoft.com/office/drawing/2014/main" id="{047528D5-8DA5-ACCE-5F58-81817F7ED00C}"/>
              </a:ext>
            </a:extLst>
          </p:cNvPr>
          <p:cNvCxnSpPr>
            <a:stCxn id="17" idx="2"/>
            <a:endCxn id="11" idx="0"/>
          </p:cNvCxnSpPr>
          <p:nvPr/>
        </p:nvCxnSpPr>
        <p:spPr>
          <a:xfrm rot="5400000">
            <a:off x="2786353" y="2780278"/>
            <a:ext cx="449175" cy="1190222"/>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65" name="Connector: Elbow 64">
            <a:extLst>
              <a:ext uri="{FF2B5EF4-FFF2-40B4-BE49-F238E27FC236}">
                <a16:creationId xmlns:a16="http://schemas.microsoft.com/office/drawing/2014/main" id="{D224D9CE-0F4A-27A7-60FA-544D4DB52F56}"/>
              </a:ext>
            </a:extLst>
          </p:cNvPr>
          <p:cNvCxnSpPr>
            <a:stCxn id="17" idx="2"/>
            <a:endCxn id="23" idx="0"/>
          </p:cNvCxnSpPr>
          <p:nvPr/>
        </p:nvCxnSpPr>
        <p:spPr>
          <a:xfrm rot="5400000">
            <a:off x="3378249" y="3372174"/>
            <a:ext cx="449175" cy="643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67" name="Connector: Elbow 66">
            <a:extLst>
              <a:ext uri="{FF2B5EF4-FFF2-40B4-BE49-F238E27FC236}">
                <a16:creationId xmlns:a16="http://schemas.microsoft.com/office/drawing/2014/main" id="{16A69150-90C4-A5CD-FD01-97F5E97140C5}"/>
              </a:ext>
            </a:extLst>
          </p:cNvPr>
          <p:cNvCxnSpPr>
            <a:stCxn id="17" idx="2"/>
            <a:endCxn id="12" idx="0"/>
          </p:cNvCxnSpPr>
          <p:nvPr/>
        </p:nvCxnSpPr>
        <p:spPr>
          <a:xfrm rot="16200000" flipH="1">
            <a:off x="3996954" y="2759898"/>
            <a:ext cx="456707" cy="1238513"/>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69" name="Connector: Elbow 68">
            <a:extLst>
              <a:ext uri="{FF2B5EF4-FFF2-40B4-BE49-F238E27FC236}">
                <a16:creationId xmlns:a16="http://schemas.microsoft.com/office/drawing/2014/main" id="{B7AAE1B4-B5A0-B880-D090-ED4738A55E82}"/>
              </a:ext>
            </a:extLst>
          </p:cNvPr>
          <p:cNvCxnSpPr>
            <a:stCxn id="4" idx="2"/>
            <a:endCxn id="40" idx="0"/>
          </p:cNvCxnSpPr>
          <p:nvPr/>
        </p:nvCxnSpPr>
        <p:spPr>
          <a:xfrm rot="16200000" flipH="1">
            <a:off x="7765061" y="3375222"/>
            <a:ext cx="449175" cy="333"/>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1" name="Connector: Elbow 80">
            <a:extLst>
              <a:ext uri="{FF2B5EF4-FFF2-40B4-BE49-F238E27FC236}">
                <a16:creationId xmlns:a16="http://schemas.microsoft.com/office/drawing/2014/main" id="{D8708841-1386-8868-0C74-5544EB5E8B94}"/>
              </a:ext>
            </a:extLst>
          </p:cNvPr>
          <p:cNvCxnSpPr>
            <a:stCxn id="5" idx="2"/>
            <a:endCxn id="17" idx="0"/>
          </p:cNvCxnSpPr>
          <p:nvPr/>
        </p:nvCxnSpPr>
        <p:spPr>
          <a:xfrm rot="5400000">
            <a:off x="4251291" y="1356626"/>
            <a:ext cx="525076" cy="1815555"/>
          </a:xfrm>
          <a:prstGeom prst="bentConnector3">
            <a:avLst/>
          </a:prstGeom>
        </p:spPr>
        <p:style>
          <a:lnRef idx="3">
            <a:schemeClr val="accent5"/>
          </a:lnRef>
          <a:fillRef idx="0">
            <a:schemeClr val="accent5"/>
          </a:fillRef>
          <a:effectRef idx="2">
            <a:schemeClr val="accent5"/>
          </a:effectRef>
          <a:fontRef idx="minor">
            <a:schemeClr val="tx1"/>
          </a:fontRef>
        </p:style>
      </p:cxnSp>
      <p:sp>
        <p:nvSpPr>
          <p:cNvPr id="92" name="Rectangle: Rounded Corners 91">
            <a:extLst>
              <a:ext uri="{FF2B5EF4-FFF2-40B4-BE49-F238E27FC236}">
                <a16:creationId xmlns:a16="http://schemas.microsoft.com/office/drawing/2014/main" id="{97DEF71B-A3BE-046A-C3F1-D34285DBE725}"/>
              </a:ext>
            </a:extLst>
          </p:cNvPr>
          <p:cNvSpPr/>
          <p:nvPr/>
        </p:nvSpPr>
        <p:spPr bwMode="auto">
          <a:xfrm>
            <a:off x="1693188" y="756959"/>
            <a:ext cx="7155528" cy="4012552"/>
          </a:xfrm>
          <a:prstGeom prst="roundRect">
            <a:avLst/>
          </a:prstGeom>
          <a:noFill/>
          <a:ln w="31750" cap="flat" cmpd="sng" algn="ctr">
            <a:solidFill>
              <a:schemeClr val="bg1">
                <a:lumMod val="8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endParaRPr lang="en-US" sz="1800">
              <a:latin typeface="Calibri" panose="020F0502020204030204" pitchFamily="34" charset="0"/>
              <a:cs typeface="Calibri" panose="020F0502020204030204" pitchFamily="34" charset="0"/>
            </a:endParaRPr>
          </a:p>
        </p:txBody>
      </p:sp>
      <p:cxnSp>
        <p:nvCxnSpPr>
          <p:cNvPr id="94" name="Connector: Elbow 93">
            <a:extLst>
              <a:ext uri="{FF2B5EF4-FFF2-40B4-BE49-F238E27FC236}">
                <a16:creationId xmlns:a16="http://schemas.microsoft.com/office/drawing/2014/main" id="{5AF590F2-D1CF-2379-D799-7CD505D0586A}"/>
              </a:ext>
            </a:extLst>
          </p:cNvPr>
          <p:cNvCxnSpPr>
            <a:cxnSpLocks/>
            <a:stCxn id="92" idx="1"/>
            <a:endCxn id="3" idx="2"/>
          </p:cNvCxnSpPr>
          <p:nvPr/>
        </p:nvCxnSpPr>
        <p:spPr>
          <a:xfrm rot="10800000">
            <a:off x="1013274" y="2349427"/>
            <a:ext cx="679914" cy="413808"/>
          </a:xfrm>
          <a:prstGeom prst="bentConnector2">
            <a:avLst/>
          </a:prstGeom>
          <a:ln w="19050" cap="flat" cmpd="sng" algn="ctr">
            <a:solidFill>
              <a:schemeClr val="bg1">
                <a:lumMod val="8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7" name="Rounded Rectangle 7">
            <a:extLst>
              <a:ext uri="{FF2B5EF4-FFF2-40B4-BE49-F238E27FC236}">
                <a16:creationId xmlns:a16="http://schemas.microsoft.com/office/drawing/2014/main" id="{3B078D7B-469F-1FF4-6D04-53C41C795B31}"/>
              </a:ext>
            </a:extLst>
          </p:cNvPr>
          <p:cNvSpPr/>
          <p:nvPr/>
        </p:nvSpPr>
        <p:spPr bwMode="auto">
          <a:xfrm>
            <a:off x="4635012" y="756959"/>
            <a:ext cx="1573188" cy="530905"/>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Service Director APAC</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Xiang Wu</a:t>
            </a:r>
            <a:endPar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100" name="Straight Connector 99">
            <a:extLst>
              <a:ext uri="{FF2B5EF4-FFF2-40B4-BE49-F238E27FC236}">
                <a16:creationId xmlns:a16="http://schemas.microsoft.com/office/drawing/2014/main" id="{3B6AA730-48E7-652C-627C-19628764565A}"/>
              </a:ext>
            </a:extLst>
          </p:cNvPr>
          <p:cNvCxnSpPr>
            <a:stCxn id="97" idx="2"/>
            <a:endCxn id="5" idx="0"/>
          </p:cNvCxnSpPr>
          <p:nvPr/>
        </p:nvCxnSpPr>
        <p:spPr>
          <a:xfrm>
            <a:off x="5421606" y="1287864"/>
            <a:ext cx="0" cy="183096"/>
          </a:xfrm>
          <a:prstGeom prst="line">
            <a:avLst/>
          </a:prstGeom>
        </p:spPr>
        <p:style>
          <a:lnRef idx="3">
            <a:schemeClr val="accent5"/>
          </a:lnRef>
          <a:fillRef idx="0">
            <a:schemeClr val="accent5"/>
          </a:fillRef>
          <a:effectRef idx="2">
            <a:schemeClr val="accent5"/>
          </a:effectRef>
          <a:fontRef idx="minor">
            <a:schemeClr val="tx1"/>
          </a:fontRef>
        </p:style>
      </p:cxnSp>
      <p:pic>
        <p:nvPicPr>
          <p:cNvPr id="7" name="Picture 6" descr="A red and black logo&#10;&#10;Description automatically generated">
            <a:extLst>
              <a:ext uri="{FF2B5EF4-FFF2-40B4-BE49-F238E27FC236}">
                <a16:creationId xmlns:a16="http://schemas.microsoft.com/office/drawing/2014/main" id="{4CB225E2-E1A0-2783-B4B9-C9D953026C3C}"/>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1449044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716F2F4-D600-CC8E-2099-C363D3EF33F6}"/>
              </a:ext>
            </a:extLst>
          </p:cNvPr>
          <p:cNvGrpSpPr/>
          <p:nvPr/>
        </p:nvGrpSpPr>
        <p:grpSpPr>
          <a:xfrm>
            <a:off x="7721529" y="0"/>
            <a:ext cx="1193870" cy="520820"/>
            <a:chOff x="-20628" y="0"/>
            <a:chExt cx="2488951" cy="1085792"/>
          </a:xfrm>
        </p:grpSpPr>
        <p:sp>
          <p:nvSpPr>
            <p:cNvPr id="35" name="Parallelogram 34">
              <a:extLst>
                <a:ext uri="{FF2B5EF4-FFF2-40B4-BE49-F238E27FC236}">
                  <a16:creationId xmlns:a16="http://schemas.microsoft.com/office/drawing/2014/main" id="{3ACA8CA7-B95F-0F24-D45D-9E0659F2CFFC}"/>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36" name="Picture 35">
              <a:extLst>
                <a:ext uri="{FF2B5EF4-FFF2-40B4-BE49-F238E27FC236}">
                  <a16:creationId xmlns:a16="http://schemas.microsoft.com/office/drawing/2014/main" id="{5ED66F49-E4F3-3EFA-8EBC-53AD494BB04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5" name="TextBox 4">
            <a:extLst>
              <a:ext uri="{FF2B5EF4-FFF2-40B4-BE49-F238E27FC236}">
                <a16:creationId xmlns:a16="http://schemas.microsoft.com/office/drawing/2014/main" id="{454D68C7-2E69-4E32-4364-FA8912AB8494}"/>
              </a:ext>
            </a:extLst>
          </p:cNvPr>
          <p:cNvSpPr txBox="1"/>
          <p:nvPr/>
        </p:nvSpPr>
        <p:spPr>
          <a:xfrm>
            <a:off x="188195" y="99446"/>
            <a:ext cx="2661422" cy="412998"/>
          </a:xfrm>
          <a:prstGeom prst="rect">
            <a:avLst/>
          </a:prstGeom>
          <a:noFill/>
        </p:spPr>
        <p:txBody>
          <a:bodyPr wrap="square">
            <a:spAutoFit/>
          </a:bodyPr>
          <a:lstStyle/>
          <a:p>
            <a:pPr>
              <a:lnSpc>
                <a:spcPct val="107000"/>
              </a:lnSpc>
              <a:spcAft>
                <a:spcPts val="800"/>
              </a:spcAft>
            </a:pPr>
            <a:r>
              <a:rPr lang="en-US" altLang="zh-CN" sz="2100" b="1">
                <a:solidFill>
                  <a:schemeClr val="tx2"/>
                </a:solidFill>
                <a:effectLst/>
                <a:ea typeface="Calibri" panose="020F0502020204030204" pitchFamily="34" charset="0"/>
                <a:cs typeface="Calibri" panose="020F0502020204030204" pitchFamily="34" charset="0"/>
              </a:rPr>
              <a:t>Escalation Plan</a:t>
            </a:r>
            <a:endParaRPr lang="zh-CN" altLang="zh-CN" sz="2100" b="1">
              <a:solidFill>
                <a:schemeClr val="tx2"/>
              </a:solidFill>
              <a:effectLst/>
              <a:ea typeface="宋体" panose="02010600030101010101" pitchFamily="2" charset="-122"/>
              <a:cs typeface="Times New Roman" panose="02020603050405020304" pitchFamily="18" charset="0"/>
            </a:endParaRPr>
          </a:p>
        </p:txBody>
      </p:sp>
      <p:sp>
        <p:nvSpPr>
          <p:cNvPr id="6" name="Rectangle: Rounded Corners 5">
            <a:extLst>
              <a:ext uri="{FF2B5EF4-FFF2-40B4-BE49-F238E27FC236}">
                <a16:creationId xmlns:a16="http://schemas.microsoft.com/office/drawing/2014/main" id="{7759BB0C-F6E8-DB45-4A3D-FFD459537B0E}"/>
              </a:ext>
            </a:extLst>
          </p:cNvPr>
          <p:cNvSpPr/>
          <p:nvPr/>
        </p:nvSpPr>
        <p:spPr bwMode="auto">
          <a:xfrm>
            <a:off x="771518" y="3615110"/>
            <a:ext cx="2797069" cy="1264658"/>
          </a:xfrm>
          <a:prstGeom prst="roundRect">
            <a:avLst/>
          </a:prstGeom>
          <a:gradFill>
            <a:gsLst>
              <a:gs pos="0">
                <a:schemeClr val="tx2">
                  <a:lumMod val="20000"/>
                  <a:lumOff val="80000"/>
                </a:schemeClr>
              </a:gs>
              <a:gs pos="100000">
                <a:schemeClr val="bg1"/>
              </a:gs>
            </a:gsLst>
            <a:lin ang="1080000" scaled="0"/>
          </a:gra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900">
                <a:latin typeface="Arial" pitchFamily="124" charset="0"/>
              </a:rPr>
              <a:t>Project team  (Henkel, </a:t>
            </a:r>
            <a:r>
              <a:rPr lang="en-US" altLang="zh-CN" sz="900" err="1">
                <a:latin typeface="Arial" pitchFamily="124" charset="0"/>
              </a:rPr>
              <a:t>Thermo</a:t>
            </a:r>
            <a:r>
              <a:rPr lang="en-US" altLang="zh-CN" sz="900">
                <a:latin typeface="Arial" pitchFamily="124" charset="0"/>
              </a:rPr>
              <a:t> Fisher)</a:t>
            </a:r>
          </a:p>
          <a:p>
            <a:pPr defTabSz="914400" eaLnBrk="0" fontAlgn="base" hangingPunct="0">
              <a:spcBef>
                <a:spcPct val="0"/>
              </a:spcBef>
              <a:spcAft>
                <a:spcPct val="0"/>
              </a:spcAft>
            </a:pPr>
            <a:r>
              <a:rPr lang="en-US" altLang="zh-CN" sz="900">
                <a:latin typeface="Arial" pitchFamily="124" charset="0"/>
              </a:rPr>
              <a:t>----------------------------------------------------------------</a:t>
            </a:r>
          </a:p>
          <a:p>
            <a:pPr defTabSz="914400" eaLnBrk="0" fontAlgn="base" hangingPunct="0">
              <a:spcBef>
                <a:spcPct val="0"/>
              </a:spcBef>
              <a:spcAft>
                <a:spcPct val="0"/>
              </a:spcAft>
            </a:pPr>
            <a:r>
              <a:rPr lang="en-US" altLang="zh-CN" sz="900">
                <a:latin typeface="Arial" pitchFamily="124" charset="0"/>
              </a:rPr>
              <a:t>Henkel: Lisa Zhou, Tony Zhuang, Joanna Wang, Frank Shen, Neelima Rajesh</a:t>
            </a:r>
          </a:p>
          <a:p>
            <a:pPr defTabSz="914400" eaLnBrk="0" fontAlgn="base" hangingPunct="0">
              <a:spcBef>
                <a:spcPct val="0"/>
              </a:spcBef>
              <a:spcAft>
                <a:spcPct val="0"/>
              </a:spcAft>
            </a:pPr>
            <a:endParaRPr lang="en-US" altLang="zh-CN" sz="900">
              <a:latin typeface="Arial" pitchFamily="124" charset="0"/>
            </a:endParaRPr>
          </a:p>
          <a:p>
            <a:pPr eaLnBrk="0" fontAlgn="base" hangingPunct="0">
              <a:spcBef>
                <a:spcPct val="0"/>
              </a:spcBef>
              <a:spcAft>
                <a:spcPct val="0"/>
              </a:spcAft>
            </a:pPr>
            <a:r>
              <a:rPr lang="en-US" altLang="zh-CN" sz="900" err="1">
                <a:latin typeface="Arial" pitchFamily="124" charset="0"/>
              </a:rPr>
              <a:t>Thermo</a:t>
            </a:r>
            <a:r>
              <a:rPr lang="en-US" altLang="zh-CN" sz="900">
                <a:latin typeface="Arial" pitchFamily="124" charset="0"/>
              </a:rPr>
              <a:t> Fisher : Qiu Hongtao, Wendy Huo,  Gu Cheng, Xiao Mengran, Zhang Zhenjuan</a:t>
            </a:r>
          </a:p>
        </p:txBody>
      </p:sp>
      <p:sp>
        <p:nvSpPr>
          <p:cNvPr id="7" name="Rectangle: Rounded Corners 6">
            <a:extLst>
              <a:ext uri="{FF2B5EF4-FFF2-40B4-BE49-F238E27FC236}">
                <a16:creationId xmlns:a16="http://schemas.microsoft.com/office/drawing/2014/main" id="{D58EE1D1-8AD8-A80D-22BB-ED6964686E1A}"/>
              </a:ext>
            </a:extLst>
          </p:cNvPr>
          <p:cNvSpPr/>
          <p:nvPr/>
        </p:nvSpPr>
        <p:spPr bwMode="auto">
          <a:xfrm>
            <a:off x="3901634" y="3401472"/>
            <a:ext cx="2616154" cy="1275995"/>
          </a:xfrm>
          <a:prstGeom prst="roundRect">
            <a:avLst/>
          </a:prstGeom>
          <a:gradFill>
            <a:gsLst>
              <a:gs pos="0">
                <a:schemeClr val="tx2">
                  <a:lumMod val="20000"/>
                  <a:lumOff val="80000"/>
                </a:schemeClr>
              </a:gs>
              <a:gs pos="100000">
                <a:schemeClr val="bg1"/>
              </a:gs>
            </a:gsLst>
            <a:lin ang="1080000" scaled="0"/>
          </a:gra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900">
                <a:latin typeface="Arial" pitchFamily="124" charset="0"/>
              </a:rPr>
              <a:t>Core project team + Henkel PMs + Thermo Fisher PMs</a:t>
            </a:r>
          </a:p>
          <a:p>
            <a:pPr defTabSz="914400" eaLnBrk="0" fontAlgn="base" hangingPunct="0">
              <a:spcBef>
                <a:spcPct val="0"/>
              </a:spcBef>
              <a:spcAft>
                <a:spcPct val="0"/>
              </a:spcAft>
            </a:pPr>
            <a:r>
              <a:rPr lang="en-US" altLang="zh-CN" sz="900">
                <a:latin typeface="Arial" pitchFamily="124" charset="0"/>
              </a:rPr>
              <a:t>-----------------------------------------------------------</a:t>
            </a:r>
          </a:p>
          <a:p>
            <a:pPr defTabSz="914400" eaLnBrk="0" fontAlgn="base" hangingPunct="0">
              <a:spcBef>
                <a:spcPct val="0"/>
              </a:spcBef>
              <a:spcAft>
                <a:spcPct val="0"/>
              </a:spcAft>
            </a:pPr>
            <a:r>
              <a:rPr lang="en-US" altLang="zh-CN" sz="900">
                <a:latin typeface="Arial" pitchFamily="124" charset="0"/>
              </a:rPr>
              <a:t>Henkel: Anson Alexander, Maline Sun, Szymon Bilski, Neelima Rajesh, Joana C Gomes, Lisa Zhou, Melvin Ang </a:t>
            </a:r>
          </a:p>
          <a:p>
            <a:pPr eaLnBrk="0" fontAlgn="base" hangingPunct="0">
              <a:spcBef>
                <a:spcPct val="0"/>
              </a:spcBef>
              <a:spcAft>
                <a:spcPct val="0"/>
              </a:spcAft>
            </a:pPr>
            <a:r>
              <a:rPr lang="en-US" altLang="zh-CN" sz="900">
                <a:latin typeface="Arial" pitchFamily="124" charset="0"/>
              </a:rPr>
              <a:t>Thermo Fisher : Wu Xiang, Tracy Bohm, Christian Mueller</a:t>
            </a:r>
          </a:p>
        </p:txBody>
      </p:sp>
      <p:sp>
        <p:nvSpPr>
          <p:cNvPr id="8" name="Rectangle: Rounded Corners 7">
            <a:extLst>
              <a:ext uri="{FF2B5EF4-FFF2-40B4-BE49-F238E27FC236}">
                <a16:creationId xmlns:a16="http://schemas.microsoft.com/office/drawing/2014/main" id="{EC75587C-C905-7333-6297-C728680E3797}"/>
              </a:ext>
            </a:extLst>
          </p:cNvPr>
          <p:cNvSpPr/>
          <p:nvPr/>
        </p:nvSpPr>
        <p:spPr bwMode="auto">
          <a:xfrm>
            <a:off x="771519" y="1492678"/>
            <a:ext cx="2311546" cy="1519584"/>
          </a:xfrm>
          <a:prstGeom prst="roundRect">
            <a:avLst/>
          </a:prstGeom>
          <a:gradFill>
            <a:gsLst>
              <a:gs pos="0">
                <a:schemeClr val="tx2">
                  <a:lumMod val="20000"/>
                  <a:lumOff val="80000"/>
                </a:schemeClr>
              </a:gs>
              <a:gs pos="100000">
                <a:schemeClr val="bg1"/>
              </a:gs>
            </a:gsLst>
            <a:lin ang="1080000" scaled="0"/>
          </a:gra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900">
                <a:latin typeface="Arial" pitchFamily="124" charset="0"/>
              </a:rPr>
              <a:t>Henkel sponsors + </a:t>
            </a:r>
            <a:r>
              <a:rPr lang="en-US" altLang="zh-CN" sz="900" err="1">
                <a:latin typeface="Arial" pitchFamily="124" charset="0"/>
              </a:rPr>
              <a:t>Thermo</a:t>
            </a:r>
            <a:r>
              <a:rPr lang="en-US" altLang="zh-CN" sz="900">
                <a:latin typeface="Arial" pitchFamily="124" charset="0"/>
              </a:rPr>
              <a:t> Fisher Country Leader &amp; PMO</a:t>
            </a:r>
          </a:p>
          <a:p>
            <a:pPr defTabSz="914400" eaLnBrk="0" fontAlgn="base" hangingPunct="0">
              <a:spcBef>
                <a:spcPct val="0"/>
              </a:spcBef>
              <a:spcAft>
                <a:spcPct val="0"/>
              </a:spcAft>
            </a:pPr>
            <a:r>
              <a:rPr lang="en-US" altLang="zh-CN" sz="800">
                <a:latin typeface="Arial" pitchFamily="124" charset="0"/>
              </a:rPr>
              <a:t>-----------------------------------------------------------</a:t>
            </a:r>
          </a:p>
          <a:p>
            <a:pPr eaLnBrk="0" fontAlgn="base" hangingPunct="0">
              <a:spcBef>
                <a:spcPct val="0"/>
              </a:spcBef>
              <a:spcAft>
                <a:spcPct val="0"/>
              </a:spcAft>
            </a:pPr>
            <a:r>
              <a:rPr lang="en-US" altLang="zh-CN" sz="900">
                <a:latin typeface="Arial" pitchFamily="124" charset="0"/>
              </a:rPr>
              <a:t>Henkel: </a:t>
            </a:r>
            <a:r>
              <a:rPr lang="en-US" altLang="zh-CN" sz="900">
                <a:latin typeface="Arial"/>
                <a:ea typeface="黑体"/>
                <a:cs typeface="Arial"/>
              </a:rPr>
              <a:t>Henkel: Anson Alexander, Maline Sun,  Szymon </a:t>
            </a:r>
            <a:r>
              <a:rPr lang="en-US" altLang="zh-CN" sz="900" err="1">
                <a:latin typeface="Arial"/>
                <a:ea typeface="黑体"/>
                <a:cs typeface="Arial"/>
              </a:rPr>
              <a:t>Bliski</a:t>
            </a:r>
            <a:r>
              <a:rPr lang="en-US" altLang="zh-CN" sz="900">
                <a:latin typeface="Arial"/>
                <a:ea typeface="黑体"/>
                <a:cs typeface="Arial"/>
              </a:rPr>
              <a:t>, Melvin Ang, Neelima Rajesh</a:t>
            </a:r>
          </a:p>
          <a:p>
            <a:pPr eaLnBrk="0" fontAlgn="base" hangingPunct="0">
              <a:spcBef>
                <a:spcPct val="0"/>
              </a:spcBef>
              <a:spcAft>
                <a:spcPct val="0"/>
              </a:spcAft>
            </a:pPr>
            <a:endParaRPr lang="en-US" altLang="zh-CN" sz="900">
              <a:latin typeface="Arial" pitchFamily="124" charset="0"/>
            </a:endParaRPr>
          </a:p>
          <a:p>
            <a:pPr eaLnBrk="0" fontAlgn="base" hangingPunct="0">
              <a:spcBef>
                <a:spcPct val="0"/>
              </a:spcBef>
              <a:spcAft>
                <a:spcPct val="0"/>
              </a:spcAft>
            </a:pPr>
            <a:r>
              <a:rPr lang="en-US" altLang="zh-CN" sz="900">
                <a:latin typeface="Arial" pitchFamily="124" charset="0"/>
              </a:rPr>
              <a:t>Thermo Fisher : Liang Shuang, Nishi Kozhikkalathil</a:t>
            </a:r>
          </a:p>
          <a:p>
            <a:pPr defTabSz="914400" eaLnBrk="0" fontAlgn="base" hangingPunct="0">
              <a:spcBef>
                <a:spcPct val="0"/>
              </a:spcBef>
              <a:spcAft>
                <a:spcPct val="0"/>
              </a:spcAft>
            </a:pPr>
            <a:endParaRPr lang="zh-CN" altLang="en-US" sz="600">
              <a:latin typeface="Arial" pitchFamily="124" charset="0"/>
            </a:endParaRPr>
          </a:p>
        </p:txBody>
      </p:sp>
      <p:sp>
        <p:nvSpPr>
          <p:cNvPr id="9" name="Rectangle: Rounded Corners 8">
            <a:extLst>
              <a:ext uri="{FF2B5EF4-FFF2-40B4-BE49-F238E27FC236}">
                <a16:creationId xmlns:a16="http://schemas.microsoft.com/office/drawing/2014/main" id="{D779F1FD-8242-4BF9-A956-8A35D31D25BC}"/>
              </a:ext>
            </a:extLst>
          </p:cNvPr>
          <p:cNvSpPr/>
          <p:nvPr/>
        </p:nvSpPr>
        <p:spPr bwMode="auto">
          <a:xfrm>
            <a:off x="3315307" y="1330838"/>
            <a:ext cx="2311546" cy="1519584"/>
          </a:xfrm>
          <a:prstGeom prst="roundRect">
            <a:avLst/>
          </a:prstGeom>
          <a:gradFill>
            <a:gsLst>
              <a:gs pos="0">
                <a:schemeClr val="tx2">
                  <a:lumMod val="20000"/>
                  <a:lumOff val="80000"/>
                </a:schemeClr>
              </a:gs>
              <a:gs pos="100000">
                <a:schemeClr val="bg1"/>
              </a:gs>
            </a:gsLst>
            <a:lin ang="1080000" scaled="0"/>
          </a:gra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900">
                <a:latin typeface="Arial" pitchFamily="124" charset="0"/>
              </a:rPr>
              <a:t>Henkel sponsors, Stakeholders (AO, DX) + </a:t>
            </a:r>
            <a:r>
              <a:rPr lang="en-US" altLang="zh-CN" sz="900" err="1">
                <a:latin typeface="Arial" pitchFamily="124" charset="0"/>
              </a:rPr>
              <a:t>Thermo</a:t>
            </a:r>
            <a:r>
              <a:rPr lang="en-US" altLang="zh-CN" sz="900">
                <a:latin typeface="Arial" pitchFamily="124" charset="0"/>
              </a:rPr>
              <a:t> Fisher Directors</a:t>
            </a:r>
          </a:p>
          <a:p>
            <a:pPr defTabSz="914400" eaLnBrk="0" fontAlgn="base" hangingPunct="0">
              <a:spcBef>
                <a:spcPct val="0"/>
              </a:spcBef>
              <a:spcAft>
                <a:spcPct val="0"/>
              </a:spcAft>
            </a:pPr>
            <a:r>
              <a:rPr lang="en-US" altLang="zh-CN" sz="800">
                <a:latin typeface="Arial" pitchFamily="124" charset="0"/>
              </a:rPr>
              <a:t>-----------------------------------------------------------</a:t>
            </a:r>
          </a:p>
          <a:p>
            <a:pPr defTabSz="914400" eaLnBrk="0" fontAlgn="base" hangingPunct="0">
              <a:spcBef>
                <a:spcPct val="0"/>
              </a:spcBef>
              <a:spcAft>
                <a:spcPct val="0"/>
              </a:spcAft>
            </a:pPr>
            <a:r>
              <a:rPr lang="en-US" altLang="zh-CN" sz="900">
                <a:latin typeface="Arial" pitchFamily="124" charset="0"/>
              </a:rPr>
              <a:t>Henkel: </a:t>
            </a:r>
            <a:r>
              <a:rPr lang="en-US" altLang="zh-CN" sz="900" err="1">
                <a:latin typeface="Arial" pitchFamily="124" charset="0"/>
              </a:rPr>
              <a:t>Xiawei</a:t>
            </a:r>
            <a:r>
              <a:rPr lang="en-US" altLang="zh-CN" sz="900">
                <a:latin typeface="Arial" pitchFamily="124" charset="0"/>
              </a:rPr>
              <a:t> Wang, Nick </a:t>
            </a:r>
            <a:r>
              <a:rPr lang="en-US" altLang="zh-CN" sz="900" err="1">
                <a:latin typeface="Arial" pitchFamily="124" charset="0"/>
              </a:rPr>
              <a:t>Miesen</a:t>
            </a:r>
            <a:r>
              <a:rPr lang="en-US" altLang="zh-CN" sz="900">
                <a:latin typeface="Arial" pitchFamily="124" charset="0"/>
              </a:rPr>
              <a:t>, Jaume </a:t>
            </a:r>
            <a:r>
              <a:rPr lang="en-US" altLang="zh-CN" sz="900" err="1">
                <a:latin typeface="Arial" pitchFamily="124" charset="0"/>
              </a:rPr>
              <a:t>Cornellana</a:t>
            </a:r>
            <a:endParaRPr lang="en-US" altLang="zh-CN" sz="900">
              <a:latin typeface="Arial" pitchFamily="124" charset="0"/>
            </a:endParaRPr>
          </a:p>
          <a:p>
            <a:pPr defTabSz="914400" eaLnBrk="0" fontAlgn="base" hangingPunct="0">
              <a:spcBef>
                <a:spcPct val="0"/>
              </a:spcBef>
              <a:spcAft>
                <a:spcPct val="0"/>
              </a:spcAft>
            </a:pPr>
            <a:endParaRPr lang="en-US" altLang="zh-CN" sz="900">
              <a:latin typeface="Arial" pitchFamily="124" charset="0"/>
            </a:endParaRPr>
          </a:p>
          <a:p>
            <a:pPr eaLnBrk="0" fontAlgn="base" hangingPunct="0">
              <a:spcBef>
                <a:spcPct val="0"/>
              </a:spcBef>
              <a:spcAft>
                <a:spcPct val="0"/>
              </a:spcAft>
            </a:pPr>
            <a:r>
              <a:rPr lang="en-US" altLang="zh-CN" sz="900">
                <a:latin typeface="Arial" pitchFamily="124" charset="0"/>
              </a:rPr>
              <a:t>Thermo Fisher : Xiang Wu</a:t>
            </a:r>
          </a:p>
        </p:txBody>
      </p:sp>
      <p:sp>
        <p:nvSpPr>
          <p:cNvPr id="11" name="Rectangle: Rounded Corners 10">
            <a:extLst>
              <a:ext uri="{FF2B5EF4-FFF2-40B4-BE49-F238E27FC236}">
                <a16:creationId xmlns:a16="http://schemas.microsoft.com/office/drawing/2014/main" id="{D5C0F1F7-E7A6-5FBC-747C-292F4E26EAA6}"/>
              </a:ext>
            </a:extLst>
          </p:cNvPr>
          <p:cNvSpPr/>
          <p:nvPr/>
        </p:nvSpPr>
        <p:spPr bwMode="auto">
          <a:xfrm>
            <a:off x="5836991" y="974790"/>
            <a:ext cx="2311545" cy="1519584"/>
          </a:xfrm>
          <a:prstGeom prst="roundRect">
            <a:avLst/>
          </a:prstGeom>
          <a:gradFill>
            <a:gsLst>
              <a:gs pos="0">
                <a:schemeClr val="tx2">
                  <a:lumMod val="20000"/>
                  <a:lumOff val="80000"/>
                </a:schemeClr>
              </a:gs>
              <a:gs pos="100000">
                <a:schemeClr val="bg1"/>
              </a:gs>
            </a:gsLst>
            <a:lin ang="1080000" scaled="0"/>
          </a:gra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900">
                <a:latin typeface="Arial" pitchFamily="124" charset="0"/>
              </a:rPr>
              <a:t>Henkel stakeholders + Thermo Fisher Sr. Directors</a:t>
            </a:r>
          </a:p>
          <a:p>
            <a:pPr defTabSz="914400" eaLnBrk="0" fontAlgn="base" hangingPunct="0">
              <a:spcBef>
                <a:spcPct val="0"/>
              </a:spcBef>
              <a:spcAft>
                <a:spcPct val="0"/>
              </a:spcAft>
            </a:pPr>
            <a:r>
              <a:rPr lang="en-US" altLang="zh-CN" sz="800">
                <a:latin typeface="Arial" pitchFamily="124" charset="0"/>
              </a:rPr>
              <a:t>-----------------------------------------------------------</a:t>
            </a:r>
          </a:p>
          <a:p>
            <a:pPr defTabSz="914400" eaLnBrk="0" fontAlgn="base" hangingPunct="0">
              <a:spcBef>
                <a:spcPct val="0"/>
              </a:spcBef>
              <a:spcAft>
                <a:spcPct val="0"/>
              </a:spcAft>
            </a:pPr>
            <a:r>
              <a:rPr lang="en-US" altLang="zh-CN" sz="900">
                <a:latin typeface="Arial" pitchFamily="124" charset="0"/>
              </a:rPr>
              <a:t>Henkel: </a:t>
            </a:r>
            <a:r>
              <a:rPr lang="en-US" altLang="zh-CN" sz="900" err="1">
                <a:latin typeface="Arial" pitchFamily="124" charset="0"/>
              </a:rPr>
              <a:t>Bjoern</a:t>
            </a:r>
            <a:r>
              <a:rPr lang="en-US" altLang="zh-CN" sz="900">
                <a:latin typeface="Arial" pitchFamily="124" charset="0"/>
              </a:rPr>
              <a:t> </a:t>
            </a:r>
            <a:r>
              <a:rPr lang="en-US" altLang="zh-CN" sz="900" err="1">
                <a:latin typeface="Arial" pitchFamily="124" charset="0"/>
              </a:rPr>
              <a:t>Jackish</a:t>
            </a:r>
            <a:r>
              <a:rPr lang="en-US" altLang="zh-CN" sz="900">
                <a:latin typeface="Arial" pitchFamily="124" charset="0"/>
              </a:rPr>
              <a:t> and Thorsten </a:t>
            </a:r>
            <a:r>
              <a:rPr lang="en-US" altLang="zh-CN" sz="900" err="1">
                <a:latin typeface="Arial" pitchFamily="124" charset="0"/>
              </a:rPr>
              <a:t>Camin</a:t>
            </a:r>
            <a:endParaRPr lang="en-US" altLang="zh-CN" sz="900">
              <a:latin typeface="Arial" pitchFamily="124" charset="0"/>
            </a:endParaRPr>
          </a:p>
          <a:p>
            <a:pPr defTabSz="914400" eaLnBrk="0" fontAlgn="base" hangingPunct="0">
              <a:spcBef>
                <a:spcPct val="0"/>
              </a:spcBef>
              <a:spcAft>
                <a:spcPct val="0"/>
              </a:spcAft>
            </a:pPr>
            <a:endParaRPr lang="en-US" altLang="zh-CN" sz="900">
              <a:latin typeface="Arial" pitchFamily="124" charset="0"/>
            </a:endParaRPr>
          </a:p>
          <a:p>
            <a:pPr eaLnBrk="0" fontAlgn="base" hangingPunct="0">
              <a:spcBef>
                <a:spcPct val="0"/>
              </a:spcBef>
              <a:spcAft>
                <a:spcPct val="0"/>
              </a:spcAft>
            </a:pPr>
            <a:r>
              <a:rPr lang="en-US" altLang="zh-CN" sz="900">
                <a:latin typeface="Arial" pitchFamily="124" charset="0"/>
              </a:rPr>
              <a:t>Thermo Fisher : Devendra Deshmukh</a:t>
            </a:r>
          </a:p>
        </p:txBody>
      </p:sp>
      <p:sp>
        <p:nvSpPr>
          <p:cNvPr id="12" name="Arrow: Pentagon 11">
            <a:extLst>
              <a:ext uri="{FF2B5EF4-FFF2-40B4-BE49-F238E27FC236}">
                <a16:creationId xmlns:a16="http://schemas.microsoft.com/office/drawing/2014/main" id="{47ABB215-CAC4-5C11-0585-84F2B0D08E04}"/>
              </a:ext>
            </a:extLst>
          </p:cNvPr>
          <p:cNvSpPr/>
          <p:nvPr/>
        </p:nvSpPr>
        <p:spPr bwMode="auto">
          <a:xfrm>
            <a:off x="998094" y="3311439"/>
            <a:ext cx="1722383" cy="245644"/>
          </a:xfrm>
          <a:prstGeom prst="homePlate">
            <a:avLst/>
          </a:prstGeom>
          <a:solidFill>
            <a:schemeClr val="tx2">
              <a:lumMod val="40000"/>
              <a:lumOff val="60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1000">
                <a:latin typeface="Arial" pitchFamily="124" charset="0"/>
              </a:rPr>
              <a:t>Weekly Meeting</a:t>
            </a:r>
            <a:endParaRPr lang="zh-CN" altLang="en-US" sz="1000">
              <a:latin typeface="Arial" pitchFamily="124" charset="0"/>
            </a:endParaRPr>
          </a:p>
        </p:txBody>
      </p:sp>
      <p:sp>
        <p:nvSpPr>
          <p:cNvPr id="13" name="Arrow: Pentagon 12">
            <a:extLst>
              <a:ext uri="{FF2B5EF4-FFF2-40B4-BE49-F238E27FC236}">
                <a16:creationId xmlns:a16="http://schemas.microsoft.com/office/drawing/2014/main" id="{61D8977B-7A78-66B9-A4AD-FBC5E9BA382B}"/>
              </a:ext>
            </a:extLst>
          </p:cNvPr>
          <p:cNvSpPr/>
          <p:nvPr/>
        </p:nvSpPr>
        <p:spPr bwMode="auto">
          <a:xfrm>
            <a:off x="4150742" y="3088777"/>
            <a:ext cx="1894008" cy="244202"/>
          </a:xfrm>
          <a:prstGeom prst="homePlate">
            <a:avLst/>
          </a:prstGeom>
          <a:solidFill>
            <a:schemeClr val="tx2">
              <a:lumMod val="40000"/>
              <a:lumOff val="60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1000">
                <a:latin typeface="Arial" pitchFamily="124" charset="0"/>
              </a:rPr>
              <a:t>Steering Committee Meeting</a:t>
            </a:r>
            <a:endParaRPr lang="zh-CN" altLang="en-US" sz="1000">
              <a:latin typeface="Arial" pitchFamily="124" charset="0"/>
            </a:endParaRPr>
          </a:p>
        </p:txBody>
      </p:sp>
      <p:sp>
        <p:nvSpPr>
          <p:cNvPr id="14" name="Arrow: Pentagon 13">
            <a:extLst>
              <a:ext uri="{FF2B5EF4-FFF2-40B4-BE49-F238E27FC236}">
                <a16:creationId xmlns:a16="http://schemas.microsoft.com/office/drawing/2014/main" id="{4D7DA584-8361-7FBF-F3CE-9123D62600B8}"/>
              </a:ext>
            </a:extLst>
          </p:cNvPr>
          <p:cNvSpPr/>
          <p:nvPr/>
        </p:nvSpPr>
        <p:spPr bwMode="auto">
          <a:xfrm>
            <a:off x="998094" y="1167901"/>
            <a:ext cx="1613992" cy="265386"/>
          </a:xfrm>
          <a:prstGeom prst="homePlate">
            <a:avLst/>
          </a:prstGeom>
          <a:solidFill>
            <a:schemeClr val="tx2">
              <a:lumMod val="40000"/>
              <a:lumOff val="60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1000">
                <a:latin typeface="Arial" pitchFamily="124" charset="0"/>
              </a:rPr>
              <a:t>Escalation Level 1</a:t>
            </a:r>
            <a:endParaRPr lang="zh-CN" altLang="en-US" sz="1000">
              <a:latin typeface="Arial" pitchFamily="124" charset="0"/>
            </a:endParaRPr>
          </a:p>
        </p:txBody>
      </p:sp>
      <p:sp>
        <p:nvSpPr>
          <p:cNvPr id="15" name="Arrow: Pentagon 14">
            <a:extLst>
              <a:ext uri="{FF2B5EF4-FFF2-40B4-BE49-F238E27FC236}">
                <a16:creationId xmlns:a16="http://schemas.microsoft.com/office/drawing/2014/main" id="{43D25EC0-3DC3-5136-D0D8-ABD6E4B824E9}"/>
              </a:ext>
            </a:extLst>
          </p:cNvPr>
          <p:cNvSpPr/>
          <p:nvPr/>
        </p:nvSpPr>
        <p:spPr bwMode="auto">
          <a:xfrm>
            <a:off x="3595719" y="1003114"/>
            <a:ext cx="1613992" cy="265386"/>
          </a:xfrm>
          <a:prstGeom prst="homePlate">
            <a:avLst/>
          </a:prstGeom>
          <a:solidFill>
            <a:schemeClr val="tx2">
              <a:lumMod val="40000"/>
              <a:lumOff val="60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1000">
                <a:latin typeface="Arial" pitchFamily="124" charset="0"/>
              </a:rPr>
              <a:t>Escalation Level 2</a:t>
            </a:r>
            <a:endParaRPr lang="zh-CN" altLang="en-US" sz="1000">
              <a:latin typeface="Arial" pitchFamily="124" charset="0"/>
            </a:endParaRPr>
          </a:p>
        </p:txBody>
      </p:sp>
      <p:sp>
        <p:nvSpPr>
          <p:cNvPr id="16" name="Arrow: Pentagon 15">
            <a:extLst>
              <a:ext uri="{FF2B5EF4-FFF2-40B4-BE49-F238E27FC236}">
                <a16:creationId xmlns:a16="http://schemas.microsoft.com/office/drawing/2014/main" id="{D13FF17B-3B80-5DE9-EEE3-9D2C1A1058B9}"/>
              </a:ext>
            </a:extLst>
          </p:cNvPr>
          <p:cNvSpPr/>
          <p:nvPr/>
        </p:nvSpPr>
        <p:spPr bwMode="auto">
          <a:xfrm>
            <a:off x="6107537" y="640201"/>
            <a:ext cx="1613992" cy="265386"/>
          </a:xfrm>
          <a:prstGeom prst="homePlate">
            <a:avLst/>
          </a:prstGeom>
          <a:solidFill>
            <a:schemeClr val="tx2">
              <a:lumMod val="40000"/>
              <a:lumOff val="60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1000">
                <a:latin typeface="Arial" pitchFamily="124" charset="0"/>
              </a:rPr>
              <a:t>Escalation Level 3</a:t>
            </a:r>
            <a:endParaRPr lang="zh-CN" altLang="en-US" sz="1000">
              <a:latin typeface="Arial" pitchFamily="124" charset="0"/>
            </a:endParaRPr>
          </a:p>
        </p:txBody>
      </p:sp>
      <p:sp>
        <p:nvSpPr>
          <p:cNvPr id="2" name="Slide Number Placeholder 1">
            <a:extLst>
              <a:ext uri="{FF2B5EF4-FFF2-40B4-BE49-F238E27FC236}">
                <a16:creationId xmlns:a16="http://schemas.microsoft.com/office/drawing/2014/main" id="{1284200B-B276-75B0-31B5-A16EB9710DD1}"/>
              </a:ext>
            </a:extLst>
          </p:cNvPr>
          <p:cNvSpPr>
            <a:spLocks noGrp="1"/>
          </p:cNvSpPr>
          <p:nvPr>
            <p:ph type="sldNum" sz="quarter" idx="10"/>
          </p:nvPr>
        </p:nvSpPr>
        <p:spPr/>
        <p:txBody>
          <a:bodyPr/>
          <a:lstStyle/>
          <a:p>
            <a:fld id="{89006F1E-66CD-4A4B-9370-B4A3080F0E6C}" type="slidenum">
              <a:rPr lang="en-US" smtClean="0"/>
              <a:pPr/>
              <a:t>6</a:t>
            </a:fld>
            <a:endParaRPr lang="en-US"/>
          </a:p>
        </p:txBody>
      </p:sp>
      <p:sp>
        <p:nvSpPr>
          <p:cNvPr id="3" name="Footer Placeholder 2">
            <a:extLst>
              <a:ext uri="{FF2B5EF4-FFF2-40B4-BE49-F238E27FC236}">
                <a16:creationId xmlns:a16="http://schemas.microsoft.com/office/drawing/2014/main" id="{CD3C1D96-ACDD-F9EA-E75F-864262DD8A29}"/>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4" name="Picture 3" descr="A red and black logo&#10;&#10;Description automatically generated">
            <a:extLst>
              <a:ext uri="{FF2B5EF4-FFF2-40B4-BE49-F238E27FC236}">
                <a16:creationId xmlns:a16="http://schemas.microsoft.com/office/drawing/2014/main" id="{F9DAE17E-0555-CBE0-8A09-59424EB8C0D4}"/>
              </a:ext>
            </a:extLst>
          </p:cNvPr>
          <p:cNvPicPr>
            <a:picLocks noChangeAspect="1"/>
          </p:cNvPicPr>
          <p:nvPr/>
        </p:nvPicPr>
        <p:blipFill>
          <a:blip r:embed="rId4"/>
          <a:stretch>
            <a:fillRect/>
          </a:stretch>
        </p:blipFill>
        <p:spPr>
          <a:xfrm>
            <a:off x="6587015" y="0"/>
            <a:ext cx="1020250" cy="529241"/>
          </a:xfrm>
          <a:prstGeom prst="rect">
            <a:avLst/>
          </a:prstGeom>
        </p:spPr>
      </p:pic>
    </p:spTree>
    <p:extLst>
      <p:ext uri="{BB962C8B-B14F-4D97-AF65-F5344CB8AC3E}">
        <p14:creationId xmlns:p14="http://schemas.microsoft.com/office/powerpoint/2010/main" val="1040155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16127C1-A3CF-544F-A58E-AAEA555D6A3C}"/>
              </a:ext>
            </a:extLst>
          </p:cNvPr>
          <p:cNvSpPr>
            <a:spLocks noGrp="1"/>
          </p:cNvSpPr>
          <p:nvPr>
            <p:ph type="sldNum" sz="quarter" idx="10"/>
          </p:nvPr>
        </p:nvSpPr>
        <p:spPr/>
        <p:txBody>
          <a:bodyPr/>
          <a:lstStyle/>
          <a:p>
            <a:fld id="{89006F1E-66CD-4A4B-9370-B4A3080F0E6C}" type="slidenum">
              <a:rPr lang="en-US" smtClean="0"/>
              <a:pPr/>
              <a:t>7</a:t>
            </a:fld>
            <a:endParaRPr lang="en-US"/>
          </a:p>
        </p:txBody>
      </p:sp>
      <p:graphicFrame>
        <p:nvGraphicFramePr>
          <p:cNvPr id="14" name="Diagram 13">
            <a:extLst>
              <a:ext uri="{FF2B5EF4-FFF2-40B4-BE49-F238E27FC236}">
                <a16:creationId xmlns:a16="http://schemas.microsoft.com/office/drawing/2014/main" id="{57C47815-44FF-FCEA-C3AE-8001959A7873}"/>
              </a:ext>
            </a:extLst>
          </p:cNvPr>
          <p:cNvGraphicFramePr/>
          <p:nvPr>
            <p:extLst>
              <p:ext uri="{D42A27DB-BD31-4B8C-83A1-F6EECF244321}">
                <p14:modId xmlns:p14="http://schemas.microsoft.com/office/powerpoint/2010/main" val="678073116"/>
              </p:ext>
            </p:extLst>
          </p:nvPr>
        </p:nvGraphicFramePr>
        <p:xfrm>
          <a:off x="228599" y="701743"/>
          <a:ext cx="4043855" cy="40257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Title 1">
            <a:extLst>
              <a:ext uri="{FF2B5EF4-FFF2-40B4-BE49-F238E27FC236}">
                <a16:creationId xmlns:a16="http://schemas.microsoft.com/office/drawing/2014/main" id="{5EBAA700-F426-D0E6-A2F6-0F5405B99DFD}"/>
              </a:ext>
            </a:extLst>
          </p:cNvPr>
          <p:cNvSpPr txBox="1">
            <a:spLocks/>
          </p:cNvSpPr>
          <p:nvPr/>
        </p:nvSpPr>
        <p:spPr>
          <a:xfrm>
            <a:off x="271955" y="172523"/>
            <a:ext cx="7315200" cy="285751"/>
          </a:xfrm>
          <a:prstGeom prst="rect">
            <a:avLst/>
          </a:prstGeom>
        </p:spPr>
        <p:txBody>
          <a:bodyPr vert="horz" wrap="square" lIns="0" tIns="0" rIns="0" bIns="0" rtlCol="0" anchor="t" anchorCtr="0">
            <a:noAutofit/>
          </a:bodyPr>
          <a:lstStyle>
            <a:lvl1pPr algn="l" defTabSz="685800" rtl="0" eaLnBrk="1" latinLnBrk="0" hangingPunct="1">
              <a:lnSpc>
                <a:spcPct val="90000"/>
              </a:lnSpc>
              <a:spcBef>
                <a:spcPct val="0"/>
              </a:spcBef>
              <a:buNone/>
              <a:defRPr sz="2100" b="1" kern="1200">
                <a:solidFill>
                  <a:schemeClr val="tx2"/>
                </a:solidFill>
                <a:latin typeface="+mj-lt"/>
                <a:ea typeface="+mj-ea"/>
                <a:cs typeface="+mj-cs"/>
              </a:defRPr>
            </a:lvl1pPr>
          </a:lstStyle>
          <a:p>
            <a:r>
              <a:rPr lang="en-US" altLang="zh-CN">
                <a:solidFill>
                  <a:srgbClr val="FF0000"/>
                </a:solidFill>
                <a:ea typeface="Calibri" panose="020F0502020204030204" pitchFamily="34" charset="0"/>
                <a:cs typeface="Calibri" panose="020F0502020204030204" pitchFamily="34" charset="0"/>
              </a:rPr>
              <a:t>Project </a:t>
            </a:r>
            <a:r>
              <a:rPr lang="en-US" altLang="zh-CN">
                <a:ea typeface="Calibri" panose="020F0502020204030204" pitchFamily="34" charset="0"/>
                <a:cs typeface="Calibri" panose="020F0502020204030204" pitchFamily="34" charset="0"/>
              </a:rPr>
              <a:t>Scope</a:t>
            </a:r>
            <a:endParaRPr lang="en-AU"/>
          </a:p>
        </p:txBody>
      </p:sp>
      <p:graphicFrame>
        <p:nvGraphicFramePr>
          <p:cNvPr id="19" name="Diagram 18">
            <a:extLst>
              <a:ext uri="{FF2B5EF4-FFF2-40B4-BE49-F238E27FC236}">
                <a16:creationId xmlns:a16="http://schemas.microsoft.com/office/drawing/2014/main" id="{3FE3D29C-2F1C-6CF9-D1C3-B353F4BAFE86}"/>
              </a:ext>
            </a:extLst>
          </p:cNvPr>
          <p:cNvGraphicFramePr/>
          <p:nvPr>
            <p:extLst>
              <p:ext uri="{D42A27DB-BD31-4B8C-83A1-F6EECF244321}">
                <p14:modId xmlns:p14="http://schemas.microsoft.com/office/powerpoint/2010/main" val="1204509153"/>
              </p:ext>
            </p:extLst>
          </p:nvPr>
        </p:nvGraphicFramePr>
        <p:xfrm>
          <a:off x="4502683" y="706676"/>
          <a:ext cx="4365424"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Footer Placeholder 1">
            <a:extLst>
              <a:ext uri="{FF2B5EF4-FFF2-40B4-BE49-F238E27FC236}">
                <a16:creationId xmlns:a16="http://schemas.microsoft.com/office/drawing/2014/main" id="{A0D700F5-52CC-B75B-A522-D264F0CD8C2F}"/>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4" name="Picture 3" descr="A red and black logo&#10;&#10;Description automatically generated">
            <a:extLst>
              <a:ext uri="{FF2B5EF4-FFF2-40B4-BE49-F238E27FC236}">
                <a16:creationId xmlns:a16="http://schemas.microsoft.com/office/drawing/2014/main" id="{CE75EAB7-42EB-8C2C-FE85-96534E448FAB}"/>
              </a:ext>
            </a:extLst>
          </p:cNvPr>
          <p:cNvPicPr>
            <a:picLocks noChangeAspect="1"/>
          </p:cNvPicPr>
          <p:nvPr/>
        </p:nvPicPr>
        <p:blipFill>
          <a:blip r:embed="rId13"/>
          <a:stretch>
            <a:fillRect/>
          </a:stretch>
        </p:blipFill>
        <p:spPr>
          <a:xfrm>
            <a:off x="6587015" y="0"/>
            <a:ext cx="1020250" cy="529241"/>
          </a:xfrm>
          <a:prstGeom prst="rect">
            <a:avLst/>
          </a:prstGeom>
        </p:spPr>
      </p:pic>
    </p:spTree>
    <p:extLst>
      <p:ext uri="{BB962C8B-B14F-4D97-AF65-F5344CB8AC3E}">
        <p14:creationId xmlns:p14="http://schemas.microsoft.com/office/powerpoint/2010/main" val="2198174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8B23-BB9F-7607-1263-3FC9E41226EE}"/>
              </a:ext>
            </a:extLst>
          </p:cNvPr>
          <p:cNvSpPr>
            <a:spLocks noGrp="1"/>
          </p:cNvSpPr>
          <p:nvPr>
            <p:ph type="title"/>
          </p:nvPr>
        </p:nvSpPr>
        <p:spPr/>
        <p:txBody>
          <a:bodyPr/>
          <a:lstStyle/>
          <a:p>
            <a:pPr>
              <a:spcAft>
                <a:spcPts val="800"/>
              </a:spcAft>
            </a:pPr>
            <a:r>
              <a:rPr lang="en-US" altLang="zh-CN">
                <a:solidFill>
                  <a:srgbClr val="FF0000"/>
                </a:solidFill>
                <a:ea typeface="Calibri" panose="020F0502020204030204" pitchFamily="34" charset="0"/>
                <a:cs typeface="Calibri" panose="020F0502020204030204" pitchFamily="34" charset="0"/>
              </a:rPr>
              <a:t>Project Phases</a:t>
            </a:r>
            <a:endParaRPr lang="zh-CN" altLang="zh-CN">
              <a:solidFill>
                <a:srgbClr val="FF0000"/>
              </a:solidFill>
              <a:cs typeface="Calibri" panose="020F0502020204030204" pitchFamily="34" charset="0"/>
            </a:endParaRPr>
          </a:p>
        </p:txBody>
      </p:sp>
      <p:grpSp>
        <p:nvGrpSpPr>
          <p:cNvPr id="8" name="Group 7">
            <a:extLst>
              <a:ext uri="{FF2B5EF4-FFF2-40B4-BE49-F238E27FC236}">
                <a16:creationId xmlns:a16="http://schemas.microsoft.com/office/drawing/2014/main" id="{24E65508-2627-48A0-00BE-31B93E912FE4}"/>
              </a:ext>
            </a:extLst>
          </p:cNvPr>
          <p:cNvGrpSpPr/>
          <p:nvPr/>
        </p:nvGrpSpPr>
        <p:grpSpPr>
          <a:xfrm>
            <a:off x="2493067" y="3729435"/>
            <a:ext cx="1244984" cy="686594"/>
            <a:chOff x="5136177" y="286957"/>
            <a:chExt cx="1659979" cy="915458"/>
          </a:xfrm>
        </p:grpSpPr>
        <p:sp>
          <p:nvSpPr>
            <p:cNvPr id="9" name="Rectangle 8">
              <a:extLst>
                <a:ext uri="{FF2B5EF4-FFF2-40B4-BE49-F238E27FC236}">
                  <a16:creationId xmlns:a16="http://schemas.microsoft.com/office/drawing/2014/main" id="{AD320E5C-9240-4C54-3A4A-11EADCAC84FE}"/>
                </a:ext>
              </a:extLst>
            </p:cNvPr>
            <p:cNvSpPr/>
            <p:nvPr/>
          </p:nvSpPr>
          <p:spPr>
            <a:xfrm>
              <a:off x="5136177" y="286957"/>
              <a:ext cx="1659979" cy="91545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10" name="TextBox 9">
              <a:extLst>
                <a:ext uri="{FF2B5EF4-FFF2-40B4-BE49-F238E27FC236}">
                  <a16:creationId xmlns:a16="http://schemas.microsoft.com/office/drawing/2014/main" id="{5F04BF40-74AA-2292-AA68-62DA94879F8F}"/>
                </a:ext>
              </a:extLst>
            </p:cNvPr>
            <p:cNvSpPr txBox="1"/>
            <p:nvPr/>
          </p:nvSpPr>
          <p:spPr>
            <a:xfrm>
              <a:off x="5136177" y="286957"/>
              <a:ext cx="1659979" cy="91545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defTabSz="400050">
                <a:lnSpc>
                  <a:spcPct val="90000"/>
                </a:lnSpc>
                <a:spcBef>
                  <a:spcPct val="0"/>
                </a:spcBef>
                <a:spcAft>
                  <a:spcPct val="35000"/>
                </a:spcAft>
              </a:pPr>
              <a:endParaRPr lang="en-AU" sz="900"/>
            </a:p>
          </p:txBody>
        </p:sp>
      </p:grpSp>
      <p:sp>
        <p:nvSpPr>
          <p:cNvPr id="15" name="Rectangle 14">
            <a:extLst>
              <a:ext uri="{FF2B5EF4-FFF2-40B4-BE49-F238E27FC236}">
                <a16:creationId xmlns:a16="http://schemas.microsoft.com/office/drawing/2014/main" id="{57ADF8AD-69C6-3C82-11EA-73D34B4092E8}"/>
              </a:ext>
            </a:extLst>
          </p:cNvPr>
          <p:cNvSpPr/>
          <p:nvPr/>
        </p:nvSpPr>
        <p:spPr>
          <a:xfrm>
            <a:off x="5009149" y="705939"/>
            <a:ext cx="3815342" cy="7982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zh-CN" altLang="en-US"/>
          </a:p>
        </p:txBody>
      </p:sp>
      <p:graphicFrame>
        <p:nvGraphicFramePr>
          <p:cNvPr id="4" name="Content Placeholder 5">
            <a:extLst>
              <a:ext uri="{FF2B5EF4-FFF2-40B4-BE49-F238E27FC236}">
                <a16:creationId xmlns:a16="http://schemas.microsoft.com/office/drawing/2014/main" id="{1D3E1B60-69AA-E663-E7ED-1F3A46F04B81}"/>
              </a:ext>
            </a:extLst>
          </p:cNvPr>
          <p:cNvGraphicFramePr>
            <a:graphicFrameLocks/>
          </p:cNvGraphicFramePr>
          <p:nvPr>
            <p:extLst>
              <p:ext uri="{D42A27DB-BD31-4B8C-83A1-F6EECF244321}">
                <p14:modId xmlns:p14="http://schemas.microsoft.com/office/powerpoint/2010/main" val="361225487"/>
              </p:ext>
            </p:extLst>
          </p:nvPr>
        </p:nvGraphicFramePr>
        <p:xfrm>
          <a:off x="194190" y="575442"/>
          <a:ext cx="8755619" cy="41466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6ABE68E9-B679-8BCA-3425-57742AC2B2FD}"/>
              </a:ext>
            </a:extLst>
          </p:cNvPr>
          <p:cNvSpPr txBox="1"/>
          <p:nvPr/>
        </p:nvSpPr>
        <p:spPr>
          <a:xfrm>
            <a:off x="520160" y="4312773"/>
            <a:ext cx="5190797" cy="409325"/>
          </a:xfrm>
          <a:prstGeom prst="rect">
            <a:avLst/>
          </a:prstGeom>
          <a:noFill/>
        </p:spPr>
        <p:txBody>
          <a:bodyPr wrap="none" lIns="0" tIns="0" rIns="0" bIns="0" rtlCol="0">
            <a:normAutofit/>
          </a:bodyPr>
          <a:lstStyle/>
          <a:p>
            <a:pPr>
              <a:lnSpc>
                <a:spcPct val="120000"/>
              </a:lnSpc>
              <a:spcBef>
                <a:spcPts val="200"/>
              </a:spcBef>
              <a:buClr>
                <a:schemeClr val="tx2"/>
              </a:buClr>
              <a:buSzPct val="100000"/>
            </a:pPr>
            <a:r>
              <a:rPr lang="en-AU" altLang="zh-CN" sz="1400" kern="1200">
                <a:solidFill>
                  <a:srgbClr val="222222"/>
                </a:solidFill>
                <a:latin typeface="Calibri" panose="020F0502020204030204" pitchFamily="34" charset="0"/>
                <a:cs typeface="Calibri" panose="020F0502020204030204" pitchFamily="34" charset="0"/>
              </a:rPr>
              <a:t>* </a:t>
            </a:r>
            <a:r>
              <a:rPr lang="en-AU" altLang="zh-CN" sz="1400" kern="1200">
                <a:solidFill>
                  <a:sysClr val="windowText" lastClr="000000">
                    <a:hueOff val="0"/>
                    <a:satOff val="0"/>
                    <a:lumOff val="0"/>
                    <a:alphaOff val="0"/>
                  </a:sysClr>
                </a:solidFill>
                <a:latin typeface="Calibri" panose="020F0502020204030204" pitchFamily="34" charset="0"/>
                <a:cs typeface="Calibri" panose="020F0502020204030204" pitchFamily="34" charset="0"/>
              </a:rPr>
              <a:t>Additional labs static data will be managed by Henkel</a:t>
            </a:r>
          </a:p>
          <a:p>
            <a:pPr algn="l" defTabSz="914400">
              <a:lnSpc>
                <a:spcPct val="120000"/>
              </a:lnSpc>
              <a:spcBef>
                <a:spcPts val="200"/>
              </a:spcBef>
              <a:buClr>
                <a:schemeClr val="tx2"/>
              </a:buClr>
              <a:buSzPct val="100000"/>
            </a:pPr>
            <a:endParaRPr lang="zh-CN" altLang="en-US" sz="2000"/>
          </a:p>
        </p:txBody>
      </p:sp>
      <p:sp>
        <p:nvSpPr>
          <p:cNvPr id="5" name="Rectangle: Rounded Corners 4">
            <a:extLst>
              <a:ext uri="{FF2B5EF4-FFF2-40B4-BE49-F238E27FC236}">
                <a16:creationId xmlns:a16="http://schemas.microsoft.com/office/drawing/2014/main" id="{FD3FDDF9-2ED9-4282-7444-591D69DD095C}"/>
              </a:ext>
            </a:extLst>
          </p:cNvPr>
          <p:cNvSpPr/>
          <p:nvPr/>
        </p:nvSpPr>
        <p:spPr bwMode="auto">
          <a:xfrm>
            <a:off x="4961448" y="2811070"/>
            <a:ext cx="3029061" cy="798212"/>
          </a:xfrm>
          <a:prstGeom prst="roundRect">
            <a:avLst/>
          </a:prstGeom>
          <a:solidFill>
            <a:schemeClr val="tx1">
              <a:lumMod val="25000"/>
              <a:lumOff val="75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1450" indent="-171450" defTabSz="914400" eaLnBrk="0" fontAlgn="base" hangingPunct="0">
              <a:spcBef>
                <a:spcPct val="0"/>
              </a:spcBef>
              <a:spcAft>
                <a:spcPts val="600"/>
              </a:spcAft>
              <a:buFont typeface="Arial" panose="020B0604020202020204" pitchFamily="34" charset="0"/>
              <a:buChar char="•"/>
            </a:pPr>
            <a:r>
              <a:rPr lang="en-US" sz="1200">
                <a:latin typeface="Calibri" panose="020F0502020204030204" pitchFamily="34" charset="0"/>
                <a:cs typeface="Calibri" panose="020F0502020204030204" pitchFamily="34" charset="0"/>
              </a:rPr>
              <a:t>Extend Dragon rollout to global sites.</a:t>
            </a:r>
          </a:p>
          <a:p>
            <a:pPr marL="171450" indent="-171450" defTabSz="914400" eaLnBrk="0" fontAlgn="base" hangingPunct="0">
              <a:spcBef>
                <a:spcPct val="0"/>
              </a:spcBef>
              <a:spcAft>
                <a:spcPts val="600"/>
              </a:spcAft>
              <a:buFont typeface="Arial" panose="020B0604020202020204" pitchFamily="34" charset="0"/>
              <a:buChar char="•"/>
            </a:pPr>
            <a:r>
              <a:rPr lang="en-US" sz="1200">
                <a:latin typeface="Calibri" panose="020F0502020204030204" pitchFamily="34" charset="0"/>
                <a:cs typeface="Calibri" panose="020F0502020204030204" pitchFamily="34" charset="0"/>
              </a:rPr>
              <a:t>Management and delivery via Global Team from Henkel and Thermo Fisher</a:t>
            </a:r>
          </a:p>
        </p:txBody>
      </p:sp>
      <p:sp>
        <p:nvSpPr>
          <p:cNvPr id="6" name="Slide Number Placeholder 5">
            <a:extLst>
              <a:ext uri="{FF2B5EF4-FFF2-40B4-BE49-F238E27FC236}">
                <a16:creationId xmlns:a16="http://schemas.microsoft.com/office/drawing/2014/main" id="{68BF0D98-24ED-2F13-4D74-3E73C2F181C3}"/>
              </a:ext>
            </a:extLst>
          </p:cNvPr>
          <p:cNvSpPr>
            <a:spLocks noGrp="1"/>
          </p:cNvSpPr>
          <p:nvPr>
            <p:ph type="sldNum" sz="quarter" idx="10"/>
          </p:nvPr>
        </p:nvSpPr>
        <p:spPr/>
        <p:txBody>
          <a:bodyPr/>
          <a:lstStyle/>
          <a:p>
            <a:fld id="{89006F1E-66CD-4A4B-9370-B4A3080F0E6C}" type="slidenum">
              <a:rPr lang="en-US" smtClean="0"/>
              <a:pPr/>
              <a:t>8</a:t>
            </a:fld>
            <a:endParaRPr lang="en-US"/>
          </a:p>
        </p:txBody>
      </p:sp>
      <p:sp>
        <p:nvSpPr>
          <p:cNvPr id="7" name="Footer Placeholder 6">
            <a:extLst>
              <a:ext uri="{FF2B5EF4-FFF2-40B4-BE49-F238E27FC236}">
                <a16:creationId xmlns:a16="http://schemas.microsoft.com/office/drawing/2014/main" id="{3AF65C2F-250C-3E6C-0649-09F18D318C3D}"/>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12" name="Picture 11" descr="A red and black logo&#10;&#10;Description automatically generated">
            <a:extLst>
              <a:ext uri="{FF2B5EF4-FFF2-40B4-BE49-F238E27FC236}">
                <a16:creationId xmlns:a16="http://schemas.microsoft.com/office/drawing/2014/main" id="{4E219A35-E0D2-9E5B-D080-011D24DF3E88}"/>
              </a:ext>
            </a:extLst>
          </p:cNvPr>
          <p:cNvPicPr>
            <a:picLocks noChangeAspect="1"/>
          </p:cNvPicPr>
          <p:nvPr/>
        </p:nvPicPr>
        <p:blipFill>
          <a:blip r:embed="rId8"/>
          <a:stretch>
            <a:fillRect/>
          </a:stretch>
        </p:blipFill>
        <p:spPr>
          <a:xfrm>
            <a:off x="6587015" y="0"/>
            <a:ext cx="1020250" cy="529241"/>
          </a:xfrm>
          <a:prstGeom prst="rect">
            <a:avLst/>
          </a:prstGeom>
        </p:spPr>
      </p:pic>
    </p:spTree>
    <p:extLst>
      <p:ext uri="{BB962C8B-B14F-4D97-AF65-F5344CB8AC3E}">
        <p14:creationId xmlns:p14="http://schemas.microsoft.com/office/powerpoint/2010/main" val="249467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8B23-BB9F-7607-1263-3FC9E41226EE}"/>
              </a:ext>
            </a:extLst>
          </p:cNvPr>
          <p:cNvSpPr>
            <a:spLocks noGrp="1"/>
          </p:cNvSpPr>
          <p:nvPr>
            <p:ph type="title"/>
          </p:nvPr>
        </p:nvSpPr>
        <p:spPr/>
        <p:txBody>
          <a:bodyPr/>
          <a:lstStyle/>
          <a:p>
            <a:r>
              <a:rPr lang="en-US" altLang="zh-CN">
                <a:solidFill>
                  <a:srgbClr val="FF0000"/>
                </a:solidFill>
                <a:effectLst/>
                <a:ea typeface="Calibri" panose="020F0502020204030204" pitchFamily="34" charset="0"/>
                <a:cs typeface="Calibri" panose="020F0502020204030204" pitchFamily="34" charset="0"/>
              </a:rPr>
              <a:t>Project </a:t>
            </a:r>
            <a:r>
              <a:rPr lang="en-US" altLang="zh-CN">
                <a:effectLst/>
                <a:ea typeface="Calibri" panose="020F0502020204030204" pitchFamily="34" charset="0"/>
                <a:cs typeface="Calibri" panose="020F0502020204030204" pitchFamily="34" charset="0"/>
              </a:rPr>
              <a:t>RACI Matrix</a:t>
            </a:r>
            <a:endParaRPr lang="en-AU"/>
          </a:p>
        </p:txBody>
      </p:sp>
      <p:grpSp>
        <p:nvGrpSpPr>
          <p:cNvPr id="8" name="Group 7">
            <a:extLst>
              <a:ext uri="{FF2B5EF4-FFF2-40B4-BE49-F238E27FC236}">
                <a16:creationId xmlns:a16="http://schemas.microsoft.com/office/drawing/2014/main" id="{24E65508-2627-48A0-00BE-31B93E912FE4}"/>
              </a:ext>
            </a:extLst>
          </p:cNvPr>
          <p:cNvGrpSpPr/>
          <p:nvPr/>
        </p:nvGrpSpPr>
        <p:grpSpPr>
          <a:xfrm>
            <a:off x="2493067" y="3729435"/>
            <a:ext cx="1244984" cy="686594"/>
            <a:chOff x="5136177" y="286957"/>
            <a:chExt cx="1659979" cy="915458"/>
          </a:xfrm>
        </p:grpSpPr>
        <p:sp>
          <p:nvSpPr>
            <p:cNvPr id="9" name="Rectangle 8">
              <a:extLst>
                <a:ext uri="{FF2B5EF4-FFF2-40B4-BE49-F238E27FC236}">
                  <a16:creationId xmlns:a16="http://schemas.microsoft.com/office/drawing/2014/main" id="{AD320E5C-9240-4C54-3A4A-11EADCAC84FE}"/>
                </a:ext>
              </a:extLst>
            </p:cNvPr>
            <p:cNvSpPr/>
            <p:nvPr/>
          </p:nvSpPr>
          <p:spPr>
            <a:xfrm>
              <a:off x="5136177" y="286957"/>
              <a:ext cx="1659979" cy="91545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10" name="TextBox 9">
              <a:extLst>
                <a:ext uri="{FF2B5EF4-FFF2-40B4-BE49-F238E27FC236}">
                  <a16:creationId xmlns:a16="http://schemas.microsoft.com/office/drawing/2014/main" id="{5F04BF40-74AA-2292-AA68-62DA94879F8F}"/>
                </a:ext>
              </a:extLst>
            </p:cNvPr>
            <p:cNvSpPr txBox="1"/>
            <p:nvPr/>
          </p:nvSpPr>
          <p:spPr>
            <a:xfrm>
              <a:off x="5136177" y="286957"/>
              <a:ext cx="1659979" cy="91545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defTabSz="400050">
                <a:lnSpc>
                  <a:spcPct val="90000"/>
                </a:lnSpc>
                <a:spcBef>
                  <a:spcPct val="0"/>
                </a:spcBef>
                <a:spcAft>
                  <a:spcPct val="35000"/>
                </a:spcAft>
              </a:pPr>
              <a:endParaRPr lang="en-AU" sz="900"/>
            </a:p>
          </p:txBody>
        </p:sp>
      </p:grpSp>
      <p:sp>
        <p:nvSpPr>
          <p:cNvPr id="15" name="Rectangle 14">
            <a:extLst>
              <a:ext uri="{FF2B5EF4-FFF2-40B4-BE49-F238E27FC236}">
                <a16:creationId xmlns:a16="http://schemas.microsoft.com/office/drawing/2014/main" id="{57ADF8AD-69C6-3C82-11EA-73D34B4092E8}"/>
              </a:ext>
            </a:extLst>
          </p:cNvPr>
          <p:cNvSpPr/>
          <p:nvPr/>
        </p:nvSpPr>
        <p:spPr>
          <a:xfrm>
            <a:off x="5009149" y="705939"/>
            <a:ext cx="3815342" cy="7982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3" name="Slide Number Placeholder 2">
            <a:extLst>
              <a:ext uri="{FF2B5EF4-FFF2-40B4-BE49-F238E27FC236}">
                <a16:creationId xmlns:a16="http://schemas.microsoft.com/office/drawing/2014/main" id="{0C157C6F-D7E8-726D-5EE2-3454A5D8D8DA}"/>
              </a:ext>
            </a:extLst>
          </p:cNvPr>
          <p:cNvSpPr>
            <a:spLocks noGrp="1"/>
          </p:cNvSpPr>
          <p:nvPr>
            <p:ph type="sldNum" sz="quarter" idx="10"/>
          </p:nvPr>
        </p:nvSpPr>
        <p:spPr/>
        <p:txBody>
          <a:bodyPr/>
          <a:lstStyle/>
          <a:p>
            <a:fld id="{89006F1E-66CD-4A4B-9370-B4A3080F0E6C}" type="slidenum">
              <a:rPr lang="en-US" smtClean="0"/>
              <a:pPr/>
              <a:t>9</a:t>
            </a:fld>
            <a:endParaRPr lang="en-US"/>
          </a:p>
        </p:txBody>
      </p:sp>
      <p:sp>
        <p:nvSpPr>
          <p:cNvPr id="5" name="Footer Placeholder 4">
            <a:extLst>
              <a:ext uri="{FF2B5EF4-FFF2-40B4-BE49-F238E27FC236}">
                <a16:creationId xmlns:a16="http://schemas.microsoft.com/office/drawing/2014/main" id="{549BA51B-872D-1B2C-2C07-403B71720688}"/>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graphicFrame>
        <p:nvGraphicFramePr>
          <p:cNvPr id="11" name="Table 10">
            <a:extLst>
              <a:ext uri="{FF2B5EF4-FFF2-40B4-BE49-F238E27FC236}">
                <a16:creationId xmlns:a16="http://schemas.microsoft.com/office/drawing/2014/main" id="{AB1845AD-494F-3F5B-B154-F467AE154E75}"/>
              </a:ext>
            </a:extLst>
          </p:cNvPr>
          <p:cNvGraphicFramePr>
            <a:graphicFrameLocks noGrp="1"/>
          </p:cNvGraphicFramePr>
          <p:nvPr>
            <p:extLst>
              <p:ext uri="{D42A27DB-BD31-4B8C-83A1-F6EECF244321}">
                <p14:modId xmlns:p14="http://schemas.microsoft.com/office/powerpoint/2010/main" val="72716253"/>
              </p:ext>
            </p:extLst>
          </p:nvPr>
        </p:nvGraphicFramePr>
        <p:xfrm>
          <a:off x="273857" y="617000"/>
          <a:ext cx="8730891" cy="4227744"/>
        </p:xfrm>
        <a:graphic>
          <a:graphicData uri="http://schemas.openxmlformats.org/drawingml/2006/table">
            <a:tbl>
              <a:tblPr/>
              <a:tblGrid>
                <a:gridCol w="351302">
                  <a:extLst>
                    <a:ext uri="{9D8B030D-6E8A-4147-A177-3AD203B41FA5}">
                      <a16:colId xmlns:a16="http://schemas.microsoft.com/office/drawing/2014/main" val="2549221554"/>
                    </a:ext>
                  </a:extLst>
                </a:gridCol>
                <a:gridCol w="3544018">
                  <a:extLst>
                    <a:ext uri="{9D8B030D-6E8A-4147-A177-3AD203B41FA5}">
                      <a16:colId xmlns:a16="http://schemas.microsoft.com/office/drawing/2014/main" val="4002354675"/>
                    </a:ext>
                  </a:extLst>
                </a:gridCol>
                <a:gridCol w="371967">
                  <a:extLst>
                    <a:ext uri="{9D8B030D-6E8A-4147-A177-3AD203B41FA5}">
                      <a16:colId xmlns:a16="http://schemas.microsoft.com/office/drawing/2014/main" val="3191608669"/>
                    </a:ext>
                  </a:extLst>
                </a:gridCol>
                <a:gridCol w="371967">
                  <a:extLst>
                    <a:ext uri="{9D8B030D-6E8A-4147-A177-3AD203B41FA5}">
                      <a16:colId xmlns:a16="http://schemas.microsoft.com/office/drawing/2014/main" val="1281115280"/>
                    </a:ext>
                  </a:extLst>
                </a:gridCol>
                <a:gridCol w="371967">
                  <a:extLst>
                    <a:ext uri="{9D8B030D-6E8A-4147-A177-3AD203B41FA5}">
                      <a16:colId xmlns:a16="http://schemas.microsoft.com/office/drawing/2014/main" val="4226214127"/>
                    </a:ext>
                  </a:extLst>
                </a:gridCol>
                <a:gridCol w="371967">
                  <a:extLst>
                    <a:ext uri="{9D8B030D-6E8A-4147-A177-3AD203B41FA5}">
                      <a16:colId xmlns:a16="http://schemas.microsoft.com/office/drawing/2014/main" val="3029543320"/>
                    </a:ext>
                  </a:extLst>
                </a:gridCol>
                <a:gridCol w="371967">
                  <a:extLst>
                    <a:ext uri="{9D8B030D-6E8A-4147-A177-3AD203B41FA5}">
                      <a16:colId xmlns:a16="http://schemas.microsoft.com/office/drawing/2014/main" val="3039812087"/>
                    </a:ext>
                  </a:extLst>
                </a:gridCol>
                <a:gridCol w="371967">
                  <a:extLst>
                    <a:ext uri="{9D8B030D-6E8A-4147-A177-3AD203B41FA5}">
                      <a16:colId xmlns:a16="http://schemas.microsoft.com/office/drawing/2014/main" val="605564334"/>
                    </a:ext>
                  </a:extLst>
                </a:gridCol>
                <a:gridCol w="371967">
                  <a:extLst>
                    <a:ext uri="{9D8B030D-6E8A-4147-A177-3AD203B41FA5}">
                      <a16:colId xmlns:a16="http://schemas.microsoft.com/office/drawing/2014/main" val="523388626"/>
                    </a:ext>
                  </a:extLst>
                </a:gridCol>
                <a:gridCol w="371967">
                  <a:extLst>
                    <a:ext uri="{9D8B030D-6E8A-4147-A177-3AD203B41FA5}">
                      <a16:colId xmlns:a16="http://schemas.microsoft.com/office/drawing/2014/main" val="1708898076"/>
                    </a:ext>
                  </a:extLst>
                </a:gridCol>
                <a:gridCol w="371967">
                  <a:extLst>
                    <a:ext uri="{9D8B030D-6E8A-4147-A177-3AD203B41FA5}">
                      <a16:colId xmlns:a16="http://schemas.microsoft.com/office/drawing/2014/main" val="2352995488"/>
                    </a:ext>
                  </a:extLst>
                </a:gridCol>
                <a:gridCol w="371967">
                  <a:extLst>
                    <a:ext uri="{9D8B030D-6E8A-4147-A177-3AD203B41FA5}">
                      <a16:colId xmlns:a16="http://schemas.microsoft.com/office/drawing/2014/main" val="1780304122"/>
                    </a:ext>
                  </a:extLst>
                </a:gridCol>
                <a:gridCol w="371967">
                  <a:extLst>
                    <a:ext uri="{9D8B030D-6E8A-4147-A177-3AD203B41FA5}">
                      <a16:colId xmlns:a16="http://schemas.microsoft.com/office/drawing/2014/main" val="2289472524"/>
                    </a:ext>
                  </a:extLst>
                </a:gridCol>
                <a:gridCol w="371967">
                  <a:extLst>
                    <a:ext uri="{9D8B030D-6E8A-4147-A177-3AD203B41FA5}">
                      <a16:colId xmlns:a16="http://schemas.microsoft.com/office/drawing/2014/main" val="1950687623"/>
                    </a:ext>
                  </a:extLst>
                </a:gridCol>
                <a:gridCol w="371967">
                  <a:extLst>
                    <a:ext uri="{9D8B030D-6E8A-4147-A177-3AD203B41FA5}">
                      <a16:colId xmlns:a16="http://schemas.microsoft.com/office/drawing/2014/main" val="4008323900"/>
                    </a:ext>
                  </a:extLst>
                </a:gridCol>
              </a:tblGrid>
              <a:tr h="757196">
                <a:tc>
                  <a:txBody>
                    <a:bodyPr/>
                    <a:lstStyle/>
                    <a:p>
                      <a:pPr algn="l" fontAlgn="b"/>
                      <a:endParaRPr lang="zh-CN" altLang="en-US" sz="500" b="0" i="0" u="none" strike="noStrike">
                        <a:solidFill>
                          <a:srgbClr val="000000"/>
                        </a:solidFill>
                        <a:effectLst/>
                        <a:latin typeface="DengXian" panose="02010600030101010101" pitchFamily="2" charset="-122"/>
                        <a:ea typeface="DengXian" panose="02010600030101010101" pitchFamily="2" charset="-122"/>
                      </a:endParaRPr>
                    </a:p>
                  </a:txBody>
                  <a:tcPr marL="0" marR="0" marT="0" marB="0" anchor="b">
                    <a:lnL>
                      <a:noFill/>
                    </a:lnL>
                    <a:lnR>
                      <a:noFill/>
                    </a:lnR>
                    <a:lnT>
                      <a:noFill/>
                    </a:lnT>
                    <a:lnB>
                      <a:noFill/>
                    </a:lnB>
                    <a:noFill/>
                  </a:tcPr>
                </a:tc>
                <a:tc>
                  <a:txBody>
                    <a:bodyPr/>
                    <a:lstStyle/>
                    <a:p>
                      <a:pPr algn="l" fontAlgn="b"/>
                      <a:r>
                        <a:rPr lang="en-US" sz="600" b="0" i="0" u="none" strike="noStrike">
                          <a:solidFill>
                            <a:srgbClr val="808080"/>
                          </a:solidFill>
                          <a:effectLst/>
                          <a:latin typeface="+mj-lt"/>
                          <a:ea typeface="DengXian" panose="02010600030101010101" pitchFamily="2" charset="-122"/>
                        </a:rPr>
                        <a:t>The person who does something as part of their job or role to do a specific task or activity. </a:t>
                      </a:r>
                    </a:p>
                    <a:p>
                      <a:pPr algn="l" fontAlgn="b"/>
                      <a:endParaRPr lang="en-US" sz="500" b="0" i="0" u="none" strike="noStrike">
                        <a:solidFill>
                          <a:srgbClr val="808080"/>
                        </a:solidFill>
                        <a:effectLst/>
                        <a:latin typeface="+mj-lt"/>
                        <a:ea typeface="DengXian" panose="02010600030101010101" pitchFamily="2" charset="-122"/>
                      </a:endParaRPr>
                    </a:p>
                    <a:p>
                      <a:pPr algn="l" fontAlgn="b"/>
                      <a:r>
                        <a:rPr lang="en-US" sz="600" b="0" i="0" u="none" strike="noStrike">
                          <a:solidFill>
                            <a:srgbClr val="808080"/>
                          </a:solidFill>
                          <a:effectLst/>
                          <a:latin typeface="+mj-lt"/>
                          <a:ea typeface="DengXian" panose="02010600030101010101" pitchFamily="2" charset="-122"/>
                        </a:rPr>
                        <a:t>The person who is expected to justify actions taken or decisions made to deliver the completed task or activity. </a:t>
                      </a:r>
                    </a:p>
                    <a:p>
                      <a:pPr algn="l" fontAlgn="b"/>
                      <a:endParaRPr lang="en-US" sz="500" b="0" i="0" u="none" strike="noStrike">
                        <a:solidFill>
                          <a:srgbClr val="808080"/>
                        </a:solidFill>
                        <a:effectLst/>
                        <a:latin typeface="+mj-lt"/>
                        <a:ea typeface="DengXian" panose="02010600030101010101" pitchFamily="2" charset="-122"/>
                      </a:endParaRPr>
                    </a:p>
                    <a:p>
                      <a:pPr algn="l" fontAlgn="b"/>
                      <a:r>
                        <a:rPr lang="en-US" sz="600" b="0" i="0" u="none" strike="noStrike">
                          <a:solidFill>
                            <a:srgbClr val="808080"/>
                          </a:solidFill>
                          <a:effectLst/>
                          <a:latin typeface="+mj-lt"/>
                          <a:ea typeface="DengXian" panose="02010600030101010101" pitchFamily="2" charset="-122"/>
                        </a:rPr>
                        <a:t>Groups or people whose opinions are sought by the person responsible for the task or activity. </a:t>
                      </a:r>
                    </a:p>
                    <a:p>
                      <a:pPr algn="l" fontAlgn="b"/>
                      <a:endParaRPr lang="en-US" sz="500" b="0" i="0" u="none" strike="noStrike">
                        <a:solidFill>
                          <a:srgbClr val="808080"/>
                        </a:solidFill>
                        <a:effectLst/>
                        <a:latin typeface="+mj-lt"/>
                        <a:ea typeface="DengXian" panose="02010600030101010101" pitchFamily="2" charset="-122"/>
                      </a:endParaRPr>
                    </a:p>
                    <a:p>
                      <a:pPr algn="l" fontAlgn="b"/>
                      <a:r>
                        <a:rPr lang="en-US" sz="600" b="0" i="0" u="none" strike="noStrike">
                          <a:solidFill>
                            <a:srgbClr val="808080"/>
                          </a:solidFill>
                          <a:effectLst/>
                          <a:latin typeface="+mj-lt"/>
                          <a:ea typeface="DengXian" panose="02010600030101010101" pitchFamily="2" charset="-122"/>
                        </a:rPr>
                        <a:t>Those groups or people that should be kept up-to-date on progress with the task or activity.</a:t>
                      </a:r>
                      <a:endParaRPr lang="en-US" sz="600" b="0" i="0" u="none" strike="noStrike">
                        <a:solidFill>
                          <a:srgbClr val="000000"/>
                        </a:solidFill>
                        <a:effectLst/>
                        <a:latin typeface="+mj-lt"/>
                        <a:ea typeface="DengXian" panose="02010600030101010101" pitchFamily="2" charset="-122"/>
                      </a:endParaRPr>
                    </a:p>
                  </a:txBody>
                  <a:tcPr marL="0" marR="0" marT="0" marB="0" anchor="ctr">
                    <a:lnL>
                      <a:noFill/>
                    </a:lnL>
                    <a:lnR w="6350" cap="flat" cmpd="sng" algn="ctr">
                      <a:solidFill>
                        <a:srgbClr val="BFBFBF"/>
                      </a:solidFill>
                      <a:prstDash val="solid"/>
                      <a:round/>
                      <a:headEnd type="none" w="med" len="med"/>
                      <a:tailEnd type="none" w="med" len="med"/>
                    </a:lnR>
                    <a:lnT>
                      <a:noFill/>
                    </a:lnT>
                    <a:lnB>
                      <a:noFill/>
                    </a:lnB>
                    <a:no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Wendy -PM</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Hongtao - TL</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Zhenjuan -TL</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Test Team</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Shravan - GPM</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Nishi - PMO</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Shuang - SL</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Xiang - Director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F2F2F2"/>
                          </a:highlight>
                          <a:latin typeface="DengXian" panose="02010600030101010101" pitchFamily="2" charset="-122"/>
                          <a:ea typeface="DengXian" panose="02010600030101010101" pitchFamily="2" charset="-122"/>
                        </a:rPr>
                        <a:t>Project Manager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b"/>
                      <a:r>
                        <a:rPr lang="en-US" sz="700" b="0" i="0" u="none" strike="noStrike">
                          <a:solidFill>
                            <a:srgbClr val="000000"/>
                          </a:solidFill>
                          <a:effectLst/>
                          <a:highlight>
                            <a:srgbClr val="F2F2F2"/>
                          </a:highlight>
                          <a:latin typeface="DengXian" panose="02010600030101010101" pitchFamily="2" charset="-122"/>
                          <a:ea typeface="DengXian" panose="02010600030101010101" pitchFamily="2" charset="-122"/>
                        </a:rPr>
                        <a:t>SME / Product Owner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b"/>
                      <a:r>
                        <a:rPr lang="en-US" sz="700" b="0" i="0" u="none" strike="noStrike">
                          <a:solidFill>
                            <a:srgbClr val="000000"/>
                          </a:solidFill>
                          <a:effectLst/>
                          <a:highlight>
                            <a:srgbClr val="F2F2F2"/>
                          </a:highlight>
                          <a:latin typeface="DengXian" panose="02010600030101010101" pitchFamily="2" charset="-122"/>
                          <a:ea typeface="DengXian" panose="02010600030101010101" pitchFamily="2" charset="-122"/>
                        </a:rPr>
                        <a:t>Test Team</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b"/>
                      <a:r>
                        <a:rPr lang="en-US" sz="700" b="0" i="0" u="none" strike="noStrike">
                          <a:solidFill>
                            <a:srgbClr val="000000"/>
                          </a:solidFill>
                          <a:effectLst/>
                          <a:highlight>
                            <a:srgbClr val="F2F2F2"/>
                          </a:highlight>
                          <a:latin typeface="DengXian" panose="02010600030101010101" pitchFamily="2" charset="-122"/>
                          <a:ea typeface="DengXian" panose="02010600030101010101" pitchFamily="2" charset="-122"/>
                        </a:rPr>
                        <a:t>Global PM</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b"/>
                      <a:r>
                        <a:rPr lang="en-US" sz="700" b="0" i="0" u="none" strike="noStrike">
                          <a:solidFill>
                            <a:srgbClr val="000000"/>
                          </a:solidFill>
                          <a:effectLst/>
                          <a:highlight>
                            <a:srgbClr val="F2F2F2"/>
                          </a:highlight>
                          <a:latin typeface="DengXian" panose="02010600030101010101" pitchFamily="2" charset="-122"/>
                          <a:ea typeface="DengXian" panose="02010600030101010101" pitchFamily="2" charset="-122"/>
                        </a:rPr>
                        <a:t>PMO</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54949208"/>
                  </a:ext>
                </a:extLst>
              </a:tr>
              <a:tr h="94649">
                <a:tc>
                  <a:txBody>
                    <a:bodyPr/>
                    <a:lstStyle/>
                    <a:p>
                      <a:pPr algn="l" fontAlgn="b"/>
                      <a:endParaRPr lang="zh-CN" altLang="en-US" sz="500" b="0" i="0" u="none" strike="noStrike">
                        <a:solidFill>
                          <a:srgbClr val="000000"/>
                        </a:solidFill>
                        <a:effectLst/>
                        <a:latin typeface="DengXian" panose="02010600030101010101" pitchFamily="2" charset="-122"/>
                        <a:ea typeface="DengXian" panose="02010600030101010101" pitchFamily="2" charset="-122"/>
                      </a:endParaRPr>
                    </a:p>
                  </a:txBody>
                  <a:tcPr marL="0" marR="0" marT="0" marB="0" anchor="b">
                    <a:lnL>
                      <a:noFill/>
                    </a:lnL>
                    <a:lnR>
                      <a:noFill/>
                    </a:lnR>
                    <a:lnT>
                      <a:noFill/>
                    </a:lnT>
                    <a:lnB>
                      <a:noFill/>
                    </a:lnB>
                    <a:noFill/>
                  </a:tcPr>
                </a:tc>
                <a:tc>
                  <a:txBody>
                    <a:bodyPr/>
                    <a:lstStyle/>
                    <a:p>
                      <a:pPr algn="l" fontAlgn="ctr"/>
                      <a:r>
                        <a:rPr lang="en-US" sz="700" b="1" i="0" u="none" strike="noStrike">
                          <a:solidFill>
                            <a:srgbClr val="595959"/>
                          </a:solidFill>
                          <a:effectLst/>
                          <a:latin typeface="DengXian" panose="02010600030101010101" pitchFamily="2" charset="-122"/>
                          <a:ea typeface="DengXian" panose="02010600030101010101" pitchFamily="2" charset="-122"/>
                        </a:rPr>
                        <a:t>Project Activity</a:t>
                      </a:r>
                    </a:p>
                  </a:txBody>
                  <a:tcPr marL="48487" marR="0" marT="0" marB="0" anchor="ctr">
                    <a:lnL>
                      <a:noFill/>
                    </a:lnL>
                    <a:lnR w="6350" cap="flat" cmpd="sng" algn="ctr">
                      <a:solidFill>
                        <a:srgbClr val="BFBFBF"/>
                      </a:solidFill>
                      <a:prstDash val="solid"/>
                      <a:round/>
                      <a:headEnd type="none" w="med" len="med"/>
                      <a:tailEnd type="none" w="med" len="med"/>
                    </a:lnR>
                    <a:lnT>
                      <a:noFill/>
                    </a:lnT>
                    <a:lnB>
                      <a:noFill/>
                    </a:lnB>
                    <a:noFill/>
                  </a:tcPr>
                </a:tc>
                <a:tc gridSpan="6">
                  <a:txBody>
                    <a:bodyPr/>
                    <a:lstStyle/>
                    <a:p>
                      <a:pPr algn="ctr" fontAlgn="ctr"/>
                      <a:r>
                        <a:rPr lang="en-US" sz="700" b="1" i="0" u="none" strike="noStrike">
                          <a:solidFill>
                            <a:srgbClr val="000000"/>
                          </a:solidFill>
                          <a:effectLst/>
                          <a:highlight>
                            <a:srgbClr val="D9D9D9"/>
                          </a:highlight>
                          <a:latin typeface="DengXian" panose="02010600030101010101" pitchFamily="2" charset="-122"/>
                          <a:ea typeface="DengXian" panose="02010600030101010101" pitchFamily="2" charset="-122"/>
                        </a:rPr>
                        <a:t>Thermo Fisher Team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solidFill>
                      <a:srgbClr val="D9D9D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　</a:t>
                      </a:r>
                    </a:p>
                  </a:txBody>
                  <a:tcPr marL="0" marR="0" marT="0" marB="0" anchor="ctr">
                    <a:lnL w="6350" cap="flat" cmpd="sng" algn="ctr">
                      <a:solidFill>
                        <a:srgbClr val="BFBFBF"/>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a:noFill/>
                    </a:lnB>
                    <a:solidFill>
                      <a:srgbClr val="D9D9D9"/>
                    </a:solidFill>
                  </a:tcPr>
                </a:tc>
                <a:tc>
                  <a:txBody>
                    <a:bodyPr/>
                    <a:lstStyle/>
                    <a:p>
                      <a:pPr algn="ctr" fontAlgn="ctr"/>
                      <a:r>
                        <a:rPr lang="zh-CN" alt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　</a:t>
                      </a:r>
                    </a:p>
                  </a:txBody>
                  <a:tcPr marL="0" marR="0" marT="0" marB="0" anchor="ctr">
                    <a:lnL>
                      <a:noFill/>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solidFill>
                      <a:srgbClr val="D9D9D9"/>
                    </a:solidFill>
                  </a:tcPr>
                </a:tc>
                <a:tc gridSpan="5">
                  <a:txBody>
                    <a:bodyPr/>
                    <a:lstStyle/>
                    <a:p>
                      <a:pPr algn="ctr" fontAlgn="ctr"/>
                      <a:r>
                        <a:rPr lang="en-US" sz="700" b="1" i="0" u="none" strike="noStrike">
                          <a:solidFill>
                            <a:srgbClr val="000000"/>
                          </a:solidFill>
                          <a:effectLst/>
                          <a:highlight>
                            <a:srgbClr val="F2F2F2"/>
                          </a:highlight>
                          <a:latin typeface="DengXian" panose="02010600030101010101" pitchFamily="2" charset="-122"/>
                          <a:ea typeface="DengXian" panose="02010600030101010101" pitchFamily="2" charset="-122"/>
                        </a:rPr>
                        <a:t>Henkel Team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solidFill>
                      <a:srgbClr val="F2F2F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29543293"/>
                  </a:ext>
                </a:extLst>
              </a:tr>
              <a:tr h="144868">
                <a:tc>
                  <a:txBody>
                    <a:bodyPr/>
                    <a:lstStyle/>
                    <a:p>
                      <a:pPr algn="l" fontAlgn="ctr"/>
                      <a:r>
                        <a:rPr lang="en-US" sz="700" b="0" i="0" u="none" strike="noStrike">
                          <a:solidFill>
                            <a:srgbClr val="FFFFFF"/>
                          </a:solidFill>
                          <a:effectLst/>
                          <a:highlight>
                            <a:srgbClr val="595959"/>
                          </a:highlight>
                          <a:latin typeface="+mj-lt"/>
                          <a:ea typeface="DengXian" panose="02010600030101010101" pitchFamily="2" charset="-122"/>
                        </a:rPr>
                        <a:t>SN</a:t>
                      </a:r>
                    </a:p>
                  </a:txBody>
                  <a:tcPr marL="48487" marR="0" marT="0" marB="0" anchor="ctr">
                    <a:lnL>
                      <a:noFill/>
                    </a:lnL>
                    <a:lnR>
                      <a:noFill/>
                    </a:lnR>
                    <a:lnT>
                      <a:noFill/>
                    </a:lnT>
                    <a:lnB>
                      <a:noFill/>
                    </a:lnB>
                    <a:solidFill>
                      <a:srgbClr val="595959"/>
                    </a:solidFill>
                  </a:tcPr>
                </a:tc>
                <a:tc>
                  <a:txBody>
                    <a:bodyPr/>
                    <a:lstStyle/>
                    <a:p>
                      <a:pPr algn="l" fontAlgn="ctr"/>
                      <a:r>
                        <a:rPr lang="en-US" sz="700" b="0" i="0" u="none" strike="noStrike">
                          <a:solidFill>
                            <a:srgbClr val="FFFFFF"/>
                          </a:solidFill>
                          <a:effectLst/>
                          <a:highlight>
                            <a:srgbClr val="595959"/>
                          </a:highlight>
                          <a:latin typeface="+mj-lt"/>
                          <a:ea typeface="DengXian" panose="02010600030101010101" pitchFamily="2" charset="-122"/>
                        </a:rPr>
                        <a:t>Phase A &amp; B</a:t>
                      </a:r>
                    </a:p>
                  </a:txBody>
                  <a:tcPr marL="48487"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extLst>
                  <a:ext uri="{0D108BD9-81ED-4DB2-BD59-A6C34878D82A}">
                    <a16:rowId xmlns:a16="http://schemas.microsoft.com/office/drawing/2014/main" val="1617230752"/>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Project Management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191772471"/>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Communication to Leadership</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095885619"/>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Raise Change Request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11749083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Change Request Approval</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extLst>
                  <a:ext uri="{0D108BD9-81ED-4DB2-BD59-A6C34878D82A}">
                    <a16:rowId xmlns:a16="http://schemas.microsoft.com/office/drawing/2014/main" val="2406750276"/>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Workshop and RTM</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58962421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Design and Development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845172179"/>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Static Data</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5033468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Installation Package creation</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626065905"/>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Managing China Resources</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740179347"/>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Create and Manage Schedule</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33302559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Create Status Report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402814091"/>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Running PSC meetings</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549739205"/>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Collaboration with Global Team</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extLst>
                  <a:ext uri="{0D108BD9-81ED-4DB2-BD59-A6C34878D82A}">
                    <a16:rowId xmlns:a16="http://schemas.microsoft.com/office/drawing/2014/main" val="2312329307"/>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SIT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860311706"/>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UAT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39032514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Go Live</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584125331"/>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Hypercare</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849678306"/>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Documentation</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856259357"/>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Enhancement Request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888173854"/>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Request approval</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extLst>
                  <a:ext uri="{0D108BD9-81ED-4DB2-BD59-A6C34878D82A}">
                    <a16:rowId xmlns:a16="http://schemas.microsoft.com/office/drawing/2014/main" val="260553510"/>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Daily Standup and Manage</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264556210"/>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Sprint Planning and manage</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84161843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Sprint Review and confirmation</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19005452"/>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Testing</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dirty="0">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969688763"/>
                  </a:ext>
                </a:extLst>
              </a:tr>
            </a:tbl>
          </a:graphicData>
        </a:graphic>
      </p:graphicFrame>
      <p:grpSp>
        <p:nvGrpSpPr>
          <p:cNvPr id="18" name="Group 17">
            <a:extLst>
              <a:ext uri="{FF2B5EF4-FFF2-40B4-BE49-F238E27FC236}">
                <a16:creationId xmlns:a16="http://schemas.microsoft.com/office/drawing/2014/main" id="{92073C25-9358-CA44-A817-AB22FC8FA705}"/>
              </a:ext>
            </a:extLst>
          </p:cNvPr>
          <p:cNvGrpSpPr/>
          <p:nvPr/>
        </p:nvGrpSpPr>
        <p:grpSpPr>
          <a:xfrm>
            <a:off x="389412" y="597134"/>
            <a:ext cx="209882" cy="798211"/>
            <a:chOff x="0" y="0"/>
            <a:chExt cx="1234008" cy="5170908"/>
          </a:xfrm>
        </p:grpSpPr>
        <p:pic>
          <p:nvPicPr>
            <p:cNvPr id="19" name="Picture 18" descr="Icon&#10;&#10;Description automatically generated">
              <a:extLst>
                <a:ext uri="{FF2B5EF4-FFF2-40B4-BE49-F238E27FC236}">
                  <a16:creationId xmlns:a16="http://schemas.microsoft.com/office/drawing/2014/main" id="{DF225D2A-4616-5E95-6C79-E3A29A3356DA}"/>
                </a:ext>
              </a:extLst>
            </p:cNvPr>
            <p:cNvPicPr>
              <a:picLocks noChangeAspect="1"/>
            </p:cNvPicPr>
            <p:nvPr/>
          </p:nvPicPr>
          <p:blipFill>
            <a:blip r:embed="rId3"/>
            <a:stretch>
              <a:fillRect/>
            </a:stretch>
          </p:blipFill>
          <p:spPr>
            <a:xfrm>
              <a:off x="0" y="0"/>
              <a:ext cx="1234008" cy="1234008"/>
            </a:xfrm>
            <a:prstGeom prst="rect">
              <a:avLst/>
            </a:prstGeom>
          </p:spPr>
        </p:pic>
        <p:pic>
          <p:nvPicPr>
            <p:cNvPr id="20" name="Picture 19" descr="A picture containing text, sign, outdoor, clipart&#10;&#10;Description automatically generated">
              <a:extLst>
                <a:ext uri="{FF2B5EF4-FFF2-40B4-BE49-F238E27FC236}">
                  <a16:creationId xmlns:a16="http://schemas.microsoft.com/office/drawing/2014/main" id="{E91401E6-3020-2508-D59C-157B76F533CA}"/>
                </a:ext>
              </a:extLst>
            </p:cNvPr>
            <p:cNvPicPr>
              <a:picLocks noChangeAspect="1"/>
            </p:cNvPicPr>
            <p:nvPr/>
          </p:nvPicPr>
          <p:blipFill>
            <a:blip r:embed="rId4"/>
            <a:stretch>
              <a:fillRect/>
            </a:stretch>
          </p:blipFill>
          <p:spPr>
            <a:xfrm>
              <a:off x="0" y="1312300"/>
              <a:ext cx="1234008" cy="1234008"/>
            </a:xfrm>
            <a:prstGeom prst="rect">
              <a:avLst/>
            </a:prstGeom>
          </p:spPr>
        </p:pic>
        <p:pic>
          <p:nvPicPr>
            <p:cNvPr id="21" name="Picture 20" descr="Icon&#10;&#10;Description automatically generated">
              <a:extLst>
                <a:ext uri="{FF2B5EF4-FFF2-40B4-BE49-F238E27FC236}">
                  <a16:creationId xmlns:a16="http://schemas.microsoft.com/office/drawing/2014/main" id="{B9F1643D-482A-42B1-2B3F-43B25A2241BC}"/>
                </a:ext>
              </a:extLst>
            </p:cNvPr>
            <p:cNvPicPr>
              <a:picLocks noChangeAspect="1"/>
            </p:cNvPicPr>
            <p:nvPr/>
          </p:nvPicPr>
          <p:blipFill>
            <a:blip r:embed="rId5"/>
            <a:stretch>
              <a:fillRect/>
            </a:stretch>
          </p:blipFill>
          <p:spPr>
            <a:xfrm>
              <a:off x="0" y="2624600"/>
              <a:ext cx="1234008" cy="1234008"/>
            </a:xfrm>
            <a:prstGeom prst="rect">
              <a:avLst/>
            </a:prstGeom>
          </p:spPr>
        </p:pic>
        <p:pic>
          <p:nvPicPr>
            <p:cNvPr id="22" name="Picture 21" descr="Icon&#10;&#10;Description automatically generated">
              <a:extLst>
                <a:ext uri="{FF2B5EF4-FFF2-40B4-BE49-F238E27FC236}">
                  <a16:creationId xmlns:a16="http://schemas.microsoft.com/office/drawing/2014/main" id="{E675122C-3334-5EBD-AB09-05B4337F0085}"/>
                </a:ext>
              </a:extLst>
            </p:cNvPr>
            <p:cNvPicPr>
              <a:picLocks noChangeAspect="1"/>
            </p:cNvPicPr>
            <p:nvPr/>
          </p:nvPicPr>
          <p:blipFill>
            <a:blip r:embed="rId6"/>
            <a:stretch>
              <a:fillRect/>
            </a:stretch>
          </p:blipFill>
          <p:spPr>
            <a:xfrm>
              <a:off x="0" y="3936900"/>
              <a:ext cx="1234008" cy="1234008"/>
            </a:xfrm>
            <a:prstGeom prst="rect">
              <a:avLst/>
            </a:prstGeom>
          </p:spPr>
        </p:pic>
      </p:grpSp>
      <p:pic>
        <p:nvPicPr>
          <p:cNvPr id="7" name="Picture 6" descr="A red and black logo&#10;&#10;Description automatically generated">
            <a:extLst>
              <a:ext uri="{FF2B5EF4-FFF2-40B4-BE49-F238E27FC236}">
                <a16:creationId xmlns:a16="http://schemas.microsoft.com/office/drawing/2014/main" id="{EA97AF94-A5A9-5991-CC6C-AC61E5CBCF10}"/>
              </a:ext>
            </a:extLst>
          </p:cNvPr>
          <p:cNvPicPr>
            <a:picLocks noChangeAspect="1"/>
          </p:cNvPicPr>
          <p:nvPr/>
        </p:nvPicPr>
        <p:blipFill>
          <a:blip r:embed="rId7"/>
          <a:stretch>
            <a:fillRect/>
          </a:stretch>
        </p:blipFill>
        <p:spPr>
          <a:xfrm>
            <a:off x="6587015" y="0"/>
            <a:ext cx="1020250" cy="529241"/>
          </a:xfrm>
          <a:prstGeom prst="rect">
            <a:avLst/>
          </a:prstGeom>
        </p:spPr>
      </p:pic>
    </p:spTree>
    <p:extLst>
      <p:ext uri="{BB962C8B-B14F-4D97-AF65-F5344CB8AC3E}">
        <p14:creationId xmlns:p14="http://schemas.microsoft.com/office/powerpoint/2010/main" val="1381858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CD1E9-8C5E-054D-8E4C-8F06D6545A72}"/>
              </a:ext>
            </a:extLst>
          </p:cNvPr>
          <p:cNvSpPr>
            <a:spLocks noGrp="1"/>
          </p:cNvSpPr>
          <p:nvPr>
            <p:ph type="title"/>
          </p:nvPr>
        </p:nvSpPr>
        <p:spPr>
          <a:xfrm>
            <a:off x="228601" y="228600"/>
            <a:ext cx="7315200" cy="285751"/>
          </a:xfrm>
        </p:spPr>
        <p:txBody>
          <a:bodyPr wrap="square" anchor="t">
            <a:normAutofit/>
          </a:bodyPr>
          <a:lstStyle/>
          <a:p>
            <a:r>
              <a:rPr lang="en-US" sz="1950"/>
              <a:t>Project Timeline</a:t>
            </a:r>
            <a:endParaRPr lang="en-US" sz="1950" b="0"/>
          </a:p>
        </p:txBody>
      </p:sp>
      <p:sp>
        <p:nvSpPr>
          <p:cNvPr id="3" name="Slide Number Placeholder 2">
            <a:extLst>
              <a:ext uri="{FF2B5EF4-FFF2-40B4-BE49-F238E27FC236}">
                <a16:creationId xmlns:a16="http://schemas.microsoft.com/office/drawing/2014/main" id="{921F813B-2974-FA48-ADFF-C4D4C5D117C7}"/>
              </a:ext>
            </a:extLst>
          </p:cNvPr>
          <p:cNvSpPr>
            <a:spLocks noGrp="1"/>
          </p:cNvSpPr>
          <p:nvPr>
            <p:ph type="sldNum" sz="quarter" idx="10"/>
          </p:nvPr>
        </p:nvSpPr>
        <p:spPr>
          <a:xfrm>
            <a:off x="1" y="4914901"/>
            <a:ext cx="228599" cy="228599"/>
          </a:xfrm>
        </p:spPr>
        <p:txBody>
          <a:bodyPr anchor="ctr">
            <a:normAutofit/>
          </a:bodyPr>
          <a:lstStyle/>
          <a:p>
            <a:pPr>
              <a:spcAft>
                <a:spcPts val="450"/>
              </a:spcAft>
            </a:pPr>
            <a:fld id="{89006F1E-66CD-4A4B-9370-B4A3080F0E6C}" type="slidenum">
              <a:rPr lang="en-US" smtClean="0"/>
              <a:pPr>
                <a:spcAft>
                  <a:spcPts val="450"/>
                </a:spcAft>
              </a:pPr>
              <a:t>10</a:t>
            </a:fld>
            <a:endParaRPr lang="en-US"/>
          </a:p>
        </p:txBody>
      </p:sp>
      <p:sp>
        <p:nvSpPr>
          <p:cNvPr id="4" name="Footer Placeholder 3">
            <a:extLst>
              <a:ext uri="{FF2B5EF4-FFF2-40B4-BE49-F238E27FC236}">
                <a16:creationId xmlns:a16="http://schemas.microsoft.com/office/drawing/2014/main" id="{ABC79D1A-4630-5E42-A3E2-FF522B0DF515}"/>
              </a:ext>
            </a:extLst>
          </p:cNvPr>
          <p:cNvSpPr>
            <a:spLocks noGrp="1"/>
          </p:cNvSpPr>
          <p:nvPr>
            <p:ph type="ftr" sz="quarter" idx="12"/>
          </p:nvPr>
        </p:nvSpPr>
        <p:spPr>
          <a:xfrm>
            <a:off x="228600" y="4914901"/>
            <a:ext cx="2743201" cy="228600"/>
          </a:xfrm>
        </p:spPr>
        <p:txBody>
          <a:bodyPr anchor="ctr">
            <a:normAutofit/>
          </a:bodyPr>
          <a:lstStyle/>
          <a:p>
            <a:pPr>
              <a:spcAft>
                <a:spcPts val="450"/>
              </a:spcAft>
            </a:pPr>
            <a:r>
              <a:rPr lang="en-US"/>
              <a:t>Proprietary &amp; Confidential |  03 Jun 2024</a:t>
            </a:r>
          </a:p>
        </p:txBody>
      </p:sp>
      <p:cxnSp>
        <p:nvCxnSpPr>
          <p:cNvPr id="5" name="Straight Connector 4">
            <a:extLst>
              <a:ext uri="{FF2B5EF4-FFF2-40B4-BE49-F238E27FC236}">
                <a16:creationId xmlns:a16="http://schemas.microsoft.com/office/drawing/2014/main" id="{FD8C489C-0B52-3D01-E176-0BEC88EAE1BB}"/>
              </a:ext>
            </a:extLst>
          </p:cNvPr>
          <p:cNvCxnSpPr>
            <a:cxnSpLocks/>
          </p:cNvCxnSpPr>
          <p:nvPr/>
        </p:nvCxnSpPr>
        <p:spPr>
          <a:xfrm>
            <a:off x="7429270" y="1187532"/>
            <a:ext cx="47405" cy="350572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0901378-E82F-6094-8C75-B75E01BB5A9C}"/>
              </a:ext>
            </a:extLst>
          </p:cNvPr>
          <p:cNvCxnSpPr>
            <a:cxnSpLocks/>
          </p:cNvCxnSpPr>
          <p:nvPr/>
        </p:nvCxnSpPr>
        <p:spPr>
          <a:xfrm>
            <a:off x="6612343" y="1191088"/>
            <a:ext cx="40420" cy="350216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2345BE9-A2A8-CFC1-EB54-075A10343826}"/>
              </a:ext>
            </a:extLst>
          </p:cNvPr>
          <p:cNvCxnSpPr>
            <a:cxnSpLocks/>
          </p:cNvCxnSpPr>
          <p:nvPr/>
        </p:nvCxnSpPr>
        <p:spPr>
          <a:xfrm>
            <a:off x="5798314" y="1176852"/>
            <a:ext cx="44506" cy="35164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8C9915B-44B5-E5F2-915B-B9B9106ECE80}"/>
              </a:ext>
            </a:extLst>
          </p:cNvPr>
          <p:cNvCxnSpPr>
            <a:cxnSpLocks/>
          </p:cNvCxnSpPr>
          <p:nvPr/>
        </p:nvCxnSpPr>
        <p:spPr>
          <a:xfrm>
            <a:off x="5004620" y="1158834"/>
            <a:ext cx="0" cy="3534424"/>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908EF90-488C-6214-3DB9-61C05C909064}"/>
              </a:ext>
            </a:extLst>
          </p:cNvPr>
          <p:cNvCxnSpPr>
            <a:cxnSpLocks/>
          </p:cNvCxnSpPr>
          <p:nvPr/>
        </p:nvCxnSpPr>
        <p:spPr>
          <a:xfrm>
            <a:off x="4187692" y="1158834"/>
            <a:ext cx="0" cy="3534424"/>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B6FF97E-6034-993E-3CAA-16670DD3DB7C}"/>
              </a:ext>
            </a:extLst>
          </p:cNvPr>
          <p:cNvCxnSpPr>
            <a:cxnSpLocks/>
          </p:cNvCxnSpPr>
          <p:nvPr/>
        </p:nvCxnSpPr>
        <p:spPr>
          <a:xfrm flipH="1">
            <a:off x="2580189" y="1172679"/>
            <a:ext cx="3508" cy="3520578"/>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C87A308-BC55-75DA-CDF8-2BAACF35C537}"/>
              </a:ext>
            </a:extLst>
          </p:cNvPr>
          <p:cNvCxnSpPr>
            <a:cxnSpLocks/>
          </p:cNvCxnSpPr>
          <p:nvPr/>
        </p:nvCxnSpPr>
        <p:spPr>
          <a:xfrm>
            <a:off x="3397117" y="1167294"/>
            <a:ext cx="0" cy="3525964"/>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0D57D1-D5CD-A9DC-9B30-57BCF3CE14BE}"/>
              </a:ext>
            </a:extLst>
          </p:cNvPr>
          <p:cNvCxnSpPr>
            <a:cxnSpLocks/>
          </p:cNvCxnSpPr>
          <p:nvPr/>
        </p:nvCxnSpPr>
        <p:spPr>
          <a:xfrm>
            <a:off x="1772446" y="1188181"/>
            <a:ext cx="5381" cy="3531512"/>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D432F4-DB6C-EBB7-7A86-C43188C67E31}"/>
              </a:ext>
            </a:extLst>
          </p:cNvPr>
          <p:cNvCxnSpPr>
            <a:cxnSpLocks/>
          </p:cNvCxnSpPr>
          <p:nvPr/>
        </p:nvCxnSpPr>
        <p:spPr>
          <a:xfrm>
            <a:off x="972686" y="1163734"/>
            <a:ext cx="0" cy="3529523"/>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4" name="OTLSHAPE_TB_00000000000000000000000000000000_ScaleContainer">
            <a:extLst>
              <a:ext uri="{FF2B5EF4-FFF2-40B4-BE49-F238E27FC236}">
                <a16:creationId xmlns:a16="http://schemas.microsoft.com/office/drawing/2014/main" id="{B6BD00CE-FE5E-3B7F-47B3-D9468A2FE9FD}"/>
              </a:ext>
            </a:extLst>
          </p:cNvPr>
          <p:cNvSpPr/>
          <p:nvPr>
            <p:custDataLst>
              <p:tags r:id="rId1"/>
            </p:custDataLst>
          </p:nvPr>
        </p:nvSpPr>
        <p:spPr>
          <a:xfrm>
            <a:off x="333541" y="1020906"/>
            <a:ext cx="8522736" cy="162688"/>
          </a:xfrm>
          <a:prstGeom prst="round2SameRect">
            <a:avLst/>
          </a:prstGeom>
          <a:solidFill>
            <a:srgbClr val="5B9BD5"/>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sp>
        <p:nvSpPr>
          <p:cNvPr id="15" name="OTLSHAPE_SLT_4f0f829353f04b26beaf68d97c03c51e_Shape">
            <a:extLst>
              <a:ext uri="{FF2B5EF4-FFF2-40B4-BE49-F238E27FC236}">
                <a16:creationId xmlns:a16="http://schemas.microsoft.com/office/drawing/2014/main" id="{C023EFFE-A070-7473-C518-8DE8F31354A4}"/>
              </a:ext>
            </a:extLst>
          </p:cNvPr>
          <p:cNvSpPr/>
          <p:nvPr>
            <p:custDataLst>
              <p:tags r:id="rId2"/>
            </p:custDataLst>
          </p:nvPr>
        </p:nvSpPr>
        <p:spPr>
          <a:xfrm>
            <a:off x="550328" y="3667237"/>
            <a:ext cx="4501916" cy="174189"/>
          </a:xfrm>
          <a:prstGeom prst="chevron">
            <a:avLst/>
          </a:prstGeom>
          <a:solidFill>
            <a:schemeClr val="accent2">
              <a:lumMod val="7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Training – Data Configuration, LIMS Admin, Workflows, Report Designer</a:t>
            </a:r>
          </a:p>
        </p:txBody>
      </p:sp>
      <p:sp>
        <p:nvSpPr>
          <p:cNvPr id="18" name="OTLSHAPE_SLT_cf2603a2b58e4b5eab3cf249221c9975_Shape">
            <a:extLst>
              <a:ext uri="{FF2B5EF4-FFF2-40B4-BE49-F238E27FC236}">
                <a16:creationId xmlns:a16="http://schemas.microsoft.com/office/drawing/2014/main" id="{0860A754-BDF9-C08F-901B-315CEA573397}"/>
              </a:ext>
            </a:extLst>
          </p:cNvPr>
          <p:cNvSpPr/>
          <p:nvPr>
            <p:custDataLst>
              <p:tags r:id="rId3"/>
            </p:custDataLst>
          </p:nvPr>
        </p:nvSpPr>
        <p:spPr>
          <a:xfrm>
            <a:off x="4162836" y="2464846"/>
            <a:ext cx="702093"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UAT</a:t>
            </a:r>
          </a:p>
        </p:txBody>
      </p:sp>
      <p:sp>
        <p:nvSpPr>
          <p:cNvPr id="20" name="OTLSHAPE_TB_00000000000000000000000000000000_TimescaleInterval1">
            <a:extLst>
              <a:ext uri="{FF2B5EF4-FFF2-40B4-BE49-F238E27FC236}">
                <a16:creationId xmlns:a16="http://schemas.microsoft.com/office/drawing/2014/main" id="{192854B7-98B6-8183-A992-8923E7EF209A}"/>
              </a:ext>
            </a:extLst>
          </p:cNvPr>
          <p:cNvSpPr txBox="1"/>
          <p:nvPr>
            <p:custDataLst>
              <p:tags r:id="rId4"/>
            </p:custDataLst>
          </p:nvPr>
        </p:nvSpPr>
        <p:spPr>
          <a:xfrm>
            <a:off x="440557" y="1019717"/>
            <a:ext cx="201113" cy="139541"/>
          </a:xfrm>
          <a:prstGeom prst="rect">
            <a:avLst/>
          </a:prstGeom>
          <a:noFill/>
        </p:spPr>
        <p:txBody>
          <a:bodyPr vert="horz" wrap="none" lIns="0" tIns="0" rIns="0" bIns="0" rtlCol="0" anchor="ctr" anchorCtr="0">
            <a:noAutofit/>
          </a:bodyPr>
          <a:lstStyle/>
          <a:p>
            <a:pPr defTabSz="685800"/>
            <a:r>
              <a:rPr lang="en-GB" sz="900" spc="-14">
                <a:solidFill>
                  <a:prstClr val="white"/>
                </a:solidFill>
                <a:latin typeface="Calibri" panose="020F0502020204030204" pitchFamily="34" charset="0"/>
                <a:cs typeface="Calibri" panose="020F0502020204030204" pitchFamily="34" charset="0"/>
              </a:rPr>
              <a:t>June</a:t>
            </a:r>
          </a:p>
        </p:txBody>
      </p:sp>
      <p:sp>
        <p:nvSpPr>
          <p:cNvPr id="21" name="OTLSHAPE_TB_00000000000000000000000000000000_TimescaleInterval2">
            <a:extLst>
              <a:ext uri="{FF2B5EF4-FFF2-40B4-BE49-F238E27FC236}">
                <a16:creationId xmlns:a16="http://schemas.microsoft.com/office/drawing/2014/main" id="{52B4AF8E-8379-2E25-CF78-E4548EAE54AC}"/>
              </a:ext>
            </a:extLst>
          </p:cNvPr>
          <p:cNvSpPr txBox="1"/>
          <p:nvPr>
            <p:custDataLst>
              <p:tags r:id="rId5"/>
            </p:custDataLst>
          </p:nvPr>
        </p:nvSpPr>
        <p:spPr>
          <a:xfrm>
            <a:off x="1020312" y="1019717"/>
            <a:ext cx="157496" cy="139541"/>
          </a:xfrm>
          <a:prstGeom prst="rect">
            <a:avLst/>
          </a:prstGeom>
          <a:noFill/>
        </p:spPr>
        <p:txBody>
          <a:bodyPr vert="horz" wrap="none" lIns="0" tIns="0" rIns="0" bIns="0" rtlCol="0" anchor="ctr" anchorCtr="0">
            <a:noAutofit/>
          </a:bodyPr>
          <a:lstStyle/>
          <a:p>
            <a:pPr defTabSz="685800"/>
            <a:r>
              <a:rPr lang="en-GB" sz="900" spc="-14">
                <a:solidFill>
                  <a:prstClr val="white"/>
                </a:solidFill>
                <a:latin typeface="Calibri" panose="020F0502020204030204" pitchFamily="34" charset="0"/>
                <a:cs typeface="Calibri" panose="020F0502020204030204" pitchFamily="34" charset="0"/>
              </a:rPr>
              <a:t>July</a:t>
            </a:r>
          </a:p>
        </p:txBody>
      </p:sp>
      <p:sp>
        <p:nvSpPr>
          <p:cNvPr id="22" name="OTLSHAPE_TB_00000000000000000000000000000000_TimescaleInterval3">
            <a:extLst>
              <a:ext uri="{FF2B5EF4-FFF2-40B4-BE49-F238E27FC236}">
                <a16:creationId xmlns:a16="http://schemas.microsoft.com/office/drawing/2014/main" id="{1C791699-18A4-4CBA-DE21-CA783F6E7B79}"/>
              </a:ext>
            </a:extLst>
          </p:cNvPr>
          <p:cNvSpPr txBox="1"/>
          <p:nvPr>
            <p:custDataLst>
              <p:tags r:id="rId6"/>
            </p:custDataLst>
          </p:nvPr>
        </p:nvSpPr>
        <p:spPr>
          <a:xfrm>
            <a:off x="1810888" y="1019717"/>
            <a:ext cx="276686" cy="134554"/>
          </a:xfrm>
          <a:prstGeom prst="rect">
            <a:avLst/>
          </a:prstGeom>
          <a:noFill/>
        </p:spPr>
        <p:txBody>
          <a:bodyPr vert="horz" wrap="none" lIns="0" tIns="0" rIns="0" bIns="0" rtlCol="0" anchor="ctr" anchorCtr="0">
            <a:noAutofit/>
          </a:bodyPr>
          <a:lstStyle/>
          <a:p>
            <a:pPr defTabSz="685800"/>
            <a:r>
              <a:rPr lang="en-GB" sz="900" spc="-15">
                <a:solidFill>
                  <a:prstClr val="white"/>
                </a:solidFill>
                <a:latin typeface="Calibri" panose="020F0502020204030204" pitchFamily="34" charset="0"/>
                <a:cs typeface="Calibri" panose="020F0502020204030204" pitchFamily="34" charset="0"/>
              </a:rPr>
              <a:t>Aug</a:t>
            </a:r>
          </a:p>
        </p:txBody>
      </p:sp>
      <p:sp>
        <p:nvSpPr>
          <p:cNvPr id="23" name="OTLSHAPE_TB_00000000000000000000000000000000_TimescaleInterval4">
            <a:extLst>
              <a:ext uri="{FF2B5EF4-FFF2-40B4-BE49-F238E27FC236}">
                <a16:creationId xmlns:a16="http://schemas.microsoft.com/office/drawing/2014/main" id="{A5988B82-59D5-9D54-C269-8CFC97D59F5C}"/>
              </a:ext>
            </a:extLst>
          </p:cNvPr>
          <p:cNvSpPr txBox="1"/>
          <p:nvPr>
            <p:custDataLst>
              <p:tags r:id="rId7"/>
            </p:custDataLst>
          </p:nvPr>
        </p:nvSpPr>
        <p:spPr>
          <a:xfrm>
            <a:off x="2627814" y="1019717"/>
            <a:ext cx="367673" cy="134554"/>
          </a:xfrm>
          <a:prstGeom prst="rect">
            <a:avLst/>
          </a:prstGeom>
          <a:noFill/>
        </p:spPr>
        <p:txBody>
          <a:bodyPr vert="horz" wrap="none" lIns="0" tIns="0" rIns="0" bIns="0" rtlCol="0" anchor="ctr" anchorCtr="0">
            <a:noAutofit/>
          </a:bodyPr>
          <a:lstStyle/>
          <a:p>
            <a:pPr defTabSz="685800"/>
            <a:r>
              <a:rPr lang="en-GB" sz="900" spc="-15">
                <a:solidFill>
                  <a:prstClr val="white"/>
                </a:solidFill>
                <a:latin typeface="Calibri" panose="020F0502020204030204" pitchFamily="34" charset="0"/>
                <a:cs typeface="Calibri" panose="020F0502020204030204" pitchFamily="34" charset="0"/>
              </a:rPr>
              <a:t>Sep</a:t>
            </a:r>
          </a:p>
        </p:txBody>
      </p:sp>
      <p:sp>
        <p:nvSpPr>
          <p:cNvPr id="24" name="OTLSHAPE_TB_00000000000000000000000000000000_TimescaleInterval5">
            <a:extLst>
              <a:ext uri="{FF2B5EF4-FFF2-40B4-BE49-F238E27FC236}">
                <a16:creationId xmlns:a16="http://schemas.microsoft.com/office/drawing/2014/main" id="{36425740-FECE-BBDF-2442-094B62B82D4E}"/>
              </a:ext>
            </a:extLst>
          </p:cNvPr>
          <p:cNvSpPr txBox="1"/>
          <p:nvPr>
            <p:custDataLst>
              <p:tags r:id="rId8"/>
            </p:custDataLst>
          </p:nvPr>
        </p:nvSpPr>
        <p:spPr>
          <a:xfrm>
            <a:off x="3444742" y="1019717"/>
            <a:ext cx="623088" cy="134554"/>
          </a:xfrm>
          <a:prstGeom prst="rect">
            <a:avLst/>
          </a:prstGeom>
          <a:noFill/>
        </p:spPr>
        <p:txBody>
          <a:bodyPr vert="horz" wrap="none" lIns="0" tIns="0" rIns="0" bIns="0" rtlCol="0" anchor="ctr" anchorCtr="0">
            <a:noAutofit/>
          </a:bodyPr>
          <a:lstStyle/>
          <a:p>
            <a:pPr defTabSz="685800"/>
            <a:r>
              <a:rPr lang="en-GB" sz="900" spc="-14">
                <a:solidFill>
                  <a:prstClr val="white"/>
                </a:solidFill>
                <a:latin typeface="Calibri" panose="020F0502020204030204" pitchFamily="34" charset="0"/>
                <a:cs typeface="Calibri" panose="020F0502020204030204" pitchFamily="34" charset="0"/>
              </a:rPr>
              <a:t>Oct</a:t>
            </a:r>
          </a:p>
        </p:txBody>
      </p:sp>
      <p:sp>
        <p:nvSpPr>
          <p:cNvPr id="25" name="OTLSHAPE_TB_00000000000000000000000000000000_TimescaleInterval6">
            <a:extLst>
              <a:ext uri="{FF2B5EF4-FFF2-40B4-BE49-F238E27FC236}">
                <a16:creationId xmlns:a16="http://schemas.microsoft.com/office/drawing/2014/main" id="{1A28243B-86B6-DEC1-EDA7-19F2381B9722}"/>
              </a:ext>
            </a:extLst>
          </p:cNvPr>
          <p:cNvSpPr txBox="1"/>
          <p:nvPr>
            <p:custDataLst>
              <p:tags r:id="rId9"/>
            </p:custDataLst>
          </p:nvPr>
        </p:nvSpPr>
        <p:spPr>
          <a:xfrm>
            <a:off x="4235317" y="1019717"/>
            <a:ext cx="532126" cy="139541"/>
          </a:xfrm>
          <a:prstGeom prst="rect">
            <a:avLst/>
          </a:prstGeom>
          <a:noFill/>
        </p:spPr>
        <p:txBody>
          <a:bodyPr vert="horz" wrap="none" lIns="0" tIns="0" rIns="0" bIns="0" rtlCol="0" anchor="ctr" anchorCtr="0">
            <a:noAutofit/>
          </a:bodyPr>
          <a:lstStyle/>
          <a:p>
            <a:pPr defTabSz="685800"/>
            <a:r>
              <a:rPr lang="en-GB" sz="900" spc="-17">
                <a:solidFill>
                  <a:prstClr val="white"/>
                </a:solidFill>
                <a:latin typeface="Calibri" panose="020F0502020204030204" pitchFamily="34" charset="0"/>
                <a:cs typeface="Calibri" panose="020F0502020204030204" pitchFamily="34" charset="0"/>
              </a:rPr>
              <a:t>Nov</a:t>
            </a:r>
          </a:p>
        </p:txBody>
      </p:sp>
      <p:sp>
        <p:nvSpPr>
          <p:cNvPr id="26" name="OTLSHAPE_TB_00000000000000000000000000000000_TimescaleInterval7">
            <a:extLst>
              <a:ext uri="{FF2B5EF4-FFF2-40B4-BE49-F238E27FC236}">
                <a16:creationId xmlns:a16="http://schemas.microsoft.com/office/drawing/2014/main" id="{232632EC-A95B-2089-38A6-43BFCFD90A9D}"/>
              </a:ext>
            </a:extLst>
          </p:cNvPr>
          <p:cNvSpPr txBox="1"/>
          <p:nvPr>
            <p:custDataLst>
              <p:tags r:id="rId10"/>
            </p:custDataLst>
          </p:nvPr>
        </p:nvSpPr>
        <p:spPr>
          <a:xfrm>
            <a:off x="5052244" y="1019717"/>
            <a:ext cx="601892" cy="142029"/>
          </a:xfrm>
          <a:prstGeom prst="rect">
            <a:avLst/>
          </a:prstGeom>
          <a:noFill/>
        </p:spPr>
        <p:txBody>
          <a:bodyPr vert="horz" wrap="none" lIns="0" tIns="0" rIns="0" bIns="0" rtlCol="0" anchor="ctr" anchorCtr="0">
            <a:noAutofit/>
          </a:bodyPr>
          <a:lstStyle/>
          <a:p>
            <a:pPr defTabSz="685800"/>
            <a:r>
              <a:rPr lang="en-GB" sz="900" spc="-15">
                <a:solidFill>
                  <a:prstClr val="white"/>
                </a:solidFill>
                <a:latin typeface="Calibri" panose="020F0502020204030204" pitchFamily="34" charset="0"/>
                <a:cs typeface="Calibri" panose="020F0502020204030204" pitchFamily="34" charset="0"/>
              </a:rPr>
              <a:t>Dec</a:t>
            </a:r>
          </a:p>
        </p:txBody>
      </p:sp>
      <p:sp>
        <p:nvSpPr>
          <p:cNvPr id="27" name="OTLSHAPE_TB_00000000000000000000000000000000_TimescaleInterval8">
            <a:extLst>
              <a:ext uri="{FF2B5EF4-FFF2-40B4-BE49-F238E27FC236}">
                <a16:creationId xmlns:a16="http://schemas.microsoft.com/office/drawing/2014/main" id="{1187958A-1DBD-E5D7-75F4-30BC98724FCA}"/>
              </a:ext>
            </a:extLst>
          </p:cNvPr>
          <p:cNvSpPr txBox="1"/>
          <p:nvPr>
            <p:custDataLst>
              <p:tags r:id="rId11"/>
            </p:custDataLst>
          </p:nvPr>
        </p:nvSpPr>
        <p:spPr>
          <a:xfrm>
            <a:off x="5842820" y="1019717"/>
            <a:ext cx="177933" cy="139541"/>
          </a:xfrm>
          <a:prstGeom prst="rect">
            <a:avLst/>
          </a:prstGeom>
          <a:noFill/>
        </p:spPr>
        <p:txBody>
          <a:bodyPr vert="horz" wrap="none" lIns="0" tIns="0" rIns="0" bIns="0" rtlCol="0" anchor="ctr" anchorCtr="0">
            <a:noAutofit/>
          </a:bodyPr>
          <a:lstStyle/>
          <a:p>
            <a:pPr defTabSz="685800"/>
            <a:r>
              <a:rPr lang="en-GB" sz="900" spc="-17">
                <a:solidFill>
                  <a:prstClr val="white"/>
                </a:solidFill>
                <a:latin typeface="Calibri" panose="020F0502020204030204" pitchFamily="34" charset="0"/>
                <a:cs typeface="Calibri" panose="020F0502020204030204" pitchFamily="34" charset="0"/>
              </a:rPr>
              <a:t>Jan</a:t>
            </a:r>
          </a:p>
        </p:txBody>
      </p:sp>
      <p:sp>
        <p:nvSpPr>
          <p:cNvPr id="28" name="OTLSHAPE_TB_00000000000000000000000000000000_TimescaleInterval9">
            <a:extLst>
              <a:ext uri="{FF2B5EF4-FFF2-40B4-BE49-F238E27FC236}">
                <a16:creationId xmlns:a16="http://schemas.microsoft.com/office/drawing/2014/main" id="{94072B4E-40D2-12C0-B0C6-E72AAA1C9B2C}"/>
              </a:ext>
            </a:extLst>
          </p:cNvPr>
          <p:cNvSpPr txBox="1"/>
          <p:nvPr>
            <p:custDataLst>
              <p:tags r:id="rId12"/>
            </p:custDataLst>
          </p:nvPr>
        </p:nvSpPr>
        <p:spPr>
          <a:xfrm>
            <a:off x="6659748" y="1019717"/>
            <a:ext cx="241574" cy="167815"/>
          </a:xfrm>
          <a:prstGeom prst="rect">
            <a:avLst/>
          </a:prstGeom>
          <a:noFill/>
        </p:spPr>
        <p:txBody>
          <a:bodyPr vert="horz" wrap="none" lIns="0" tIns="0" rIns="0" bIns="0" rtlCol="0" anchor="ctr" anchorCtr="0">
            <a:noAutofit/>
          </a:bodyPr>
          <a:lstStyle/>
          <a:p>
            <a:pPr defTabSz="685800"/>
            <a:r>
              <a:rPr lang="en-GB" sz="900" spc="-15">
                <a:solidFill>
                  <a:prstClr val="white"/>
                </a:solidFill>
                <a:latin typeface="Calibri" panose="020F0502020204030204" pitchFamily="34" charset="0"/>
                <a:cs typeface="Calibri" panose="020F0502020204030204" pitchFamily="34" charset="0"/>
              </a:rPr>
              <a:t>Feb</a:t>
            </a:r>
          </a:p>
        </p:txBody>
      </p:sp>
      <p:sp>
        <p:nvSpPr>
          <p:cNvPr id="29" name="OTLSHAPE_TB_00000000000000000000000000000000_TimescaleInterval10">
            <a:extLst>
              <a:ext uri="{FF2B5EF4-FFF2-40B4-BE49-F238E27FC236}">
                <a16:creationId xmlns:a16="http://schemas.microsoft.com/office/drawing/2014/main" id="{7592F32D-9788-6D27-1861-D606E96FBA5D}"/>
              </a:ext>
            </a:extLst>
          </p:cNvPr>
          <p:cNvSpPr txBox="1"/>
          <p:nvPr>
            <p:custDataLst>
              <p:tags r:id="rId13"/>
            </p:custDataLst>
          </p:nvPr>
        </p:nvSpPr>
        <p:spPr>
          <a:xfrm>
            <a:off x="7476676" y="1019717"/>
            <a:ext cx="169037" cy="139541"/>
          </a:xfrm>
          <a:prstGeom prst="rect">
            <a:avLst/>
          </a:prstGeom>
          <a:noFill/>
        </p:spPr>
        <p:txBody>
          <a:bodyPr vert="horz" wrap="none" lIns="0" tIns="0" rIns="0" bIns="0" rtlCol="0" anchor="ctr" anchorCtr="0">
            <a:noAutofit/>
          </a:bodyPr>
          <a:lstStyle/>
          <a:p>
            <a:pPr defTabSz="685800"/>
            <a:r>
              <a:rPr lang="en-GB" sz="900" spc="-14">
                <a:solidFill>
                  <a:prstClr val="white"/>
                </a:solidFill>
                <a:latin typeface="Calibri" panose="020F0502020204030204" pitchFamily="34" charset="0"/>
                <a:cs typeface="Calibri" panose="020F0502020204030204" pitchFamily="34" charset="0"/>
              </a:rPr>
              <a:t>Mar</a:t>
            </a:r>
          </a:p>
        </p:txBody>
      </p:sp>
      <p:cxnSp>
        <p:nvCxnSpPr>
          <p:cNvPr id="38" name="OTLSHAPE_TB_00000000000000000000000000000000_Separator1">
            <a:extLst>
              <a:ext uri="{FF2B5EF4-FFF2-40B4-BE49-F238E27FC236}">
                <a16:creationId xmlns:a16="http://schemas.microsoft.com/office/drawing/2014/main" id="{1AA877D2-F2A8-0145-A776-16A86B925730}"/>
              </a:ext>
            </a:extLst>
          </p:cNvPr>
          <p:cNvCxnSpPr/>
          <p:nvPr>
            <p:custDataLst>
              <p:tags r:id="rId14"/>
            </p:custDataLst>
          </p:nvPr>
        </p:nvCxnSpPr>
        <p:spPr>
          <a:xfrm>
            <a:off x="972686"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39" name="OTLSHAPE_TB_00000000000000000000000000000000_Separator2">
            <a:extLst>
              <a:ext uri="{FF2B5EF4-FFF2-40B4-BE49-F238E27FC236}">
                <a16:creationId xmlns:a16="http://schemas.microsoft.com/office/drawing/2014/main" id="{2EBB3B0A-EDFC-433D-5645-6C70101D1E69}"/>
              </a:ext>
            </a:extLst>
          </p:cNvPr>
          <p:cNvCxnSpPr/>
          <p:nvPr>
            <p:custDataLst>
              <p:tags r:id="rId15"/>
            </p:custDataLst>
          </p:nvPr>
        </p:nvCxnSpPr>
        <p:spPr>
          <a:xfrm>
            <a:off x="1763261"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0" name="OTLSHAPE_TB_00000000000000000000000000000000_Separator3">
            <a:extLst>
              <a:ext uri="{FF2B5EF4-FFF2-40B4-BE49-F238E27FC236}">
                <a16:creationId xmlns:a16="http://schemas.microsoft.com/office/drawing/2014/main" id="{97006F90-CDEA-989C-4581-93FA4CB8C837}"/>
              </a:ext>
            </a:extLst>
          </p:cNvPr>
          <p:cNvCxnSpPr/>
          <p:nvPr>
            <p:custDataLst>
              <p:tags r:id="rId16"/>
            </p:custDataLst>
          </p:nvPr>
        </p:nvCxnSpPr>
        <p:spPr>
          <a:xfrm>
            <a:off x="2580189"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1" name="OTLSHAPE_TB_00000000000000000000000000000000_Separator4">
            <a:extLst>
              <a:ext uri="{FF2B5EF4-FFF2-40B4-BE49-F238E27FC236}">
                <a16:creationId xmlns:a16="http://schemas.microsoft.com/office/drawing/2014/main" id="{A25DF2FE-C718-1E90-579A-78EE1DA0C0C7}"/>
              </a:ext>
            </a:extLst>
          </p:cNvPr>
          <p:cNvCxnSpPr/>
          <p:nvPr>
            <p:custDataLst>
              <p:tags r:id="rId17"/>
            </p:custDataLst>
          </p:nvPr>
        </p:nvCxnSpPr>
        <p:spPr>
          <a:xfrm>
            <a:off x="3397117"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2" name="OTLSHAPE_TB_00000000000000000000000000000000_Separator5">
            <a:extLst>
              <a:ext uri="{FF2B5EF4-FFF2-40B4-BE49-F238E27FC236}">
                <a16:creationId xmlns:a16="http://schemas.microsoft.com/office/drawing/2014/main" id="{F0896FC8-1440-B308-1D35-082FB8C3ED11}"/>
              </a:ext>
            </a:extLst>
          </p:cNvPr>
          <p:cNvCxnSpPr/>
          <p:nvPr>
            <p:custDataLst>
              <p:tags r:id="rId18"/>
            </p:custDataLst>
          </p:nvPr>
        </p:nvCxnSpPr>
        <p:spPr>
          <a:xfrm>
            <a:off x="4187692"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3" name="OTLSHAPE_TB_00000000000000000000000000000000_Separator6">
            <a:extLst>
              <a:ext uri="{FF2B5EF4-FFF2-40B4-BE49-F238E27FC236}">
                <a16:creationId xmlns:a16="http://schemas.microsoft.com/office/drawing/2014/main" id="{92DFEA9E-F0CF-7904-E2F9-BDC907A1E838}"/>
              </a:ext>
            </a:extLst>
          </p:cNvPr>
          <p:cNvCxnSpPr/>
          <p:nvPr>
            <p:custDataLst>
              <p:tags r:id="rId19"/>
            </p:custDataLst>
          </p:nvPr>
        </p:nvCxnSpPr>
        <p:spPr>
          <a:xfrm>
            <a:off x="5004620"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4" name="OTLSHAPE_TB_00000000000000000000000000000000_Separator7">
            <a:extLst>
              <a:ext uri="{FF2B5EF4-FFF2-40B4-BE49-F238E27FC236}">
                <a16:creationId xmlns:a16="http://schemas.microsoft.com/office/drawing/2014/main" id="{A1C9EBDD-40C6-7CB6-7AC5-2C7044E105F9}"/>
              </a:ext>
            </a:extLst>
          </p:cNvPr>
          <p:cNvCxnSpPr/>
          <p:nvPr>
            <p:custDataLst>
              <p:tags r:id="rId20"/>
            </p:custDataLst>
          </p:nvPr>
        </p:nvCxnSpPr>
        <p:spPr>
          <a:xfrm>
            <a:off x="5795195"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5" name="OTLSHAPE_TB_00000000000000000000000000000000_Separator8">
            <a:extLst>
              <a:ext uri="{FF2B5EF4-FFF2-40B4-BE49-F238E27FC236}">
                <a16:creationId xmlns:a16="http://schemas.microsoft.com/office/drawing/2014/main" id="{18BAB40C-4F6C-85A7-60C6-497624246785}"/>
              </a:ext>
            </a:extLst>
          </p:cNvPr>
          <p:cNvCxnSpPr/>
          <p:nvPr>
            <p:custDataLst>
              <p:tags r:id="rId21"/>
            </p:custDataLst>
          </p:nvPr>
        </p:nvCxnSpPr>
        <p:spPr>
          <a:xfrm>
            <a:off x="6612122"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6" name="OTLSHAPE_TB_00000000000000000000000000000000_Separator9">
            <a:extLst>
              <a:ext uri="{FF2B5EF4-FFF2-40B4-BE49-F238E27FC236}">
                <a16:creationId xmlns:a16="http://schemas.microsoft.com/office/drawing/2014/main" id="{E1791A3B-68B2-F1B8-8147-09E034C1B22A}"/>
              </a:ext>
            </a:extLst>
          </p:cNvPr>
          <p:cNvCxnSpPr/>
          <p:nvPr>
            <p:custDataLst>
              <p:tags r:id="rId22"/>
            </p:custDataLst>
          </p:nvPr>
        </p:nvCxnSpPr>
        <p:spPr>
          <a:xfrm>
            <a:off x="7429050"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sp>
        <p:nvSpPr>
          <p:cNvPr id="57" name="OTLSHAPE_M_f0e235f238c647338f52b5718b277cd4_Shape">
            <a:extLst>
              <a:ext uri="{FF2B5EF4-FFF2-40B4-BE49-F238E27FC236}">
                <a16:creationId xmlns:a16="http://schemas.microsoft.com/office/drawing/2014/main" id="{53648048-80CD-06A3-8E48-21A2EE1BF44B}"/>
              </a:ext>
            </a:extLst>
          </p:cNvPr>
          <p:cNvSpPr/>
          <p:nvPr>
            <p:custDataLst>
              <p:tags r:id="rId23"/>
            </p:custDataLst>
          </p:nvPr>
        </p:nvSpPr>
        <p:spPr>
          <a:xfrm>
            <a:off x="333541" y="840623"/>
            <a:ext cx="171450" cy="190500"/>
          </a:xfrm>
          <a:prstGeom prst="diamond">
            <a:avLst/>
          </a:prstGeom>
          <a:solidFill>
            <a:srgbClr val="70AD47"/>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sp>
        <p:nvSpPr>
          <p:cNvPr id="58" name="OTLSHAPE_M_f0e235f238c647338f52b5718b277cd4_Title">
            <a:extLst>
              <a:ext uri="{FF2B5EF4-FFF2-40B4-BE49-F238E27FC236}">
                <a16:creationId xmlns:a16="http://schemas.microsoft.com/office/drawing/2014/main" id="{D10AA367-E351-0F36-90F3-23947E6132AE}"/>
              </a:ext>
            </a:extLst>
          </p:cNvPr>
          <p:cNvSpPr txBox="1"/>
          <p:nvPr>
            <p:custDataLst>
              <p:tags r:id="rId24"/>
            </p:custDataLst>
          </p:nvPr>
        </p:nvSpPr>
        <p:spPr>
          <a:xfrm>
            <a:off x="162091" y="704206"/>
            <a:ext cx="514350" cy="138499"/>
          </a:xfrm>
          <a:prstGeom prst="rect">
            <a:avLst/>
          </a:prstGeom>
          <a:noFill/>
        </p:spPr>
        <p:txBody>
          <a:bodyPr vert="horz" wrap="square" lIns="0" tIns="0" rIns="0" bIns="0" rtlCol="0" anchor="ctr" anchorCtr="0">
            <a:spAutoFit/>
          </a:bodyPr>
          <a:lstStyle/>
          <a:p>
            <a:pPr algn="ctr" defTabSz="685800"/>
            <a:r>
              <a:rPr lang="en-GB" sz="900" b="1" spc="-6">
                <a:solidFill>
                  <a:prstClr val="black"/>
                </a:solidFill>
                <a:latin typeface="Calibri" panose="020F0502020204030204" pitchFamily="34" charset="0"/>
                <a:cs typeface="Calibri" panose="020F0502020204030204" pitchFamily="34" charset="0"/>
              </a:rPr>
              <a:t>Kick Off</a:t>
            </a:r>
          </a:p>
        </p:txBody>
      </p:sp>
      <p:sp>
        <p:nvSpPr>
          <p:cNvPr id="63" name="OTLSHAPE_SLT_4f0f829353f04b26beaf68d97c03c51e_Shape">
            <a:extLst>
              <a:ext uri="{FF2B5EF4-FFF2-40B4-BE49-F238E27FC236}">
                <a16:creationId xmlns:a16="http://schemas.microsoft.com/office/drawing/2014/main" id="{A6BF1B07-F853-F895-B381-BBC2AD9C4174}"/>
              </a:ext>
            </a:extLst>
          </p:cNvPr>
          <p:cNvSpPr/>
          <p:nvPr>
            <p:custDataLst>
              <p:tags r:id="rId25"/>
            </p:custDataLst>
          </p:nvPr>
        </p:nvSpPr>
        <p:spPr>
          <a:xfrm>
            <a:off x="4776721" y="2731930"/>
            <a:ext cx="922565"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Go Live</a:t>
            </a:r>
          </a:p>
        </p:txBody>
      </p:sp>
      <p:sp>
        <p:nvSpPr>
          <p:cNvPr id="67" name="OTLSHAPE_M_a91e0b0272424626b8b15601ba7f80fc_Shape">
            <a:extLst>
              <a:ext uri="{FF2B5EF4-FFF2-40B4-BE49-F238E27FC236}">
                <a16:creationId xmlns:a16="http://schemas.microsoft.com/office/drawing/2014/main" id="{C2BF06C5-A30D-40DF-B6C2-744BBDD901A3}"/>
              </a:ext>
            </a:extLst>
          </p:cNvPr>
          <p:cNvSpPr/>
          <p:nvPr>
            <p:custDataLst>
              <p:tags r:id="rId26"/>
            </p:custDataLst>
          </p:nvPr>
        </p:nvSpPr>
        <p:spPr>
          <a:xfrm>
            <a:off x="302831" y="1185691"/>
            <a:ext cx="171450" cy="190500"/>
          </a:xfrm>
          <a:prstGeom prst="triangle">
            <a:avLst/>
          </a:prstGeom>
          <a:solidFill>
            <a:srgbClr val="FEBA0A"/>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cxnSp>
        <p:nvCxnSpPr>
          <p:cNvPr id="70" name="Straight Connector 69">
            <a:extLst>
              <a:ext uri="{FF2B5EF4-FFF2-40B4-BE49-F238E27FC236}">
                <a16:creationId xmlns:a16="http://schemas.microsoft.com/office/drawing/2014/main" id="{A3E7E104-9083-8DD4-C2E2-4E13A863FF99}"/>
              </a:ext>
            </a:extLst>
          </p:cNvPr>
          <p:cNvCxnSpPr>
            <a:cxnSpLocks/>
          </p:cNvCxnSpPr>
          <p:nvPr/>
        </p:nvCxnSpPr>
        <p:spPr>
          <a:xfrm>
            <a:off x="575940" y="4686334"/>
            <a:ext cx="856806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85" name="OTLSHAPE_SLT_cf2603a2b58e4b5eab3cf249221c9975_Shape">
            <a:extLst>
              <a:ext uri="{FF2B5EF4-FFF2-40B4-BE49-F238E27FC236}">
                <a16:creationId xmlns:a16="http://schemas.microsoft.com/office/drawing/2014/main" id="{FDB48D84-F72B-00AB-2957-EAFA31294A5F}"/>
              </a:ext>
            </a:extLst>
          </p:cNvPr>
          <p:cNvSpPr/>
          <p:nvPr>
            <p:custDataLst>
              <p:tags r:id="rId27"/>
            </p:custDataLst>
          </p:nvPr>
        </p:nvSpPr>
        <p:spPr>
          <a:xfrm>
            <a:off x="694256" y="1941894"/>
            <a:ext cx="481386"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sp>
        <p:nvSpPr>
          <p:cNvPr id="91" name="OTLSHAPE_SLT_cf2603a2b58e4b5eab3cf249221c9975_Shape">
            <a:extLst>
              <a:ext uri="{FF2B5EF4-FFF2-40B4-BE49-F238E27FC236}">
                <a16:creationId xmlns:a16="http://schemas.microsoft.com/office/drawing/2014/main" id="{5B1F580B-3DAF-AAF5-9F7C-C445E7AFB45F}"/>
              </a:ext>
            </a:extLst>
          </p:cNvPr>
          <p:cNvSpPr/>
          <p:nvPr>
            <p:custDataLst>
              <p:tags r:id="rId28"/>
            </p:custDataLst>
          </p:nvPr>
        </p:nvSpPr>
        <p:spPr>
          <a:xfrm>
            <a:off x="1353389" y="2165014"/>
            <a:ext cx="2805187"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schemeClr val="bg1"/>
                </a:solidFill>
                <a:latin typeface="Calibri" panose="020F0502020204030204" pitchFamily="34" charset="0"/>
                <a:cs typeface="Calibri" panose="020F0502020204030204" pitchFamily="34" charset="0"/>
              </a:rPr>
              <a:t>Configuration and SIT</a:t>
            </a:r>
            <a:endParaRPr lang="en-GB" sz="900" spc="-6">
              <a:solidFill>
                <a:schemeClr val="bg1"/>
              </a:solidFill>
              <a:latin typeface="Calibri" panose="020F0502020204030204" pitchFamily="34" charset="0"/>
              <a:cs typeface="Calibri" panose="020F0502020204030204" pitchFamily="34" charset="0"/>
            </a:endParaRPr>
          </a:p>
        </p:txBody>
      </p:sp>
      <p:sp>
        <p:nvSpPr>
          <p:cNvPr id="92" name="TextBox 91">
            <a:extLst>
              <a:ext uri="{FF2B5EF4-FFF2-40B4-BE49-F238E27FC236}">
                <a16:creationId xmlns:a16="http://schemas.microsoft.com/office/drawing/2014/main" id="{39EBE51F-8597-9102-9476-BCB3BA78E79F}"/>
              </a:ext>
            </a:extLst>
          </p:cNvPr>
          <p:cNvSpPr txBox="1"/>
          <p:nvPr/>
        </p:nvSpPr>
        <p:spPr>
          <a:xfrm>
            <a:off x="1108886" y="1927162"/>
            <a:ext cx="1321492" cy="230832"/>
          </a:xfrm>
          <a:prstGeom prst="rect">
            <a:avLst/>
          </a:prstGeom>
          <a:noFill/>
        </p:spPr>
        <p:txBody>
          <a:bodyPr wrap="square">
            <a:spAutoFit/>
          </a:bodyPr>
          <a:lstStyle/>
          <a:p>
            <a:pPr defTabSz="685800">
              <a:defRPr/>
            </a:pPr>
            <a:r>
              <a:rPr lang="en-GB" sz="900" kern="0">
                <a:latin typeface="Calibri" panose="020F0502020204030204" pitchFamily="34" charset="0"/>
                <a:cs typeface="Calibri" panose="020F0502020204030204" pitchFamily="34" charset="0"/>
              </a:rPr>
              <a:t>Dev Server Readiness</a:t>
            </a:r>
          </a:p>
        </p:txBody>
      </p:sp>
      <p:sp>
        <p:nvSpPr>
          <p:cNvPr id="95" name="OTLSHAPE_SLT_4f0f829353f04b26beaf68d97c03c51e_Shape">
            <a:extLst>
              <a:ext uri="{FF2B5EF4-FFF2-40B4-BE49-F238E27FC236}">
                <a16:creationId xmlns:a16="http://schemas.microsoft.com/office/drawing/2014/main" id="{90A141FF-F71F-DD35-3FB4-C41472102FE6}"/>
              </a:ext>
            </a:extLst>
          </p:cNvPr>
          <p:cNvSpPr/>
          <p:nvPr>
            <p:custDataLst>
              <p:tags r:id="rId29"/>
            </p:custDataLst>
          </p:nvPr>
        </p:nvSpPr>
        <p:spPr>
          <a:xfrm>
            <a:off x="5654136" y="2987794"/>
            <a:ext cx="792062"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800" kern="0">
                <a:solidFill>
                  <a:prstClr val="white"/>
                </a:solidFill>
                <a:latin typeface="Calibri" panose="020F0502020204030204" pitchFamily="34" charset="0"/>
                <a:cs typeface="Calibri" panose="020F0502020204030204" pitchFamily="34" charset="0"/>
              </a:rPr>
              <a:t>Hypercare</a:t>
            </a:r>
          </a:p>
        </p:txBody>
      </p:sp>
      <p:sp>
        <p:nvSpPr>
          <p:cNvPr id="97" name="OTLSHAPE_SLT_4f0f829353f04b26beaf68d97c03c51e_Shape">
            <a:extLst>
              <a:ext uri="{FF2B5EF4-FFF2-40B4-BE49-F238E27FC236}">
                <a16:creationId xmlns:a16="http://schemas.microsoft.com/office/drawing/2014/main" id="{A5E31BB9-5D47-02B0-4F14-288FF312CACC}"/>
              </a:ext>
            </a:extLst>
          </p:cNvPr>
          <p:cNvSpPr/>
          <p:nvPr>
            <p:custDataLst>
              <p:tags r:id="rId30"/>
            </p:custDataLst>
          </p:nvPr>
        </p:nvSpPr>
        <p:spPr>
          <a:xfrm>
            <a:off x="1416104" y="2996216"/>
            <a:ext cx="3155885"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Static Data load assistance</a:t>
            </a:r>
          </a:p>
        </p:txBody>
      </p:sp>
      <p:sp>
        <p:nvSpPr>
          <p:cNvPr id="115" name="OTLSHAPE_SLT_0b16cd78fb76408f928988bc59fa2edc_Shape">
            <a:extLst>
              <a:ext uri="{FF2B5EF4-FFF2-40B4-BE49-F238E27FC236}">
                <a16:creationId xmlns:a16="http://schemas.microsoft.com/office/drawing/2014/main" id="{965B316B-CB06-A573-5BB4-05878B694CB9}"/>
              </a:ext>
            </a:extLst>
          </p:cNvPr>
          <p:cNvSpPr/>
          <p:nvPr>
            <p:custDataLst>
              <p:tags r:id="rId31"/>
            </p:custDataLst>
          </p:nvPr>
        </p:nvSpPr>
        <p:spPr>
          <a:xfrm>
            <a:off x="2344843" y="3938017"/>
            <a:ext cx="6506051" cy="172800"/>
          </a:xfrm>
          <a:prstGeom prst="chevron">
            <a:avLst/>
          </a:prstGeom>
          <a:solidFill>
            <a:schemeClr val="accent2">
              <a:lumMod val="75000"/>
            </a:schemeClr>
          </a:solidFill>
          <a:ln w="12700" cap="flat" cmpd="sng" algn="ctr">
            <a:noFill/>
            <a:prstDash val="solid"/>
            <a:miter lim="800000"/>
          </a:ln>
          <a:effectLst/>
        </p:spPr>
        <p:txBody>
          <a:bodyPr rtlCol="0" anchor="ctr"/>
          <a:lstStyle/>
          <a:p>
            <a:pPr algn="ctr" defTabSz="685800">
              <a:defRPr/>
            </a:pPr>
            <a:r>
              <a:rPr lang="en-GB" sz="900" kern="0">
                <a:solidFill>
                  <a:schemeClr val="bg1"/>
                </a:solidFill>
                <a:latin typeface="Calibri" panose="020F0502020204030204" pitchFamily="34" charset="0"/>
                <a:cs typeface="Calibri" panose="020F0502020204030204" pitchFamily="34" charset="0"/>
              </a:rPr>
              <a:t>Other project documentation</a:t>
            </a:r>
            <a:endParaRPr lang="en-GB" sz="900" spc="-6">
              <a:solidFill>
                <a:schemeClr val="bg1"/>
              </a:solidFill>
              <a:latin typeface="Calibri" panose="020F0502020204030204" pitchFamily="34" charset="0"/>
              <a:cs typeface="Calibri" panose="020F0502020204030204" pitchFamily="34" charset="0"/>
            </a:endParaRPr>
          </a:p>
        </p:txBody>
      </p:sp>
      <p:cxnSp>
        <p:nvCxnSpPr>
          <p:cNvPr id="30" name="OTLSHAPE_TB_00000000000000000000000000000000_Separator9">
            <a:extLst>
              <a:ext uri="{FF2B5EF4-FFF2-40B4-BE49-F238E27FC236}">
                <a16:creationId xmlns:a16="http://schemas.microsoft.com/office/drawing/2014/main" id="{6B8E985B-179D-00EA-46FD-4FDEC5D12DED}"/>
              </a:ext>
            </a:extLst>
          </p:cNvPr>
          <p:cNvCxnSpPr/>
          <p:nvPr>
            <p:custDataLst>
              <p:tags r:id="rId32"/>
            </p:custDataLst>
          </p:nvPr>
        </p:nvCxnSpPr>
        <p:spPr>
          <a:xfrm>
            <a:off x="8134560" y="1034699"/>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sp>
        <p:nvSpPr>
          <p:cNvPr id="31" name="OTLSHAPE_TB_00000000000000000000000000000000_TimescaleInterval10">
            <a:extLst>
              <a:ext uri="{FF2B5EF4-FFF2-40B4-BE49-F238E27FC236}">
                <a16:creationId xmlns:a16="http://schemas.microsoft.com/office/drawing/2014/main" id="{1FAC6BE3-D3A1-6786-CBDC-863B5E26DC34}"/>
              </a:ext>
            </a:extLst>
          </p:cNvPr>
          <p:cNvSpPr txBox="1"/>
          <p:nvPr>
            <p:custDataLst>
              <p:tags r:id="rId33"/>
            </p:custDataLst>
          </p:nvPr>
        </p:nvSpPr>
        <p:spPr>
          <a:xfrm>
            <a:off x="8182732" y="1033138"/>
            <a:ext cx="169037" cy="139541"/>
          </a:xfrm>
          <a:prstGeom prst="rect">
            <a:avLst/>
          </a:prstGeom>
          <a:noFill/>
        </p:spPr>
        <p:txBody>
          <a:bodyPr vert="horz" wrap="none" lIns="0" tIns="0" rIns="0" bIns="0" rtlCol="0" anchor="ctr" anchorCtr="0">
            <a:noAutofit/>
          </a:bodyPr>
          <a:lstStyle/>
          <a:p>
            <a:pPr defTabSz="685800"/>
            <a:r>
              <a:rPr lang="en-GB" sz="900" spc="-14">
                <a:solidFill>
                  <a:prstClr val="white"/>
                </a:solidFill>
                <a:latin typeface="Calibri" panose="020F0502020204030204" pitchFamily="34" charset="0"/>
                <a:cs typeface="Calibri" panose="020F0502020204030204" pitchFamily="34" charset="0"/>
              </a:rPr>
              <a:t>Apr</a:t>
            </a:r>
          </a:p>
        </p:txBody>
      </p:sp>
      <p:sp>
        <p:nvSpPr>
          <p:cNvPr id="32" name="OTLSHAPE_SLT_4f0f829353f04b26beaf68d97c03c51e_Shape">
            <a:extLst>
              <a:ext uri="{FF2B5EF4-FFF2-40B4-BE49-F238E27FC236}">
                <a16:creationId xmlns:a16="http://schemas.microsoft.com/office/drawing/2014/main" id="{CB784C9B-795A-33C7-8A62-8E625DC0E849}"/>
              </a:ext>
            </a:extLst>
          </p:cNvPr>
          <p:cNvSpPr/>
          <p:nvPr>
            <p:custDataLst>
              <p:tags r:id="rId34"/>
            </p:custDataLst>
          </p:nvPr>
        </p:nvSpPr>
        <p:spPr>
          <a:xfrm>
            <a:off x="317950" y="1418922"/>
            <a:ext cx="851118" cy="215247"/>
          </a:xfrm>
          <a:prstGeom prst="chevron">
            <a:avLst/>
          </a:prstGeom>
          <a:solidFill>
            <a:schemeClr val="accent2">
              <a:lumMod val="7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800">
              <a:defRPr/>
            </a:pPr>
            <a:r>
              <a:rPr lang="en-GB" sz="800" kern="0">
                <a:solidFill>
                  <a:prstClr val="white"/>
                </a:solidFill>
                <a:latin typeface="Calibri" panose="020F0502020204030204" pitchFamily="34" charset="0"/>
                <a:cs typeface="Calibri" panose="020F0502020204030204" pitchFamily="34" charset="0"/>
              </a:rPr>
              <a:t>Workshop</a:t>
            </a:r>
          </a:p>
        </p:txBody>
      </p:sp>
      <p:sp>
        <p:nvSpPr>
          <p:cNvPr id="33" name="OTLSHAPE_SLT_cf2603a2b58e4b5eab3cf249221c9975_Shape">
            <a:extLst>
              <a:ext uri="{FF2B5EF4-FFF2-40B4-BE49-F238E27FC236}">
                <a16:creationId xmlns:a16="http://schemas.microsoft.com/office/drawing/2014/main" id="{49081170-2C4F-15B4-DE09-CB6EA7EDA0C9}"/>
              </a:ext>
            </a:extLst>
          </p:cNvPr>
          <p:cNvSpPr/>
          <p:nvPr>
            <p:custDataLst>
              <p:tags r:id="rId35"/>
            </p:custDataLst>
          </p:nvPr>
        </p:nvSpPr>
        <p:spPr>
          <a:xfrm>
            <a:off x="893433" y="703636"/>
            <a:ext cx="864000" cy="172234"/>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Phase A</a:t>
            </a:r>
          </a:p>
        </p:txBody>
      </p:sp>
      <p:sp>
        <p:nvSpPr>
          <p:cNvPr id="34" name="OTLSHAPE_SLT_cf2603a2b58e4b5eab3cf249221c9975_Shape">
            <a:extLst>
              <a:ext uri="{FF2B5EF4-FFF2-40B4-BE49-F238E27FC236}">
                <a16:creationId xmlns:a16="http://schemas.microsoft.com/office/drawing/2014/main" id="{460AE6A1-FBC0-0E8E-26C8-56D366EAEC18}"/>
              </a:ext>
            </a:extLst>
          </p:cNvPr>
          <p:cNvSpPr/>
          <p:nvPr>
            <p:custDataLst>
              <p:tags r:id="rId36"/>
            </p:custDataLst>
          </p:nvPr>
        </p:nvSpPr>
        <p:spPr>
          <a:xfrm>
            <a:off x="1772446" y="697164"/>
            <a:ext cx="864000" cy="172800"/>
          </a:xfrm>
          <a:prstGeom prst="chevron">
            <a:avLst/>
          </a:prstGeom>
          <a:solidFill>
            <a:schemeClr val="tx2">
              <a:lumMod val="60000"/>
              <a:lumOff val="40000"/>
            </a:schemeClr>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Phase B</a:t>
            </a:r>
          </a:p>
        </p:txBody>
      </p:sp>
      <p:sp>
        <p:nvSpPr>
          <p:cNvPr id="35" name="OTLSHAPE_SLT_cf2603a2b58e4b5eab3cf249221c9975_Shape">
            <a:extLst>
              <a:ext uri="{FF2B5EF4-FFF2-40B4-BE49-F238E27FC236}">
                <a16:creationId xmlns:a16="http://schemas.microsoft.com/office/drawing/2014/main" id="{A37C2DA5-58F5-62B3-7141-BB414EC642EB}"/>
              </a:ext>
            </a:extLst>
          </p:cNvPr>
          <p:cNvSpPr/>
          <p:nvPr>
            <p:custDataLst>
              <p:tags r:id="rId37"/>
            </p:custDataLst>
          </p:nvPr>
        </p:nvSpPr>
        <p:spPr>
          <a:xfrm>
            <a:off x="1053166" y="1706120"/>
            <a:ext cx="1377212"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FRS </a:t>
            </a:r>
          </a:p>
        </p:txBody>
      </p:sp>
      <p:sp>
        <p:nvSpPr>
          <p:cNvPr id="36" name="OTLSHAPE_SLT_4f0f829353f04b26beaf68d97c03c51e_Shape">
            <a:extLst>
              <a:ext uri="{FF2B5EF4-FFF2-40B4-BE49-F238E27FC236}">
                <a16:creationId xmlns:a16="http://schemas.microsoft.com/office/drawing/2014/main" id="{B5F6094D-100C-4F6E-6D0F-3074FAD5157E}"/>
              </a:ext>
            </a:extLst>
          </p:cNvPr>
          <p:cNvSpPr/>
          <p:nvPr>
            <p:custDataLst>
              <p:tags r:id="rId38"/>
            </p:custDataLst>
          </p:nvPr>
        </p:nvSpPr>
        <p:spPr>
          <a:xfrm>
            <a:off x="2651458" y="689858"/>
            <a:ext cx="863999" cy="190500"/>
          </a:xfrm>
          <a:prstGeom prst="chevron">
            <a:avLst/>
          </a:prstGeom>
          <a:solidFill>
            <a:schemeClr val="accent2">
              <a:lumMod val="75000"/>
            </a:schemeClr>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All Phases</a:t>
            </a:r>
          </a:p>
        </p:txBody>
      </p:sp>
      <p:sp>
        <p:nvSpPr>
          <p:cNvPr id="37" name="OTLSHAPE_SLT_cf2603a2b58e4b5eab3cf249221c9975_Shape">
            <a:extLst>
              <a:ext uri="{FF2B5EF4-FFF2-40B4-BE49-F238E27FC236}">
                <a16:creationId xmlns:a16="http://schemas.microsoft.com/office/drawing/2014/main" id="{349A1000-66CA-772E-843F-156684BA4C3F}"/>
              </a:ext>
            </a:extLst>
          </p:cNvPr>
          <p:cNvSpPr/>
          <p:nvPr>
            <p:custDataLst>
              <p:tags r:id="rId39"/>
            </p:custDataLst>
          </p:nvPr>
        </p:nvSpPr>
        <p:spPr>
          <a:xfrm>
            <a:off x="5170765" y="3280122"/>
            <a:ext cx="3660666" cy="172800"/>
          </a:xfrm>
          <a:prstGeom prst="chevron">
            <a:avLst/>
          </a:prstGeom>
          <a:solidFill>
            <a:schemeClr val="tx2">
              <a:lumMod val="60000"/>
              <a:lumOff val="40000"/>
            </a:schemeClr>
          </a:solidFill>
          <a:ln w="12700" cap="flat" cmpd="sng" algn="ctr">
            <a:noFill/>
            <a:prstDash val="solid"/>
            <a:miter lim="800000"/>
          </a:ln>
          <a:effectLst/>
        </p:spPr>
        <p:txBody>
          <a:bodyPr rtlCol="0" anchor="ctr"/>
          <a:lstStyle/>
          <a:p>
            <a:pPr algn="ctr" defTabSz="685800">
              <a:defRPr/>
            </a:pPr>
            <a:r>
              <a:rPr lang="en-GB" sz="900" kern="0">
                <a:solidFill>
                  <a:schemeClr val="bg1"/>
                </a:solidFill>
                <a:latin typeface="Calibri" panose="020F0502020204030204" pitchFamily="34" charset="0"/>
                <a:cs typeface="Calibri" panose="020F0502020204030204" pitchFamily="34" charset="0"/>
              </a:rPr>
              <a:t>Configuration , Testing and deployment using Sprint methodology </a:t>
            </a:r>
            <a:endParaRPr lang="en-GB" sz="900" spc="-6">
              <a:solidFill>
                <a:schemeClr val="bg1"/>
              </a:solidFill>
              <a:latin typeface="Calibri" panose="020F0502020204030204" pitchFamily="34" charset="0"/>
              <a:cs typeface="Calibri" panose="020F0502020204030204" pitchFamily="34" charset="0"/>
            </a:endParaRPr>
          </a:p>
        </p:txBody>
      </p:sp>
      <p:sp>
        <p:nvSpPr>
          <p:cNvPr id="47" name="OTLSHAPE_SLT_cf2603a2b58e4b5eab3cf249221c9975_Shape">
            <a:extLst>
              <a:ext uri="{FF2B5EF4-FFF2-40B4-BE49-F238E27FC236}">
                <a16:creationId xmlns:a16="http://schemas.microsoft.com/office/drawing/2014/main" id="{F23E0A8A-D67D-885E-9DDD-67EFCCE331C6}"/>
              </a:ext>
            </a:extLst>
          </p:cNvPr>
          <p:cNvSpPr/>
          <p:nvPr>
            <p:custDataLst>
              <p:tags r:id="rId40"/>
            </p:custDataLst>
          </p:nvPr>
        </p:nvSpPr>
        <p:spPr>
          <a:xfrm>
            <a:off x="2607831" y="2464846"/>
            <a:ext cx="481386"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sp>
        <p:nvSpPr>
          <p:cNvPr id="48" name="TextBox 47">
            <a:extLst>
              <a:ext uri="{FF2B5EF4-FFF2-40B4-BE49-F238E27FC236}">
                <a16:creationId xmlns:a16="http://schemas.microsoft.com/office/drawing/2014/main" id="{DEFC9414-92FE-9E0A-971E-34F5C029172C}"/>
              </a:ext>
            </a:extLst>
          </p:cNvPr>
          <p:cNvSpPr txBox="1"/>
          <p:nvPr/>
        </p:nvSpPr>
        <p:spPr>
          <a:xfrm>
            <a:off x="3016789" y="2437667"/>
            <a:ext cx="1218307" cy="230832"/>
          </a:xfrm>
          <a:prstGeom prst="rect">
            <a:avLst/>
          </a:prstGeom>
          <a:noFill/>
        </p:spPr>
        <p:txBody>
          <a:bodyPr wrap="square">
            <a:spAutoFit/>
          </a:bodyPr>
          <a:lstStyle/>
          <a:p>
            <a:pPr defTabSz="685800">
              <a:defRPr/>
            </a:pPr>
            <a:r>
              <a:rPr lang="en-GB" sz="900" kern="0">
                <a:latin typeface="Calibri" panose="020F0502020204030204" pitchFamily="34" charset="0"/>
                <a:cs typeface="Calibri" panose="020F0502020204030204" pitchFamily="34" charset="0"/>
              </a:rPr>
              <a:t>UAT Server Readiness</a:t>
            </a:r>
          </a:p>
        </p:txBody>
      </p:sp>
      <p:sp>
        <p:nvSpPr>
          <p:cNvPr id="49" name="OTLSHAPE_SLT_cf2603a2b58e4b5eab3cf249221c9975_Shape">
            <a:extLst>
              <a:ext uri="{FF2B5EF4-FFF2-40B4-BE49-F238E27FC236}">
                <a16:creationId xmlns:a16="http://schemas.microsoft.com/office/drawing/2014/main" id="{871262E0-9C0C-1DFD-C53A-47FDA19571D3}"/>
              </a:ext>
            </a:extLst>
          </p:cNvPr>
          <p:cNvSpPr/>
          <p:nvPr>
            <p:custDataLst>
              <p:tags r:id="rId41"/>
            </p:custDataLst>
          </p:nvPr>
        </p:nvSpPr>
        <p:spPr>
          <a:xfrm>
            <a:off x="3387246" y="2724973"/>
            <a:ext cx="481386"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B25A4F7A-0118-CFCA-4306-B2B869F6AB24}"/>
              </a:ext>
            </a:extLst>
          </p:cNvPr>
          <p:cNvSpPr txBox="1"/>
          <p:nvPr/>
        </p:nvSpPr>
        <p:spPr>
          <a:xfrm>
            <a:off x="3784567" y="2637735"/>
            <a:ext cx="1237136" cy="369332"/>
          </a:xfrm>
          <a:prstGeom prst="rect">
            <a:avLst/>
          </a:prstGeom>
          <a:noFill/>
        </p:spPr>
        <p:txBody>
          <a:bodyPr wrap="square">
            <a:spAutoFit/>
          </a:bodyPr>
          <a:lstStyle/>
          <a:p>
            <a:pPr defTabSz="685800">
              <a:defRPr/>
            </a:pPr>
            <a:r>
              <a:rPr lang="en-GB" sz="900" kern="0">
                <a:latin typeface="Calibri" panose="020F0502020204030204" pitchFamily="34" charset="0"/>
                <a:cs typeface="Calibri" panose="020F0502020204030204" pitchFamily="34" charset="0"/>
              </a:rPr>
              <a:t>Prod Server </a:t>
            </a:r>
          </a:p>
          <a:p>
            <a:pPr defTabSz="685800">
              <a:defRPr/>
            </a:pPr>
            <a:r>
              <a:rPr lang="en-GB" sz="900" kern="0">
                <a:latin typeface="Calibri" panose="020F0502020204030204" pitchFamily="34" charset="0"/>
                <a:cs typeface="Calibri" panose="020F0502020204030204" pitchFamily="34" charset="0"/>
              </a:rPr>
              <a:t>Readiness</a:t>
            </a:r>
          </a:p>
        </p:txBody>
      </p:sp>
      <p:pic>
        <p:nvPicPr>
          <p:cNvPr id="17" name="Picture 16" descr="A red and black logo&#10;&#10;Description automatically generated">
            <a:extLst>
              <a:ext uri="{FF2B5EF4-FFF2-40B4-BE49-F238E27FC236}">
                <a16:creationId xmlns:a16="http://schemas.microsoft.com/office/drawing/2014/main" id="{3B333BC2-522E-0E7E-2BAC-E09F7D0470D8}"/>
              </a:ext>
            </a:extLst>
          </p:cNvPr>
          <p:cNvPicPr>
            <a:picLocks noChangeAspect="1"/>
          </p:cNvPicPr>
          <p:nvPr/>
        </p:nvPicPr>
        <p:blipFill>
          <a:blip r:embed="rId44"/>
          <a:stretch>
            <a:fillRect/>
          </a:stretch>
        </p:blipFill>
        <p:spPr>
          <a:xfrm>
            <a:off x="6587015" y="0"/>
            <a:ext cx="1020250" cy="529241"/>
          </a:xfrm>
          <a:prstGeom prst="rect">
            <a:avLst/>
          </a:prstGeom>
        </p:spPr>
      </p:pic>
    </p:spTree>
    <p:extLst>
      <p:ext uri="{BB962C8B-B14F-4D97-AF65-F5344CB8AC3E}">
        <p14:creationId xmlns:p14="http://schemas.microsoft.com/office/powerpoint/2010/main" val="310854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030" y="185672"/>
            <a:ext cx="7315200" cy="285751"/>
          </a:xfrm>
        </p:spPr>
        <p:txBody>
          <a:bodyPr/>
          <a:lstStyle/>
          <a:p>
            <a:r>
              <a:rPr lang="en-US" altLang="zh-CN">
                <a:solidFill>
                  <a:srgbClr val="FF0000"/>
                </a:solidFill>
                <a:ea typeface="Calibri" panose="020F0502020204030204" pitchFamily="34" charset="0"/>
                <a:cs typeface="Calibri" panose="020F0502020204030204" pitchFamily="34" charset="0"/>
              </a:rPr>
              <a:t>Project Implementation Process</a:t>
            </a:r>
            <a:endParaRPr lang="en-US">
              <a:solidFill>
                <a:srgbClr val="FF0000"/>
              </a:solidFill>
              <a:ea typeface="Calibri" panose="020F0502020204030204" pitchFamily="34" charset="0"/>
              <a:cs typeface="Calibri" panose="020F0502020204030204" pitchFamily="34" charset="0"/>
            </a:endParaRPr>
          </a:p>
        </p:txBody>
      </p:sp>
      <p:sp>
        <p:nvSpPr>
          <p:cNvPr id="6" name="Slide Number Placeholder 5"/>
          <p:cNvSpPr>
            <a:spLocks noGrp="1"/>
          </p:cNvSpPr>
          <p:nvPr>
            <p:ph type="sldNum" sz="quarter" idx="10"/>
          </p:nvPr>
        </p:nvSpPr>
        <p:spPr>
          <a:xfrm>
            <a:off x="1" y="5374885"/>
            <a:ext cx="228599" cy="228599"/>
          </a:xfrm>
        </p:spPr>
        <p:txBody>
          <a:bodyPr/>
          <a:lstStyle/>
          <a:p>
            <a:fld id="{89006F1E-66CD-4A4B-9370-B4A3080F0E6C}" type="slidenum">
              <a:rPr lang="en-US" smtClean="0"/>
              <a:t>11</a:t>
            </a:fld>
            <a:endParaRPr lang="en-US"/>
          </a:p>
        </p:txBody>
      </p:sp>
      <p:graphicFrame>
        <p:nvGraphicFramePr>
          <p:cNvPr id="5" name="Diagram 3"/>
          <p:cNvGraphicFramePr>
            <a:graphicFrameLocks noChangeAspect="1"/>
          </p:cNvGraphicFramePr>
          <p:nvPr>
            <p:extLst>
              <p:ext uri="{D42A27DB-BD31-4B8C-83A1-F6EECF244321}">
                <p14:modId xmlns:p14="http://schemas.microsoft.com/office/powerpoint/2010/main" val="4288023593"/>
              </p:ext>
            </p:extLst>
          </p:nvPr>
        </p:nvGraphicFramePr>
        <p:xfrm>
          <a:off x="185792" y="849374"/>
          <a:ext cx="8853006" cy="23407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13"/>
          <p:cNvSpPr>
            <a:spLocks noChangeAspect="1"/>
          </p:cNvSpPr>
          <p:nvPr/>
        </p:nvSpPr>
        <p:spPr bwMode="auto">
          <a:xfrm>
            <a:off x="7686969" y="3742895"/>
            <a:ext cx="1143000" cy="300038"/>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lstStyle/>
          <a:p>
            <a:pPr algn="ctr"/>
            <a:r>
              <a:rPr lang="en-US" sz="900" b="1">
                <a:solidFill>
                  <a:schemeClr val="bg1"/>
                </a:solidFill>
                <a:latin typeface="Calibri" panose="020F0502020204030204" pitchFamily="34" charset="0"/>
                <a:ea typeface="微软雅黑" panose="020B0503020204020204" pitchFamily="34" charset="-122"/>
                <a:cs typeface="Calibri" panose="020F0502020204030204" pitchFamily="34" charset="0"/>
              </a:rPr>
              <a:t>Thermo</a:t>
            </a:r>
          </a:p>
        </p:txBody>
      </p:sp>
      <p:sp>
        <p:nvSpPr>
          <p:cNvPr id="11" name="Rectangle 16"/>
          <p:cNvSpPr>
            <a:spLocks noChangeAspect="1"/>
          </p:cNvSpPr>
          <p:nvPr/>
        </p:nvSpPr>
        <p:spPr bwMode="auto">
          <a:xfrm>
            <a:off x="7686969" y="4070339"/>
            <a:ext cx="1143000" cy="300038"/>
          </a:xfrm>
          <a:prstGeom prst="rect">
            <a:avLst/>
          </a:prstGeom>
          <a:solidFill>
            <a:srgbClr val="92D05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b="1">
                <a:solidFill>
                  <a:schemeClr val="bg1"/>
                </a:solidFill>
                <a:latin typeface="Calibri" panose="020F0502020204030204" pitchFamily="34" charset="0"/>
                <a:ea typeface="微软雅黑" panose="020B0503020204020204" pitchFamily="34" charset="-122"/>
                <a:cs typeface="Calibri" panose="020F0502020204030204" pitchFamily="34" charset="0"/>
              </a:rPr>
              <a:t>Henkel</a:t>
            </a:r>
            <a:endParaRPr lang="en-US" sz="900" b="1">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13" name="TextBox 4"/>
          <p:cNvSpPr txBox="1"/>
          <p:nvPr/>
        </p:nvSpPr>
        <p:spPr>
          <a:xfrm>
            <a:off x="158030" y="922782"/>
            <a:ext cx="977657" cy="374042"/>
          </a:xfrm>
          <a:prstGeom prst="rect">
            <a:avLst/>
          </a:prstGeom>
          <a:noFill/>
          <a:ln w="12700">
            <a:solidFill>
              <a:schemeClr val="tx2"/>
            </a:solidFill>
          </a:ln>
        </p:spPr>
        <p:txBody>
          <a:bodyPr wrap="square" lIns="0" tIns="0" rIns="0" bIns="0" rtlCol="0">
            <a:noAutofit/>
          </a:bodyPr>
          <a:lstStyle/>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K</a:t>
            </a:r>
            <a:r>
              <a:rPr lang="en-US" altLang="zh-CN" sz="900" b="0" i="0">
                <a:solidFill>
                  <a:srgbClr val="212529"/>
                </a:solidFill>
                <a:effectLst/>
                <a:latin typeface="Calibri" panose="020F0502020204030204" pitchFamily="34" charset="0"/>
                <a:cs typeface="Calibri" panose="020F0502020204030204" pitchFamily="34" charset="0"/>
              </a:rPr>
              <a:t>ey users </a:t>
            </a:r>
          </a:p>
          <a:p>
            <a:pPr algn="ctr" defTabSz="914400">
              <a:lnSpc>
                <a:spcPct val="120000"/>
              </a:lnSpc>
              <a:spcBef>
                <a:spcPts val="200"/>
              </a:spcBef>
              <a:buClr>
                <a:schemeClr val="tx2"/>
              </a:buClr>
              <a:buSzPct val="100000"/>
            </a:pPr>
            <a:r>
              <a:rPr lang="en-US" altLang="zh-CN" sz="900">
                <a:latin typeface="Calibri" panose="020F0502020204030204" pitchFamily="34" charset="0"/>
                <a:ea typeface="微软雅黑" panose="020B0503020204020204" pitchFamily="34" charset="-122"/>
                <a:cs typeface="Calibri" panose="020F0502020204030204" pitchFamily="34" charset="0"/>
              </a:rPr>
              <a:t>50%</a:t>
            </a:r>
            <a:endParaRPr lang="zh-CN" altLang="en-US" sz="900">
              <a:latin typeface="Calibri" panose="020F0502020204030204" pitchFamily="34" charset="0"/>
              <a:ea typeface="微软雅黑" panose="020B0503020204020204" pitchFamily="34" charset="-122"/>
              <a:cs typeface="Calibri" panose="020F0502020204030204" pitchFamily="34" charset="0"/>
            </a:endParaRPr>
          </a:p>
        </p:txBody>
      </p:sp>
      <p:sp>
        <p:nvSpPr>
          <p:cNvPr id="14" name="TextBox 7"/>
          <p:cNvSpPr txBox="1"/>
          <p:nvPr/>
        </p:nvSpPr>
        <p:spPr>
          <a:xfrm>
            <a:off x="1294321" y="919687"/>
            <a:ext cx="1515543" cy="374643"/>
          </a:xfrm>
          <a:prstGeom prst="rect">
            <a:avLst/>
          </a:prstGeom>
          <a:noFill/>
          <a:ln w="12700">
            <a:solidFill>
              <a:srgbClr val="0070C0"/>
            </a:solidFill>
          </a:ln>
        </p:spPr>
        <p:txBody>
          <a:bodyPr wrap="square" lIns="0" tIns="0" rIns="0" bIns="0" rtlCol="0">
            <a:normAutofit/>
          </a:bodyPr>
          <a:lstStyle/>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Key users </a:t>
            </a:r>
          </a:p>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100%</a:t>
            </a:r>
            <a:endParaRPr lang="zh-CN" altLang="en-US" sz="900">
              <a:solidFill>
                <a:srgbClr val="212529"/>
              </a:solidFill>
              <a:latin typeface="Calibri" panose="020F0502020204030204" pitchFamily="34" charset="0"/>
              <a:cs typeface="Calibri" panose="020F0502020204030204" pitchFamily="34" charset="0"/>
            </a:endParaRPr>
          </a:p>
        </p:txBody>
      </p:sp>
      <p:sp>
        <p:nvSpPr>
          <p:cNvPr id="15" name="Freeform: Shape 33"/>
          <p:cNvSpPr/>
          <p:nvPr/>
        </p:nvSpPr>
        <p:spPr>
          <a:xfrm>
            <a:off x="208364" y="1493746"/>
            <a:ext cx="447236" cy="1141853"/>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C00000">
              <a:alpha val="76000"/>
            </a:srgbClr>
          </a:solidFill>
          <a:ln w="9525" cap="flat" cmpd="sng" algn="ctr">
            <a:noFill/>
            <a:prstDash val="solid"/>
            <a:round/>
            <a:headEnd type="none" w="med" len="med"/>
            <a:tailEnd type="none" w="med" len="med"/>
          </a:ln>
          <a:effectLst/>
        </p:spPr>
        <p:txBody>
          <a:bodyPr vert="eaVert"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Kickoff</a:t>
            </a:r>
          </a:p>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Training/Demo</a:t>
            </a:r>
          </a:p>
        </p:txBody>
      </p:sp>
      <p:sp>
        <p:nvSpPr>
          <p:cNvPr id="16" name="Freeform: Shape 33"/>
          <p:cNvSpPr/>
          <p:nvPr/>
        </p:nvSpPr>
        <p:spPr>
          <a:xfrm>
            <a:off x="703154" y="1493746"/>
            <a:ext cx="447236" cy="1141853"/>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C00000">
              <a:alpha val="76000"/>
            </a:srgbClr>
          </a:solidFill>
          <a:ln w="9525" cap="flat" cmpd="sng" algn="ctr">
            <a:noFill/>
            <a:prstDash val="solid"/>
            <a:round/>
            <a:headEnd type="none" w="med" len="med"/>
            <a:tailEnd type="none" w="med" len="med"/>
          </a:ln>
          <a:effectLst/>
        </p:spPr>
        <p:txBody>
          <a:bodyPr vert="eaVert"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Requirements Gathering</a:t>
            </a:r>
          </a:p>
        </p:txBody>
      </p:sp>
      <p:sp>
        <p:nvSpPr>
          <p:cNvPr id="19" name="Freeform: Shape 33"/>
          <p:cNvSpPr/>
          <p:nvPr/>
        </p:nvSpPr>
        <p:spPr>
          <a:xfrm>
            <a:off x="1300659" y="2020630"/>
            <a:ext cx="1528009" cy="613396"/>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Installation/Configuration/</a:t>
            </a:r>
          </a:p>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Dev</a:t>
            </a:r>
            <a:r>
              <a:rPr lang="zh-CN" alt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a:t>
            </a: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PPA</a:t>
            </a:r>
            <a:r>
              <a:rPr lang="zh-CN" alt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0" name="Freeform: Shape 33"/>
          <p:cNvSpPr/>
          <p:nvPr/>
        </p:nvSpPr>
        <p:spPr>
          <a:xfrm>
            <a:off x="1300658" y="1506331"/>
            <a:ext cx="1517238" cy="461297"/>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chemeClr val="bg1"/>
                </a:solidFill>
                <a:latin typeface="Calibri" panose="020F0502020204030204" pitchFamily="34" charset="0"/>
                <a:cs typeface="Calibri" panose="020F0502020204030204" pitchFamily="34" charset="0"/>
              </a:rPr>
              <a:t>B</a:t>
            </a:r>
            <a:r>
              <a:rPr lang="en-US" altLang="zh-CN" sz="1000" i="0">
                <a:solidFill>
                  <a:schemeClr val="bg1"/>
                </a:solidFill>
                <a:effectLst/>
                <a:latin typeface="Calibri" panose="020F0502020204030204" pitchFamily="34" charset="0"/>
                <a:cs typeface="Calibri" panose="020F0502020204030204" pitchFamily="34" charset="0"/>
              </a:rPr>
              <a:t>asic data entry</a:t>
            </a:r>
            <a:endParaRPr lang="en-US" altLang="zh-CN" sz="10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1" name="Freeform: Shape 33"/>
          <p:cNvSpPr/>
          <p:nvPr/>
        </p:nvSpPr>
        <p:spPr>
          <a:xfrm>
            <a:off x="2891392" y="1482336"/>
            <a:ext cx="460764" cy="1141853"/>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C0000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SIT</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2" name="Freeform: Shape 33"/>
          <p:cNvSpPr/>
          <p:nvPr/>
        </p:nvSpPr>
        <p:spPr>
          <a:xfrm>
            <a:off x="208364" y="3132309"/>
            <a:ext cx="3157543" cy="262725"/>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800" b="1">
                <a:solidFill>
                  <a:srgbClr val="FFFFFF"/>
                </a:solidFill>
                <a:latin typeface="Calibri" panose="020F0502020204030204" pitchFamily="34" charset="0"/>
                <a:ea typeface="微软雅黑" panose="020B0503020204020204" pitchFamily="34" charset="-122"/>
                <a:cs typeface="Calibri" panose="020F0502020204030204" pitchFamily="34" charset="0"/>
              </a:rPr>
              <a:t>Training</a:t>
            </a:r>
            <a:endParaRPr lang="en-US" sz="800" b="1">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4" name="Freeform: Shape 33"/>
          <p:cNvSpPr/>
          <p:nvPr/>
        </p:nvSpPr>
        <p:spPr>
          <a:xfrm>
            <a:off x="4720379" y="1477462"/>
            <a:ext cx="674499" cy="460526"/>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Go Live</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5" name="Rectangle 16"/>
          <p:cNvSpPr>
            <a:spLocks noChangeAspect="1"/>
          </p:cNvSpPr>
          <p:nvPr/>
        </p:nvSpPr>
        <p:spPr bwMode="auto">
          <a:xfrm>
            <a:off x="7686969" y="4388505"/>
            <a:ext cx="1143000" cy="300038"/>
          </a:xfrm>
          <a:prstGeom prst="rect">
            <a:avLst/>
          </a:prstGeom>
          <a:solidFill>
            <a:srgbClr val="C0000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sz="900" b="1">
                <a:solidFill>
                  <a:schemeClr val="bg1"/>
                </a:solidFill>
                <a:latin typeface="Calibri" panose="020F0502020204030204" pitchFamily="34" charset="0"/>
                <a:ea typeface="微软雅黑" panose="020B0503020204020204" pitchFamily="34" charset="-122"/>
                <a:cs typeface="Calibri" panose="020F0502020204030204" pitchFamily="34" charset="0"/>
              </a:rPr>
              <a:t>Both</a:t>
            </a:r>
            <a:r>
              <a:rPr lang="zh-CN" altLang="en-US" sz="900" b="1">
                <a:solidFill>
                  <a:schemeClr val="bg1"/>
                </a:solidFill>
                <a:latin typeface="Calibri" panose="020F0502020204030204" pitchFamily="34" charset="0"/>
                <a:ea typeface="微软雅黑" panose="020B0503020204020204" pitchFamily="34" charset="-122"/>
                <a:cs typeface="Calibri" panose="020F0502020204030204" pitchFamily="34" charset="0"/>
              </a:rPr>
              <a:t> </a:t>
            </a:r>
            <a:r>
              <a:rPr lang="en-US" altLang="zh-CN" sz="900" b="1">
                <a:solidFill>
                  <a:schemeClr val="bg1"/>
                </a:solidFill>
                <a:latin typeface="Calibri" panose="020F0502020204030204" pitchFamily="34" charset="0"/>
                <a:ea typeface="微软雅黑" panose="020B0503020204020204" pitchFamily="34" charset="-122"/>
                <a:cs typeface="Calibri" panose="020F0502020204030204" pitchFamily="34" charset="0"/>
              </a:rPr>
              <a:t>parties</a:t>
            </a:r>
            <a:endParaRPr lang="en-US" sz="900" b="1">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6" name="TextBox 43"/>
          <p:cNvSpPr txBox="1"/>
          <p:nvPr/>
        </p:nvSpPr>
        <p:spPr>
          <a:xfrm>
            <a:off x="2895029" y="919687"/>
            <a:ext cx="457127" cy="359402"/>
          </a:xfrm>
          <a:prstGeom prst="rect">
            <a:avLst/>
          </a:prstGeom>
          <a:noFill/>
          <a:ln w="12700">
            <a:solidFill>
              <a:srgbClr val="00B0F0"/>
            </a:solidFill>
          </a:ln>
        </p:spPr>
        <p:txBody>
          <a:bodyPr wrap="square" lIns="0" tIns="0" rIns="0" bIns="0" rtlCol="0">
            <a:noAutofit/>
          </a:bodyPr>
          <a:lstStyle/>
          <a:p>
            <a:pPr algn="ctr">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Key users 10%</a:t>
            </a:r>
            <a:endParaRPr lang="zh-CN" altLang="en-US" sz="900">
              <a:solidFill>
                <a:srgbClr val="212529"/>
              </a:solidFill>
              <a:latin typeface="Calibri" panose="020F0502020204030204" pitchFamily="34" charset="0"/>
              <a:cs typeface="Calibri" panose="020F0502020204030204" pitchFamily="34" charset="0"/>
            </a:endParaRPr>
          </a:p>
        </p:txBody>
      </p:sp>
      <p:sp>
        <p:nvSpPr>
          <p:cNvPr id="27" name="矩形 26"/>
          <p:cNvSpPr/>
          <p:nvPr/>
        </p:nvSpPr>
        <p:spPr bwMode="auto">
          <a:xfrm>
            <a:off x="3428819" y="926096"/>
            <a:ext cx="1287619" cy="359402"/>
          </a:xfrm>
          <a:prstGeom prst="rect">
            <a:avLst/>
          </a:prstGeom>
          <a:noFill/>
          <a:ln w="12700" cap="flat" cmpd="sng" algn="ctr">
            <a:solidFill>
              <a:srgbClr val="E61316"/>
            </a:solidFill>
            <a:prstDash val="solid"/>
            <a:round/>
            <a:headEnd type="none" w="med" len="med"/>
            <a:tailEnd type="none" w="med" len="med"/>
          </a:ln>
          <a:effectLst/>
        </p:spPr>
        <p:txBody>
          <a:bodyPr vert="horz" wrap="square" lIns="68580" tIns="34290" rIns="68580" bIns="34290" numCol="1" rtlCol="0" anchor="t" anchorCtr="0" compatLnSpc="1"/>
          <a:lstStyle/>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K</a:t>
            </a:r>
            <a:r>
              <a:rPr lang="en-US" altLang="zh-CN" sz="900" b="0" i="0">
                <a:solidFill>
                  <a:srgbClr val="212529"/>
                </a:solidFill>
                <a:effectLst/>
                <a:latin typeface="Calibri" panose="020F0502020204030204" pitchFamily="34" charset="0"/>
                <a:cs typeface="Calibri" panose="020F0502020204030204" pitchFamily="34" charset="0"/>
              </a:rPr>
              <a:t>ey users </a:t>
            </a:r>
            <a:r>
              <a:rPr lang="en-US" altLang="zh-CN" sz="900">
                <a:latin typeface="Calibri" panose="020F0502020204030204" pitchFamily="34" charset="0"/>
                <a:ea typeface="微软雅黑" panose="020B0503020204020204" pitchFamily="34" charset="-122"/>
                <a:cs typeface="Calibri" panose="020F0502020204030204" pitchFamily="34" charset="0"/>
              </a:rPr>
              <a:t>100%</a:t>
            </a:r>
            <a:endParaRPr lang="zh-CN" altLang="en-US" sz="900">
              <a:latin typeface="Calibri" panose="020F0502020204030204" pitchFamily="34" charset="0"/>
              <a:ea typeface="微软雅黑" panose="020B0503020204020204" pitchFamily="34" charset="-122"/>
              <a:cs typeface="Calibri" panose="020F0502020204030204" pitchFamily="34" charset="0"/>
            </a:endParaRPr>
          </a:p>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End user 30%</a:t>
            </a:r>
            <a:endParaRPr lang="zh-CN" altLang="en-US" sz="900">
              <a:solidFill>
                <a:srgbClr val="212529"/>
              </a:solidFill>
              <a:latin typeface="Calibri" panose="020F0502020204030204" pitchFamily="34" charset="0"/>
              <a:cs typeface="Calibri" panose="020F0502020204030204" pitchFamily="34" charset="0"/>
            </a:endParaRPr>
          </a:p>
        </p:txBody>
      </p:sp>
      <p:sp>
        <p:nvSpPr>
          <p:cNvPr id="33" name="TextBox 6"/>
          <p:cNvSpPr txBox="1"/>
          <p:nvPr/>
        </p:nvSpPr>
        <p:spPr>
          <a:xfrm>
            <a:off x="208364" y="2689936"/>
            <a:ext cx="927323" cy="262725"/>
          </a:xfrm>
          <a:prstGeom prst="rect">
            <a:avLst/>
          </a:prstGeom>
          <a:noFill/>
          <a:ln w="12700">
            <a:solidFill>
              <a:srgbClr val="FF0000"/>
            </a:solidFill>
          </a:ln>
        </p:spPr>
        <p:txBody>
          <a:bodyPr wrap="square" lIns="0" tIns="0" rIns="0" bIns="0" rtlCol="0">
            <a:normAutofit/>
          </a:bodyPr>
          <a:lstStyle/>
          <a:p>
            <a:pPr algn="ctr" defTabSz="685800">
              <a:lnSpc>
                <a:spcPct val="120000"/>
              </a:lnSpc>
              <a:spcBef>
                <a:spcPts val="150"/>
              </a:spcBef>
              <a:buClr>
                <a:schemeClr val="tx2"/>
              </a:buClr>
              <a:buSzPct val="100000"/>
            </a:pPr>
            <a:r>
              <a:rPr lang="en-US" altLang="zh-CN" sz="1200">
                <a:latin typeface="Calibri" panose="020F0502020204030204" pitchFamily="34" charset="0"/>
                <a:cs typeface="Calibri" panose="020F0502020204030204" pitchFamily="34" charset="0"/>
              </a:rPr>
              <a:t>1.25 months</a:t>
            </a:r>
            <a:endParaRPr lang="zh-CN" altLang="en-US" sz="1200">
              <a:latin typeface="Calibri" panose="020F0502020204030204" pitchFamily="34" charset="0"/>
              <a:cs typeface="Calibri" panose="020F0502020204030204" pitchFamily="34" charset="0"/>
            </a:endParaRPr>
          </a:p>
        </p:txBody>
      </p:sp>
      <p:sp>
        <p:nvSpPr>
          <p:cNvPr id="34" name="TextBox 8"/>
          <p:cNvSpPr txBox="1"/>
          <p:nvPr/>
        </p:nvSpPr>
        <p:spPr>
          <a:xfrm>
            <a:off x="1294321" y="2706480"/>
            <a:ext cx="2071586" cy="245513"/>
          </a:xfrm>
          <a:prstGeom prst="rect">
            <a:avLst/>
          </a:prstGeom>
          <a:noFill/>
          <a:ln w="12700">
            <a:solidFill>
              <a:srgbClr val="0070C0"/>
            </a:solidFill>
          </a:ln>
        </p:spPr>
        <p:txBody>
          <a:bodyPr wrap="square" lIns="0" tIns="0" rIns="0" bIns="0" rtlCol="0">
            <a:normAutofit/>
          </a:bodyPr>
          <a:lstStyle/>
          <a:p>
            <a:pPr algn="ctr" defTabSz="685800">
              <a:lnSpc>
                <a:spcPct val="130000"/>
              </a:lnSpc>
              <a:spcBef>
                <a:spcPts val="150"/>
              </a:spcBef>
              <a:buClr>
                <a:schemeClr val="tx2"/>
              </a:buClr>
              <a:buSzPct val="100000"/>
            </a:pPr>
            <a:r>
              <a:rPr lang="en-US" altLang="zh-CN" sz="1200">
                <a:latin typeface="Calibri" panose="020F0502020204030204" pitchFamily="34" charset="0"/>
                <a:cs typeface="Calibri" panose="020F0502020204030204" pitchFamily="34" charset="0"/>
              </a:rPr>
              <a:t>3.5 months</a:t>
            </a:r>
          </a:p>
        </p:txBody>
      </p:sp>
      <p:sp>
        <p:nvSpPr>
          <p:cNvPr id="35" name="TextBox 9"/>
          <p:cNvSpPr txBox="1"/>
          <p:nvPr/>
        </p:nvSpPr>
        <p:spPr>
          <a:xfrm>
            <a:off x="3432317" y="2703350"/>
            <a:ext cx="1252958" cy="257834"/>
          </a:xfrm>
          <a:prstGeom prst="rect">
            <a:avLst/>
          </a:prstGeom>
          <a:noFill/>
          <a:ln w="12700">
            <a:solidFill>
              <a:srgbClr val="FF0000"/>
            </a:solidFill>
            <a:prstDash val="solid"/>
          </a:ln>
        </p:spPr>
        <p:txBody>
          <a:bodyPr wrap="square" lIns="0" tIns="0" rIns="0" bIns="0" rtlCol="0">
            <a:normAutofit/>
          </a:bodyPr>
          <a:lstStyle/>
          <a:p>
            <a:pPr algn="ctr" defTabSz="685800">
              <a:lnSpc>
                <a:spcPct val="130000"/>
              </a:lnSpc>
              <a:spcBef>
                <a:spcPts val="150"/>
              </a:spcBef>
              <a:buClr>
                <a:schemeClr val="tx2"/>
              </a:buClr>
              <a:buSzPct val="100000"/>
            </a:pPr>
            <a:r>
              <a:rPr lang="en-US" altLang="zh-CN" sz="1200">
                <a:latin typeface="Calibri" panose="020F0502020204030204" pitchFamily="34" charset="0"/>
                <a:cs typeface="Calibri" panose="020F0502020204030204" pitchFamily="34" charset="0"/>
              </a:rPr>
              <a:t>1</a:t>
            </a:r>
            <a:r>
              <a:rPr lang="zh-CN" altLang="en-US" sz="1200">
                <a:latin typeface="Calibri" panose="020F0502020204030204" pitchFamily="34" charset="0"/>
                <a:cs typeface="Calibri" panose="020F0502020204030204" pitchFamily="34" charset="0"/>
              </a:rPr>
              <a:t> </a:t>
            </a:r>
            <a:r>
              <a:rPr lang="en-US" altLang="zh-CN" sz="1200">
                <a:latin typeface="Calibri" panose="020F0502020204030204" pitchFamily="34" charset="0"/>
                <a:cs typeface="Calibri" panose="020F0502020204030204" pitchFamily="34" charset="0"/>
              </a:rPr>
              <a:t>month</a:t>
            </a:r>
          </a:p>
        </p:txBody>
      </p:sp>
      <p:sp>
        <p:nvSpPr>
          <p:cNvPr id="40" name="Rectangle 13"/>
          <p:cNvSpPr>
            <a:spLocks noChangeAspect="1"/>
          </p:cNvSpPr>
          <p:nvPr/>
        </p:nvSpPr>
        <p:spPr bwMode="auto">
          <a:xfrm>
            <a:off x="234368" y="3680420"/>
            <a:ext cx="468786"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Project Plan</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2" name="Rectangle 13"/>
          <p:cNvSpPr>
            <a:spLocks noChangeAspect="1"/>
          </p:cNvSpPr>
          <p:nvPr/>
        </p:nvSpPr>
        <p:spPr bwMode="auto">
          <a:xfrm>
            <a:off x="723093" y="3680419"/>
            <a:ext cx="468785"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RTM</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3" name="Rectangle 13"/>
          <p:cNvSpPr>
            <a:spLocks noChangeAspect="1"/>
          </p:cNvSpPr>
          <p:nvPr/>
        </p:nvSpPr>
        <p:spPr bwMode="auto">
          <a:xfrm>
            <a:off x="2031274" y="3680418"/>
            <a:ext cx="666399"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rPr>
              <a:t>CS1.0</a:t>
            </a:r>
          </a:p>
        </p:txBody>
      </p:sp>
      <p:sp>
        <p:nvSpPr>
          <p:cNvPr id="44" name="Rectangle 13"/>
          <p:cNvSpPr>
            <a:spLocks noChangeAspect="1"/>
          </p:cNvSpPr>
          <p:nvPr/>
        </p:nvSpPr>
        <p:spPr bwMode="auto">
          <a:xfrm>
            <a:off x="1313985" y="3690282"/>
            <a:ext cx="666398"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FS1.0</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6" name="Rectangle 13"/>
          <p:cNvSpPr>
            <a:spLocks noChangeAspect="1"/>
          </p:cNvSpPr>
          <p:nvPr/>
        </p:nvSpPr>
        <p:spPr bwMode="auto">
          <a:xfrm>
            <a:off x="2778051" y="3680417"/>
            <a:ext cx="1077981"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User Manual 1.0</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8" name="Rectangle 13"/>
          <p:cNvSpPr>
            <a:spLocks noChangeAspect="1"/>
          </p:cNvSpPr>
          <p:nvPr/>
        </p:nvSpPr>
        <p:spPr bwMode="auto">
          <a:xfrm>
            <a:off x="6689946" y="3678341"/>
            <a:ext cx="729571"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rPr>
              <a:t>Acceptance Agreement</a:t>
            </a:r>
          </a:p>
        </p:txBody>
      </p:sp>
      <p:sp>
        <p:nvSpPr>
          <p:cNvPr id="7" name="Freeform: Shape 33">
            <a:extLst>
              <a:ext uri="{FF2B5EF4-FFF2-40B4-BE49-F238E27FC236}">
                <a16:creationId xmlns:a16="http://schemas.microsoft.com/office/drawing/2014/main" id="{7B6234EB-5A9B-78D6-F0D1-5AFEDE85E078}"/>
              </a:ext>
            </a:extLst>
          </p:cNvPr>
          <p:cNvSpPr/>
          <p:nvPr/>
        </p:nvSpPr>
        <p:spPr>
          <a:xfrm>
            <a:off x="3833632" y="1484997"/>
            <a:ext cx="837239" cy="461297"/>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UAT</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8" name="Freeform: Shape 33">
            <a:extLst>
              <a:ext uri="{FF2B5EF4-FFF2-40B4-BE49-F238E27FC236}">
                <a16:creationId xmlns:a16="http://schemas.microsoft.com/office/drawing/2014/main" id="{70F2E2BB-21F0-9E46-A7F9-65BB236B7FEB}"/>
              </a:ext>
            </a:extLst>
          </p:cNvPr>
          <p:cNvSpPr/>
          <p:nvPr/>
        </p:nvSpPr>
        <p:spPr>
          <a:xfrm>
            <a:off x="5447200" y="1476690"/>
            <a:ext cx="1396020" cy="461297"/>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chemeClr val="bg1"/>
                </a:solidFill>
                <a:latin typeface="Calibri" panose="020F0502020204030204" pitchFamily="34" charset="0"/>
                <a:cs typeface="Calibri" panose="020F0502020204030204" pitchFamily="34" charset="0"/>
              </a:rPr>
              <a:t>B</a:t>
            </a:r>
            <a:r>
              <a:rPr lang="en-US" altLang="zh-CN" sz="1000" i="0">
                <a:solidFill>
                  <a:schemeClr val="bg1"/>
                </a:solidFill>
                <a:effectLst/>
                <a:latin typeface="Calibri" panose="020F0502020204030204" pitchFamily="34" charset="0"/>
                <a:cs typeface="Calibri" panose="020F0502020204030204" pitchFamily="34" charset="0"/>
              </a:rPr>
              <a:t>asic data entry</a:t>
            </a:r>
            <a:endParaRPr lang="en-US" sz="10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9" name="Freeform: Shape 33">
            <a:extLst>
              <a:ext uri="{FF2B5EF4-FFF2-40B4-BE49-F238E27FC236}">
                <a16:creationId xmlns:a16="http://schemas.microsoft.com/office/drawing/2014/main" id="{1C8C1FE8-6E7A-519C-FDA2-0CDE21FFA4DD}"/>
              </a:ext>
            </a:extLst>
          </p:cNvPr>
          <p:cNvSpPr/>
          <p:nvPr/>
        </p:nvSpPr>
        <p:spPr>
          <a:xfrm>
            <a:off x="5439971" y="1972945"/>
            <a:ext cx="1435860" cy="613396"/>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Configuration/Dev</a:t>
            </a:r>
          </a:p>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(PPB</a:t>
            </a:r>
            <a:r>
              <a:rPr lang="zh-CN" alt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8" name="Rectangle 13">
            <a:extLst>
              <a:ext uri="{FF2B5EF4-FFF2-40B4-BE49-F238E27FC236}">
                <a16:creationId xmlns:a16="http://schemas.microsoft.com/office/drawing/2014/main" id="{608AE0AC-42E5-DC8C-E52D-91893E7014E8}"/>
              </a:ext>
            </a:extLst>
          </p:cNvPr>
          <p:cNvSpPr>
            <a:spLocks noChangeAspect="1"/>
          </p:cNvSpPr>
          <p:nvPr/>
        </p:nvSpPr>
        <p:spPr bwMode="auto">
          <a:xfrm>
            <a:off x="4755364" y="3672705"/>
            <a:ext cx="666399"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rPr>
              <a:t>CS2.0</a:t>
            </a:r>
          </a:p>
        </p:txBody>
      </p:sp>
      <p:sp>
        <p:nvSpPr>
          <p:cNvPr id="30" name="Rectangle 13">
            <a:extLst>
              <a:ext uri="{FF2B5EF4-FFF2-40B4-BE49-F238E27FC236}">
                <a16:creationId xmlns:a16="http://schemas.microsoft.com/office/drawing/2014/main" id="{1D537793-57F1-5933-A6C1-CBD8CB4D3DC2}"/>
              </a:ext>
            </a:extLst>
          </p:cNvPr>
          <p:cNvSpPr>
            <a:spLocks noChangeAspect="1"/>
          </p:cNvSpPr>
          <p:nvPr/>
        </p:nvSpPr>
        <p:spPr bwMode="auto">
          <a:xfrm>
            <a:off x="4025793" y="3680416"/>
            <a:ext cx="666398"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FS2.0</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39" name="Rectangle 13">
            <a:extLst>
              <a:ext uri="{FF2B5EF4-FFF2-40B4-BE49-F238E27FC236}">
                <a16:creationId xmlns:a16="http://schemas.microsoft.com/office/drawing/2014/main" id="{EC6F6217-80F7-D140-0F18-669DC11FCCAF}"/>
              </a:ext>
            </a:extLst>
          </p:cNvPr>
          <p:cNvSpPr>
            <a:spLocks noChangeAspect="1"/>
          </p:cNvSpPr>
          <p:nvPr/>
        </p:nvSpPr>
        <p:spPr bwMode="auto">
          <a:xfrm>
            <a:off x="5484936" y="3677174"/>
            <a:ext cx="1077981"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User Manual 2.0</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51" name="Freeform: Shape 33">
            <a:extLst>
              <a:ext uri="{FF2B5EF4-FFF2-40B4-BE49-F238E27FC236}">
                <a16:creationId xmlns:a16="http://schemas.microsoft.com/office/drawing/2014/main" id="{9D20926D-A3F7-96AD-27A5-08CE3FB3193D}"/>
              </a:ext>
            </a:extLst>
          </p:cNvPr>
          <p:cNvSpPr/>
          <p:nvPr/>
        </p:nvSpPr>
        <p:spPr>
          <a:xfrm>
            <a:off x="3833630" y="1979844"/>
            <a:ext cx="837240" cy="613396"/>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UAT</a:t>
            </a:r>
            <a:r>
              <a:rPr lang="zh-CN" alt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 </a:t>
            </a: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Support</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52" name="TextBox 43">
            <a:extLst>
              <a:ext uri="{FF2B5EF4-FFF2-40B4-BE49-F238E27FC236}">
                <a16:creationId xmlns:a16="http://schemas.microsoft.com/office/drawing/2014/main" id="{5CCDD43A-ABE8-58C1-8396-40820D8B88D4}"/>
              </a:ext>
            </a:extLst>
          </p:cNvPr>
          <p:cNvSpPr txBox="1"/>
          <p:nvPr/>
        </p:nvSpPr>
        <p:spPr>
          <a:xfrm>
            <a:off x="5447200" y="919687"/>
            <a:ext cx="1396020" cy="359402"/>
          </a:xfrm>
          <a:prstGeom prst="rect">
            <a:avLst/>
          </a:prstGeom>
          <a:noFill/>
          <a:ln w="12700">
            <a:solidFill>
              <a:srgbClr val="00B0F0"/>
            </a:solidFill>
          </a:ln>
        </p:spPr>
        <p:txBody>
          <a:bodyPr wrap="square" lIns="0" tIns="0" rIns="0" bIns="0" rtlCol="0">
            <a:noAutofit/>
          </a:bodyPr>
          <a:lstStyle/>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Key users </a:t>
            </a:r>
          </a:p>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100%</a:t>
            </a:r>
            <a:endParaRPr lang="zh-CN" altLang="en-US" sz="900">
              <a:solidFill>
                <a:srgbClr val="212529"/>
              </a:solidFill>
              <a:latin typeface="Calibri" panose="020F0502020204030204" pitchFamily="34" charset="0"/>
              <a:cs typeface="Calibri" panose="020F0502020204030204" pitchFamily="34" charset="0"/>
            </a:endParaRPr>
          </a:p>
        </p:txBody>
      </p:sp>
      <p:sp>
        <p:nvSpPr>
          <p:cNvPr id="53" name="矩形 52">
            <a:extLst>
              <a:ext uri="{FF2B5EF4-FFF2-40B4-BE49-F238E27FC236}">
                <a16:creationId xmlns:a16="http://schemas.microsoft.com/office/drawing/2014/main" id="{A228BB7A-97FB-F0FA-BE8D-6CDE7FEABED4}"/>
              </a:ext>
            </a:extLst>
          </p:cNvPr>
          <p:cNvSpPr/>
          <p:nvPr/>
        </p:nvSpPr>
        <p:spPr bwMode="auto">
          <a:xfrm>
            <a:off x="6876431" y="901503"/>
            <a:ext cx="646736" cy="380935"/>
          </a:xfrm>
          <a:prstGeom prst="rect">
            <a:avLst/>
          </a:prstGeom>
          <a:noFill/>
          <a:ln w="12700" cap="flat" cmpd="sng" algn="ctr">
            <a:solidFill>
              <a:srgbClr val="E61316"/>
            </a:solidFill>
            <a:prstDash val="solid"/>
            <a:round/>
            <a:headEnd type="none" w="med" len="med"/>
            <a:tailEnd type="none" w="med" len="med"/>
          </a:ln>
          <a:effectLst/>
        </p:spPr>
        <p:txBody>
          <a:bodyPr vert="horz" wrap="square" lIns="68580" tIns="34290" rIns="68580" bIns="34290" numCol="1" rtlCol="0" anchor="t" anchorCtr="0" compatLnSpc="1"/>
          <a:lstStyle/>
          <a:p>
            <a:pPr algn="ctr" defTabSz="685800" eaLnBrk="0" fontAlgn="base" hangingPunct="0">
              <a:spcBef>
                <a:spcPct val="0"/>
              </a:spcBef>
              <a:spcAft>
                <a:spcPct val="0"/>
              </a:spcAft>
            </a:pPr>
            <a:r>
              <a:rPr lang="en-US" altLang="zh-CN" sz="900">
                <a:solidFill>
                  <a:srgbClr val="212529"/>
                </a:solidFill>
                <a:latin typeface="Calibri" panose="020F0502020204030204" pitchFamily="34" charset="0"/>
                <a:cs typeface="Calibri" panose="020F0502020204030204" pitchFamily="34" charset="0"/>
              </a:rPr>
              <a:t>K</a:t>
            </a:r>
            <a:r>
              <a:rPr lang="en-US" altLang="zh-CN" sz="900" b="0" i="0">
                <a:solidFill>
                  <a:srgbClr val="212529"/>
                </a:solidFill>
                <a:effectLst/>
                <a:latin typeface="Calibri" panose="020F0502020204030204" pitchFamily="34" charset="0"/>
                <a:cs typeface="Calibri" panose="020F0502020204030204" pitchFamily="34" charset="0"/>
              </a:rPr>
              <a:t>ey users </a:t>
            </a:r>
            <a:r>
              <a:rPr lang="en-US" altLang="zh-CN" sz="900" b="0" i="0">
                <a:solidFill>
                  <a:srgbClr val="212529"/>
                </a:solidFill>
                <a:effectLst/>
                <a:latin typeface="Calibri" panose="020F0502020204030204" pitchFamily="34" charset="0"/>
                <a:ea typeface="微软雅黑" panose="020B0503020204020204" pitchFamily="34" charset="-122"/>
                <a:cs typeface="Calibri" panose="020F0502020204030204" pitchFamily="34" charset="0"/>
              </a:rPr>
              <a:t>1</a:t>
            </a:r>
            <a:r>
              <a:rPr lang="en-US" altLang="zh-CN" sz="900">
                <a:latin typeface="Calibri" panose="020F0502020204030204" pitchFamily="34" charset="0"/>
                <a:ea typeface="微软雅黑" panose="020B0503020204020204" pitchFamily="34" charset="-122"/>
                <a:cs typeface="Calibri" panose="020F0502020204030204" pitchFamily="34" charset="0"/>
              </a:rPr>
              <a:t>00%</a:t>
            </a:r>
            <a:endParaRPr lang="zh-CN" altLang="en-US" sz="900">
              <a:latin typeface="Calibri" panose="020F0502020204030204" pitchFamily="34" charset="0"/>
              <a:ea typeface="微软雅黑" panose="020B0503020204020204" pitchFamily="34" charset="-122"/>
              <a:cs typeface="Calibri" panose="020F0502020204030204" pitchFamily="34" charset="0"/>
            </a:endParaRPr>
          </a:p>
          <a:p>
            <a:pPr algn="ctr" defTabSz="685800" eaLnBrk="0" fontAlgn="base" hangingPunct="0">
              <a:spcBef>
                <a:spcPct val="0"/>
              </a:spcBef>
              <a:spcAft>
                <a:spcPct val="0"/>
              </a:spcAft>
            </a:pPr>
            <a:endParaRPr lang="zh-CN" altLang="en-US" sz="900">
              <a:latin typeface="Calibri" panose="020F0502020204030204" pitchFamily="34" charset="0"/>
              <a:ea typeface="微软雅黑" panose="020B0503020204020204" pitchFamily="34" charset="-122"/>
              <a:cs typeface="Calibri" panose="020F0502020204030204" pitchFamily="34" charset="0"/>
            </a:endParaRPr>
          </a:p>
        </p:txBody>
      </p:sp>
      <p:sp>
        <p:nvSpPr>
          <p:cNvPr id="55" name="TextBox 7">
            <a:extLst>
              <a:ext uri="{FF2B5EF4-FFF2-40B4-BE49-F238E27FC236}">
                <a16:creationId xmlns:a16="http://schemas.microsoft.com/office/drawing/2014/main" id="{18C4B46A-DA30-4997-2406-13DFEA6AD7F0}"/>
              </a:ext>
            </a:extLst>
          </p:cNvPr>
          <p:cNvSpPr txBox="1"/>
          <p:nvPr/>
        </p:nvSpPr>
        <p:spPr>
          <a:xfrm>
            <a:off x="208364" y="4317597"/>
            <a:ext cx="7154214" cy="224559"/>
          </a:xfrm>
          <a:prstGeom prst="rect">
            <a:avLst/>
          </a:prstGeom>
          <a:noFill/>
          <a:ln w="12700">
            <a:noFill/>
          </a:ln>
        </p:spPr>
        <p:txBody>
          <a:bodyPr wrap="square" lIns="0" tIns="0" rIns="0" bIns="0" rtlCol="0">
            <a:noAutofit/>
          </a:bodyPr>
          <a:lstStyle/>
          <a:p>
            <a:pPr defTabSz="685800">
              <a:lnSpc>
                <a:spcPct val="120000"/>
              </a:lnSpc>
              <a:spcBef>
                <a:spcPts val="150"/>
              </a:spcBef>
              <a:buClr>
                <a:schemeClr val="tx2"/>
              </a:buClr>
              <a:buSzPct val="100000"/>
            </a:pPr>
            <a:r>
              <a:rPr lang="en-US" altLang="zh-CN" sz="900">
                <a:latin typeface="Calibri" panose="020F0502020204030204" pitchFamily="34" charset="0"/>
                <a:ea typeface="微软雅黑" panose="020B0503020204020204" pitchFamily="34" charset="-122"/>
                <a:cs typeface="Calibri" panose="020F0502020204030204" pitchFamily="34" charset="0"/>
              </a:rPr>
              <a:t>Key users : Members from each lab who are well versed in the business workflows, IT Admin, and Product Owner.</a:t>
            </a:r>
            <a:endParaRPr lang="zh-CN" altLang="en-US" sz="900">
              <a:latin typeface="Calibri" panose="020F0502020204030204" pitchFamily="34" charset="0"/>
              <a:ea typeface="微软雅黑" panose="020B0503020204020204" pitchFamily="34" charset="-122"/>
              <a:cs typeface="Calibri" panose="020F0502020204030204" pitchFamily="34" charset="0"/>
            </a:endParaRPr>
          </a:p>
          <a:p>
            <a:pPr defTabSz="685800">
              <a:lnSpc>
                <a:spcPct val="120000"/>
              </a:lnSpc>
              <a:spcBef>
                <a:spcPts val="150"/>
              </a:spcBef>
              <a:buClr>
                <a:schemeClr val="tx2"/>
              </a:buClr>
              <a:buSzPct val="100000"/>
            </a:pPr>
            <a:endParaRPr lang="zh-CN" altLang="en-US" sz="900">
              <a:latin typeface="Calibri" panose="020F0502020204030204" pitchFamily="34" charset="0"/>
              <a:ea typeface="微软雅黑" panose="020B0503020204020204" pitchFamily="34" charset="-122"/>
              <a:cs typeface="Calibri" panose="020F0502020204030204" pitchFamily="34" charset="0"/>
            </a:endParaRPr>
          </a:p>
        </p:txBody>
      </p:sp>
      <p:sp>
        <p:nvSpPr>
          <p:cNvPr id="31" name="Freeform: Shape 33">
            <a:extLst>
              <a:ext uri="{FF2B5EF4-FFF2-40B4-BE49-F238E27FC236}">
                <a16:creationId xmlns:a16="http://schemas.microsoft.com/office/drawing/2014/main" id="{09908A78-D6E5-8B13-4654-FE0BE7438110}"/>
              </a:ext>
            </a:extLst>
          </p:cNvPr>
          <p:cNvSpPr/>
          <p:nvPr/>
        </p:nvSpPr>
        <p:spPr>
          <a:xfrm>
            <a:off x="7280645" y="1503964"/>
            <a:ext cx="402510" cy="1082377"/>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eaVert" wrap="square" lIns="51435" tIns="25718" rIns="51435" bIns="25718" numCol="1" rtlCol="0" anchor="ctr" anchorCtr="0" compatLnSpc="1"/>
          <a:lstStyle/>
          <a:p>
            <a:pPr algn="ctr" eaLnBrk="0" fontAlgn="base" hangingPunct="0">
              <a:spcBef>
                <a:spcPct val="0"/>
              </a:spcBef>
              <a:spcAft>
                <a:spcPct val="0"/>
              </a:spcAft>
            </a:pPr>
            <a:r>
              <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Deployment</a:t>
            </a:r>
          </a:p>
        </p:txBody>
      </p:sp>
      <p:sp>
        <p:nvSpPr>
          <p:cNvPr id="32" name="Freeform: Shape 33">
            <a:extLst>
              <a:ext uri="{FF2B5EF4-FFF2-40B4-BE49-F238E27FC236}">
                <a16:creationId xmlns:a16="http://schemas.microsoft.com/office/drawing/2014/main" id="{ECF8FD8D-7A50-B906-2C8D-D35F377F7AE6}"/>
              </a:ext>
            </a:extLst>
          </p:cNvPr>
          <p:cNvSpPr/>
          <p:nvPr/>
        </p:nvSpPr>
        <p:spPr>
          <a:xfrm>
            <a:off x="6909096" y="1506332"/>
            <a:ext cx="338938" cy="1084880"/>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solidFill>
          <a:ln w="9525" cap="flat" cmpd="sng" algn="ctr">
            <a:noFill/>
            <a:prstDash val="solid"/>
            <a:round/>
            <a:headEnd type="none" w="med" len="med"/>
            <a:tailEnd type="none" w="med" len="med"/>
          </a:ln>
          <a:effectLst/>
        </p:spPr>
        <p:txBody>
          <a:bodyPr vert="eaVert" wrap="square" lIns="51435" tIns="25718" rIns="51435" bIns="25718" numCol="1" rtlCol="0" anchor="ctr" anchorCtr="0" compatLnSpc="1"/>
          <a:lstStyle/>
          <a:p>
            <a:pPr algn="ctr" eaLnBrk="0" fontAlgn="base" hangingPunct="0">
              <a:spcBef>
                <a:spcPct val="0"/>
              </a:spcBef>
              <a:spcAft>
                <a:spcPct val="0"/>
              </a:spcAft>
            </a:pPr>
            <a:r>
              <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Test</a:t>
            </a:r>
          </a:p>
        </p:txBody>
      </p:sp>
      <p:sp>
        <p:nvSpPr>
          <p:cNvPr id="36" name="Freeform: Shape 33">
            <a:extLst>
              <a:ext uri="{FF2B5EF4-FFF2-40B4-BE49-F238E27FC236}">
                <a16:creationId xmlns:a16="http://schemas.microsoft.com/office/drawing/2014/main" id="{0F4BBB61-5951-0E05-AE92-92123B44C34E}"/>
              </a:ext>
            </a:extLst>
          </p:cNvPr>
          <p:cNvSpPr/>
          <p:nvPr/>
        </p:nvSpPr>
        <p:spPr>
          <a:xfrm>
            <a:off x="4698632" y="1996069"/>
            <a:ext cx="707310" cy="613396"/>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Go Live Hypercare</a:t>
            </a:r>
          </a:p>
        </p:txBody>
      </p:sp>
      <p:sp>
        <p:nvSpPr>
          <p:cNvPr id="37" name="TextBox 9">
            <a:extLst>
              <a:ext uri="{FF2B5EF4-FFF2-40B4-BE49-F238E27FC236}">
                <a16:creationId xmlns:a16="http://schemas.microsoft.com/office/drawing/2014/main" id="{DCD0CFEA-E25F-BB01-95FF-061D1AADA6CC}"/>
              </a:ext>
            </a:extLst>
          </p:cNvPr>
          <p:cNvSpPr txBox="1"/>
          <p:nvPr/>
        </p:nvSpPr>
        <p:spPr>
          <a:xfrm>
            <a:off x="4728979" y="2687231"/>
            <a:ext cx="1252958" cy="270285"/>
          </a:xfrm>
          <a:prstGeom prst="rect">
            <a:avLst/>
          </a:prstGeom>
          <a:noFill/>
          <a:ln w="12700">
            <a:solidFill>
              <a:srgbClr val="FF0000"/>
            </a:solidFill>
            <a:prstDash val="sysDash"/>
          </a:ln>
        </p:spPr>
        <p:txBody>
          <a:bodyPr wrap="square" lIns="0" tIns="0" rIns="0" bIns="0" rtlCol="0">
            <a:normAutofit/>
          </a:bodyPr>
          <a:lstStyle/>
          <a:p>
            <a:pPr defTabSz="685800">
              <a:lnSpc>
                <a:spcPct val="130000"/>
              </a:lnSpc>
              <a:spcBef>
                <a:spcPts val="150"/>
              </a:spcBef>
              <a:buClr>
                <a:schemeClr val="tx2"/>
              </a:buClr>
              <a:buSzPct val="100000"/>
            </a:pPr>
            <a:r>
              <a:rPr lang="en-US" altLang="zh-CN" sz="1200">
                <a:latin typeface="Calibri" panose="020F0502020204030204" pitchFamily="34" charset="0"/>
                <a:cs typeface="Calibri" panose="020F0502020204030204" pitchFamily="34" charset="0"/>
              </a:rPr>
              <a:t>2</a:t>
            </a:r>
            <a:r>
              <a:rPr lang="zh-CN" altLang="en-US" sz="1200">
                <a:latin typeface="Calibri" panose="020F0502020204030204" pitchFamily="34" charset="0"/>
                <a:cs typeface="Calibri" panose="020F0502020204030204" pitchFamily="34" charset="0"/>
              </a:rPr>
              <a:t> </a:t>
            </a:r>
            <a:r>
              <a:rPr lang="en-US" altLang="zh-CN" sz="1200">
                <a:latin typeface="Calibri" panose="020F0502020204030204" pitchFamily="34" charset="0"/>
                <a:cs typeface="Calibri" panose="020F0502020204030204" pitchFamily="34" charset="0"/>
              </a:rPr>
              <a:t>months</a:t>
            </a:r>
          </a:p>
        </p:txBody>
      </p:sp>
      <p:sp>
        <p:nvSpPr>
          <p:cNvPr id="41" name="TextBox 8">
            <a:extLst>
              <a:ext uri="{FF2B5EF4-FFF2-40B4-BE49-F238E27FC236}">
                <a16:creationId xmlns:a16="http://schemas.microsoft.com/office/drawing/2014/main" id="{DD462761-0B13-89A5-EC0A-10CE8154D907}"/>
              </a:ext>
            </a:extLst>
          </p:cNvPr>
          <p:cNvSpPr txBox="1"/>
          <p:nvPr/>
        </p:nvSpPr>
        <p:spPr>
          <a:xfrm>
            <a:off x="5447200" y="2693895"/>
            <a:ext cx="2235955" cy="263621"/>
          </a:xfrm>
          <a:prstGeom prst="rect">
            <a:avLst/>
          </a:prstGeom>
          <a:noFill/>
          <a:ln w="12700">
            <a:solidFill>
              <a:srgbClr val="0070C0"/>
            </a:solidFill>
          </a:ln>
        </p:spPr>
        <p:txBody>
          <a:bodyPr wrap="square" lIns="0" tIns="0" rIns="0" bIns="0" rtlCol="0">
            <a:normAutofit/>
          </a:bodyPr>
          <a:lstStyle/>
          <a:p>
            <a:pPr algn="ctr" defTabSz="685800">
              <a:lnSpc>
                <a:spcPct val="120000"/>
              </a:lnSpc>
              <a:spcBef>
                <a:spcPts val="150"/>
              </a:spcBef>
              <a:buClr>
                <a:schemeClr val="tx2"/>
              </a:buClr>
              <a:buSzPct val="100000"/>
            </a:pPr>
            <a:r>
              <a:rPr lang="en-US" altLang="zh-CN" sz="1200">
                <a:latin typeface="Calibri" panose="020F0502020204030204" pitchFamily="34" charset="0"/>
                <a:cs typeface="Calibri" panose="020F0502020204030204" pitchFamily="34" charset="0"/>
              </a:rPr>
              <a:t>4.25 months</a:t>
            </a:r>
          </a:p>
          <a:p>
            <a:pPr algn="ctr" defTabSz="685800">
              <a:lnSpc>
                <a:spcPct val="120000"/>
              </a:lnSpc>
              <a:spcBef>
                <a:spcPts val="150"/>
              </a:spcBef>
              <a:buClr>
                <a:schemeClr val="tx2"/>
              </a:buClr>
              <a:buSzPct val="100000"/>
            </a:pPr>
            <a:endParaRPr lang="zh-CN" altLang="en-US" sz="1500">
              <a:latin typeface="Calibri" panose="020F0502020204030204" pitchFamily="34" charset="0"/>
              <a:cs typeface="Calibri" panose="020F0502020204030204" pitchFamily="34" charset="0"/>
            </a:endParaRPr>
          </a:p>
        </p:txBody>
      </p:sp>
      <p:sp>
        <p:nvSpPr>
          <p:cNvPr id="47" name="TextBox 47">
            <a:extLst>
              <a:ext uri="{FF2B5EF4-FFF2-40B4-BE49-F238E27FC236}">
                <a16:creationId xmlns:a16="http://schemas.microsoft.com/office/drawing/2014/main" id="{56781A5A-D011-21ED-7390-F7A38D6FE908}"/>
              </a:ext>
            </a:extLst>
          </p:cNvPr>
          <p:cNvSpPr txBox="1"/>
          <p:nvPr/>
        </p:nvSpPr>
        <p:spPr>
          <a:xfrm>
            <a:off x="4744200" y="919687"/>
            <a:ext cx="646737" cy="365811"/>
          </a:xfrm>
          <a:prstGeom prst="rect">
            <a:avLst/>
          </a:prstGeom>
          <a:noFill/>
          <a:ln w="12700">
            <a:solidFill>
              <a:srgbClr val="00B050"/>
            </a:solidFill>
          </a:ln>
        </p:spPr>
        <p:txBody>
          <a:bodyPr wrap="square" lIns="0" tIns="0" rIns="0" bIns="0" rtlCol="0">
            <a:noAutofit/>
          </a:bodyPr>
          <a:lstStyle/>
          <a:p>
            <a:pPr algn="ctr" defTabSz="685800">
              <a:lnSpc>
                <a:spcPct val="120000"/>
              </a:lnSpc>
              <a:spcBef>
                <a:spcPts val="150"/>
              </a:spcBef>
              <a:buClr>
                <a:schemeClr val="tx2"/>
              </a:buClr>
              <a:buSzPct val="100000"/>
            </a:pPr>
            <a:r>
              <a:rPr lang="en-US" altLang="zh-CN" sz="900">
                <a:latin typeface="Calibri" panose="020F0502020204030204" pitchFamily="34" charset="0"/>
                <a:ea typeface="微软雅黑" panose="020B0503020204020204" pitchFamily="34" charset="-122"/>
                <a:cs typeface="Calibri" panose="020F0502020204030204" pitchFamily="34" charset="0"/>
              </a:rPr>
              <a:t>All users</a:t>
            </a:r>
          </a:p>
          <a:p>
            <a:pPr algn="ctr" defTabSz="685800">
              <a:lnSpc>
                <a:spcPct val="120000"/>
              </a:lnSpc>
              <a:spcBef>
                <a:spcPts val="150"/>
              </a:spcBef>
              <a:buClr>
                <a:schemeClr val="tx2"/>
              </a:buClr>
              <a:buSzPct val="100000"/>
            </a:pPr>
            <a:r>
              <a:rPr lang="en-US" altLang="zh-CN" sz="900">
                <a:solidFill>
                  <a:srgbClr val="212529"/>
                </a:solidFill>
                <a:latin typeface="Calibri" panose="020F0502020204030204" pitchFamily="34" charset="0"/>
                <a:ea typeface="微软雅黑" panose="020B0503020204020204" pitchFamily="34" charset="-122"/>
                <a:cs typeface="Calibri" panose="020F0502020204030204" pitchFamily="34" charset="0"/>
              </a:rPr>
              <a:t>100%</a:t>
            </a:r>
            <a:endParaRPr lang="zh-CN" altLang="en-US" sz="900">
              <a:latin typeface="Calibri" panose="020F0502020204030204" pitchFamily="34" charset="0"/>
              <a:ea typeface="微软雅黑" panose="020B0503020204020204" pitchFamily="34" charset="-122"/>
              <a:cs typeface="Calibri" panose="020F0502020204030204" pitchFamily="34" charset="0"/>
            </a:endParaRPr>
          </a:p>
        </p:txBody>
      </p:sp>
      <p:sp>
        <p:nvSpPr>
          <p:cNvPr id="50" name="Freeform: Shape 33">
            <a:extLst>
              <a:ext uri="{FF2B5EF4-FFF2-40B4-BE49-F238E27FC236}">
                <a16:creationId xmlns:a16="http://schemas.microsoft.com/office/drawing/2014/main" id="{57B6BB72-8158-72D1-2C64-07A58E12E2B5}"/>
              </a:ext>
            </a:extLst>
          </p:cNvPr>
          <p:cNvSpPr/>
          <p:nvPr/>
        </p:nvSpPr>
        <p:spPr>
          <a:xfrm>
            <a:off x="7717729" y="2034303"/>
            <a:ext cx="676261" cy="552038"/>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C0000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900">
                <a:solidFill>
                  <a:srgbClr val="FFFFFF"/>
                </a:solidFill>
                <a:latin typeface="Calibri" panose="020F0502020204030204" pitchFamily="34" charset="0"/>
                <a:ea typeface="微软雅黑" panose="020B0503020204020204" pitchFamily="34" charset="-122"/>
                <a:cs typeface="Calibri" panose="020F0502020204030204" pitchFamily="34" charset="0"/>
              </a:rPr>
              <a:t>Acceptance</a:t>
            </a:r>
            <a:endParaRPr lang="en-US" sz="9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56" name="TextBox 47">
            <a:extLst>
              <a:ext uri="{FF2B5EF4-FFF2-40B4-BE49-F238E27FC236}">
                <a16:creationId xmlns:a16="http://schemas.microsoft.com/office/drawing/2014/main" id="{AAD96800-61ED-CCA5-44DC-E0AF52130043}"/>
              </a:ext>
            </a:extLst>
          </p:cNvPr>
          <p:cNvSpPr txBox="1"/>
          <p:nvPr/>
        </p:nvSpPr>
        <p:spPr>
          <a:xfrm>
            <a:off x="7732490" y="1572553"/>
            <a:ext cx="646737" cy="370577"/>
          </a:xfrm>
          <a:prstGeom prst="rect">
            <a:avLst/>
          </a:prstGeom>
          <a:noFill/>
          <a:ln w="12700">
            <a:solidFill>
              <a:srgbClr val="00B050"/>
            </a:solidFill>
          </a:ln>
        </p:spPr>
        <p:txBody>
          <a:bodyPr wrap="square" lIns="0" tIns="0" rIns="0" bIns="0" rtlCol="0">
            <a:noAutofit/>
          </a:bodyPr>
          <a:lstStyle/>
          <a:p>
            <a:pPr algn="ctr" defTabSz="685800">
              <a:lnSpc>
                <a:spcPct val="120000"/>
              </a:lnSpc>
              <a:spcBef>
                <a:spcPts val="150"/>
              </a:spcBef>
              <a:buClr>
                <a:schemeClr val="tx2"/>
              </a:buClr>
              <a:buSzPct val="100000"/>
            </a:pPr>
            <a:r>
              <a:rPr lang="en-US" altLang="zh-CN" sz="1000">
                <a:latin typeface="Calibri" panose="020F0502020204030204" pitchFamily="34" charset="0"/>
                <a:ea typeface="微软雅黑" panose="020B0503020204020204" pitchFamily="34" charset="-122"/>
                <a:cs typeface="Calibri" panose="020F0502020204030204" pitchFamily="34" charset="0"/>
              </a:rPr>
              <a:t>All users</a:t>
            </a:r>
          </a:p>
          <a:p>
            <a:pPr algn="ctr" defTabSz="685800">
              <a:lnSpc>
                <a:spcPct val="120000"/>
              </a:lnSpc>
              <a:spcBef>
                <a:spcPts val="150"/>
              </a:spcBef>
              <a:buClr>
                <a:schemeClr val="tx2"/>
              </a:buClr>
              <a:buSzPct val="100000"/>
            </a:pPr>
            <a:r>
              <a:rPr lang="en-US" altLang="zh-CN" sz="1000">
                <a:latin typeface="Calibri" panose="020F0502020204030204" pitchFamily="34" charset="0"/>
                <a:ea typeface="微软雅黑" panose="020B0503020204020204" pitchFamily="34" charset="-122"/>
                <a:cs typeface="Calibri" panose="020F0502020204030204" pitchFamily="34" charset="0"/>
              </a:rPr>
              <a:t>100%</a:t>
            </a:r>
            <a:endParaRPr lang="zh-CN" altLang="en-US" sz="1000">
              <a:latin typeface="Calibri" panose="020F0502020204030204" pitchFamily="34" charset="0"/>
              <a:ea typeface="微软雅黑" panose="020B0503020204020204" pitchFamily="34" charset="-122"/>
              <a:cs typeface="Calibri" panose="020F0502020204030204" pitchFamily="34" charset="0"/>
            </a:endParaRPr>
          </a:p>
        </p:txBody>
      </p:sp>
      <p:sp>
        <p:nvSpPr>
          <p:cNvPr id="3" name="Freeform: Shape 33">
            <a:extLst>
              <a:ext uri="{FF2B5EF4-FFF2-40B4-BE49-F238E27FC236}">
                <a16:creationId xmlns:a16="http://schemas.microsoft.com/office/drawing/2014/main" id="{70DF4007-469B-75E2-AA6C-C4B75928C8D1}"/>
              </a:ext>
            </a:extLst>
          </p:cNvPr>
          <p:cNvSpPr/>
          <p:nvPr/>
        </p:nvSpPr>
        <p:spPr>
          <a:xfrm>
            <a:off x="3442370" y="1496955"/>
            <a:ext cx="338938" cy="1084880"/>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solidFill>
          <a:ln w="9525" cap="flat" cmpd="sng" algn="ctr">
            <a:noFill/>
            <a:prstDash val="solid"/>
            <a:round/>
            <a:headEnd type="none" w="med" len="med"/>
            <a:tailEnd type="none" w="med" len="med"/>
          </a:ln>
          <a:effectLst/>
        </p:spPr>
        <p:txBody>
          <a:bodyPr vert="eaVert"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UAT Preparation</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 name="Footer Placeholder 3">
            <a:extLst>
              <a:ext uri="{FF2B5EF4-FFF2-40B4-BE49-F238E27FC236}">
                <a16:creationId xmlns:a16="http://schemas.microsoft.com/office/drawing/2014/main" id="{429C401C-E9CC-8038-D759-B1312A93F5F6}"/>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18" name="Picture 17" descr="A red and black logo&#10;&#10;Description automatically generated">
            <a:extLst>
              <a:ext uri="{FF2B5EF4-FFF2-40B4-BE49-F238E27FC236}">
                <a16:creationId xmlns:a16="http://schemas.microsoft.com/office/drawing/2014/main" id="{D13A7C83-AAE4-92EF-EC31-E459AECC44C4}"/>
              </a:ext>
            </a:extLst>
          </p:cNvPr>
          <p:cNvPicPr>
            <a:picLocks noChangeAspect="1"/>
          </p:cNvPicPr>
          <p:nvPr/>
        </p:nvPicPr>
        <p:blipFill>
          <a:blip r:embed="rId8"/>
          <a:stretch>
            <a:fillRect/>
          </a:stretch>
        </p:blipFill>
        <p:spPr>
          <a:xfrm>
            <a:off x="6587015" y="0"/>
            <a:ext cx="1020250" cy="529241"/>
          </a:xfrm>
          <a:prstGeom prst="rect">
            <a:avLst/>
          </a:prstGeom>
        </p:spPr>
      </p:pic>
      <p:sp>
        <p:nvSpPr>
          <p:cNvPr id="23" name="Slide Number Placeholder 5">
            <a:extLst>
              <a:ext uri="{FF2B5EF4-FFF2-40B4-BE49-F238E27FC236}">
                <a16:creationId xmlns:a16="http://schemas.microsoft.com/office/drawing/2014/main" id="{42413644-87B7-9987-C452-8C1BCE2F0D0A}"/>
              </a:ext>
            </a:extLst>
          </p:cNvPr>
          <p:cNvSpPr txBox="1">
            <a:spLocks/>
          </p:cNvSpPr>
          <p:nvPr/>
        </p:nvSpPr>
        <p:spPr>
          <a:xfrm>
            <a:off x="1" y="4914901"/>
            <a:ext cx="228599" cy="228599"/>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9006F1E-66CD-4A4B-9370-B4A3080F0E6C}" type="slidenum">
              <a:rPr lang="en-US" smtClean="0"/>
              <a:pPr/>
              <a:t>11</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197070" y="177361"/>
            <a:ext cx="7315200" cy="408769"/>
          </a:xfrm>
        </p:spPr>
        <p:txBody>
          <a:bodyPr/>
          <a:lstStyle/>
          <a:p>
            <a:r>
              <a:rPr lang="en-US" altLang="zh-CN">
                <a:ea typeface="Calibri" panose="020F0502020204030204" pitchFamily="34" charset="0"/>
                <a:cs typeface="Times New Roman" panose="02020603050405020304" pitchFamily="18" charset="0"/>
              </a:rPr>
              <a:t>Requirement Gathering Approach and Timeline</a:t>
            </a:r>
            <a:endParaRPr lang="en-US"/>
          </a:p>
        </p:txBody>
      </p:sp>
      <p:sp>
        <p:nvSpPr>
          <p:cNvPr id="3" name="TextBox 2">
            <a:extLst>
              <a:ext uri="{FF2B5EF4-FFF2-40B4-BE49-F238E27FC236}">
                <a16:creationId xmlns:a16="http://schemas.microsoft.com/office/drawing/2014/main" id="{65FB86BF-F6A5-3995-F221-8FB07F760E87}"/>
              </a:ext>
            </a:extLst>
          </p:cNvPr>
          <p:cNvSpPr txBox="1"/>
          <p:nvPr/>
        </p:nvSpPr>
        <p:spPr>
          <a:xfrm>
            <a:off x="456188" y="672840"/>
            <a:ext cx="8388267" cy="4184909"/>
          </a:xfrm>
          <a:prstGeom prst="rect">
            <a:avLst/>
          </a:prstGeom>
          <a:noFill/>
        </p:spPr>
        <p:txBody>
          <a:bodyPr wrap="square" lIns="0" tIns="0" rIns="0" bIns="0" rtlCol="0">
            <a:normAutofit fontScale="70000" lnSpcReduction="20000"/>
          </a:bodyPr>
          <a:lstStyle/>
          <a:p>
            <a:pPr algn="l" defTabSz="914400">
              <a:lnSpc>
                <a:spcPct val="120000"/>
              </a:lnSpc>
              <a:spcBef>
                <a:spcPts val="200"/>
              </a:spcBef>
              <a:buClr>
                <a:schemeClr val="tx2"/>
              </a:buClr>
              <a:buSzPct val="100000"/>
            </a:pPr>
            <a:r>
              <a:rPr lang="en-US" altLang="zh-CN" sz="2000" b="1">
                <a:latin typeface="Calibri" panose="020F0502020204030204" pitchFamily="34" charset="0"/>
                <a:ea typeface="Calibri" panose="020F0502020204030204" pitchFamily="34" charset="0"/>
                <a:cs typeface="Calibri" panose="020F0502020204030204" pitchFamily="34" charset="0"/>
              </a:rPr>
              <a:t>Approach:</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Discuss workflows and specific URS Items (sampling scheduler) as part of kickoff workshop for 2.5 days. Try to identify other items related to the workflows in the URS and mark them with appropriate status to track and follow-up.</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Add the requirement details in the RTM document (existing draft version) and referencing to the URS items.</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Mark status as complete for the confirmed requirements in the RTM document.</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Any parked items will be marked as TBD (to be discussed) and listed in another document for follow up. This will be responsibility for both the teams.</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Action items will be maintained and communicated to the both the teams.</a:t>
            </a:r>
          </a:p>
          <a:p>
            <a:pPr lvl="1">
              <a:lnSpc>
                <a:spcPct val="120000"/>
              </a:lnSpc>
              <a:spcBef>
                <a:spcPts val="200"/>
              </a:spcBef>
              <a:buClr>
                <a:schemeClr val="tx2"/>
              </a:buClr>
              <a:buSzPct val="100000"/>
            </a:pPr>
            <a:endParaRPr lang="en-US" altLang="zh-CN" sz="1600">
              <a:latin typeface="Calibri" panose="020F0502020204030204" pitchFamily="34" charset="0"/>
              <a:ea typeface="Calibri" panose="020F0502020204030204" pitchFamily="34" charset="0"/>
              <a:cs typeface="Calibri" panose="020F0502020204030204" pitchFamily="34" charset="0"/>
            </a:endParaRPr>
          </a:p>
          <a:p>
            <a:pPr algn="l" defTabSz="914400">
              <a:lnSpc>
                <a:spcPct val="120000"/>
              </a:lnSpc>
              <a:spcBef>
                <a:spcPts val="200"/>
              </a:spcBef>
              <a:buClr>
                <a:schemeClr val="tx2"/>
              </a:buClr>
              <a:buSzPct val="100000"/>
            </a:pPr>
            <a:r>
              <a:rPr lang="en-US" altLang="zh-CN" sz="2000" b="1">
                <a:latin typeface="Calibri" panose="020F0502020204030204" pitchFamily="34" charset="0"/>
                <a:ea typeface="Calibri" panose="020F0502020204030204" pitchFamily="34" charset="0"/>
                <a:cs typeface="Calibri" panose="020F0502020204030204" pitchFamily="34" charset="0"/>
              </a:rPr>
              <a:t>Timeline:</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Confirm 95% of the workflows and sampling scheduler URS items by 7</a:t>
            </a:r>
            <a:r>
              <a:rPr lang="en-US" altLang="zh-CN" sz="1700" baseline="30000">
                <a:latin typeface="Calibri" panose="020F0502020204030204" pitchFamily="34" charset="0"/>
                <a:ea typeface="Calibri" panose="020F0502020204030204" pitchFamily="34" charset="0"/>
                <a:cs typeface="Calibri" panose="020F0502020204030204" pitchFamily="34" charset="0"/>
              </a:rPr>
              <a:t>th</a:t>
            </a:r>
            <a:r>
              <a:rPr lang="en-US" altLang="zh-CN" sz="1700">
                <a:latin typeface="Calibri" panose="020F0502020204030204" pitchFamily="34" charset="0"/>
                <a:ea typeface="Calibri" panose="020F0502020204030204" pitchFamily="34" charset="0"/>
                <a:cs typeface="Calibri" panose="020F0502020204030204" pitchFamily="34" charset="0"/>
              </a:rPr>
              <a:t> June. </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Confirm the gaps in requirements and efforts based on the modules within one week of time.</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Follow up with Henkel team for detailed requirement gathering for the remaining requirements for other modules within one month of time.</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Perform gap analysis for the requirements, efforts and discuss with the Henkel team by end of July.  </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Signoff the requirement trace matrix (RTM) by end of July.</a:t>
            </a:r>
          </a:p>
          <a:p>
            <a:pPr marL="744538" lvl="1" indent="-287338">
              <a:lnSpc>
                <a:spcPct val="120000"/>
              </a:lnSpc>
              <a:spcBef>
                <a:spcPts val="200"/>
              </a:spcBef>
              <a:buClr>
                <a:schemeClr val="tx2"/>
              </a:buClr>
              <a:buSzPct val="100000"/>
              <a:buFont typeface="Arial" panose="020B0604020202020204" pitchFamily="34" charset="0"/>
              <a:buChar char="•"/>
            </a:pPr>
            <a:endParaRPr lang="en-US" altLang="zh-CN" sz="2100" b="1">
              <a:latin typeface="Calibri" panose="020F0502020204030204" pitchFamily="34" charset="0"/>
              <a:ea typeface="Calibri" panose="020F0502020204030204" pitchFamily="34" charset="0"/>
              <a:cs typeface="Calibri" panose="020F0502020204030204" pitchFamily="34" charset="0"/>
            </a:endParaRPr>
          </a:p>
          <a:p>
            <a:pPr>
              <a:lnSpc>
                <a:spcPct val="120000"/>
              </a:lnSpc>
              <a:spcBef>
                <a:spcPts val="200"/>
              </a:spcBef>
              <a:buClr>
                <a:schemeClr val="tx2"/>
              </a:buClr>
              <a:buSzPct val="100000"/>
            </a:pPr>
            <a:r>
              <a:rPr lang="en-US" altLang="zh-CN" sz="2000" b="1">
                <a:latin typeface="Calibri" panose="020F0502020204030204" pitchFamily="34" charset="0"/>
                <a:ea typeface="Calibri" panose="020F0502020204030204" pitchFamily="34" charset="0"/>
                <a:cs typeface="Calibri" panose="020F0502020204030204" pitchFamily="34" charset="0"/>
              </a:rPr>
              <a:t>Language:</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English</a:t>
            </a:r>
          </a:p>
          <a:p>
            <a:pPr marL="287338" indent="-287338">
              <a:lnSpc>
                <a:spcPct val="120000"/>
              </a:lnSpc>
              <a:spcBef>
                <a:spcPts val="200"/>
              </a:spcBef>
              <a:buClr>
                <a:schemeClr val="tx2"/>
              </a:buClr>
              <a:buSzPct val="100000"/>
              <a:buFont typeface="Arial" panose="020B0604020202020204" pitchFamily="34" charset="0"/>
              <a:buChar char="•"/>
            </a:pPr>
            <a:endParaRPr lang="zh-CN" altLang="en-US" sz="200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BEB0F86-4B8D-6141-E887-63EB964CF62E}"/>
              </a:ext>
            </a:extLst>
          </p:cNvPr>
          <p:cNvSpPr>
            <a:spLocks noGrp="1"/>
          </p:cNvSpPr>
          <p:nvPr>
            <p:ph type="sldNum" sz="quarter" idx="10"/>
          </p:nvPr>
        </p:nvSpPr>
        <p:spPr/>
        <p:txBody>
          <a:bodyPr/>
          <a:lstStyle/>
          <a:p>
            <a:fld id="{89006F1E-66CD-4A4B-9370-B4A3080F0E6C}" type="slidenum">
              <a:rPr lang="en-US" smtClean="0"/>
              <a:pPr/>
              <a:t>12</a:t>
            </a:fld>
            <a:endParaRPr lang="en-US"/>
          </a:p>
        </p:txBody>
      </p:sp>
      <p:sp>
        <p:nvSpPr>
          <p:cNvPr id="5" name="Footer Placeholder 4">
            <a:extLst>
              <a:ext uri="{FF2B5EF4-FFF2-40B4-BE49-F238E27FC236}">
                <a16:creationId xmlns:a16="http://schemas.microsoft.com/office/drawing/2014/main" id="{B57FEEE5-F6B6-DED9-C759-535E3C12F70D}"/>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2" name="Picture 1" descr="A red and black logo&#10;&#10;Description automatically generated">
            <a:extLst>
              <a:ext uri="{FF2B5EF4-FFF2-40B4-BE49-F238E27FC236}">
                <a16:creationId xmlns:a16="http://schemas.microsoft.com/office/drawing/2014/main" id="{353B4C34-2C04-AF21-79C8-B8CFBCEC9ECF}"/>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21028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716F2F4-D600-CC8E-2099-C363D3EF33F6}"/>
              </a:ext>
            </a:extLst>
          </p:cNvPr>
          <p:cNvGrpSpPr/>
          <p:nvPr/>
        </p:nvGrpSpPr>
        <p:grpSpPr>
          <a:xfrm>
            <a:off x="7721529" y="0"/>
            <a:ext cx="1193870" cy="520820"/>
            <a:chOff x="-20628" y="0"/>
            <a:chExt cx="2488951" cy="1085792"/>
          </a:xfrm>
        </p:grpSpPr>
        <p:sp>
          <p:nvSpPr>
            <p:cNvPr id="35" name="Parallelogram 34">
              <a:extLst>
                <a:ext uri="{FF2B5EF4-FFF2-40B4-BE49-F238E27FC236}">
                  <a16:creationId xmlns:a16="http://schemas.microsoft.com/office/drawing/2014/main" id="{3ACA8CA7-B95F-0F24-D45D-9E0659F2CFFC}"/>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36" name="Picture 35">
              <a:extLst>
                <a:ext uri="{FF2B5EF4-FFF2-40B4-BE49-F238E27FC236}">
                  <a16:creationId xmlns:a16="http://schemas.microsoft.com/office/drawing/2014/main" id="{5ED66F49-E4F3-3EFA-8EBC-53AD494BB04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4" name="TextBox 3">
            <a:extLst>
              <a:ext uri="{FF2B5EF4-FFF2-40B4-BE49-F238E27FC236}">
                <a16:creationId xmlns:a16="http://schemas.microsoft.com/office/drawing/2014/main" id="{114474FE-78BC-D3ED-A8DF-F2B7D3A28B7A}"/>
              </a:ext>
            </a:extLst>
          </p:cNvPr>
          <p:cNvSpPr txBox="1"/>
          <p:nvPr/>
        </p:nvSpPr>
        <p:spPr>
          <a:xfrm>
            <a:off x="302683" y="644291"/>
            <a:ext cx="4970656" cy="3426579"/>
          </a:xfrm>
          <a:prstGeom prst="rect">
            <a:avLst/>
          </a:prstGeom>
          <a:noFill/>
        </p:spPr>
        <p:txBody>
          <a:bodyPr wrap="square">
            <a:spAutoFit/>
          </a:bodyPr>
          <a:lstStyle/>
          <a:p>
            <a:pPr>
              <a:lnSpc>
                <a:spcPct val="150000"/>
              </a:lnSpc>
            </a:pPr>
            <a:r>
              <a:rPr lang="en-GB" altLang="zh-CN" sz="1600" b="1">
                <a:effectLst/>
                <a:latin typeface="Calibri" panose="020F0502020204030204" pitchFamily="34" charset="0"/>
                <a:ea typeface="MS PGothic" panose="020B0600070205080204" pitchFamily="34" charset="-128"/>
                <a:cs typeface="Calibri" panose="020F0502020204030204" pitchFamily="34" charset="0"/>
              </a:rPr>
              <a:t>Waterfall for Pilot Phase A</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Requirement gathering for Pilot phase A and B with Dragon and Global team</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Design and Implementation</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SIT and UAT</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Go live and post go live support</a:t>
            </a:r>
            <a:endParaRPr lang="en-GB" altLang="zh-CN" sz="1300" b="1">
              <a:effectLst/>
              <a:latin typeface="Calibri" panose="020F0502020204030204" pitchFamily="34" charset="0"/>
              <a:ea typeface="MS PGothic" panose="020B0600070205080204" pitchFamily="34" charset="-128"/>
              <a:cs typeface="Calibri" panose="020F0502020204030204" pitchFamily="34" charset="0"/>
            </a:endParaRPr>
          </a:p>
          <a:p>
            <a:pPr>
              <a:lnSpc>
                <a:spcPct val="150000"/>
              </a:lnSpc>
            </a:pPr>
            <a:endParaRPr lang="en-GB" altLang="zh-CN" sz="1600" b="1">
              <a:effectLst/>
              <a:latin typeface="Calibri" panose="020F0502020204030204" pitchFamily="34" charset="0"/>
              <a:ea typeface="MS PGothic" panose="020B0600070205080204" pitchFamily="34" charset="-128"/>
              <a:cs typeface="Calibri" panose="020F0502020204030204" pitchFamily="34" charset="0"/>
            </a:endParaRPr>
          </a:p>
          <a:p>
            <a:pPr>
              <a:lnSpc>
                <a:spcPct val="150000"/>
              </a:lnSpc>
            </a:pPr>
            <a:r>
              <a:rPr lang="en-GB" altLang="zh-CN" sz="1600" b="1">
                <a:effectLst/>
                <a:latin typeface="Calibri" panose="020F0502020204030204" pitchFamily="34" charset="0"/>
                <a:ea typeface="MS PGothic" panose="020B0600070205080204" pitchFamily="34" charset="-128"/>
                <a:cs typeface="Calibri" panose="020F0502020204030204" pitchFamily="34" charset="0"/>
              </a:rPr>
              <a:t>Hybrid Agile for Pilot Phase B</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Sprints will commence after the Requirement finalization</a:t>
            </a:r>
            <a:r>
              <a:rPr lang="en-GB" altLang="zh-CN" sz="1300">
                <a:latin typeface="Calibri" panose="020F0502020204030204" pitchFamily="34" charset="0"/>
                <a:cs typeface="Calibri" panose="020F0502020204030204" pitchFamily="34" charset="0"/>
              </a:rPr>
              <a:t> </a:t>
            </a:r>
          </a:p>
          <a:p>
            <a:pPr marL="287338" marR="60325" indent="-287338">
              <a:buClr>
                <a:schemeClr val="tx2"/>
              </a:buClr>
              <a:buSzPct val="100000"/>
              <a:buFont typeface="Arial" panose="020B0604020202020204" pitchFamily="34" charset="0"/>
              <a:buChar char="•"/>
            </a:pPr>
            <a:r>
              <a:rPr lang="en-GB" altLang="zh-CN" sz="1300">
                <a:latin typeface="Calibri" panose="020F0502020204030204" pitchFamily="34" charset="0"/>
                <a:cs typeface="Calibri" panose="020F0502020204030204" pitchFamily="34" charset="0"/>
              </a:rPr>
              <a:t>Sprint Planning - review of the product backlog &amp; Sprint Backlog</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Daily Scrum - Summarize focus and goals</a:t>
            </a:r>
          </a:p>
          <a:p>
            <a:pPr marL="287338" marR="60325" indent="-287338">
              <a:buClr>
                <a:schemeClr val="tx2"/>
              </a:buClr>
              <a:buSzPct val="100000"/>
              <a:buFont typeface="Arial" panose="020B0604020202020204" pitchFamily="34" charset="0"/>
              <a:buChar char="•"/>
            </a:pPr>
            <a:r>
              <a:rPr lang="en-GB" altLang="zh-CN" sz="1300">
                <a:latin typeface="Calibri" panose="020F0502020204030204" pitchFamily="34" charset="0"/>
                <a:cs typeface="Calibri" panose="020F0502020204030204" pitchFamily="34" charset="0"/>
              </a:rPr>
              <a:t>Sprint Review</a:t>
            </a:r>
            <a:r>
              <a:rPr lang="en-US" altLang="zh-CN" sz="1300">
                <a:latin typeface="Calibri" panose="020F0502020204030204" pitchFamily="34" charset="0"/>
                <a:cs typeface="Calibri" panose="020F0502020204030204" pitchFamily="34" charset="0"/>
              </a:rPr>
              <a:t> – presentation/</a:t>
            </a:r>
            <a:r>
              <a:rPr lang="en-GB" altLang="zh-CN" sz="1300">
                <a:latin typeface="Calibri" panose="020F0502020204030204" pitchFamily="34" charset="0"/>
                <a:cs typeface="Calibri" panose="020F0502020204030204" pitchFamily="34" charset="0"/>
              </a:rPr>
              <a:t> demonstration of completed work</a:t>
            </a:r>
          </a:p>
          <a:p>
            <a:pPr marL="287338" marR="60325" indent="-287338">
              <a:buClr>
                <a:schemeClr val="tx2"/>
              </a:buClr>
              <a:buSzPct val="100000"/>
              <a:buFont typeface="Arial" panose="020B0604020202020204" pitchFamily="34" charset="0"/>
              <a:buChar char="•"/>
            </a:pPr>
            <a:r>
              <a:rPr lang="en-GB" altLang="zh-CN" sz="1300">
                <a:latin typeface="Calibri" panose="020F0502020204030204" pitchFamily="34" charset="0"/>
                <a:cs typeface="Calibri" panose="020F0502020204030204" pitchFamily="34" charset="0"/>
              </a:rPr>
              <a:t>Sprint Retrospective – for continual improvement</a:t>
            </a:r>
          </a:p>
          <a:p>
            <a:pPr marL="287338" marR="60325" indent="-287338">
              <a:spcBef>
                <a:spcPts val="200"/>
              </a:spcBef>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Henkel's DevOps will be used to manage Epics and Story points</a:t>
            </a:r>
            <a:endParaRPr lang="en-GB" altLang="zh-CN" sz="130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022EDA01-ADA9-F4A3-D632-8A5ED84EC756}"/>
              </a:ext>
            </a:extLst>
          </p:cNvPr>
          <p:cNvPicPr>
            <a:picLocks noChangeAspect="1"/>
          </p:cNvPicPr>
          <p:nvPr/>
        </p:nvPicPr>
        <p:blipFill>
          <a:blip r:embed="rId4"/>
          <a:stretch>
            <a:fillRect/>
          </a:stretch>
        </p:blipFill>
        <p:spPr>
          <a:xfrm>
            <a:off x="5715866" y="520819"/>
            <a:ext cx="2620060" cy="2140645"/>
          </a:xfrm>
          <a:prstGeom prst="rect">
            <a:avLst/>
          </a:prstGeom>
        </p:spPr>
      </p:pic>
      <p:pic>
        <p:nvPicPr>
          <p:cNvPr id="11" name="Picture 10" descr="A diagram of a software development process&#10;&#10;Description automatically generated">
            <a:extLst>
              <a:ext uri="{FF2B5EF4-FFF2-40B4-BE49-F238E27FC236}">
                <a16:creationId xmlns:a16="http://schemas.microsoft.com/office/drawing/2014/main" id="{A7BEE95B-55C1-6190-5783-96C1D8D279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73339" y="2785919"/>
            <a:ext cx="3747944" cy="1873972"/>
          </a:xfrm>
          <a:prstGeom prst="rect">
            <a:avLst/>
          </a:prstGeom>
        </p:spPr>
      </p:pic>
      <p:sp>
        <p:nvSpPr>
          <p:cNvPr id="10" name="Title 9">
            <a:extLst>
              <a:ext uri="{FF2B5EF4-FFF2-40B4-BE49-F238E27FC236}">
                <a16:creationId xmlns:a16="http://schemas.microsoft.com/office/drawing/2014/main" id="{1BE70193-A83C-F63C-5E3F-C292737C8FA2}"/>
              </a:ext>
            </a:extLst>
          </p:cNvPr>
          <p:cNvSpPr>
            <a:spLocks noGrp="1"/>
          </p:cNvSpPr>
          <p:nvPr>
            <p:ph type="title"/>
          </p:nvPr>
        </p:nvSpPr>
        <p:spPr>
          <a:xfrm>
            <a:off x="302683" y="151229"/>
            <a:ext cx="7315200" cy="285751"/>
          </a:xfrm>
        </p:spPr>
        <p:txBody>
          <a:bodyPr/>
          <a:lstStyle/>
          <a:p>
            <a:r>
              <a:rPr lang="en-US" altLang="zh-CN">
                <a:ea typeface="Calibri" panose="020F0502020204030204" pitchFamily="34" charset="0"/>
                <a:cs typeface="Calibri" panose="020F0502020204030204" pitchFamily="34" charset="0"/>
              </a:rPr>
              <a:t>Project Execution Methodology and Tools</a:t>
            </a:r>
            <a:endParaRPr lang="en-US"/>
          </a:p>
        </p:txBody>
      </p:sp>
      <p:sp>
        <p:nvSpPr>
          <p:cNvPr id="12" name="Slide Number Placeholder 11">
            <a:extLst>
              <a:ext uri="{FF2B5EF4-FFF2-40B4-BE49-F238E27FC236}">
                <a16:creationId xmlns:a16="http://schemas.microsoft.com/office/drawing/2014/main" id="{16B699C0-369F-E5A6-3985-14FDA066752C}"/>
              </a:ext>
            </a:extLst>
          </p:cNvPr>
          <p:cNvSpPr>
            <a:spLocks noGrp="1"/>
          </p:cNvSpPr>
          <p:nvPr>
            <p:ph type="sldNum" sz="quarter" idx="10"/>
          </p:nvPr>
        </p:nvSpPr>
        <p:spPr/>
        <p:txBody>
          <a:bodyPr/>
          <a:lstStyle/>
          <a:p>
            <a:fld id="{89006F1E-66CD-4A4B-9370-B4A3080F0E6C}" type="slidenum">
              <a:rPr lang="en-US" smtClean="0"/>
              <a:pPr/>
              <a:t>13</a:t>
            </a:fld>
            <a:endParaRPr lang="en-US"/>
          </a:p>
        </p:txBody>
      </p:sp>
      <p:sp>
        <p:nvSpPr>
          <p:cNvPr id="13" name="Footer Placeholder 12">
            <a:extLst>
              <a:ext uri="{FF2B5EF4-FFF2-40B4-BE49-F238E27FC236}">
                <a16:creationId xmlns:a16="http://schemas.microsoft.com/office/drawing/2014/main" id="{0A1676CF-1D85-9845-8816-67E68CD7052E}"/>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3" name="Picture 2" descr="A red and black logo&#10;&#10;Description automatically generated">
            <a:extLst>
              <a:ext uri="{FF2B5EF4-FFF2-40B4-BE49-F238E27FC236}">
                <a16:creationId xmlns:a16="http://schemas.microsoft.com/office/drawing/2014/main" id="{6CCCE00E-3DCC-5407-C192-3F7FB484B34C}"/>
              </a:ext>
            </a:extLst>
          </p:cNvPr>
          <p:cNvPicPr>
            <a:picLocks noChangeAspect="1"/>
          </p:cNvPicPr>
          <p:nvPr/>
        </p:nvPicPr>
        <p:blipFill>
          <a:blip r:embed="rId6"/>
          <a:stretch>
            <a:fillRect/>
          </a:stretch>
        </p:blipFill>
        <p:spPr>
          <a:xfrm>
            <a:off x="6587015" y="0"/>
            <a:ext cx="1020250" cy="529241"/>
          </a:xfrm>
          <a:prstGeom prst="rect">
            <a:avLst/>
          </a:prstGeom>
        </p:spPr>
      </p:pic>
    </p:spTree>
    <p:extLst>
      <p:ext uri="{BB962C8B-B14F-4D97-AF65-F5344CB8AC3E}">
        <p14:creationId xmlns:p14="http://schemas.microsoft.com/office/powerpoint/2010/main" val="1089217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zh-CN">
                <a:ea typeface="Calibri" panose="020F0502020204030204" pitchFamily="34" charset="0"/>
                <a:cs typeface="Calibri" panose="020F0502020204030204" pitchFamily="34" charset="0"/>
              </a:rPr>
              <a:t>Key Challenges</a:t>
            </a:r>
            <a:endParaRPr lang="en-US">
              <a:ea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4294967295"/>
          </p:nvPr>
        </p:nvSpPr>
        <p:spPr>
          <a:xfrm>
            <a:off x="0" y="4914900"/>
            <a:ext cx="228600" cy="228600"/>
          </a:xfrm>
        </p:spPr>
        <p:txBody>
          <a:bodyPr/>
          <a:lstStyle/>
          <a:p>
            <a:pPr>
              <a:defRPr/>
            </a:pPr>
            <a:fld id="{E12E431E-6E29-4A3B-B2C3-E4F3672764E2}" type="slidenum">
              <a:rPr lang="en-US" smtClean="0"/>
              <a:t>14</a:t>
            </a:fld>
            <a:endParaRPr lang="en-US"/>
          </a:p>
        </p:txBody>
      </p:sp>
      <p:graphicFrame>
        <p:nvGraphicFramePr>
          <p:cNvPr id="2" name="Table 1">
            <a:extLst>
              <a:ext uri="{FF2B5EF4-FFF2-40B4-BE49-F238E27FC236}">
                <a16:creationId xmlns:a16="http://schemas.microsoft.com/office/drawing/2014/main" id="{00EDEA05-29B5-4094-4839-A15CBE718E16}"/>
              </a:ext>
            </a:extLst>
          </p:cNvPr>
          <p:cNvGraphicFramePr>
            <a:graphicFrameLocks noGrp="1"/>
          </p:cNvGraphicFramePr>
          <p:nvPr>
            <p:extLst>
              <p:ext uri="{D42A27DB-BD31-4B8C-83A1-F6EECF244321}">
                <p14:modId xmlns:p14="http://schemas.microsoft.com/office/powerpoint/2010/main" val="461786688"/>
              </p:ext>
            </p:extLst>
          </p:nvPr>
        </p:nvGraphicFramePr>
        <p:xfrm>
          <a:off x="239109" y="537220"/>
          <a:ext cx="8668407" cy="4329201"/>
        </p:xfrm>
        <a:graphic>
          <a:graphicData uri="http://schemas.openxmlformats.org/drawingml/2006/table">
            <a:tbl>
              <a:tblPr firstRow="1" bandRow="1">
                <a:tableStyleId>{5C22544A-7EE6-4342-B048-85BDC9FD1C3A}</a:tableStyleId>
              </a:tblPr>
              <a:tblGrid>
                <a:gridCol w="441205">
                  <a:extLst>
                    <a:ext uri="{9D8B030D-6E8A-4147-A177-3AD203B41FA5}">
                      <a16:colId xmlns:a16="http://schemas.microsoft.com/office/drawing/2014/main" val="4279988382"/>
                    </a:ext>
                  </a:extLst>
                </a:gridCol>
                <a:gridCol w="3182238">
                  <a:extLst>
                    <a:ext uri="{9D8B030D-6E8A-4147-A177-3AD203B41FA5}">
                      <a16:colId xmlns:a16="http://schemas.microsoft.com/office/drawing/2014/main" val="3467201292"/>
                    </a:ext>
                  </a:extLst>
                </a:gridCol>
                <a:gridCol w="3586655">
                  <a:extLst>
                    <a:ext uri="{9D8B030D-6E8A-4147-A177-3AD203B41FA5}">
                      <a16:colId xmlns:a16="http://schemas.microsoft.com/office/drawing/2014/main" val="3065760845"/>
                    </a:ext>
                  </a:extLst>
                </a:gridCol>
                <a:gridCol w="1458309">
                  <a:extLst>
                    <a:ext uri="{9D8B030D-6E8A-4147-A177-3AD203B41FA5}">
                      <a16:colId xmlns:a16="http://schemas.microsoft.com/office/drawing/2014/main" val="195767559"/>
                    </a:ext>
                  </a:extLst>
                </a:gridCol>
              </a:tblGrid>
              <a:tr h="171541">
                <a:tc>
                  <a:txBody>
                    <a:bodyPr/>
                    <a:lstStyle/>
                    <a:p>
                      <a:r>
                        <a:rPr lang="en-US" sz="1200">
                          <a:latin typeface="Calibri" panose="020F0502020204030204" pitchFamily="34" charset="0"/>
                          <a:cs typeface="Calibri" panose="020F0502020204030204" pitchFamily="34" charset="0"/>
                        </a:rPr>
                        <a:t>No.</a:t>
                      </a:r>
                    </a:p>
                  </a:txBody>
                  <a:tcPr/>
                </a:tc>
                <a:tc>
                  <a:txBody>
                    <a:bodyPr/>
                    <a:lstStyle/>
                    <a:p>
                      <a:r>
                        <a:rPr lang="en-US" sz="1200">
                          <a:latin typeface="Calibri" panose="020F0502020204030204" pitchFamily="34" charset="0"/>
                          <a:cs typeface="Calibri" panose="020F0502020204030204" pitchFamily="34" charset="0"/>
                        </a:rPr>
                        <a:t>Description</a:t>
                      </a:r>
                    </a:p>
                  </a:txBody>
                  <a:tcPr/>
                </a:tc>
                <a:tc>
                  <a:txBody>
                    <a:bodyPr/>
                    <a:lstStyle/>
                    <a:p>
                      <a:r>
                        <a:rPr lang="en-US" sz="1200">
                          <a:latin typeface="Calibri" panose="020F0502020204030204" pitchFamily="34" charset="0"/>
                          <a:cs typeface="Calibri" panose="020F0502020204030204" pitchFamily="34" charset="0"/>
                        </a:rPr>
                        <a:t>Mitigation</a:t>
                      </a:r>
                    </a:p>
                  </a:txBody>
                  <a:tcPr/>
                </a:tc>
                <a:tc>
                  <a:txBody>
                    <a:bodyPr/>
                    <a:lstStyle/>
                    <a:p>
                      <a:r>
                        <a:rPr lang="en-US" sz="1200">
                          <a:latin typeface="Calibri" panose="020F0502020204030204" pitchFamily="34" charset="0"/>
                          <a:cs typeface="Calibri" panose="020F0502020204030204" pitchFamily="34" charset="0"/>
                        </a:rPr>
                        <a:t>Responsibility</a:t>
                      </a:r>
                    </a:p>
                  </a:txBody>
                  <a:tcPr/>
                </a:tc>
                <a:extLst>
                  <a:ext uri="{0D108BD9-81ED-4DB2-BD59-A6C34878D82A}">
                    <a16:rowId xmlns:a16="http://schemas.microsoft.com/office/drawing/2014/main" val="1528607707"/>
                  </a:ext>
                </a:extLst>
              </a:tr>
              <a:tr h="35829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cs typeface="Calibri" panose="020F0502020204030204" pitchFamily="34" charset="0"/>
                        </a:rPr>
                        <a:t>1</a:t>
                      </a:r>
                      <a:endParaRPr lang="en-US" sz="120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lvl="0" indent="0" defTabSz="685800">
                        <a:lnSpc>
                          <a:spcPct val="120000"/>
                        </a:lnSpc>
                        <a:spcBef>
                          <a:spcPts val="150"/>
                        </a:spcBef>
                        <a:buClr>
                          <a:schemeClr val="tx2"/>
                        </a:buClr>
                        <a:buSzPct val="100000"/>
                        <a:buFont typeface="Arial" panose="020B0604020202020204" pitchFamily="34" charset="0"/>
                        <a:buNone/>
                      </a:pPr>
                      <a:r>
                        <a:rPr lang="en-US" altLang="zh-CN" sz="1050">
                          <a:latin typeface="Calibri" panose="020F0502020204030204" pitchFamily="34" charset="0"/>
                          <a:cs typeface="Calibri" panose="020F0502020204030204" pitchFamily="34" charset="0"/>
                        </a:rPr>
                        <a:t>Excessive customization requirements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kern="1200">
                          <a:solidFill>
                            <a:schemeClr val="dk1"/>
                          </a:solidFill>
                          <a:latin typeface="Calibri" panose="020F0502020204030204" pitchFamily="34" charset="0"/>
                          <a:ea typeface="+mn-ea"/>
                          <a:cs typeface="Calibri" panose="020F0502020204030204" pitchFamily="34" charset="0"/>
                        </a:rPr>
                        <a:t>Strictly control the number of customization requests. Explore reasonable overall requirements that can accommodate both local and group needs.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kern="1200">
                          <a:solidFill>
                            <a:schemeClr val="dk1"/>
                          </a:solidFill>
                          <a:latin typeface="Calibri" panose="020F0502020204030204" pitchFamily="34" charset="0"/>
                          <a:ea typeface="+mn-ea"/>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1843804846"/>
                  </a:ext>
                </a:extLst>
              </a:tr>
              <a:tr h="39911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cs typeface="Calibri" panose="020F0502020204030204" pitchFamily="34" charset="0"/>
                        </a:rPr>
                        <a:t>2</a:t>
                      </a:r>
                      <a:endParaRPr lang="en-US" sz="120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lvl="0" indent="0" algn="l" defTabSz="685800" rtl="0" eaLnBrk="1" latinLnBrk="0" hangingPunct="1">
                        <a:lnSpc>
                          <a:spcPct val="120000"/>
                        </a:lnSpc>
                        <a:spcBef>
                          <a:spcPts val="150"/>
                        </a:spcBef>
                        <a:buClr>
                          <a:schemeClr val="tx2"/>
                        </a:buClr>
                        <a:buSzPct val="100000"/>
                        <a:buFont typeface="Arial" panose="020B0604020202020204" pitchFamily="34" charset="0"/>
                        <a:buNone/>
                      </a:pPr>
                      <a:r>
                        <a:rPr lang="en-US" altLang="zh-CN" sz="1050" kern="1200">
                          <a:solidFill>
                            <a:schemeClr val="dk1"/>
                          </a:solidFill>
                          <a:latin typeface="Calibri" panose="020F0502020204030204" pitchFamily="34" charset="0"/>
                          <a:ea typeface="+mn-ea"/>
                          <a:cs typeface="Calibri" panose="020F0502020204030204" pitchFamily="34" charset="0"/>
                        </a:rPr>
                        <a:t>Communication challenges between local and global group teams</a:t>
                      </a:r>
                    </a:p>
                  </a:txBody>
                  <a:tcPr marL="43261" marR="43261" marT="0" marB="0" anchor="ctr"/>
                </a:tc>
                <a:tc>
                  <a:txBody>
                    <a:body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ltLang="zh-CN" sz="1050" kern="1200">
                          <a:solidFill>
                            <a:schemeClr val="dk1"/>
                          </a:solidFill>
                          <a:latin typeface="Calibri" panose="020F0502020204030204" pitchFamily="34" charset="0"/>
                          <a:ea typeface="+mn-ea"/>
                          <a:cs typeface="Calibri" panose="020F0502020204030204" pitchFamily="34" charset="0"/>
                        </a:rPr>
                        <a:t>Establish effective communication mechanisms to facilitate smooth communication between local and group teams.</a:t>
                      </a:r>
                    </a:p>
                  </a:txBody>
                  <a:tcPr marL="43261" marR="43261" marT="0" marB="0" anchor="ctr"/>
                </a:tc>
                <a:tc>
                  <a:txBody>
                    <a:body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2386590131"/>
                  </a:ext>
                </a:extLst>
              </a:tr>
              <a:tr h="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ea typeface="+mn-ea"/>
                          <a:cs typeface="Calibri" panose="020F0502020204030204" pitchFamily="34" charset="0"/>
                        </a:rPr>
                        <a:t>3</a:t>
                      </a:r>
                    </a:p>
                  </a:txBody>
                  <a:tcPr marL="43261" marR="43261" marT="0" marB="0" anchor="ctr"/>
                </a:tc>
                <a:tc>
                  <a:txBody>
                    <a:bodyPr/>
                    <a:lstStyle/>
                    <a:p>
                      <a:pPr marL="0" lvl="0" indent="0" defTabSz="685800">
                        <a:lnSpc>
                          <a:spcPct val="120000"/>
                        </a:lnSpc>
                        <a:spcBef>
                          <a:spcPts val="150"/>
                        </a:spcBef>
                        <a:buClr>
                          <a:schemeClr val="tx2"/>
                        </a:buClr>
                        <a:buSzPct val="100000"/>
                        <a:buFont typeface="Arial" panose="020B0604020202020204" pitchFamily="34" charset="0"/>
                        <a:buNone/>
                      </a:pPr>
                      <a:r>
                        <a:rPr lang="en-US" altLang="zh-CN" sz="1050">
                          <a:latin typeface="Calibri" panose="020F0502020204030204" pitchFamily="34" charset="0"/>
                          <a:cs typeface="Calibri" panose="020F0502020204030204" pitchFamily="34" charset="0"/>
                        </a:rPr>
                        <a:t>After the requirements finalization, the project scope may experience periodic changes due to new change requests</a:t>
                      </a:r>
                    </a:p>
                  </a:txBody>
                  <a:tcPr marL="43261" marR="43261" marT="0" marB="0" anchor="ctr"/>
                </a:tc>
                <a:tc>
                  <a:txBody>
                    <a:bodyPr/>
                    <a:lstStyle/>
                    <a:p>
                      <a:pPr marL="0" lvl="0" indent="0" defTabSz="685800">
                        <a:lnSpc>
                          <a:spcPct val="120000"/>
                        </a:lnSpc>
                        <a:spcBef>
                          <a:spcPts val="150"/>
                        </a:spcBef>
                        <a:buClr>
                          <a:schemeClr val="tx2"/>
                        </a:buClr>
                        <a:buSzPct val="100000"/>
                        <a:buFont typeface="Arial" panose="020B0604020202020204" pitchFamily="34" charset="0"/>
                        <a:buNone/>
                      </a:pPr>
                      <a:r>
                        <a:rPr lang="en-US" altLang="zh-CN" sz="1050" kern="1200">
                          <a:solidFill>
                            <a:schemeClr val="dk1"/>
                          </a:solidFill>
                          <a:latin typeface="Calibri" panose="020F0502020204030204" pitchFamily="34" charset="0"/>
                          <a:ea typeface="+mn-ea"/>
                          <a:cs typeface="Calibri" panose="020F0502020204030204" pitchFamily="34" charset="0"/>
                        </a:rPr>
                        <a:t>Provide detailed and comprehensive requirements descriptions. the requirement gathering phase will be divided into modules and confirmed separately, one module at a time.</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3993730422"/>
                  </a:ext>
                </a:extLst>
              </a:tr>
              <a:tr h="39911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cs typeface="Calibri" panose="020F0502020204030204" pitchFamily="34" charset="0"/>
                        </a:rPr>
                        <a:t>4</a:t>
                      </a:r>
                      <a:endParaRPr lang="en-US" sz="120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lvl="0" indent="0" defTabSz="685800">
                        <a:lnSpc>
                          <a:spcPct val="120000"/>
                        </a:lnSpc>
                        <a:spcBef>
                          <a:spcPts val="150"/>
                        </a:spcBef>
                        <a:buClr>
                          <a:schemeClr val="tx2"/>
                        </a:buClr>
                        <a:buSzPct val="100000"/>
                        <a:buFont typeface="Arial" panose="020B0604020202020204" pitchFamily="34" charset="0"/>
                        <a:buNone/>
                      </a:pPr>
                      <a:r>
                        <a:rPr lang="en-US" altLang="zh-CN" sz="1050">
                          <a:latin typeface="Calibri" panose="020F0502020204030204" pitchFamily="34" charset="0"/>
                          <a:cs typeface="Calibri" panose="020F0502020204030204" pitchFamily="34" charset="0"/>
                        </a:rPr>
                        <a:t>Frequent adjustments to project work have a negative impact on the quality of deliverables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mn-ea"/>
                          <a:cs typeface="Calibri" panose="020F0502020204030204" pitchFamily="34" charset="0"/>
                        </a:rPr>
                        <a:t>Detailed evaluations need to be conducted for all changes in project progress.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1545395992"/>
                  </a:ext>
                </a:extLst>
              </a:tr>
              <a:tr h="39911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cs typeface="Calibri" panose="020F0502020204030204" pitchFamily="34" charset="0"/>
                        </a:rPr>
                        <a:t>5</a:t>
                      </a:r>
                      <a:endParaRPr lang="en-US" sz="120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ltLang="zh-CN" sz="1050">
                          <a:latin typeface="Calibri" panose="020F0502020204030204" pitchFamily="34" charset="0"/>
                          <a:cs typeface="Calibri" panose="020F0502020204030204" pitchFamily="34" charset="0"/>
                        </a:rPr>
                        <a:t>In order to meet the deadline for the Go Live, testing was rushed, which ultimately affected the quality</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mn-ea"/>
                          <a:cs typeface="Calibri" panose="020F0502020204030204" pitchFamily="34" charset="0"/>
                        </a:rPr>
                        <a:t>After both project managers have confirmed the impact, it is necessary to submit the decision to the project management for approval.</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3766977675"/>
                  </a:ext>
                </a:extLst>
              </a:tr>
              <a:tr h="35829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cs typeface="Calibri" panose="020F0502020204030204" pitchFamily="34" charset="0"/>
                        </a:rPr>
                        <a:t>6</a:t>
                      </a:r>
                      <a:endParaRPr lang="en-US" sz="120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Changes and deviations have occurred during the testing phase</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mn-ea"/>
                          <a:cs typeface="Calibri" panose="020F0502020204030204" pitchFamily="34" charset="0"/>
                        </a:rPr>
                        <a:t>Deviations need to be tracked and reported in real-time based on the level of involvement</a:t>
                      </a:r>
                    </a:p>
                    <a:p>
                      <a:pPr marL="0" marR="0" lvl="0" indent="0" algn="l" defTabSz="914400" rtl="0" eaLnBrk="1" fontAlgn="auto" latinLnBrk="0" hangingPunct="1">
                        <a:lnSpc>
                          <a:spcPct val="107000"/>
                        </a:lnSpc>
                        <a:spcBef>
                          <a:spcPts val="0"/>
                        </a:spcBef>
                        <a:spcAft>
                          <a:spcPts val="0"/>
                        </a:spcAft>
                        <a:buClrTx/>
                        <a:buSzTx/>
                        <a:buFontTx/>
                        <a:buNone/>
                        <a:tabLst/>
                        <a:defRPr/>
                      </a:pPr>
                      <a:endParaRPr lang="en-US" sz="105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129276800"/>
                  </a:ext>
                </a:extLst>
              </a:tr>
              <a:tr h="235908">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ea typeface="+mn-ea"/>
                          <a:cs typeface="Calibri" panose="020F0502020204030204" pitchFamily="34" charset="0"/>
                        </a:rPr>
                        <a:t>7</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 quality of static data collection varies significantly</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mn-ea"/>
                          <a:cs typeface="Calibri" panose="020F0502020204030204" pitchFamily="34" charset="0"/>
                        </a:rPr>
                        <a:t>User resources need to be confirmed in advance</a:t>
                      </a:r>
                    </a:p>
                    <a:p>
                      <a:pPr marL="0" marR="0" lvl="0" indent="0" algn="l" defTabSz="914400" rtl="0" eaLnBrk="1" fontAlgn="auto" latinLnBrk="0" hangingPunct="1">
                        <a:lnSpc>
                          <a:spcPct val="107000"/>
                        </a:lnSpc>
                        <a:spcBef>
                          <a:spcPts val="0"/>
                        </a:spcBef>
                        <a:spcAft>
                          <a:spcPts val="0"/>
                        </a:spcAft>
                        <a:buClrTx/>
                        <a:buSzTx/>
                        <a:buFontTx/>
                        <a:buNone/>
                        <a:tabLst/>
                        <a:defRPr/>
                      </a:pPr>
                      <a:endParaRPr lang="en-US" sz="105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2296354627"/>
                  </a:ext>
                </a:extLst>
              </a:tr>
              <a:tr h="235908">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ea typeface="+mn-ea"/>
                          <a:cs typeface="Calibri" panose="020F0502020204030204" pitchFamily="34" charset="0"/>
                        </a:rPr>
                        <a:t>8</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 workload on key resources which will create a bottleneck</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mn-ea"/>
                          <a:cs typeface="Calibri" panose="020F0502020204030204" pitchFamily="34" charset="0"/>
                        </a:rPr>
                        <a:t>Clear roles and responsibilities need to be assigned to business administrators and key users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2342600644"/>
                  </a:ext>
                </a:extLst>
              </a:tr>
              <a:tr h="35829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ea typeface="+mn-ea"/>
                          <a:cs typeface="Calibri" panose="020F0502020204030204" pitchFamily="34" charset="0"/>
                        </a:rPr>
                        <a:t>9</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Document review and approval</a:t>
                      </a:r>
                    </a:p>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cycle and time resulted in project delays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Follow shared document approach, changing linear review to simultaneous multi-person review, to save time, and an agreed review cycle</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Henkel</a:t>
                      </a:r>
                    </a:p>
                  </a:txBody>
                  <a:tcPr marL="43261" marR="43261" marT="0" marB="0" anchor="ctr"/>
                </a:tc>
                <a:extLst>
                  <a:ext uri="{0D108BD9-81ED-4DB2-BD59-A6C34878D82A}">
                    <a16:rowId xmlns:a16="http://schemas.microsoft.com/office/drawing/2014/main" val="3514137258"/>
                  </a:ext>
                </a:extLst>
              </a:tr>
            </a:tbl>
          </a:graphicData>
        </a:graphic>
      </p:graphicFrame>
      <p:pic>
        <p:nvPicPr>
          <p:cNvPr id="5" name="Picture 4" descr="A red and black logo&#10;&#10;Description automatically generated">
            <a:extLst>
              <a:ext uri="{FF2B5EF4-FFF2-40B4-BE49-F238E27FC236}">
                <a16:creationId xmlns:a16="http://schemas.microsoft.com/office/drawing/2014/main" id="{4165106D-4220-9F34-5ADF-BDAC16118703}"/>
              </a:ext>
            </a:extLst>
          </p:cNvPr>
          <p:cNvPicPr>
            <a:picLocks noChangeAspect="1"/>
          </p:cNvPicPr>
          <p:nvPr/>
        </p:nvPicPr>
        <p:blipFill>
          <a:blip r:embed="rId3"/>
          <a:stretch>
            <a:fillRect/>
          </a:stretch>
        </p:blipFill>
        <p:spPr>
          <a:xfrm>
            <a:off x="6587015" y="0"/>
            <a:ext cx="1020250" cy="529241"/>
          </a:xfrm>
          <a:prstGeom prst="rect">
            <a:avLst/>
          </a:prstGeom>
        </p:spPr>
      </p:pic>
      <p:sp>
        <p:nvSpPr>
          <p:cNvPr id="7" name="Footer Placeholder 12">
            <a:extLst>
              <a:ext uri="{FF2B5EF4-FFF2-40B4-BE49-F238E27FC236}">
                <a16:creationId xmlns:a16="http://schemas.microsoft.com/office/drawing/2014/main" id="{D296C8EF-3FDD-48D6-FFD8-494E912776D8}"/>
              </a:ext>
            </a:extLst>
          </p:cNvPr>
          <p:cNvSpPr txBox="1">
            <a:spLocks/>
          </p:cNvSpPr>
          <p:nvPr/>
        </p:nvSpPr>
        <p:spPr>
          <a:xfrm>
            <a:off x="228600" y="4914901"/>
            <a:ext cx="4343401"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ea typeface="MS PGothic" panose="020B0600070205080204" pitchFamily="34" charset="-128"/>
              </a:rPr>
              <a:t>Proprietary &amp; Confidential |  03 Jun 2024</a:t>
            </a:r>
          </a:p>
        </p:txBody>
      </p:sp>
    </p:spTree>
    <p:extLst>
      <p:ext uri="{BB962C8B-B14F-4D97-AF65-F5344CB8AC3E}">
        <p14:creationId xmlns:p14="http://schemas.microsoft.com/office/powerpoint/2010/main" val="374124877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800"/>
              </a:spcAft>
            </a:pPr>
            <a:r>
              <a:rPr lang="en-US" altLang="zh-CN" dirty="0">
                <a:solidFill>
                  <a:srgbClr val="FF0000"/>
                </a:solidFill>
                <a:ea typeface="Calibri" panose="020F0502020204030204" pitchFamily="34" charset="0"/>
                <a:cs typeface="Calibri" panose="020F0502020204030204" pitchFamily="34" charset="0"/>
              </a:rPr>
              <a:t>Communication Plan – Pilot Phase A</a:t>
            </a:r>
            <a:endParaRPr lang="zh-CN" altLang="zh-CN" dirty="0">
              <a:solidFill>
                <a:srgbClr val="FF0000"/>
              </a:solidFill>
              <a:cs typeface="Calibri" panose="020F0502020204030204" pitchFamily="34" charset="0"/>
            </a:endParaRPr>
          </a:p>
        </p:txBody>
      </p:sp>
      <p:sp>
        <p:nvSpPr>
          <p:cNvPr id="7" name="Text Placeholder 6">
            <a:extLst>
              <a:ext uri="{FF2B5EF4-FFF2-40B4-BE49-F238E27FC236}">
                <a16:creationId xmlns:a16="http://schemas.microsoft.com/office/drawing/2014/main" id="{D9FC07B4-61DF-9E9B-C92A-CAD5D58C7B64}"/>
              </a:ext>
            </a:extLst>
          </p:cNvPr>
          <p:cNvSpPr>
            <a:spLocks noGrp="1"/>
          </p:cNvSpPr>
          <p:nvPr>
            <p:ph type="body" sz="quarter" idx="12"/>
          </p:nvPr>
        </p:nvSpPr>
        <p:spPr/>
        <p:txBody>
          <a:bodyPr/>
          <a:lstStyle/>
          <a:p>
            <a:endParaRPr lang="en-US"/>
          </a:p>
        </p:txBody>
      </p:sp>
      <p:sp>
        <p:nvSpPr>
          <p:cNvPr id="6" name="Slide Number Placeholder 5"/>
          <p:cNvSpPr>
            <a:spLocks noGrp="1"/>
          </p:cNvSpPr>
          <p:nvPr>
            <p:ph type="sldNum" sz="quarter" idx="10"/>
          </p:nvPr>
        </p:nvSpPr>
        <p:spPr/>
        <p:txBody>
          <a:bodyPr/>
          <a:lstStyle/>
          <a:p>
            <a:fld id="{89006F1E-66CD-4A4B-9370-B4A3080F0E6C}" type="slidenum">
              <a:rPr lang="en-US" smtClean="0"/>
              <a:t>15</a:t>
            </a:fld>
            <a:endParaRPr lang="en-US"/>
          </a:p>
        </p:txBody>
      </p:sp>
      <p:graphicFrame>
        <p:nvGraphicFramePr>
          <p:cNvPr id="5" name="内容占位符 4"/>
          <p:cNvGraphicFramePr/>
          <p:nvPr>
            <p:extLst>
              <p:ext uri="{D42A27DB-BD31-4B8C-83A1-F6EECF244321}">
                <p14:modId xmlns:p14="http://schemas.microsoft.com/office/powerpoint/2010/main" val="44919490"/>
              </p:ext>
            </p:extLst>
          </p:nvPr>
        </p:nvGraphicFramePr>
        <p:xfrm>
          <a:off x="323193" y="676348"/>
          <a:ext cx="8529145" cy="4060999"/>
        </p:xfrm>
        <a:graphic>
          <a:graphicData uri="http://schemas.openxmlformats.org/drawingml/2006/table">
            <a:tbl>
              <a:tblPr firstRow="1">
                <a:tableStyleId>{073A0DAA-6AF3-43AB-8588-CEC1D06C72B9}</a:tableStyleId>
              </a:tblPr>
              <a:tblGrid>
                <a:gridCol w="1836470">
                  <a:extLst>
                    <a:ext uri="{9D8B030D-6E8A-4147-A177-3AD203B41FA5}">
                      <a16:colId xmlns:a16="http://schemas.microsoft.com/office/drawing/2014/main" val="20000"/>
                    </a:ext>
                  </a:extLst>
                </a:gridCol>
                <a:gridCol w="1480599">
                  <a:extLst>
                    <a:ext uri="{9D8B030D-6E8A-4147-A177-3AD203B41FA5}">
                      <a16:colId xmlns:a16="http://schemas.microsoft.com/office/drawing/2014/main" val="20001"/>
                    </a:ext>
                  </a:extLst>
                </a:gridCol>
                <a:gridCol w="1965408">
                  <a:extLst>
                    <a:ext uri="{9D8B030D-6E8A-4147-A177-3AD203B41FA5}">
                      <a16:colId xmlns:a16="http://schemas.microsoft.com/office/drawing/2014/main" val="20002"/>
                    </a:ext>
                  </a:extLst>
                </a:gridCol>
                <a:gridCol w="1060173">
                  <a:extLst>
                    <a:ext uri="{9D8B030D-6E8A-4147-A177-3AD203B41FA5}">
                      <a16:colId xmlns:a16="http://schemas.microsoft.com/office/drawing/2014/main" val="20003"/>
                    </a:ext>
                  </a:extLst>
                </a:gridCol>
                <a:gridCol w="2186495">
                  <a:extLst>
                    <a:ext uri="{9D8B030D-6E8A-4147-A177-3AD203B41FA5}">
                      <a16:colId xmlns:a16="http://schemas.microsoft.com/office/drawing/2014/main" val="20004"/>
                    </a:ext>
                  </a:extLst>
                </a:gridCol>
              </a:tblGrid>
              <a:tr h="488961">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Event</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a:solidFill>
                            <a:schemeClr val="bg1"/>
                          </a:solidFill>
                          <a:latin typeface="Calibri" panose="020F0502020204030204" pitchFamily="34" charset="0"/>
                          <a:cs typeface="Calibri" panose="020F0502020204030204" pitchFamily="34" charset="0"/>
                        </a:rPr>
                        <a:t>Sponsor</a:t>
                      </a:r>
                      <a:endParaRPr lang="zh-CN" altLang="en-US" sz="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Participants</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Frequency</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algn="ctr" defTabSz="685800" rtl="0" eaLnBrk="1" latinLnBrk="0" hangingPunct="1"/>
                      <a:r>
                        <a:rPr lang="en-US" altLang="zh-CN" sz="1200" b="1" kern="1200">
                          <a:solidFill>
                            <a:schemeClr val="bg1"/>
                          </a:solidFill>
                          <a:latin typeface="Calibri" panose="020F0502020204030204" pitchFamily="34" charset="0"/>
                          <a:cs typeface="Calibri" panose="020F0502020204030204" pitchFamily="34" charset="0"/>
                        </a:rPr>
                        <a:t>Deliverables</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0"/>
                  </a:ext>
                </a:extLst>
              </a:tr>
              <a:tr h="554803">
                <a:tc>
                  <a:txBody>
                    <a:bodyPr/>
                    <a:lstStyle/>
                    <a:p>
                      <a:pPr algn="l"/>
                      <a:r>
                        <a:rPr lang="en-US" altLang="zh-CN" sz="1200" b="1" kern="1200">
                          <a:solidFill>
                            <a:schemeClr val="dk1"/>
                          </a:solidFill>
                          <a:effectLst/>
                          <a:latin typeface="Calibri" panose="020F0502020204030204" pitchFamily="34" charset="0"/>
                          <a:cs typeface="Calibri" panose="020F0502020204030204" pitchFamily="34" charset="0"/>
                        </a:rPr>
                        <a:t>Weekly Meeting </a:t>
                      </a:r>
                    </a:p>
                    <a:p>
                      <a:pPr algn="l"/>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Project</a:t>
                      </a:r>
                      <a:r>
                        <a:rPr lang="zh-CN" altLang="en-US" sz="1200">
                          <a:latin typeface="Calibri" panose="020F0502020204030204" pitchFamily="34" charset="0"/>
                          <a:cs typeface="Calibri" panose="020F0502020204030204" pitchFamily="34" charset="0"/>
                        </a:rPr>
                        <a:t> </a:t>
                      </a:r>
                      <a:r>
                        <a:rPr lang="en-US" altLang="zh-CN" sz="1200">
                          <a:latin typeface="Calibri" panose="020F0502020204030204" pitchFamily="34" charset="0"/>
                          <a:cs typeface="Calibri" panose="020F0502020204030204" pitchFamily="34" charset="0"/>
                        </a:rPr>
                        <a:t>manager</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Core project team from both parties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Weekly</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Meeting minutes with roadblocks, dependencies and action items.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1"/>
                  </a:ext>
                </a:extLst>
              </a:tr>
              <a:tr h="722463">
                <a:tc>
                  <a:txBody>
                    <a:bodyPr/>
                    <a:lstStyle/>
                    <a:p>
                      <a:pPr algn="l"/>
                      <a:r>
                        <a:rPr lang="en-US" altLang="zh-CN" sz="1200" b="1">
                          <a:effectLst/>
                          <a:latin typeface="Calibri" panose="020F0502020204030204" pitchFamily="34" charset="0"/>
                          <a:cs typeface="Calibri" panose="020F0502020204030204" pitchFamily="34" charset="0"/>
                        </a:rPr>
                        <a:t>Milestones Initiation and Achievement</a:t>
                      </a:r>
                    </a:p>
                    <a:p>
                      <a:pPr algn="l"/>
                      <a:r>
                        <a:rPr lang="en-US" altLang="zh-CN" sz="1200">
                          <a:latin typeface="Calibri" panose="020F0502020204030204" pitchFamily="34" charset="0"/>
                          <a:cs typeface="Calibri" panose="020F0502020204030204" pitchFamily="34" charset="0"/>
                        </a:rPr>
                        <a:t>(EN/CN)</a:t>
                      </a:r>
                      <a:endParaRPr lang="zh-CN" altLang="en-US" sz="1200" b="1">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Project</a:t>
                      </a:r>
                      <a:r>
                        <a:rPr lang="zh-CN" altLang="en-US" sz="1200">
                          <a:latin typeface="Calibri" panose="020F0502020204030204" pitchFamily="34" charset="0"/>
                          <a:cs typeface="Calibri" panose="020F0502020204030204" pitchFamily="34" charset="0"/>
                        </a:rPr>
                        <a:t> </a:t>
                      </a:r>
                      <a:r>
                        <a:rPr lang="en-US" altLang="zh-CN" sz="1200">
                          <a:latin typeface="Calibri" panose="020F0502020204030204" pitchFamily="34" charset="0"/>
                          <a:cs typeface="Calibri" panose="020F0502020204030204" pitchFamily="34" charset="0"/>
                        </a:rPr>
                        <a:t>manager</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Core project team from both parties (involvement of supervisors/leadership when required)</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Milestone basis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Milestone summary notes email to all stakeholders </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2"/>
                  </a:ext>
                </a:extLst>
              </a:tr>
              <a:tr h="576197">
                <a:tc>
                  <a:txBody>
                    <a:bodyPr/>
                    <a:lstStyle/>
                    <a:p>
                      <a:pPr algn="l"/>
                      <a:r>
                        <a:rPr lang="en-US" altLang="zh-CN" sz="1200" b="1">
                          <a:effectLst/>
                          <a:latin typeface="Calibri" panose="020F0502020204030204" pitchFamily="34" charset="0"/>
                          <a:cs typeface="Calibri" panose="020F0502020204030204" pitchFamily="34" charset="0"/>
                        </a:rPr>
                        <a:t>Project Steering </a:t>
                      </a:r>
                      <a:r>
                        <a:rPr lang="en-US" altLang="zh-CN" sz="1200" b="1" kern="1200">
                          <a:solidFill>
                            <a:schemeClr val="dk1"/>
                          </a:solidFill>
                          <a:effectLst/>
                          <a:latin typeface="Calibri" panose="020F0502020204030204" pitchFamily="34" charset="0"/>
                          <a:cs typeface="Calibri" panose="020F0502020204030204" pitchFamily="34" charset="0"/>
                        </a:rPr>
                        <a:t>Committee Meeting</a:t>
                      </a:r>
                    </a:p>
                    <a:p>
                      <a:pPr algn="l"/>
                      <a:r>
                        <a:rPr lang="en-US" altLang="zh-CN" sz="1200">
                          <a:latin typeface="Calibri" panose="020F0502020204030204" pitchFamily="34" charset="0"/>
                          <a:cs typeface="Calibri" panose="020F0502020204030204" pitchFamily="34" charset="0"/>
                        </a:rPr>
                        <a:t>(EN)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Project manager</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PSC members</a:t>
                      </a:r>
                      <a:endParaRPr lang="en-US" altLang="zh-CN"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Monthl</a:t>
                      </a:r>
                      <a:r>
                        <a:rPr lang="en-US" altLang="zh-CN" sz="1200">
                          <a:latin typeface="Calibri" panose="020F0502020204030204" pitchFamily="34" charset="0"/>
                          <a:cs typeface="Calibri" panose="020F0502020204030204" pitchFamily="34" charset="0"/>
                        </a:rPr>
                        <a:t>y</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PSC deck with progress summary, decisions, issues and risks, approval, and strategic alignment</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3504160912"/>
                  </a:ext>
                </a:extLst>
              </a:tr>
              <a:tr h="737462">
                <a:tc>
                  <a:txBody>
                    <a:bodyPr/>
                    <a:lstStyle/>
                    <a:p>
                      <a:pPr algn="l"/>
                      <a:r>
                        <a:rPr lang="en-US" altLang="zh-CN" sz="1200" b="1" kern="1200">
                          <a:solidFill>
                            <a:schemeClr val="dk1"/>
                          </a:solidFill>
                          <a:effectLst/>
                          <a:latin typeface="Calibri" panose="020F0502020204030204" pitchFamily="34" charset="0"/>
                          <a:cs typeface="Calibri" panose="020F0502020204030204" pitchFamily="34" charset="0"/>
                        </a:rPr>
                        <a:t>Technical/Business Solution Discussion</a:t>
                      </a:r>
                    </a:p>
                    <a:p>
                      <a:pPr algn="l"/>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Consultant lead/Technical lead</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Technical members (to be arranged according to the actual business needs)</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On adhoc basis</a:t>
                      </a:r>
                      <a:endParaRPr lang="zh-CN" altLang="en-US" sz="1200">
                        <a:latin typeface="Calibri" panose="020F0502020204030204" pitchFamily="34" charset="0"/>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Record meeting discussions</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3"/>
                  </a:ext>
                </a:extLst>
              </a:tr>
              <a:tr h="554803">
                <a:tc>
                  <a:txBody>
                    <a:bodyPr/>
                    <a:lstStyle/>
                    <a:p>
                      <a:pPr algn="l"/>
                      <a:r>
                        <a:rPr lang="en-US" altLang="zh-CN" sz="1200" b="1">
                          <a:effectLst/>
                          <a:latin typeface="Calibri" panose="020F0502020204030204" pitchFamily="34" charset="0"/>
                          <a:cs typeface="Calibri" panose="020F0502020204030204" pitchFamily="34" charset="0"/>
                        </a:rPr>
                        <a:t>Other</a:t>
                      </a:r>
                    </a:p>
                    <a:p>
                      <a:pPr algn="l"/>
                      <a:r>
                        <a:rPr lang="en-US" altLang="zh-CN" sz="1200">
                          <a:latin typeface="Calibri" panose="020F0502020204030204" pitchFamily="34" charset="0"/>
                          <a:cs typeface="Calibri" panose="020F0502020204030204" pitchFamily="34" charset="0"/>
                        </a:rPr>
                        <a:t>(EN/CN)</a:t>
                      </a:r>
                      <a:endParaRPr lang="zh-CN" altLang="en-US" sz="1200" b="1">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Corresponding person in charge</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To be arranged according to actual business needs</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On adhoc basis</a:t>
                      </a:r>
                      <a:endParaRPr lang="zh-CN" altLang="en-US" sz="1200">
                        <a:latin typeface="Calibri" panose="020F0502020204030204" pitchFamily="34" charset="0"/>
                        <a:cs typeface="Calibri" panose="020F0502020204030204" pitchFamily="34" charset="0"/>
                      </a:endParaRPr>
                    </a:p>
                    <a:p>
                      <a:pPr algn="l"/>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dirty="0">
                          <a:solidFill>
                            <a:schemeClr val="dk1"/>
                          </a:solidFill>
                          <a:latin typeface="Calibri" panose="020F0502020204030204" pitchFamily="34" charset="0"/>
                          <a:cs typeface="Calibri" panose="020F0502020204030204" pitchFamily="34" charset="0"/>
                        </a:rPr>
                        <a:t>Record meeting discussions</a:t>
                      </a:r>
                      <a:endParaRPr lang="zh-CN" altLang="en-US" sz="1200" kern="1200" dirty="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4"/>
                  </a:ext>
                </a:extLst>
              </a:tr>
            </a:tbl>
          </a:graphicData>
        </a:graphic>
      </p:graphicFrame>
      <p:sp>
        <p:nvSpPr>
          <p:cNvPr id="8" name="Footer Placeholder 7">
            <a:extLst>
              <a:ext uri="{FF2B5EF4-FFF2-40B4-BE49-F238E27FC236}">
                <a16:creationId xmlns:a16="http://schemas.microsoft.com/office/drawing/2014/main" id="{AED0F5CA-DFDD-AD41-19E0-C2A36DB44D45}"/>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4" name="Picture 3" descr="A red and black logo&#10;&#10;Description automatically generated">
            <a:extLst>
              <a:ext uri="{FF2B5EF4-FFF2-40B4-BE49-F238E27FC236}">
                <a16:creationId xmlns:a16="http://schemas.microsoft.com/office/drawing/2014/main" id="{2BBE2990-B1BD-B87F-4EBA-66AE9691034A}"/>
              </a:ext>
            </a:extLst>
          </p:cNvPr>
          <p:cNvPicPr>
            <a:picLocks noChangeAspect="1"/>
          </p:cNvPicPr>
          <p:nvPr/>
        </p:nvPicPr>
        <p:blipFill>
          <a:blip r:embed="rId3"/>
          <a:stretch>
            <a:fillRect/>
          </a:stretch>
        </p:blipFill>
        <p:spPr>
          <a:xfrm>
            <a:off x="6587015" y="0"/>
            <a:ext cx="1020250" cy="52924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7000"/>
              </a:lnSpc>
              <a:spcAft>
                <a:spcPts val="800"/>
              </a:spcAft>
            </a:pPr>
            <a:r>
              <a:rPr lang="en-US" altLang="zh-CN">
                <a:solidFill>
                  <a:srgbClr val="FF0000"/>
                </a:solidFill>
                <a:ea typeface="Calibri" panose="020F0502020204030204" pitchFamily="34" charset="0"/>
                <a:cs typeface="Calibri" panose="020F0502020204030204" pitchFamily="34" charset="0"/>
              </a:rPr>
              <a:t>Communication Plan – Pilot Phase B</a:t>
            </a:r>
            <a:endParaRPr lang="zh-CN" altLang="zh-CN">
              <a:solidFill>
                <a:srgbClr val="FF0000"/>
              </a:solidFill>
              <a:cs typeface="Calibri" panose="020F0502020204030204" pitchFamily="34" charset="0"/>
            </a:endParaRPr>
          </a:p>
        </p:txBody>
      </p:sp>
      <p:sp>
        <p:nvSpPr>
          <p:cNvPr id="6" name="Slide Number Placeholder 5"/>
          <p:cNvSpPr>
            <a:spLocks noGrp="1"/>
          </p:cNvSpPr>
          <p:nvPr>
            <p:ph type="sldNum" sz="quarter" idx="10"/>
          </p:nvPr>
        </p:nvSpPr>
        <p:spPr/>
        <p:txBody>
          <a:bodyPr/>
          <a:lstStyle/>
          <a:p>
            <a:fld id="{89006F1E-66CD-4A4B-9370-B4A3080F0E6C}" type="slidenum">
              <a:rPr lang="en-US" smtClean="0"/>
              <a:t>16</a:t>
            </a:fld>
            <a:endParaRPr lang="en-US"/>
          </a:p>
        </p:txBody>
      </p:sp>
      <p:graphicFrame>
        <p:nvGraphicFramePr>
          <p:cNvPr id="5" name="内容占位符 4"/>
          <p:cNvGraphicFramePr/>
          <p:nvPr>
            <p:extLst>
              <p:ext uri="{D42A27DB-BD31-4B8C-83A1-F6EECF244321}">
                <p14:modId xmlns:p14="http://schemas.microsoft.com/office/powerpoint/2010/main" val="2047480563"/>
              </p:ext>
            </p:extLst>
          </p:nvPr>
        </p:nvGraphicFramePr>
        <p:xfrm>
          <a:off x="410817" y="715765"/>
          <a:ext cx="8485091" cy="4037898"/>
        </p:xfrm>
        <a:graphic>
          <a:graphicData uri="http://schemas.openxmlformats.org/drawingml/2006/table">
            <a:tbl>
              <a:tblPr firstRow="1">
                <a:tableStyleId>{073A0DAA-6AF3-43AB-8588-CEC1D06C72B9}</a:tableStyleId>
              </a:tblPr>
              <a:tblGrid>
                <a:gridCol w="2210756">
                  <a:extLst>
                    <a:ext uri="{9D8B030D-6E8A-4147-A177-3AD203B41FA5}">
                      <a16:colId xmlns:a16="http://schemas.microsoft.com/office/drawing/2014/main" val="20000"/>
                    </a:ext>
                  </a:extLst>
                </a:gridCol>
                <a:gridCol w="1884504">
                  <a:extLst>
                    <a:ext uri="{9D8B030D-6E8A-4147-A177-3AD203B41FA5}">
                      <a16:colId xmlns:a16="http://schemas.microsoft.com/office/drawing/2014/main" val="20002"/>
                    </a:ext>
                  </a:extLst>
                </a:gridCol>
                <a:gridCol w="1882437">
                  <a:extLst>
                    <a:ext uri="{9D8B030D-6E8A-4147-A177-3AD203B41FA5}">
                      <a16:colId xmlns:a16="http://schemas.microsoft.com/office/drawing/2014/main" val="20003"/>
                    </a:ext>
                  </a:extLst>
                </a:gridCol>
                <a:gridCol w="2507394">
                  <a:extLst>
                    <a:ext uri="{9D8B030D-6E8A-4147-A177-3AD203B41FA5}">
                      <a16:colId xmlns:a16="http://schemas.microsoft.com/office/drawing/2014/main" val="20004"/>
                    </a:ext>
                  </a:extLst>
                </a:gridCol>
              </a:tblGrid>
              <a:tr h="492049">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Event</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Participants</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Frequency</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algn="ctr" defTabSz="685800" rtl="0" eaLnBrk="1" latinLnBrk="0" hangingPunct="1"/>
                      <a:r>
                        <a:rPr lang="en-US" altLang="zh-CN" sz="1200" b="1" kern="1200">
                          <a:solidFill>
                            <a:schemeClr val="bg1"/>
                          </a:solidFill>
                          <a:latin typeface="Calibri" panose="020F0502020204030204" pitchFamily="34" charset="0"/>
                          <a:cs typeface="Calibri" panose="020F0502020204030204" pitchFamily="34" charset="0"/>
                        </a:rPr>
                        <a:t>Deliverables</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0"/>
                  </a:ext>
                </a:extLst>
              </a:tr>
              <a:tr h="558306">
                <a:tc>
                  <a:txBody>
                    <a:bodyPr/>
                    <a:lstStyle/>
                    <a:p>
                      <a:pPr marL="0" indent="0" algn="l">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Sprint Planning</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Project Team members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ea typeface="微软雅黑" panose="020B0503020204020204" pitchFamily="34" charset="-122"/>
                          <a:cs typeface="Calibri" panose="020F0502020204030204" pitchFamily="34" charset="0"/>
                        </a:rPr>
                        <a:t>Every Sprint Start</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Sprint Backlog &amp; Sprint plan</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1"/>
                  </a:ext>
                </a:extLst>
              </a:tr>
              <a:tr h="577625">
                <a:tc>
                  <a:txBody>
                    <a:bodyPr/>
                    <a:lstStyle/>
                    <a:p>
                      <a:pPr marL="0" indent="0" algn="l">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Team Standup</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Project Team members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Daily</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Task progress updates, roadblocks, what next</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2"/>
                  </a:ext>
                </a:extLst>
              </a:tr>
              <a:tr h="558306">
                <a:tc>
                  <a:txBody>
                    <a:bodyPr/>
                    <a:lstStyle/>
                    <a:p>
                      <a:pPr marL="0" indent="0" algn="l">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Sprint Review</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Project Team members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ea typeface="微软雅黑" panose="020B0503020204020204" pitchFamily="34" charset="-122"/>
                          <a:cs typeface="Calibri" panose="020F0502020204030204" pitchFamily="34" charset="0"/>
                        </a:rPr>
                        <a:t>Every Sprint Completion</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Demonstrated User Stories &amp; Incremental Progress &amp; Updated Product Backlog</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3504160912"/>
                  </a:ext>
                </a:extLst>
              </a:tr>
              <a:tr h="558306">
                <a:tc>
                  <a:txBody>
                    <a:bodyPr/>
                    <a:lstStyle/>
                    <a:p>
                      <a:pPr algn="l"/>
                      <a:r>
                        <a:rPr lang="en-US" altLang="zh-CN" sz="1200" b="1" kern="1200">
                          <a:solidFill>
                            <a:schemeClr val="dk1"/>
                          </a:solidFill>
                          <a:effectLst/>
                          <a:latin typeface="Calibri" panose="020F0502020204030204" pitchFamily="34" charset="0"/>
                          <a:cs typeface="Calibri" panose="020F0502020204030204" pitchFamily="34" charset="0"/>
                        </a:rPr>
                        <a:t>Sprint Retrospective</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Project Team members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Post Sprint Completion</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kern="1200">
                          <a:solidFill>
                            <a:schemeClr val="dk1"/>
                          </a:solidFill>
                          <a:latin typeface="Calibri" panose="020F0502020204030204" pitchFamily="34" charset="0"/>
                          <a:cs typeface="Calibri" panose="020F0502020204030204" pitchFamily="34" charset="0"/>
                        </a:rPr>
                        <a:t>Lessons Learned - What went well, What needs improvement</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3"/>
                  </a:ext>
                </a:extLst>
              </a:tr>
              <a:tr h="5583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b="1">
                          <a:effectLst/>
                          <a:latin typeface="Calibri" panose="020F0502020204030204" pitchFamily="34" charset="0"/>
                          <a:cs typeface="Calibri" panose="020F0502020204030204" pitchFamily="34" charset="0"/>
                        </a:rPr>
                        <a:t>Project Steering </a:t>
                      </a:r>
                      <a:r>
                        <a:rPr lang="en-US" altLang="zh-CN" sz="1200" b="1" kern="1200">
                          <a:solidFill>
                            <a:schemeClr val="dk1"/>
                          </a:solidFill>
                          <a:effectLst/>
                          <a:latin typeface="Calibri" panose="020F0502020204030204" pitchFamily="34" charset="0"/>
                          <a:cs typeface="Calibri" panose="020F0502020204030204" pitchFamily="34" charset="0"/>
                        </a:rPr>
                        <a:t>Committee Meeting</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(EN)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PSC members</a:t>
                      </a:r>
                      <a:endParaRPr lang="en-US" altLang="zh-CN"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On adhoc basis</a:t>
                      </a:r>
                      <a:endParaRPr lang="zh-CN" altLang="en-US" sz="1200">
                        <a:latin typeface="Calibri" panose="020F0502020204030204" pitchFamily="34" charset="0"/>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kern="1200">
                          <a:solidFill>
                            <a:schemeClr val="dk1"/>
                          </a:solidFill>
                          <a:latin typeface="Calibri" panose="020F0502020204030204" pitchFamily="34" charset="0"/>
                          <a:cs typeface="Calibri" panose="020F0502020204030204" pitchFamily="34" charset="0"/>
                        </a:rPr>
                        <a:t>PSC deck with progress summary, decisions, issues and risks, approval, and strategic alignment</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772045689"/>
                  </a:ext>
                </a:extLst>
              </a:tr>
              <a:tr h="5583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b="1" kern="1200">
                          <a:solidFill>
                            <a:schemeClr val="dk1"/>
                          </a:solidFill>
                          <a:effectLst/>
                          <a:latin typeface="Calibri" panose="020F0502020204030204" pitchFamily="34" charset="0"/>
                          <a:cs typeface="Calibri" panose="020F0502020204030204" pitchFamily="34" charset="0"/>
                        </a:rPr>
                        <a:t>Technical/Business Solution Discussion</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Project team members as needed</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On adhoc basis</a:t>
                      </a:r>
                      <a:endParaRPr lang="zh-CN" altLang="en-US" sz="1200">
                        <a:latin typeface="Calibri" panose="020F0502020204030204" pitchFamily="34" charset="0"/>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kern="1200">
                          <a:solidFill>
                            <a:schemeClr val="dk1"/>
                          </a:solidFill>
                          <a:latin typeface="Calibri" panose="020F0502020204030204" pitchFamily="34" charset="0"/>
                          <a:cs typeface="Calibri" panose="020F0502020204030204" pitchFamily="34" charset="0"/>
                        </a:rPr>
                        <a:t>Record meeting discussions</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3225973268"/>
                  </a:ext>
                </a:extLst>
              </a:tr>
            </a:tbl>
          </a:graphicData>
        </a:graphic>
      </p:graphicFrame>
      <p:sp>
        <p:nvSpPr>
          <p:cNvPr id="3" name="Footer Placeholder 2">
            <a:extLst>
              <a:ext uri="{FF2B5EF4-FFF2-40B4-BE49-F238E27FC236}">
                <a16:creationId xmlns:a16="http://schemas.microsoft.com/office/drawing/2014/main" id="{AA132A3A-EBBE-3065-AA7B-E16AB199D053}"/>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D1C56ACA-34BA-F2B6-B025-4413CA0C8D43}"/>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309336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47C8DD6-4B72-0980-465B-3C587C3691B6}"/>
              </a:ext>
            </a:extLst>
          </p:cNvPr>
          <p:cNvSpPr>
            <a:spLocks noGrp="1"/>
          </p:cNvSpPr>
          <p:nvPr>
            <p:ph type="title"/>
          </p:nvPr>
        </p:nvSpPr>
        <p:spPr/>
        <p:txBody>
          <a:bodyPr/>
          <a:lstStyle/>
          <a:p>
            <a:r>
              <a:rPr lang="en-US"/>
              <a:t>Global PM and PMO Alignment</a:t>
            </a:r>
          </a:p>
        </p:txBody>
      </p:sp>
      <p:graphicFrame>
        <p:nvGraphicFramePr>
          <p:cNvPr id="2" name="Diagram 1">
            <a:extLst>
              <a:ext uri="{FF2B5EF4-FFF2-40B4-BE49-F238E27FC236}">
                <a16:creationId xmlns:a16="http://schemas.microsoft.com/office/drawing/2014/main" id="{3218B2C2-7C18-0BCC-7C12-643170EC123A}"/>
              </a:ext>
            </a:extLst>
          </p:cNvPr>
          <p:cNvGraphicFramePr/>
          <p:nvPr>
            <p:extLst>
              <p:ext uri="{D42A27DB-BD31-4B8C-83A1-F6EECF244321}">
                <p14:modId xmlns:p14="http://schemas.microsoft.com/office/powerpoint/2010/main" val="2836333207"/>
              </p:ext>
            </p:extLst>
          </p:nvPr>
        </p:nvGraphicFramePr>
        <p:xfrm>
          <a:off x="0" y="774701"/>
          <a:ext cx="5018567" cy="37689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BA83EAB9-6D4A-A657-B316-0CA04CD6AE81}"/>
              </a:ext>
            </a:extLst>
          </p:cNvPr>
          <p:cNvSpPr txBox="1"/>
          <p:nvPr/>
        </p:nvSpPr>
        <p:spPr>
          <a:xfrm>
            <a:off x="4933507" y="774701"/>
            <a:ext cx="3981892" cy="4140199"/>
          </a:xfrm>
          <a:prstGeom prst="rect">
            <a:avLst/>
          </a:prstGeom>
          <a:noFill/>
        </p:spPr>
        <p:txBody>
          <a:bodyPr wrap="square" lIns="0" tIns="0" rIns="0" bIns="0" rtlCol="0">
            <a:normAutofit/>
          </a:bodyPr>
          <a:lstStyle/>
          <a:p>
            <a:pPr marL="287338" marR="60325" indent="-287338">
              <a:lnSpc>
                <a:spcPct val="150000"/>
              </a:lnSpc>
              <a:spcBef>
                <a:spcPts val="200"/>
              </a:spcBef>
              <a:buClr>
                <a:schemeClr val="tx2"/>
              </a:buClr>
              <a:buSzPct val="100000"/>
              <a:buFont typeface="Arial" panose="020B0604020202020204" pitchFamily="34" charset="0"/>
              <a:buChar char="•"/>
            </a:pPr>
            <a:r>
              <a:rPr lang="en-US" sz="1400">
                <a:latin typeface="Calibri" panose="020F0502020204030204" pitchFamily="34" charset="0"/>
                <a:cs typeface="Calibri" panose="020F0502020204030204" pitchFamily="34" charset="0"/>
              </a:rPr>
              <a:t>Central point of contact for all the project global stakeholders across all regions. </a:t>
            </a:r>
          </a:p>
          <a:p>
            <a:pPr marL="287338" marR="60325" indent="-287338">
              <a:lnSpc>
                <a:spcPct val="150000"/>
              </a:lnSpc>
              <a:spcBef>
                <a:spcPts val="200"/>
              </a:spcBef>
              <a:buClr>
                <a:schemeClr val="tx2"/>
              </a:buClr>
              <a:buSzPct val="100000"/>
              <a:buFont typeface="Arial" panose="020B0604020202020204" pitchFamily="34" charset="0"/>
              <a:buChar char="•"/>
            </a:pPr>
            <a:r>
              <a:rPr lang="en-GB" sz="1400">
                <a:effectLst/>
                <a:latin typeface="Calibri" panose="020F0502020204030204" pitchFamily="34" charset="0"/>
                <a:ea typeface="Times New Roman" panose="02020603050405020304" pitchFamily="18" charset="0"/>
                <a:cs typeface="Calibri" panose="020F0502020204030204" pitchFamily="34" charset="0"/>
              </a:rPr>
              <a:t>Bi-Weekly review with internal project manager on resources, roadblocks and dependencies for Pilot Phase.</a:t>
            </a:r>
            <a:endParaRPr lang="en-US" sz="1400">
              <a:latin typeface="Calibri" panose="020F0502020204030204" pitchFamily="34" charset="0"/>
              <a:ea typeface="MS PGothic" panose="020B0600070205080204" pitchFamily="34" charset="-128"/>
              <a:cs typeface="Calibri" panose="020F0502020204030204" pitchFamily="34" charset="0"/>
            </a:endParaRPr>
          </a:p>
          <a:p>
            <a:pPr marL="287338" marR="60325" indent="-287338">
              <a:lnSpc>
                <a:spcPct val="150000"/>
              </a:lnSpc>
              <a:spcBef>
                <a:spcPts val="200"/>
              </a:spcBef>
              <a:buClr>
                <a:schemeClr val="tx2"/>
              </a:buClr>
              <a:buSzPct val="100000"/>
              <a:buFont typeface="Arial" panose="020B0604020202020204" pitchFamily="34" charset="0"/>
              <a:buChar char="•"/>
            </a:pPr>
            <a:r>
              <a:rPr lang="en-US" sz="1400">
                <a:latin typeface="Calibri" panose="020F0502020204030204" pitchFamily="34" charset="0"/>
                <a:cs typeface="Calibri" panose="020F0502020204030204" pitchFamily="34" charset="0"/>
              </a:rPr>
              <a:t>Assisting team for monthly progress update and feedback between Henkel and Themo Fisher team. </a:t>
            </a:r>
          </a:p>
          <a:p>
            <a:pPr marL="287338" marR="60325" indent="-287338">
              <a:lnSpc>
                <a:spcPct val="150000"/>
              </a:lnSpc>
              <a:spcBef>
                <a:spcPts val="200"/>
              </a:spcBef>
              <a:buClr>
                <a:schemeClr val="tx2"/>
              </a:buClr>
              <a:buSzPct val="100000"/>
              <a:buFont typeface="Arial" panose="020B0604020202020204" pitchFamily="34" charset="0"/>
              <a:buChar char="•"/>
            </a:pPr>
            <a:r>
              <a:rPr lang="en-US" sz="1400">
                <a:latin typeface="Calibri" panose="020F0502020204030204" pitchFamily="34" charset="0"/>
                <a:cs typeface="Calibri" panose="020F0502020204030204" pitchFamily="34" charset="0"/>
              </a:rPr>
              <a:t>PMO provides feedback to make sure that reasonable controls such as QMS processes are in place for the project effort, deliverables, quality and timeline. </a:t>
            </a:r>
          </a:p>
        </p:txBody>
      </p:sp>
      <p:sp>
        <p:nvSpPr>
          <p:cNvPr id="4" name="Slide Number Placeholder 3">
            <a:extLst>
              <a:ext uri="{FF2B5EF4-FFF2-40B4-BE49-F238E27FC236}">
                <a16:creationId xmlns:a16="http://schemas.microsoft.com/office/drawing/2014/main" id="{7D298D32-0ACD-EB25-B537-7C75943CD7BA}"/>
              </a:ext>
            </a:extLst>
          </p:cNvPr>
          <p:cNvSpPr>
            <a:spLocks noGrp="1"/>
          </p:cNvSpPr>
          <p:nvPr>
            <p:ph type="sldNum" sz="quarter" idx="10"/>
          </p:nvPr>
        </p:nvSpPr>
        <p:spPr/>
        <p:txBody>
          <a:bodyPr/>
          <a:lstStyle/>
          <a:p>
            <a:fld id="{89006F1E-66CD-4A4B-9370-B4A3080F0E6C}" type="slidenum">
              <a:rPr lang="en-US" smtClean="0"/>
              <a:pPr/>
              <a:t>17</a:t>
            </a:fld>
            <a:endParaRPr lang="en-US"/>
          </a:p>
        </p:txBody>
      </p:sp>
      <p:sp>
        <p:nvSpPr>
          <p:cNvPr id="5" name="Footer Placeholder 4">
            <a:extLst>
              <a:ext uri="{FF2B5EF4-FFF2-40B4-BE49-F238E27FC236}">
                <a16:creationId xmlns:a16="http://schemas.microsoft.com/office/drawing/2014/main" id="{D62093FE-89D2-2991-0D38-6BE610C9A057}"/>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373E0720-D7CC-6502-8C98-7262D6E91C45}"/>
              </a:ext>
            </a:extLst>
          </p:cNvPr>
          <p:cNvPicPr>
            <a:picLocks noChangeAspect="1"/>
          </p:cNvPicPr>
          <p:nvPr/>
        </p:nvPicPr>
        <p:blipFill>
          <a:blip r:embed="rId8"/>
          <a:stretch>
            <a:fillRect/>
          </a:stretch>
        </p:blipFill>
        <p:spPr>
          <a:xfrm>
            <a:off x="6587015" y="0"/>
            <a:ext cx="1020250" cy="529241"/>
          </a:xfrm>
          <a:prstGeom prst="rect">
            <a:avLst/>
          </a:prstGeom>
        </p:spPr>
      </p:pic>
    </p:spTree>
    <p:extLst>
      <p:ext uri="{BB962C8B-B14F-4D97-AF65-F5344CB8AC3E}">
        <p14:creationId xmlns:p14="http://schemas.microsoft.com/office/powerpoint/2010/main" val="952140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3ECF16E-6D1B-F842-8B32-27AA29A7133D}"/>
              </a:ext>
            </a:extLst>
          </p:cNvPr>
          <p:cNvGrpSpPr/>
          <p:nvPr/>
        </p:nvGrpSpPr>
        <p:grpSpPr>
          <a:xfrm>
            <a:off x="7721529" y="0"/>
            <a:ext cx="1193870" cy="520820"/>
            <a:chOff x="-20628" y="0"/>
            <a:chExt cx="2488951" cy="1085792"/>
          </a:xfrm>
        </p:grpSpPr>
        <p:sp>
          <p:nvSpPr>
            <p:cNvPr id="9" name="Parallelogram 8">
              <a:extLst>
                <a:ext uri="{FF2B5EF4-FFF2-40B4-BE49-F238E27FC236}">
                  <a16:creationId xmlns:a16="http://schemas.microsoft.com/office/drawing/2014/main" id="{6CF7A434-7C5B-5148-AA2B-ACD82FCEEBBA}"/>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10" name="Picture 9">
              <a:extLst>
                <a:ext uri="{FF2B5EF4-FFF2-40B4-BE49-F238E27FC236}">
                  <a16:creationId xmlns:a16="http://schemas.microsoft.com/office/drawing/2014/main" id="{9CF7D001-1EBE-9A4B-8F42-9BC4A0AC0DD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1" name="Title 1">
            <a:extLst>
              <a:ext uri="{FF2B5EF4-FFF2-40B4-BE49-F238E27FC236}">
                <a16:creationId xmlns:a16="http://schemas.microsoft.com/office/drawing/2014/main" id="{9B97215E-4A60-D97E-1AB0-622F8893F874}"/>
              </a:ext>
            </a:extLst>
          </p:cNvPr>
          <p:cNvSpPr txBox="1">
            <a:spLocks/>
          </p:cNvSpPr>
          <p:nvPr/>
        </p:nvSpPr>
        <p:spPr>
          <a:xfrm>
            <a:off x="256191" y="234632"/>
            <a:ext cx="7315200" cy="285751"/>
          </a:xfrm>
          <a:prstGeom prst="rect">
            <a:avLst/>
          </a:prstGeom>
          <a:noFill/>
        </p:spPr>
        <p:txBody>
          <a:bodyPr vert="horz" wrap="square" lIns="0" tIns="0" rIns="0" bIns="0" rtlCol="0" anchor="b" anchorCtr="0">
            <a:noAutofit/>
          </a:bodyPr>
          <a:lstStyle>
            <a:lvl1pPr algn="l" defTabSz="685800" rtl="0" eaLnBrk="1" latinLnBrk="0" hangingPunct="1">
              <a:lnSpc>
                <a:spcPct val="110000"/>
              </a:lnSpc>
              <a:spcBef>
                <a:spcPct val="0"/>
              </a:spcBef>
              <a:buNone/>
              <a:defRPr sz="2100" b="1" kern="1200">
                <a:solidFill>
                  <a:schemeClr val="tx1"/>
                </a:solidFill>
                <a:latin typeface="+mj-lt"/>
                <a:ea typeface="+mj-ea"/>
                <a:cs typeface="+mj-cs"/>
              </a:defRPr>
            </a:lvl1pPr>
          </a:lstStyle>
          <a:p>
            <a:pPr>
              <a:lnSpc>
                <a:spcPct val="90000"/>
              </a:lnSpc>
            </a:pPr>
            <a:r>
              <a:rPr lang="en-US" altLang="zh-CN">
                <a:solidFill>
                  <a:schemeClr val="tx2"/>
                </a:solidFill>
                <a:ea typeface="Calibri" panose="020F0502020204030204" pitchFamily="34" charset="0"/>
                <a:cs typeface="Calibri" panose="020F0502020204030204" pitchFamily="34" charset="0"/>
              </a:rPr>
              <a:t>Documents for the project</a:t>
            </a:r>
            <a:endParaRPr lang="en-AU">
              <a:solidFill>
                <a:schemeClr val="tx2"/>
              </a:solidFill>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116140A-4BFA-5992-FFA8-A2FEB112FBFC}"/>
              </a:ext>
            </a:extLst>
          </p:cNvPr>
          <p:cNvSpPr txBox="1"/>
          <p:nvPr/>
        </p:nvSpPr>
        <p:spPr>
          <a:xfrm>
            <a:off x="405961" y="956694"/>
            <a:ext cx="8435355" cy="1638525"/>
          </a:xfrm>
          <a:prstGeom prst="rect">
            <a:avLst/>
          </a:prstGeom>
          <a:noFill/>
        </p:spPr>
        <p:txBody>
          <a:bodyPr wrap="square">
            <a:spAutoFit/>
          </a:bodyPr>
          <a:lstStyle/>
          <a:p>
            <a:pPr marL="228600" indent="-228600">
              <a:lnSpc>
                <a:spcPct val="107000"/>
              </a:lnSpc>
              <a:spcAft>
                <a:spcPts val="800"/>
              </a:spcAft>
              <a:buFont typeface="Symbol" panose="05050102010706020507" pitchFamily="18" charset="2"/>
              <a:buChar char=""/>
            </a:pP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RTM – Requirements Traceability Matrix</a:t>
            </a:r>
          </a:p>
          <a:p>
            <a:pPr marL="228600" indent="-228600">
              <a:lnSpc>
                <a:spcPct val="107000"/>
              </a:lnSpc>
              <a:spcAft>
                <a:spcPts val="800"/>
              </a:spcAft>
              <a:buFont typeface="Symbol" panose="05050102010706020507" pitchFamily="18" charset="2"/>
              <a:buChar char=""/>
            </a:pP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Functional Specification </a:t>
            </a:r>
          </a:p>
          <a:p>
            <a:pPr marL="228600" indent="-228600">
              <a:lnSpc>
                <a:spcPct val="107000"/>
              </a:lnSpc>
              <a:spcAft>
                <a:spcPts val="800"/>
              </a:spcAft>
              <a:buFont typeface="Symbol" panose="05050102010706020507" pitchFamily="18" charset="2"/>
              <a:buChar char=""/>
            </a:pP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Configuration Summary</a:t>
            </a:r>
          </a:p>
          <a:p>
            <a:pPr marL="228600" indent="-228600">
              <a:lnSpc>
                <a:spcPct val="107000"/>
              </a:lnSpc>
              <a:spcAft>
                <a:spcPts val="800"/>
              </a:spcAft>
              <a:buFont typeface="Symbol" panose="05050102010706020507" pitchFamily="18" charset="2"/>
              <a:buChar char=""/>
            </a:pP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User Guidance Manual for </a:t>
            </a:r>
            <a:r>
              <a:rPr lang="en-US" altLang="zh-CN" sz="1400">
                <a:solidFill>
                  <a:srgbClr val="000000"/>
                </a:solidFill>
                <a:effectLst/>
                <a:latin typeface="Calibri" panose="020F0502020204030204" pitchFamily="34" charset="0"/>
                <a:ea typeface="宋体" panose="02010600030101010101" pitchFamily="2" charset="-122"/>
                <a:cs typeface="Calibri" panose="020F0502020204030204" pitchFamily="34" charset="0"/>
              </a:rPr>
              <a:t>S</a:t>
            </a: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ample Manager – Standard document</a:t>
            </a:r>
            <a:endParaRPr lang="en-US" altLang="zh-CN" sz="140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228600" indent="-228600">
              <a:lnSpc>
                <a:spcPct val="107000"/>
              </a:lnSpc>
              <a:spcAft>
                <a:spcPts val="800"/>
              </a:spcAft>
              <a:buFont typeface="Symbol" panose="05050102010706020507" pitchFamily="18" charset="2"/>
              <a:buChar char=""/>
            </a:pP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Instrument connection repository</a:t>
            </a:r>
            <a:endParaRPr lang="zh-CN" altLang="zh-CN" sz="1400">
              <a:effectLst/>
              <a:latin typeface="Calibri" panose="020F0502020204030204" pitchFamily="34" charset="0"/>
              <a:ea typeface="宋体" panose="02010600030101010101" pitchFamily="2" charset="-122"/>
              <a:cs typeface="Calibri" panose="020F0502020204030204" pitchFamily="34" charset="0"/>
            </a:endParaRPr>
          </a:p>
        </p:txBody>
      </p:sp>
      <p:sp>
        <p:nvSpPr>
          <p:cNvPr id="16" name="Slide Number Placeholder 2">
            <a:extLst>
              <a:ext uri="{FF2B5EF4-FFF2-40B4-BE49-F238E27FC236}">
                <a16:creationId xmlns:a16="http://schemas.microsoft.com/office/drawing/2014/main" id="{A02E063C-5FED-6149-EADE-B793654FCB7D}"/>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18</a:t>
            </a:fld>
            <a:endParaRPr lang="en-US"/>
          </a:p>
        </p:txBody>
      </p:sp>
      <p:sp>
        <p:nvSpPr>
          <p:cNvPr id="2" name="Slide Number Placeholder 1">
            <a:extLst>
              <a:ext uri="{FF2B5EF4-FFF2-40B4-BE49-F238E27FC236}">
                <a16:creationId xmlns:a16="http://schemas.microsoft.com/office/drawing/2014/main" id="{084B7E38-F9AC-0876-2A47-681A9DFAE642}"/>
              </a:ext>
            </a:extLst>
          </p:cNvPr>
          <p:cNvSpPr>
            <a:spLocks noGrp="1"/>
          </p:cNvSpPr>
          <p:nvPr>
            <p:ph type="sldNum" sz="quarter" idx="10"/>
          </p:nvPr>
        </p:nvSpPr>
        <p:spPr/>
        <p:txBody>
          <a:bodyPr/>
          <a:lstStyle/>
          <a:p>
            <a:fld id="{89006F1E-66CD-4A4B-9370-B4A3080F0E6C}" type="slidenum">
              <a:rPr lang="en-US" smtClean="0"/>
              <a:pPr/>
              <a:t>18</a:t>
            </a:fld>
            <a:endParaRPr lang="en-US"/>
          </a:p>
        </p:txBody>
      </p:sp>
      <p:sp>
        <p:nvSpPr>
          <p:cNvPr id="3" name="Footer Placeholder 2">
            <a:extLst>
              <a:ext uri="{FF2B5EF4-FFF2-40B4-BE49-F238E27FC236}">
                <a16:creationId xmlns:a16="http://schemas.microsoft.com/office/drawing/2014/main" id="{C693F887-9C4F-874E-F195-0F54E41D7E1A}"/>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5" name="Picture 4" descr="A red and black logo&#10;&#10;Description automatically generated">
            <a:extLst>
              <a:ext uri="{FF2B5EF4-FFF2-40B4-BE49-F238E27FC236}">
                <a16:creationId xmlns:a16="http://schemas.microsoft.com/office/drawing/2014/main" id="{2813675D-C680-04D4-0FA3-CD551E783132}"/>
              </a:ext>
            </a:extLst>
          </p:cNvPr>
          <p:cNvPicPr>
            <a:picLocks noChangeAspect="1"/>
          </p:cNvPicPr>
          <p:nvPr/>
        </p:nvPicPr>
        <p:blipFill>
          <a:blip r:embed="rId4"/>
          <a:stretch>
            <a:fillRect/>
          </a:stretch>
        </p:blipFill>
        <p:spPr>
          <a:xfrm>
            <a:off x="6587015" y="0"/>
            <a:ext cx="1020250" cy="529241"/>
          </a:xfrm>
          <a:prstGeom prst="rect">
            <a:avLst/>
          </a:prstGeom>
        </p:spPr>
      </p:pic>
    </p:spTree>
    <p:extLst>
      <p:ext uri="{BB962C8B-B14F-4D97-AF65-F5344CB8AC3E}">
        <p14:creationId xmlns:p14="http://schemas.microsoft.com/office/powerpoint/2010/main" val="669040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3ECF16E-6D1B-F842-8B32-27AA29A7133D}"/>
              </a:ext>
            </a:extLst>
          </p:cNvPr>
          <p:cNvGrpSpPr/>
          <p:nvPr/>
        </p:nvGrpSpPr>
        <p:grpSpPr>
          <a:xfrm>
            <a:off x="7721529" y="0"/>
            <a:ext cx="1193870" cy="520820"/>
            <a:chOff x="-20628" y="0"/>
            <a:chExt cx="2488951" cy="1085792"/>
          </a:xfrm>
        </p:grpSpPr>
        <p:sp>
          <p:nvSpPr>
            <p:cNvPr id="9" name="Parallelogram 8">
              <a:extLst>
                <a:ext uri="{FF2B5EF4-FFF2-40B4-BE49-F238E27FC236}">
                  <a16:creationId xmlns:a16="http://schemas.microsoft.com/office/drawing/2014/main" id="{6CF7A434-7C5B-5148-AA2B-ACD82FCEEBBA}"/>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10" name="Picture 9">
              <a:extLst>
                <a:ext uri="{FF2B5EF4-FFF2-40B4-BE49-F238E27FC236}">
                  <a16:creationId xmlns:a16="http://schemas.microsoft.com/office/drawing/2014/main" id="{9CF7D001-1EBE-9A4B-8F42-9BC4A0AC0D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3" name="TextBox 2">
            <a:extLst>
              <a:ext uri="{FF2B5EF4-FFF2-40B4-BE49-F238E27FC236}">
                <a16:creationId xmlns:a16="http://schemas.microsoft.com/office/drawing/2014/main" id="{C95C2F37-9656-EF70-1268-9FBDC5194299}"/>
              </a:ext>
            </a:extLst>
          </p:cNvPr>
          <p:cNvSpPr txBox="1"/>
          <p:nvPr/>
        </p:nvSpPr>
        <p:spPr>
          <a:xfrm>
            <a:off x="528145" y="1823467"/>
            <a:ext cx="8313172" cy="523220"/>
          </a:xfrm>
          <a:prstGeom prst="rect">
            <a:avLst/>
          </a:prstGeom>
          <a:noFill/>
        </p:spPr>
        <p:txBody>
          <a:bodyPr wrap="square">
            <a:spAutoFit/>
          </a:bodyPr>
          <a:lstStyle/>
          <a:p>
            <a:pPr algn="ctr"/>
            <a:r>
              <a:rPr lang="en-US" altLang="zh-CN" sz="2800" b="1">
                <a:latin typeface="+mj-lt"/>
              </a:rPr>
              <a:t>Lab Walk Through</a:t>
            </a:r>
            <a:endParaRPr lang="zh-CN" altLang="en-US" sz="2800" b="1">
              <a:latin typeface="+mj-lt"/>
            </a:endParaRPr>
          </a:p>
        </p:txBody>
      </p:sp>
      <p:sp>
        <p:nvSpPr>
          <p:cNvPr id="7" name="Slide Number Placeholder 2">
            <a:extLst>
              <a:ext uri="{FF2B5EF4-FFF2-40B4-BE49-F238E27FC236}">
                <a16:creationId xmlns:a16="http://schemas.microsoft.com/office/drawing/2014/main" id="{6231A1F4-3C22-62BB-9F26-F80F41A9331A}"/>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19</a:t>
            </a:fld>
            <a:endParaRPr lang="en-US"/>
          </a:p>
        </p:txBody>
      </p:sp>
      <p:sp>
        <p:nvSpPr>
          <p:cNvPr id="2" name="Slide Number Placeholder 1">
            <a:extLst>
              <a:ext uri="{FF2B5EF4-FFF2-40B4-BE49-F238E27FC236}">
                <a16:creationId xmlns:a16="http://schemas.microsoft.com/office/drawing/2014/main" id="{7089EDF0-1007-9B03-1AAC-FF1EA0651B8A}"/>
              </a:ext>
            </a:extLst>
          </p:cNvPr>
          <p:cNvSpPr>
            <a:spLocks noGrp="1"/>
          </p:cNvSpPr>
          <p:nvPr>
            <p:ph type="sldNum" sz="quarter" idx="10"/>
          </p:nvPr>
        </p:nvSpPr>
        <p:spPr/>
        <p:txBody>
          <a:bodyPr/>
          <a:lstStyle/>
          <a:p>
            <a:fld id="{89006F1E-66CD-4A4B-9370-B4A3080F0E6C}" type="slidenum">
              <a:rPr lang="en-US" smtClean="0"/>
              <a:pPr/>
              <a:t>19</a:t>
            </a:fld>
            <a:endParaRPr lang="en-US"/>
          </a:p>
        </p:txBody>
      </p:sp>
      <p:sp>
        <p:nvSpPr>
          <p:cNvPr id="4" name="Footer Placeholder 3">
            <a:extLst>
              <a:ext uri="{FF2B5EF4-FFF2-40B4-BE49-F238E27FC236}">
                <a16:creationId xmlns:a16="http://schemas.microsoft.com/office/drawing/2014/main" id="{530CEE37-1D61-D6F0-9B46-B488BE0C620D}"/>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6" name="Picture 5" descr="A red and black logo&#10;&#10;Description automatically generated">
            <a:extLst>
              <a:ext uri="{FF2B5EF4-FFF2-40B4-BE49-F238E27FC236}">
                <a16:creationId xmlns:a16="http://schemas.microsoft.com/office/drawing/2014/main" id="{6C2BF806-96FC-0340-60A2-165E3A0A984B}"/>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199196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3ECF16E-6D1B-F842-8B32-27AA29A7133D}"/>
              </a:ext>
            </a:extLst>
          </p:cNvPr>
          <p:cNvGrpSpPr/>
          <p:nvPr/>
        </p:nvGrpSpPr>
        <p:grpSpPr>
          <a:xfrm>
            <a:off x="7721529" y="0"/>
            <a:ext cx="1193870" cy="520820"/>
            <a:chOff x="-20628" y="0"/>
            <a:chExt cx="2488951" cy="1085792"/>
          </a:xfrm>
        </p:grpSpPr>
        <p:sp>
          <p:nvSpPr>
            <p:cNvPr id="9" name="Parallelogram 8">
              <a:extLst>
                <a:ext uri="{FF2B5EF4-FFF2-40B4-BE49-F238E27FC236}">
                  <a16:creationId xmlns:a16="http://schemas.microsoft.com/office/drawing/2014/main" id="{6CF7A434-7C5B-5148-AA2B-ACD82FCEEBBA}"/>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10" name="Picture 9">
              <a:extLst>
                <a:ext uri="{FF2B5EF4-FFF2-40B4-BE49-F238E27FC236}">
                  <a16:creationId xmlns:a16="http://schemas.microsoft.com/office/drawing/2014/main" id="{9CF7D001-1EBE-9A4B-8F42-9BC4A0AC0D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3" name="TextBox 2">
            <a:extLst>
              <a:ext uri="{FF2B5EF4-FFF2-40B4-BE49-F238E27FC236}">
                <a16:creationId xmlns:a16="http://schemas.microsoft.com/office/drawing/2014/main" id="{C95C2F37-9656-EF70-1268-9FBDC5194299}"/>
              </a:ext>
            </a:extLst>
          </p:cNvPr>
          <p:cNvSpPr txBox="1"/>
          <p:nvPr/>
        </p:nvSpPr>
        <p:spPr>
          <a:xfrm>
            <a:off x="528145" y="1823467"/>
            <a:ext cx="8313172" cy="523220"/>
          </a:xfrm>
          <a:prstGeom prst="rect">
            <a:avLst/>
          </a:prstGeom>
          <a:noFill/>
        </p:spPr>
        <p:txBody>
          <a:bodyPr wrap="square">
            <a:spAutoFit/>
          </a:bodyPr>
          <a:lstStyle/>
          <a:p>
            <a:pPr algn="ctr"/>
            <a:r>
              <a:rPr lang="en-US" altLang="zh-CN" sz="2800" b="1">
                <a:latin typeface="+mj-lt"/>
              </a:rPr>
              <a:t>SampleManager Training (Data Configuration)</a:t>
            </a:r>
            <a:endParaRPr lang="zh-CN" altLang="en-US" sz="2800" b="1">
              <a:latin typeface="+mj-lt"/>
            </a:endParaRPr>
          </a:p>
        </p:txBody>
      </p:sp>
      <p:sp>
        <p:nvSpPr>
          <p:cNvPr id="7" name="Slide Number Placeholder 2">
            <a:extLst>
              <a:ext uri="{FF2B5EF4-FFF2-40B4-BE49-F238E27FC236}">
                <a16:creationId xmlns:a16="http://schemas.microsoft.com/office/drawing/2014/main" id="{6231A1F4-3C22-62BB-9F26-F80F41A9331A}"/>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20</a:t>
            </a:fld>
            <a:endParaRPr lang="en-US"/>
          </a:p>
        </p:txBody>
      </p:sp>
      <p:sp>
        <p:nvSpPr>
          <p:cNvPr id="2" name="Slide Number Placeholder 1">
            <a:extLst>
              <a:ext uri="{FF2B5EF4-FFF2-40B4-BE49-F238E27FC236}">
                <a16:creationId xmlns:a16="http://schemas.microsoft.com/office/drawing/2014/main" id="{7089EDF0-1007-9B03-1AAC-FF1EA0651B8A}"/>
              </a:ext>
            </a:extLst>
          </p:cNvPr>
          <p:cNvSpPr>
            <a:spLocks noGrp="1"/>
          </p:cNvSpPr>
          <p:nvPr>
            <p:ph type="sldNum" sz="quarter" idx="10"/>
          </p:nvPr>
        </p:nvSpPr>
        <p:spPr/>
        <p:txBody>
          <a:bodyPr/>
          <a:lstStyle/>
          <a:p>
            <a:fld id="{89006F1E-66CD-4A4B-9370-B4A3080F0E6C}" type="slidenum">
              <a:rPr lang="en-US" smtClean="0"/>
              <a:pPr/>
              <a:t>20</a:t>
            </a:fld>
            <a:endParaRPr lang="en-US"/>
          </a:p>
        </p:txBody>
      </p:sp>
      <p:sp>
        <p:nvSpPr>
          <p:cNvPr id="4" name="Footer Placeholder 3">
            <a:extLst>
              <a:ext uri="{FF2B5EF4-FFF2-40B4-BE49-F238E27FC236}">
                <a16:creationId xmlns:a16="http://schemas.microsoft.com/office/drawing/2014/main" id="{530CEE37-1D61-D6F0-9B46-B488BE0C620D}"/>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6" name="Picture 5" descr="A red and black logo&#10;&#10;Description automatically generated">
            <a:extLst>
              <a:ext uri="{FF2B5EF4-FFF2-40B4-BE49-F238E27FC236}">
                <a16:creationId xmlns:a16="http://schemas.microsoft.com/office/drawing/2014/main" id="{6C2BF806-96FC-0340-60A2-165E3A0A984B}"/>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360659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28601" y="228599"/>
            <a:ext cx="7315200" cy="331077"/>
          </a:xfrm>
        </p:spPr>
        <p:txBody>
          <a:bodyPr/>
          <a:lstStyle/>
          <a:p>
            <a:r>
              <a:rPr lang="en-US" altLang="zh-CN">
                <a:effectLst/>
                <a:ea typeface="Calibri" panose="020F0502020204030204" pitchFamily="34" charset="0"/>
              </a:rPr>
              <a:t>Sample Manager Demo</a:t>
            </a:r>
            <a:r>
              <a:rPr lang="en-US" altLang="zh-CN">
                <a:ea typeface="Calibri" panose="020F0502020204030204" pitchFamily="34" charset="0"/>
              </a:rPr>
              <a:t>/Training</a:t>
            </a:r>
            <a:endParaRPr lang="en-US">
              <a:solidFill>
                <a:schemeClr val="tx1"/>
              </a:solidFill>
            </a:endParaRPr>
          </a:p>
        </p:txBody>
      </p:sp>
      <p:sp>
        <p:nvSpPr>
          <p:cNvPr id="4" name="TextBox 3">
            <a:extLst>
              <a:ext uri="{FF2B5EF4-FFF2-40B4-BE49-F238E27FC236}">
                <a16:creationId xmlns:a16="http://schemas.microsoft.com/office/drawing/2014/main" id="{567E4E07-87D5-7CD8-B439-C706764E48E3}"/>
              </a:ext>
            </a:extLst>
          </p:cNvPr>
          <p:cNvSpPr txBox="1"/>
          <p:nvPr/>
        </p:nvSpPr>
        <p:spPr>
          <a:xfrm>
            <a:off x="445376" y="917563"/>
            <a:ext cx="8446376" cy="1311962"/>
          </a:xfrm>
          <a:prstGeom prst="rect">
            <a:avLst/>
          </a:prstGeom>
          <a:noFill/>
        </p:spPr>
        <p:txBody>
          <a:bodyPr wrap="square">
            <a:spAutoFit/>
          </a:bodyPr>
          <a:lstStyle/>
          <a:p>
            <a:pPr marL="228600" indent="-228600">
              <a:lnSpc>
                <a:spcPct val="107000"/>
              </a:lnSpc>
              <a:spcAft>
                <a:spcPts val="800"/>
              </a:spcAft>
              <a:buFont typeface="Symbol" panose="05050102010706020507" pitchFamily="18" charset="2"/>
              <a:buChar char=""/>
            </a:pPr>
            <a:r>
              <a:rPr lang="en-US" altLang="zh-CN" sz="1400">
                <a:effectLst/>
                <a:latin typeface="Calibri" panose="020F0502020204030204" pitchFamily="34" charset="0"/>
                <a:ea typeface="宋体" panose="02010600030101010101" pitchFamily="2" charset="-122"/>
                <a:cs typeface="Calibri" panose="020F0502020204030204" pitchFamily="34" charset="0"/>
              </a:rPr>
              <a:t>Data Structure</a:t>
            </a:r>
            <a:endParaRPr lang="en-US" altLang="zh-CN" sz="1400">
              <a:latin typeface="Calibri" panose="020F0502020204030204" pitchFamily="34" charset="0"/>
              <a:ea typeface="宋体" panose="02010600030101010101" pitchFamily="2" charset="-122"/>
              <a:cs typeface="Calibri" panose="020F0502020204030204" pitchFamily="34" charset="0"/>
            </a:endParaRPr>
          </a:p>
          <a:p>
            <a:pPr marL="228600" indent="-228600">
              <a:lnSpc>
                <a:spcPct val="107000"/>
              </a:lnSpc>
              <a:spcAft>
                <a:spcPts val="800"/>
              </a:spcAft>
              <a:buFont typeface="Symbol" panose="05050102010706020507" pitchFamily="18" charset="2"/>
              <a:buChar char=""/>
            </a:pPr>
            <a:r>
              <a:rPr lang="en-US" altLang="zh-CN" sz="1400">
                <a:latin typeface="Calibri" panose="020F0502020204030204" pitchFamily="34" charset="0"/>
                <a:ea typeface="宋体" panose="02010600030101010101" pitchFamily="2" charset="-122"/>
                <a:cs typeface="Calibri" panose="020F0502020204030204" pitchFamily="34" charset="0"/>
              </a:rPr>
              <a:t>Sample Process Demo (IPQC)</a:t>
            </a:r>
          </a:p>
          <a:p>
            <a:pPr marL="228600" indent="-228600">
              <a:lnSpc>
                <a:spcPct val="107000"/>
              </a:lnSpc>
              <a:spcAft>
                <a:spcPts val="800"/>
              </a:spcAft>
              <a:buFont typeface="Symbol" panose="05050102010706020507" pitchFamily="18" charset="2"/>
              <a:buChar char=""/>
            </a:pPr>
            <a:r>
              <a:rPr lang="en-US" altLang="zh-CN" sz="1400">
                <a:effectLst/>
                <a:latin typeface="Calibri" panose="020F0502020204030204" pitchFamily="34" charset="0"/>
                <a:ea typeface="宋体" panose="02010600030101010101" pitchFamily="2" charset="-122"/>
                <a:cs typeface="Calibri" panose="020F0502020204030204" pitchFamily="34" charset="0"/>
              </a:rPr>
              <a:t>Schedule Sample</a:t>
            </a:r>
          </a:p>
          <a:p>
            <a:pPr marL="228600" indent="-228600">
              <a:lnSpc>
                <a:spcPct val="107000"/>
              </a:lnSpc>
              <a:spcAft>
                <a:spcPts val="800"/>
              </a:spcAft>
              <a:buFont typeface="Symbol" panose="05050102010706020507" pitchFamily="18" charset="2"/>
              <a:buChar char=""/>
            </a:pPr>
            <a:r>
              <a:rPr lang="en-US" altLang="zh-CN" sz="1400">
                <a:effectLst/>
                <a:latin typeface="Calibri" panose="020F0502020204030204" pitchFamily="34" charset="0"/>
                <a:ea typeface="宋体" panose="02010600030101010101" pitchFamily="2" charset="-122"/>
                <a:cs typeface="Calibri" panose="020F0502020204030204" pitchFamily="34" charset="0"/>
              </a:rPr>
              <a:t>Sample Storage and Retention</a:t>
            </a:r>
          </a:p>
        </p:txBody>
      </p:sp>
      <p:sp>
        <p:nvSpPr>
          <p:cNvPr id="2" name="Slide Number Placeholder 2">
            <a:extLst>
              <a:ext uri="{FF2B5EF4-FFF2-40B4-BE49-F238E27FC236}">
                <a16:creationId xmlns:a16="http://schemas.microsoft.com/office/drawing/2014/main" id="{44D66EC3-D6B6-57F8-9328-BF859DE21CA2}"/>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21</a:t>
            </a:fld>
            <a:endParaRPr lang="en-US"/>
          </a:p>
        </p:txBody>
      </p:sp>
      <p:sp>
        <p:nvSpPr>
          <p:cNvPr id="3" name="Slide Number Placeholder 2">
            <a:extLst>
              <a:ext uri="{FF2B5EF4-FFF2-40B4-BE49-F238E27FC236}">
                <a16:creationId xmlns:a16="http://schemas.microsoft.com/office/drawing/2014/main" id="{D756F5F1-3B73-C52C-FC5C-1595D4C4E3C0}"/>
              </a:ext>
            </a:extLst>
          </p:cNvPr>
          <p:cNvSpPr>
            <a:spLocks noGrp="1"/>
          </p:cNvSpPr>
          <p:nvPr>
            <p:ph type="sldNum" sz="quarter" idx="10"/>
          </p:nvPr>
        </p:nvSpPr>
        <p:spPr/>
        <p:txBody>
          <a:bodyPr/>
          <a:lstStyle/>
          <a:p>
            <a:fld id="{89006F1E-66CD-4A4B-9370-B4A3080F0E6C}" type="slidenum">
              <a:rPr lang="en-US" smtClean="0"/>
              <a:pPr/>
              <a:t>21</a:t>
            </a:fld>
            <a:endParaRPr lang="en-US"/>
          </a:p>
        </p:txBody>
      </p:sp>
      <p:sp>
        <p:nvSpPr>
          <p:cNvPr id="5" name="Footer Placeholder 4">
            <a:extLst>
              <a:ext uri="{FF2B5EF4-FFF2-40B4-BE49-F238E27FC236}">
                <a16:creationId xmlns:a16="http://schemas.microsoft.com/office/drawing/2014/main" id="{D1E57639-218F-104F-DA0E-940F93777076}"/>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F9B13622-291E-3871-F6EC-0276B069A719}"/>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2581009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a:extLst>
              <a:ext uri="{FF2B5EF4-FFF2-40B4-BE49-F238E27FC236}">
                <a16:creationId xmlns:a16="http://schemas.microsoft.com/office/drawing/2014/main" id="{D7480D63-32DD-0949-637D-2B5015F881BB}"/>
              </a:ext>
            </a:extLst>
          </p:cNvPr>
          <p:cNvSpPr>
            <a:spLocks noGrp="1"/>
          </p:cNvSpPr>
          <p:nvPr>
            <p:ph type="body" sz="quarter" idx="17"/>
          </p:nvPr>
        </p:nvSpPr>
        <p:spPr/>
        <p:txBody>
          <a:bodyPr/>
          <a:lstStyle/>
          <a:p>
            <a:endParaRPr lang="zh-CN" altLang="en-US"/>
          </a:p>
        </p:txBody>
      </p:sp>
      <p:sp>
        <p:nvSpPr>
          <p:cNvPr id="11" name="Slide Number Placeholder 2">
            <a:extLst>
              <a:ext uri="{FF2B5EF4-FFF2-40B4-BE49-F238E27FC236}">
                <a16:creationId xmlns:a16="http://schemas.microsoft.com/office/drawing/2014/main" id="{85011E12-2CB6-C49A-AAE5-10706FB5051F}"/>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22</a:t>
            </a:fld>
            <a:endParaRPr lang="en-US"/>
          </a:p>
        </p:txBody>
      </p:sp>
      <p:sp>
        <p:nvSpPr>
          <p:cNvPr id="2" name="Slide Number Placeholder 1">
            <a:extLst>
              <a:ext uri="{FF2B5EF4-FFF2-40B4-BE49-F238E27FC236}">
                <a16:creationId xmlns:a16="http://schemas.microsoft.com/office/drawing/2014/main" id="{6F3DAAC0-3A1D-6631-F045-697897DC6C9A}"/>
              </a:ext>
            </a:extLst>
          </p:cNvPr>
          <p:cNvSpPr>
            <a:spLocks noGrp="1"/>
          </p:cNvSpPr>
          <p:nvPr>
            <p:ph type="sldNum" sz="quarter" idx="10"/>
          </p:nvPr>
        </p:nvSpPr>
        <p:spPr/>
        <p:txBody>
          <a:bodyPr/>
          <a:lstStyle/>
          <a:p>
            <a:fld id="{89006F1E-66CD-4A4B-9370-B4A3080F0E6C}" type="slidenum">
              <a:rPr lang="en-US" smtClean="0"/>
              <a:pPr/>
              <a:t>22</a:t>
            </a:fld>
            <a:endParaRPr lang="en-US"/>
          </a:p>
        </p:txBody>
      </p:sp>
      <p:sp>
        <p:nvSpPr>
          <p:cNvPr id="3" name="Footer Placeholder 2">
            <a:extLst>
              <a:ext uri="{FF2B5EF4-FFF2-40B4-BE49-F238E27FC236}">
                <a16:creationId xmlns:a16="http://schemas.microsoft.com/office/drawing/2014/main" id="{60B740E7-12E5-7C80-89F0-1FF3AC5FB1FB}"/>
              </a:ext>
            </a:extLst>
          </p:cNvPr>
          <p:cNvSpPr>
            <a:spLocks noGrp="1"/>
          </p:cNvSpPr>
          <p:nvPr>
            <p:ph type="ftr" sz="quarter" idx="14"/>
          </p:nvPr>
        </p:nvSpPr>
        <p:spPr/>
        <p:txBody>
          <a:bodyPr/>
          <a:lstStyle/>
          <a:p>
            <a:r>
              <a:rPr lang="en-US">
                <a:ea typeface="MS PGothic" panose="020B0600070205080204" pitchFamily="34" charset="-128"/>
              </a:rPr>
              <a:t>Proprietary &amp; Confidential |  03 Jun 2024</a:t>
            </a:r>
          </a:p>
        </p:txBody>
      </p:sp>
      <p:pic>
        <p:nvPicPr>
          <p:cNvPr id="5" name="Picture 4" descr="A red and black logo&#10;&#10;Description automatically generated">
            <a:extLst>
              <a:ext uri="{FF2B5EF4-FFF2-40B4-BE49-F238E27FC236}">
                <a16:creationId xmlns:a16="http://schemas.microsoft.com/office/drawing/2014/main" id="{DBA6FD6E-5782-048C-D7F0-F562764B7D8B}"/>
              </a:ext>
            </a:extLst>
          </p:cNvPr>
          <p:cNvPicPr>
            <a:picLocks noChangeAspect="1"/>
          </p:cNvPicPr>
          <p:nvPr/>
        </p:nvPicPr>
        <p:blipFill>
          <a:blip r:embed="rId2"/>
          <a:stretch>
            <a:fillRect/>
          </a:stretch>
        </p:blipFill>
        <p:spPr>
          <a:xfrm>
            <a:off x="6587015" y="0"/>
            <a:ext cx="1020250" cy="529241"/>
          </a:xfrm>
          <a:prstGeom prst="rect">
            <a:avLst/>
          </a:prstGeom>
        </p:spPr>
      </p:pic>
    </p:spTree>
    <p:extLst>
      <p:ext uri="{BB962C8B-B14F-4D97-AF65-F5344CB8AC3E}">
        <p14:creationId xmlns:p14="http://schemas.microsoft.com/office/powerpoint/2010/main" val="780652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01574" y="228600"/>
            <a:ext cx="7315200" cy="425670"/>
          </a:xfrm>
        </p:spPr>
        <p:txBody>
          <a:bodyPr/>
          <a:lstStyle/>
          <a:p>
            <a:r>
              <a:rPr lang="en-US" altLang="zh-CN">
                <a:effectLst/>
                <a:ea typeface="Calibri" panose="020F0502020204030204" pitchFamily="34" charset="0"/>
              </a:rPr>
              <a:t>Sample Manager Demo/Training</a:t>
            </a:r>
            <a:endParaRPr lang="en-US">
              <a:solidFill>
                <a:schemeClr val="tx1"/>
              </a:solidFill>
            </a:endParaRPr>
          </a:p>
        </p:txBody>
      </p:sp>
      <p:sp>
        <p:nvSpPr>
          <p:cNvPr id="5" name="TextBox 4">
            <a:extLst>
              <a:ext uri="{FF2B5EF4-FFF2-40B4-BE49-F238E27FC236}">
                <a16:creationId xmlns:a16="http://schemas.microsoft.com/office/drawing/2014/main" id="{2D0EF2D1-41C4-6EE5-A1AD-F3D6C15F54B2}"/>
              </a:ext>
            </a:extLst>
          </p:cNvPr>
          <p:cNvSpPr txBox="1"/>
          <p:nvPr/>
        </p:nvSpPr>
        <p:spPr>
          <a:xfrm>
            <a:off x="448844" y="1031843"/>
            <a:ext cx="8442907" cy="1311962"/>
          </a:xfrm>
          <a:prstGeom prst="rect">
            <a:avLst/>
          </a:prstGeom>
          <a:noFill/>
        </p:spPr>
        <p:txBody>
          <a:bodyPr wrap="square">
            <a:spAutoFit/>
          </a:bodyPr>
          <a:lstStyle/>
          <a:p>
            <a:pPr marL="228600" indent="-228600">
              <a:lnSpc>
                <a:spcPct val="107000"/>
              </a:lnSpc>
              <a:spcAft>
                <a:spcPts val="800"/>
              </a:spcAft>
              <a:buFont typeface="Symbol" panose="05050102010706020507" pitchFamily="18" charset="2"/>
              <a:buChar char=""/>
            </a:pPr>
            <a:r>
              <a:rPr lang="en-US" altLang="zh-CN" sz="1400">
                <a:latin typeface="Calibri" panose="020F0502020204030204" pitchFamily="34" charset="0"/>
                <a:ea typeface="宋体" panose="02010600030101010101" pitchFamily="2" charset="-122"/>
                <a:cs typeface="Calibri" panose="020F0502020204030204" pitchFamily="34" charset="0"/>
              </a:rPr>
              <a:t>Stock Management (Inventory)</a:t>
            </a:r>
          </a:p>
          <a:p>
            <a:pPr marL="228600" indent="-228600">
              <a:lnSpc>
                <a:spcPct val="107000"/>
              </a:lnSpc>
              <a:spcAft>
                <a:spcPts val="800"/>
              </a:spcAft>
              <a:buFont typeface="Symbol" panose="05050102010706020507" pitchFamily="18" charset="2"/>
              <a:buChar char=""/>
            </a:pPr>
            <a:r>
              <a:rPr lang="en-US" altLang="zh-CN" sz="1400">
                <a:effectLst/>
                <a:latin typeface="Calibri" panose="020F0502020204030204" pitchFamily="34" charset="0"/>
                <a:ea typeface="宋体" panose="02010600030101010101" pitchFamily="2" charset="-122"/>
                <a:cs typeface="Calibri" panose="020F0502020204030204" pitchFamily="34" charset="0"/>
              </a:rPr>
              <a:t>Instrument Management</a:t>
            </a:r>
          </a:p>
          <a:p>
            <a:pPr marL="228600" indent="-228600">
              <a:lnSpc>
                <a:spcPct val="107000"/>
              </a:lnSpc>
              <a:spcAft>
                <a:spcPts val="800"/>
              </a:spcAft>
              <a:buFont typeface="Symbol" panose="05050102010706020507" pitchFamily="18" charset="2"/>
              <a:buChar char=""/>
            </a:pPr>
            <a:r>
              <a:rPr lang="en-US" altLang="zh-CN" sz="1400">
                <a:effectLst/>
                <a:latin typeface="Calibri" panose="020F0502020204030204" pitchFamily="34" charset="0"/>
                <a:ea typeface="宋体" panose="02010600030101010101" pitchFamily="2" charset="-122"/>
                <a:cs typeface="Calibri" panose="020F0502020204030204" pitchFamily="34" charset="0"/>
              </a:rPr>
              <a:t>Security and Access Management</a:t>
            </a:r>
          </a:p>
          <a:p>
            <a:pPr>
              <a:lnSpc>
                <a:spcPct val="107000"/>
              </a:lnSpc>
              <a:spcAft>
                <a:spcPts val="800"/>
              </a:spcAft>
            </a:pPr>
            <a:endParaRPr lang="zh-CN" altLang="zh-CN" sz="1400">
              <a:effectLst/>
              <a:latin typeface="Calibri" panose="020F0502020204030204" pitchFamily="34" charset="0"/>
              <a:ea typeface="宋体" panose="02010600030101010101" pitchFamily="2"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2989A882-D873-FC66-248B-0DDA640DC3B5}"/>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23</a:t>
            </a:fld>
            <a:endParaRPr lang="en-US"/>
          </a:p>
        </p:txBody>
      </p:sp>
      <p:sp>
        <p:nvSpPr>
          <p:cNvPr id="2" name="Slide Number Placeholder 1">
            <a:extLst>
              <a:ext uri="{FF2B5EF4-FFF2-40B4-BE49-F238E27FC236}">
                <a16:creationId xmlns:a16="http://schemas.microsoft.com/office/drawing/2014/main" id="{D9DBB2EB-0114-8B1D-5A8C-547647C74600}"/>
              </a:ext>
            </a:extLst>
          </p:cNvPr>
          <p:cNvSpPr>
            <a:spLocks noGrp="1"/>
          </p:cNvSpPr>
          <p:nvPr>
            <p:ph type="sldNum" sz="quarter" idx="10"/>
          </p:nvPr>
        </p:nvSpPr>
        <p:spPr/>
        <p:txBody>
          <a:bodyPr/>
          <a:lstStyle/>
          <a:p>
            <a:fld id="{89006F1E-66CD-4A4B-9370-B4A3080F0E6C}" type="slidenum">
              <a:rPr lang="en-US" smtClean="0"/>
              <a:pPr/>
              <a:t>23</a:t>
            </a:fld>
            <a:endParaRPr lang="en-US"/>
          </a:p>
        </p:txBody>
      </p:sp>
      <p:sp>
        <p:nvSpPr>
          <p:cNvPr id="4" name="Footer Placeholder 3">
            <a:extLst>
              <a:ext uri="{FF2B5EF4-FFF2-40B4-BE49-F238E27FC236}">
                <a16:creationId xmlns:a16="http://schemas.microsoft.com/office/drawing/2014/main" id="{A8BF1307-D6DF-5B7E-5D15-99B914802296}"/>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88BE62BE-BACE-2CDE-354C-90F419FBE32A}"/>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2896910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a:extLst>
              <a:ext uri="{FF2B5EF4-FFF2-40B4-BE49-F238E27FC236}">
                <a16:creationId xmlns:a16="http://schemas.microsoft.com/office/drawing/2014/main" id="{D7480D63-32DD-0949-637D-2B5015F881BB}"/>
              </a:ext>
            </a:extLst>
          </p:cNvPr>
          <p:cNvSpPr>
            <a:spLocks noGrp="1"/>
          </p:cNvSpPr>
          <p:nvPr>
            <p:ph type="body" sz="quarter" idx="17"/>
          </p:nvPr>
        </p:nvSpPr>
        <p:spPr/>
        <p:txBody>
          <a:bodyPr/>
          <a:lstStyle/>
          <a:p>
            <a:endParaRPr lang="zh-CN" altLang="en-US"/>
          </a:p>
        </p:txBody>
      </p:sp>
      <p:sp>
        <p:nvSpPr>
          <p:cNvPr id="2" name="Slide Number Placeholder 2">
            <a:extLst>
              <a:ext uri="{FF2B5EF4-FFF2-40B4-BE49-F238E27FC236}">
                <a16:creationId xmlns:a16="http://schemas.microsoft.com/office/drawing/2014/main" id="{872BA3D6-764F-B67D-2924-D6C45FC8C395}"/>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24</a:t>
            </a:fld>
            <a:endParaRPr lang="en-US"/>
          </a:p>
        </p:txBody>
      </p:sp>
      <p:sp>
        <p:nvSpPr>
          <p:cNvPr id="3" name="Slide Number Placeholder 2">
            <a:extLst>
              <a:ext uri="{FF2B5EF4-FFF2-40B4-BE49-F238E27FC236}">
                <a16:creationId xmlns:a16="http://schemas.microsoft.com/office/drawing/2014/main" id="{73B1446A-868D-22C9-F6DD-A5E81B73380A}"/>
              </a:ext>
            </a:extLst>
          </p:cNvPr>
          <p:cNvSpPr>
            <a:spLocks noGrp="1"/>
          </p:cNvSpPr>
          <p:nvPr>
            <p:ph type="sldNum" sz="quarter" idx="10"/>
          </p:nvPr>
        </p:nvSpPr>
        <p:spPr/>
        <p:txBody>
          <a:bodyPr/>
          <a:lstStyle/>
          <a:p>
            <a:fld id="{89006F1E-66CD-4A4B-9370-B4A3080F0E6C}" type="slidenum">
              <a:rPr lang="en-US" smtClean="0"/>
              <a:pPr/>
              <a:t>24</a:t>
            </a:fld>
            <a:endParaRPr lang="en-US"/>
          </a:p>
        </p:txBody>
      </p:sp>
      <p:sp>
        <p:nvSpPr>
          <p:cNvPr id="4" name="Footer Placeholder 3">
            <a:extLst>
              <a:ext uri="{FF2B5EF4-FFF2-40B4-BE49-F238E27FC236}">
                <a16:creationId xmlns:a16="http://schemas.microsoft.com/office/drawing/2014/main" id="{D531B2E0-EECB-53E7-5308-93A77BD525B1}"/>
              </a:ext>
            </a:extLst>
          </p:cNvPr>
          <p:cNvSpPr>
            <a:spLocks noGrp="1"/>
          </p:cNvSpPr>
          <p:nvPr>
            <p:ph type="ftr" sz="quarter" idx="14"/>
          </p:nvPr>
        </p:nvSpPr>
        <p:spPr/>
        <p:txBody>
          <a:bodyPr/>
          <a:lstStyle/>
          <a:p>
            <a:r>
              <a:rPr lang="en-US">
                <a:ea typeface="MS PGothic" panose="020B0600070205080204" pitchFamily="34" charset="-128"/>
              </a:rPr>
              <a:t>Proprietary &amp; Confidential |  03 Jun 2024</a:t>
            </a:r>
          </a:p>
        </p:txBody>
      </p:sp>
      <p:pic>
        <p:nvPicPr>
          <p:cNvPr id="6" name="Picture 5" descr="A red and black logo&#10;&#10;Description automatically generated">
            <a:extLst>
              <a:ext uri="{FF2B5EF4-FFF2-40B4-BE49-F238E27FC236}">
                <a16:creationId xmlns:a16="http://schemas.microsoft.com/office/drawing/2014/main" id="{0BF966B9-5CE4-2126-8C7D-5E6FFE33E215}"/>
              </a:ext>
            </a:extLst>
          </p:cNvPr>
          <p:cNvPicPr>
            <a:picLocks noChangeAspect="1"/>
          </p:cNvPicPr>
          <p:nvPr/>
        </p:nvPicPr>
        <p:blipFill>
          <a:blip r:embed="rId2"/>
          <a:stretch>
            <a:fillRect/>
          </a:stretch>
        </p:blipFill>
        <p:spPr>
          <a:xfrm>
            <a:off x="6587015" y="0"/>
            <a:ext cx="1020250" cy="529241"/>
          </a:xfrm>
          <a:prstGeom prst="rect">
            <a:avLst/>
          </a:prstGeom>
        </p:spPr>
      </p:pic>
    </p:spTree>
    <p:extLst>
      <p:ext uri="{BB962C8B-B14F-4D97-AF65-F5344CB8AC3E}">
        <p14:creationId xmlns:p14="http://schemas.microsoft.com/office/powerpoint/2010/main" val="1521347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2FAAA10E-7187-7A79-17EC-4210EE32603B}"/>
              </a:ext>
            </a:extLst>
          </p:cNvPr>
          <p:cNvSpPr>
            <a:spLocks noGrp="1"/>
          </p:cNvSpPr>
          <p:nvPr>
            <p:ph type="title"/>
          </p:nvPr>
        </p:nvSpPr>
        <p:spPr>
          <a:xfrm>
            <a:off x="551793" y="2146080"/>
            <a:ext cx="8371489" cy="425670"/>
          </a:xfrm>
        </p:spPr>
        <p:txBody>
          <a:bodyPr/>
          <a:lstStyle/>
          <a:p>
            <a:pPr algn="ctr"/>
            <a:r>
              <a:rPr lang="en-US" altLang="zh-CN" sz="2800">
                <a:solidFill>
                  <a:schemeClr val="tx1"/>
                </a:solidFill>
                <a:effectLst/>
                <a:ea typeface="Calibri" panose="020F0502020204030204" pitchFamily="34" charset="0"/>
              </a:rPr>
              <a:t>Requirement Workshop</a:t>
            </a:r>
            <a:endParaRPr lang="en-US" sz="2800">
              <a:solidFill>
                <a:schemeClr val="tx1"/>
              </a:solidFill>
            </a:endParaRPr>
          </a:p>
        </p:txBody>
      </p:sp>
      <p:sp>
        <p:nvSpPr>
          <p:cNvPr id="2" name="Slide Number Placeholder 2">
            <a:extLst>
              <a:ext uri="{FF2B5EF4-FFF2-40B4-BE49-F238E27FC236}">
                <a16:creationId xmlns:a16="http://schemas.microsoft.com/office/drawing/2014/main" id="{D1ADAB55-7E30-6749-467B-6F6FE21D47C9}"/>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25</a:t>
            </a:fld>
            <a:endParaRPr lang="en-US"/>
          </a:p>
        </p:txBody>
      </p:sp>
      <p:sp>
        <p:nvSpPr>
          <p:cNvPr id="3" name="Slide Number Placeholder 2">
            <a:extLst>
              <a:ext uri="{FF2B5EF4-FFF2-40B4-BE49-F238E27FC236}">
                <a16:creationId xmlns:a16="http://schemas.microsoft.com/office/drawing/2014/main" id="{AE139D59-684B-C114-88E0-7EA70D476B45}"/>
              </a:ext>
            </a:extLst>
          </p:cNvPr>
          <p:cNvSpPr>
            <a:spLocks noGrp="1"/>
          </p:cNvSpPr>
          <p:nvPr>
            <p:ph type="sldNum" sz="quarter" idx="10"/>
          </p:nvPr>
        </p:nvSpPr>
        <p:spPr/>
        <p:txBody>
          <a:bodyPr/>
          <a:lstStyle/>
          <a:p>
            <a:fld id="{89006F1E-66CD-4A4B-9370-B4A3080F0E6C}" type="slidenum">
              <a:rPr lang="en-US" smtClean="0"/>
              <a:pPr/>
              <a:t>25</a:t>
            </a:fld>
            <a:endParaRPr lang="en-US"/>
          </a:p>
        </p:txBody>
      </p:sp>
      <p:sp>
        <p:nvSpPr>
          <p:cNvPr id="4" name="Footer Placeholder 3">
            <a:extLst>
              <a:ext uri="{FF2B5EF4-FFF2-40B4-BE49-F238E27FC236}">
                <a16:creationId xmlns:a16="http://schemas.microsoft.com/office/drawing/2014/main" id="{13134361-BE67-CF5F-9F88-B47426014150}"/>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FBE62EA6-9D0E-1E6E-8316-EDE99B8ED140}"/>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3087313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28600" y="185243"/>
            <a:ext cx="7315200" cy="425670"/>
          </a:xfrm>
        </p:spPr>
        <p:txBody>
          <a:bodyPr/>
          <a:lstStyle/>
          <a:p>
            <a:r>
              <a:rPr lang="en-US" altLang="zh-CN">
                <a:solidFill>
                  <a:srgbClr val="FF0000"/>
                </a:solidFill>
                <a:effectLst/>
                <a:ea typeface="Calibri" panose="020F0502020204030204" pitchFamily="34" charset="0"/>
              </a:rPr>
              <a:t>Requirement Clarification &amp; Workflow Finalization</a:t>
            </a:r>
            <a:endParaRPr lang="en-US">
              <a:solidFill>
                <a:srgbClr val="FF0000"/>
              </a:solidFill>
            </a:endParaRPr>
          </a:p>
        </p:txBody>
      </p:sp>
      <p:graphicFrame>
        <p:nvGraphicFramePr>
          <p:cNvPr id="4" name="内容占位符 4">
            <a:extLst>
              <a:ext uri="{FF2B5EF4-FFF2-40B4-BE49-F238E27FC236}">
                <a16:creationId xmlns:a16="http://schemas.microsoft.com/office/drawing/2014/main" id="{FED1E293-AF5C-50D1-F7B4-2185B8A0C771}"/>
              </a:ext>
            </a:extLst>
          </p:cNvPr>
          <p:cNvGraphicFramePr/>
          <p:nvPr>
            <p:extLst>
              <p:ext uri="{D42A27DB-BD31-4B8C-83A1-F6EECF244321}">
                <p14:modId xmlns:p14="http://schemas.microsoft.com/office/powerpoint/2010/main" val="3198713267"/>
              </p:ext>
            </p:extLst>
          </p:nvPr>
        </p:nvGraphicFramePr>
        <p:xfrm>
          <a:off x="320312" y="984493"/>
          <a:ext cx="8421668" cy="2168234"/>
        </p:xfrm>
        <a:graphic>
          <a:graphicData uri="http://schemas.openxmlformats.org/drawingml/2006/table">
            <a:tbl>
              <a:tblPr firstRow="1">
                <a:tableStyleId>{5C22544A-7EE6-4342-B048-85BDC9FD1C3A}</a:tableStyleId>
              </a:tblPr>
              <a:tblGrid>
                <a:gridCol w="597571">
                  <a:extLst>
                    <a:ext uri="{9D8B030D-6E8A-4147-A177-3AD203B41FA5}">
                      <a16:colId xmlns:a16="http://schemas.microsoft.com/office/drawing/2014/main" val="20000"/>
                    </a:ext>
                  </a:extLst>
                </a:gridCol>
                <a:gridCol w="7824097">
                  <a:extLst>
                    <a:ext uri="{9D8B030D-6E8A-4147-A177-3AD203B41FA5}">
                      <a16:colId xmlns:a16="http://schemas.microsoft.com/office/drawing/2014/main" val="20002"/>
                    </a:ext>
                  </a:extLst>
                </a:gridCol>
              </a:tblGrid>
              <a:tr h="348443">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No</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Main Workflow Items</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0"/>
                  </a:ext>
                </a:extLst>
              </a:tr>
              <a:tr h="324319">
                <a:tc>
                  <a:txBody>
                    <a:bodyPr/>
                    <a:lstStyle/>
                    <a:p>
                      <a:pPr marL="0" indent="0" algn="ctr">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1</a:t>
                      </a:r>
                      <a:endParaRPr lang="en-US" altLang="zh-CN"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a:latin typeface="Calibri" panose="020F0502020204030204" pitchFamily="34" charset="0"/>
                          <a:cs typeface="Calibri" panose="020F0502020204030204" pitchFamily="34" charset="0"/>
                        </a:rPr>
                        <a:t>Standard Raw Material (RM) testing for incoming </a:t>
                      </a:r>
                      <a:endParaRPr lang="zh-CN" altLang="en-US" sz="14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1"/>
                  </a:ext>
                </a:extLst>
              </a:tr>
              <a:tr h="292788">
                <a:tc>
                  <a:txBody>
                    <a:bodyPr/>
                    <a:lstStyle/>
                    <a:p>
                      <a:pPr marL="0" indent="0" algn="ctr">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2</a:t>
                      </a:r>
                      <a:endParaRPr lang="en-US" altLang="zh-CN"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kern="1200">
                          <a:solidFill>
                            <a:schemeClr val="dk1"/>
                          </a:solidFill>
                          <a:latin typeface="Calibri" panose="020F0502020204030204" pitchFamily="34" charset="0"/>
                          <a:cs typeface="Calibri" panose="020F0502020204030204" pitchFamily="34" charset="0"/>
                        </a:rPr>
                        <a:t>Standard in process testing for semi finished and finished goods</a:t>
                      </a:r>
                      <a:endParaRPr lang="zh-CN" altLang="en-US" sz="14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2"/>
                  </a:ext>
                </a:extLst>
              </a:tr>
              <a:tr h="306302">
                <a:tc>
                  <a:txBody>
                    <a:bodyPr/>
                    <a:lstStyle/>
                    <a:p>
                      <a:pPr marL="0" indent="0" algn="ctr">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3</a:t>
                      </a:r>
                      <a:endParaRPr lang="en-US" altLang="zh-CN"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kern="1200">
                          <a:solidFill>
                            <a:schemeClr val="dk1"/>
                          </a:solidFill>
                          <a:latin typeface="Calibri" panose="020F0502020204030204" pitchFamily="34" charset="0"/>
                          <a:cs typeface="Calibri" panose="020F0502020204030204" pitchFamily="34" charset="0"/>
                        </a:rPr>
                        <a:t>Standard finished goods outgoing test. </a:t>
                      </a:r>
                      <a:endParaRPr lang="zh-CN" altLang="en-US" sz="14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3504160912"/>
                  </a:ext>
                </a:extLst>
              </a:tr>
              <a:tr h="297292">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4</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kern="1200">
                          <a:solidFill>
                            <a:schemeClr val="dk1"/>
                          </a:solidFill>
                          <a:latin typeface="Calibri" panose="020F0502020204030204" pitchFamily="34" charset="0"/>
                          <a:cs typeface="Calibri" panose="020F0502020204030204" pitchFamily="34" charset="0"/>
                        </a:rPr>
                        <a:t>Consumables incoming test.</a:t>
                      </a:r>
                      <a:endParaRPr lang="zh-CN" altLang="en-US" sz="14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3"/>
                  </a:ext>
                </a:extLst>
              </a:tr>
              <a:tr h="301797">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5</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kern="1200">
                          <a:solidFill>
                            <a:schemeClr val="dk1"/>
                          </a:solidFill>
                          <a:latin typeface="Calibri" panose="020F0502020204030204" pitchFamily="34" charset="0"/>
                          <a:cs typeface="Calibri" panose="020F0502020204030204" pitchFamily="34" charset="0"/>
                        </a:rPr>
                        <a:t>Package material incoming test  (Note: Dragon package material has IDH#, no batch# manage in SAP)</a:t>
                      </a:r>
                      <a:endParaRPr lang="zh-CN" altLang="en-US" sz="14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98288805"/>
                  </a:ext>
                </a:extLst>
              </a:tr>
              <a:tr h="297293">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6</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kern="1200">
                          <a:solidFill>
                            <a:schemeClr val="dk1"/>
                          </a:solidFill>
                          <a:latin typeface="Calibri" panose="020F0502020204030204" pitchFamily="34" charset="0"/>
                          <a:cs typeface="Calibri" panose="020F0502020204030204" pitchFamily="34" charset="0"/>
                        </a:rPr>
                        <a:t>Instrument calibration sample test</a:t>
                      </a:r>
                      <a:endParaRPr lang="zh-CN" altLang="en-US" sz="14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543549647"/>
                  </a:ext>
                </a:extLst>
              </a:tr>
            </a:tbl>
          </a:graphicData>
        </a:graphic>
      </p:graphicFrame>
      <p:sp>
        <p:nvSpPr>
          <p:cNvPr id="2" name="TextBox 1">
            <a:extLst>
              <a:ext uri="{FF2B5EF4-FFF2-40B4-BE49-F238E27FC236}">
                <a16:creationId xmlns:a16="http://schemas.microsoft.com/office/drawing/2014/main" id="{DDB837FD-96D3-9ECA-F612-498EE88774DE}"/>
              </a:ext>
            </a:extLst>
          </p:cNvPr>
          <p:cNvSpPr txBox="1"/>
          <p:nvPr/>
        </p:nvSpPr>
        <p:spPr>
          <a:xfrm>
            <a:off x="366547" y="610913"/>
            <a:ext cx="8375433" cy="425670"/>
          </a:xfrm>
          <a:prstGeom prst="rect">
            <a:avLst/>
          </a:prstGeom>
          <a:noFill/>
        </p:spPr>
        <p:txBody>
          <a:bodyPr wrap="none" lIns="0" tIns="0" rIns="0" bIns="0" rtlCol="0">
            <a:normAutofit/>
          </a:bodyPr>
          <a:lstStyle/>
          <a:p>
            <a:pPr algn="l" defTabSz="914400">
              <a:lnSpc>
                <a:spcPct val="120000"/>
              </a:lnSpc>
              <a:spcBef>
                <a:spcPts val="200"/>
              </a:spcBef>
              <a:buClr>
                <a:schemeClr val="tx2"/>
              </a:buClr>
              <a:buSzPct val="100000"/>
            </a:pPr>
            <a:r>
              <a:rPr lang="en-US" altLang="zh-CN" b="1" dirty="0"/>
              <a:t>Group A: </a:t>
            </a:r>
            <a:r>
              <a:rPr lang="en-US" altLang="zh-CN" b="1" dirty="0" err="1"/>
              <a:t>Garen</a:t>
            </a:r>
            <a:r>
              <a:rPr lang="en-US" altLang="zh-CN" b="1"/>
              <a:t>, Mengran</a:t>
            </a:r>
            <a:endParaRPr lang="zh-CN" altLang="en-US" b="1" dirty="0"/>
          </a:p>
        </p:txBody>
      </p:sp>
      <p:sp>
        <p:nvSpPr>
          <p:cNvPr id="3" name="Slide Number Placeholder 2">
            <a:extLst>
              <a:ext uri="{FF2B5EF4-FFF2-40B4-BE49-F238E27FC236}">
                <a16:creationId xmlns:a16="http://schemas.microsoft.com/office/drawing/2014/main" id="{404E3D95-F84E-74ED-23A5-D965DA994E20}"/>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26</a:t>
            </a:fld>
            <a:endParaRPr lang="en-US"/>
          </a:p>
        </p:txBody>
      </p:sp>
      <p:sp>
        <p:nvSpPr>
          <p:cNvPr id="5" name="Slide Number Placeholder 4">
            <a:extLst>
              <a:ext uri="{FF2B5EF4-FFF2-40B4-BE49-F238E27FC236}">
                <a16:creationId xmlns:a16="http://schemas.microsoft.com/office/drawing/2014/main" id="{E614B2B1-9044-B109-FD99-95652E39836C}"/>
              </a:ext>
            </a:extLst>
          </p:cNvPr>
          <p:cNvSpPr>
            <a:spLocks noGrp="1"/>
          </p:cNvSpPr>
          <p:nvPr>
            <p:ph type="sldNum" sz="quarter" idx="10"/>
          </p:nvPr>
        </p:nvSpPr>
        <p:spPr/>
        <p:txBody>
          <a:bodyPr/>
          <a:lstStyle/>
          <a:p>
            <a:fld id="{89006F1E-66CD-4A4B-9370-B4A3080F0E6C}" type="slidenum">
              <a:rPr lang="en-US" smtClean="0"/>
              <a:pPr/>
              <a:t>26</a:t>
            </a:fld>
            <a:endParaRPr lang="en-US"/>
          </a:p>
        </p:txBody>
      </p:sp>
      <p:sp>
        <p:nvSpPr>
          <p:cNvPr id="6" name="Footer Placeholder 5">
            <a:extLst>
              <a:ext uri="{FF2B5EF4-FFF2-40B4-BE49-F238E27FC236}">
                <a16:creationId xmlns:a16="http://schemas.microsoft.com/office/drawing/2014/main" id="{429C0C36-BBA5-0C6D-96E4-B623427C91E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8" name="Picture 7" descr="A red and black logo&#10;&#10;Description automatically generated">
            <a:extLst>
              <a:ext uri="{FF2B5EF4-FFF2-40B4-BE49-F238E27FC236}">
                <a16:creationId xmlns:a16="http://schemas.microsoft.com/office/drawing/2014/main" id="{8560DE40-B976-92B7-73AF-F6CA24973166}"/>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177763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28600" y="188900"/>
            <a:ext cx="7315200" cy="425670"/>
          </a:xfrm>
        </p:spPr>
        <p:txBody>
          <a:bodyPr/>
          <a:lstStyle/>
          <a:p>
            <a:r>
              <a:rPr lang="en-US" altLang="zh-CN">
                <a:solidFill>
                  <a:srgbClr val="FF0000"/>
                </a:solidFill>
                <a:effectLst/>
                <a:ea typeface="Calibri" panose="020F0502020204030204" pitchFamily="34" charset="0"/>
              </a:rPr>
              <a:t>Requirement </a:t>
            </a:r>
            <a:r>
              <a:rPr lang="en-US" altLang="zh-CN">
                <a:solidFill>
                  <a:srgbClr val="FF0000"/>
                </a:solidFill>
                <a:ea typeface="Calibri" panose="020F0502020204030204" pitchFamily="34" charset="0"/>
              </a:rPr>
              <a:t>C</a:t>
            </a:r>
            <a:r>
              <a:rPr lang="en-US" altLang="zh-CN">
                <a:solidFill>
                  <a:srgbClr val="FF0000"/>
                </a:solidFill>
                <a:effectLst/>
                <a:ea typeface="Calibri" panose="020F0502020204030204" pitchFamily="34" charset="0"/>
              </a:rPr>
              <a:t>larification &amp; Workflow Finalization</a:t>
            </a:r>
            <a:endParaRPr lang="en-US">
              <a:solidFill>
                <a:srgbClr val="FF0000"/>
              </a:solidFill>
            </a:endParaRPr>
          </a:p>
        </p:txBody>
      </p:sp>
      <p:graphicFrame>
        <p:nvGraphicFramePr>
          <p:cNvPr id="4" name="内容占位符 4">
            <a:extLst>
              <a:ext uri="{FF2B5EF4-FFF2-40B4-BE49-F238E27FC236}">
                <a16:creationId xmlns:a16="http://schemas.microsoft.com/office/drawing/2014/main" id="{FED1E293-AF5C-50D1-F7B4-2185B8A0C771}"/>
              </a:ext>
            </a:extLst>
          </p:cNvPr>
          <p:cNvGraphicFramePr/>
          <p:nvPr>
            <p:extLst>
              <p:ext uri="{D42A27DB-BD31-4B8C-83A1-F6EECF244321}">
                <p14:modId xmlns:p14="http://schemas.microsoft.com/office/powerpoint/2010/main" val="2270632699"/>
              </p:ext>
            </p:extLst>
          </p:nvPr>
        </p:nvGraphicFramePr>
        <p:xfrm>
          <a:off x="319816" y="916169"/>
          <a:ext cx="8421668" cy="2564874"/>
        </p:xfrm>
        <a:graphic>
          <a:graphicData uri="http://schemas.openxmlformats.org/drawingml/2006/table">
            <a:tbl>
              <a:tblPr firstRow="1">
                <a:tableStyleId>{5C22544A-7EE6-4342-B048-85BDC9FD1C3A}</a:tableStyleId>
              </a:tblPr>
              <a:tblGrid>
                <a:gridCol w="569870">
                  <a:extLst>
                    <a:ext uri="{9D8B030D-6E8A-4147-A177-3AD203B41FA5}">
                      <a16:colId xmlns:a16="http://schemas.microsoft.com/office/drawing/2014/main" val="20000"/>
                    </a:ext>
                  </a:extLst>
                </a:gridCol>
                <a:gridCol w="7851798">
                  <a:extLst>
                    <a:ext uri="{9D8B030D-6E8A-4147-A177-3AD203B41FA5}">
                      <a16:colId xmlns:a16="http://schemas.microsoft.com/office/drawing/2014/main" val="20002"/>
                    </a:ext>
                  </a:extLst>
                </a:gridCol>
              </a:tblGrid>
              <a:tr h="348443">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No</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Main workflow Item</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0"/>
                  </a:ext>
                </a:extLst>
              </a:tr>
              <a:tr h="265761">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1</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Test for MSA</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60808318"/>
                  </a:ext>
                </a:extLst>
              </a:tr>
              <a:tr h="315310">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2</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Certification test for QC technician</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4276313435"/>
                  </a:ext>
                </a:extLst>
              </a:tr>
              <a:tr h="548899">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3</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lnSpc>
                          <a:spcPct val="150000"/>
                        </a:lnSpc>
                      </a:pPr>
                      <a:r>
                        <a:rPr lang="en-US" altLang="zh-CN" sz="1200" kern="1200">
                          <a:solidFill>
                            <a:schemeClr val="dk1"/>
                          </a:solidFill>
                          <a:latin typeface="Calibri" panose="020F0502020204030204" pitchFamily="34" charset="0"/>
                          <a:cs typeface="Calibri" panose="020F0502020204030204" pitchFamily="34" charset="0"/>
                        </a:rPr>
                        <a:t>Test for SCMS/NCMR /CCMS investigation (Based on SCMS, NCMR, CCMS type)</a:t>
                      </a:r>
                      <a:br>
                        <a:rPr lang="en-US" altLang="zh-CN" sz="1200" kern="1200">
                          <a:solidFill>
                            <a:schemeClr val="dk1"/>
                          </a:solidFill>
                          <a:latin typeface="Calibri" panose="020F0502020204030204" pitchFamily="34" charset="0"/>
                          <a:cs typeface="Calibri" panose="020F0502020204030204" pitchFamily="34" charset="0"/>
                        </a:rPr>
                      </a:br>
                      <a:r>
                        <a:rPr lang="en-US" altLang="zh-CN" sz="1200" kern="1200">
                          <a:solidFill>
                            <a:srgbClr val="568AC4"/>
                          </a:solidFill>
                          <a:latin typeface="Calibri" panose="020F0502020204030204" pitchFamily="34" charset="0"/>
                          <a:cs typeface="Calibri" panose="020F0502020204030204" pitchFamily="34" charset="0"/>
                        </a:rPr>
                        <a:t>Note: SCMS: supplier complaint management system; NCMR: nonconformance management system; CCMS: customer complaint management system</a:t>
                      </a:r>
                      <a:endParaRPr lang="zh-CN" altLang="en-US" sz="1200" kern="1200">
                        <a:solidFill>
                          <a:srgbClr val="568AC4"/>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812196043"/>
                  </a:ext>
                </a:extLst>
              </a:tr>
              <a:tr h="337833">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4</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Test for NCMR-self life extension (RM, SFG, FG, Package material, consumable &amp; Instrument calibration sample)</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3097270033"/>
                  </a:ext>
                </a:extLst>
              </a:tr>
              <a:tr h="319814">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5</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Testing for Customer/Supplier/PD/TCS/Other sites/MOC/NPI / Improvement project (Including, Stability studies (shelf-life study, aging test, reliability test, etc.))</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2654870284"/>
                  </a:ext>
                </a:extLst>
              </a:tr>
            </a:tbl>
          </a:graphicData>
        </a:graphic>
      </p:graphicFrame>
      <p:graphicFrame>
        <p:nvGraphicFramePr>
          <p:cNvPr id="2" name="内容占位符 4">
            <a:extLst>
              <a:ext uri="{FF2B5EF4-FFF2-40B4-BE49-F238E27FC236}">
                <a16:creationId xmlns:a16="http://schemas.microsoft.com/office/drawing/2014/main" id="{55B09DAF-9E2E-7B1B-56F7-16B25FB314D2}"/>
              </a:ext>
            </a:extLst>
          </p:cNvPr>
          <p:cNvGraphicFramePr/>
          <p:nvPr>
            <p:extLst>
              <p:ext uri="{D42A27DB-BD31-4B8C-83A1-F6EECF244321}">
                <p14:modId xmlns:p14="http://schemas.microsoft.com/office/powerpoint/2010/main" val="2131449203"/>
              </p:ext>
            </p:extLst>
          </p:nvPr>
        </p:nvGraphicFramePr>
        <p:xfrm>
          <a:off x="337270" y="3687220"/>
          <a:ext cx="8421667" cy="965550"/>
        </p:xfrm>
        <a:graphic>
          <a:graphicData uri="http://schemas.openxmlformats.org/drawingml/2006/table">
            <a:tbl>
              <a:tblPr firstRow="1">
                <a:tableStyleId>{5C22544A-7EE6-4342-B048-85BDC9FD1C3A}</a:tableStyleId>
              </a:tblPr>
              <a:tblGrid>
                <a:gridCol w="533881">
                  <a:extLst>
                    <a:ext uri="{9D8B030D-6E8A-4147-A177-3AD203B41FA5}">
                      <a16:colId xmlns:a16="http://schemas.microsoft.com/office/drawing/2014/main" val="20000"/>
                    </a:ext>
                  </a:extLst>
                </a:gridCol>
                <a:gridCol w="7887786">
                  <a:extLst>
                    <a:ext uri="{9D8B030D-6E8A-4147-A177-3AD203B41FA5}">
                      <a16:colId xmlns:a16="http://schemas.microsoft.com/office/drawing/2014/main" val="20002"/>
                    </a:ext>
                  </a:extLst>
                </a:gridCol>
              </a:tblGrid>
              <a:tr h="348443">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No</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Support Workflow</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0"/>
                  </a:ext>
                </a:extLst>
              </a:tr>
              <a:tr h="324319">
                <a:tc>
                  <a:txBody>
                    <a:bodyPr/>
                    <a:lstStyle/>
                    <a:p>
                      <a:pPr marL="0" indent="0" algn="ctr">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1</a:t>
                      </a:r>
                      <a:endParaRPr lang="en-US" altLang="zh-CN"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Moving sample/material to storage location</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1"/>
                  </a:ext>
                </a:extLst>
              </a:tr>
              <a:tr h="292788">
                <a:tc>
                  <a:txBody>
                    <a:bodyPr/>
                    <a:lstStyle/>
                    <a:p>
                      <a:pPr marL="0" indent="0" algn="ctr">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2</a:t>
                      </a:r>
                      <a:endParaRPr lang="en-US" altLang="zh-CN"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Perform skip lot testing (configure by user)</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858986A2-10DA-5E6D-C3B2-301F9907C731}"/>
              </a:ext>
            </a:extLst>
          </p:cNvPr>
          <p:cNvSpPr txBox="1"/>
          <p:nvPr/>
        </p:nvSpPr>
        <p:spPr>
          <a:xfrm>
            <a:off x="354724" y="600454"/>
            <a:ext cx="8386760" cy="425670"/>
          </a:xfrm>
          <a:prstGeom prst="rect">
            <a:avLst/>
          </a:prstGeom>
          <a:noFill/>
        </p:spPr>
        <p:txBody>
          <a:bodyPr wrap="none" lIns="0" tIns="0" rIns="0" bIns="0" rtlCol="0">
            <a:normAutofit/>
          </a:bodyPr>
          <a:lstStyle/>
          <a:p>
            <a:pPr algn="l" defTabSz="914400">
              <a:lnSpc>
                <a:spcPct val="120000"/>
              </a:lnSpc>
              <a:spcBef>
                <a:spcPts val="200"/>
              </a:spcBef>
              <a:buClr>
                <a:schemeClr val="tx2"/>
              </a:buClr>
              <a:buSzPct val="100000"/>
            </a:pPr>
            <a:r>
              <a:rPr lang="en-US" altLang="zh-CN" b="1" dirty="0"/>
              <a:t>Group B: Hongtao, Cheng</a:t>
            </a:r>
            <a:endParaRPr lang="zh-CN" altLang="en-US" b="1" dirty="0"/>
          </a:p>
        </p:txBody>
      </p:sp>
      <p:sp>
        <p:nvSpPr>
          <p:cNvPr id="5" name="Slide Number Placeholder 2">
            <a:extLst>
              <a:ext uri="{FF2B5EF4-FFF2-40B4-BE49-F238E27FC236}">
                <a16:creationId xmlns:a16="http://schemas.microsoft.com/office/drawing/2014/main" id="{2D69C153-25A0-3B6D-44AB-08922A82B380}"/>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27</a:t>
            </a:fld>
            <a:endParaRPr lang="en-US"/>
          </a:p>
        </p:txBody>
      </p:sp>
      <p:sp>
        <p:nvSpPr>
          <p:cNvPr id="6" name="Slide Number Placeholder 5">
            <a:extLst>
              <a:ext uri="{FF2B5EF4-FFF2-40B4-BE49-F238E27FC236}">
                <a16:creationId xmlns:a16="http://schemas.microsoft.com/office/drawing/2014/main" id="{2C44117E-E92D-2A52-EA26-774AEB58AB1A}"/>
              </a:ext>
            </a:extLst>
          </p:cNvPr>
          <p:cNvSpPr>
            <a:spLocks noGrp="1"/>
          </p:cNvSpPr>
          <p:nvPr>
            <p:ph type="sldNum" sz="quarter" idx="10"/>
          </p:nvPr>
        </p:nvSpPr>
        <p:spPr/>
        <p:txBody>
          <a:bodyPr/>
          <a:lstStyle/>
          <a:p>
            <a:fld id="{89006F1E-66CD-4A4B-9370-B4A3080F0E6C}" type="slidenum">
              <a:rPr lang="en-US" smtClean="0"/>
              <a:pPr/>
              <a:t>27</a:t>
            </a:fld>
            <a:endParaRPr lang="en-US"/>
          </a:p>
        </p:txBody>
      </p:sp>
      <p:sp>
        <p:nvSpPr>
          <p:cNvPr id="7" name="Footer Placeholder 6">
            <a:extLst>
              <a:ext uri="{FF2B5EF4-FFF2-40B4-BE49-F238E27FC236}">
                <a16:creationId xmlns:a16="http://schemas.microsoft.com/office/drawing/2014/main" id="{37CE2D45-92CE-826D-27F1-C217FEFBB124}"/>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F35234A6-61E4-120A-5D1A-FE99947CF4D6}"/>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33856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28600" y="190790"/>
            <a:ext cx="7315200" cy="425670"/>
          </a:xfrm>
        </p:spPr>
        <p:txBody>
          <a:bodyPr/>
          <a:lstStyle/>
          <a:p>
            <a:r>
              <a:rPr lang="en-US" altLang="zh-CN">
                <a:solidFill>
                  <a:srgbClr val="FF0000"/>
                </a:solidFill>
                <a:effectLst/>
                <a:ea typeface="Calibri" panose="020F0502020204030204" pitchFamily="34" charset="0"/>
              </a:rPr>
              <a:t>Requirements Gathering on URS</a:t>
            </a:r>
            <a:endParaRPr lang="en-US">
              <a:solidFill>
                <a:srgbClr val="FF0000"/>
              </a:solidFill>
            </a:endParaRPr>
          </a:p>
        </p:txBody>
      </p:sp>
      <p:sp>
        <p:nvSpPr>
          <p:cNvPr id="2" name="TextBox 1">
            <a:extLst>
              <a:ext uri="{FF2B5EF4-FFF2-40B4-BE49-F238E27FC236}">
                <a16:creationId xmlns:a16="http://schemas.microsoft.com/office/drawing/2014/main" id="{F391410C-BE20-4D24-1AD7-97E59F733BD5}"/>
              </a:ext>
            </a:extLst>
          </p:cNvPr>
          <p:cNvSpPr txBox="1"/>
          <p:nvPr/>
        </p:nvSpPr>
        <p:spPr>
          <a:xfrm>
            <a:off x="449317" y="693683"/>
            <a:ext cx="8410904" cy="3854669"/>
          </a:xfrm>
          <a:prstGeom prst="rect">
            <a:avLst/>
          </a:prstGeom>
          <a:noFill/>
        </p:spPr>
        <p:txBody>
          <a:bodyPr wrap="none" lIns="0" tIns="0" rIns="0" bIns="0" rtlCol="0">
            <a:noAutofit/>
          </a:bodyPr>
          <a:lstStyle/>
          <a:p>
            <a:pPr marL="285750" indent="-285750" algn="l" defTabSz="914400">
              <a:lnSpc>
                <a:spcPct val="170000"/>
              </a:lnSpc>
              <a:spcBef>
                <a:spcPts val="200"/>
              </a:spcBef>
              <a:buClr>
                <a:schemeClr val="tx2"/>
              </a:buClr>
              <a:buSzPct val="100000"/>
              <a:buFont typeface="Arial" panose="020B0604020202020204" pitchFamily="34" charset="0"/>
              <a:buChar char="•"/>
            </a:pPr>
            <a:r>
              <a:rPr lang="en-US" altLang="zh-CN" sz="1600" b="1">
                <a:latin typeface="Calibri" panose="020F0502020204030204" pitchFamily="34" charset="0"/>
                <a:cs typeface="Calibri" panose="020F0502020204030204" pitchFamily="34" charset="0"/>
              </a:rPr>
              <a:t>Sampling Scheduler</a:t>
            </a:r>
          </a:p>
          <a:p>
            <a:pPr marL="742950" lvl="1" indent="-285750">
              <a:lnSpc>
                <a:spcPct val="170000"/>
              </a:lnSpc>
              <a:spcBef>
                <a:spcPts val="200"/>
              </a:spcBef>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Pilot Phase A: Shift management</a:t>
            </a:r>
          </a:p>
          <a:p>
            <a:pPr marL="742950" lvl="1" indent="-285750">
              <a:lnSpc>
                <a:spcPct val="170000"/>
              </a:lnSpc>
              <a:spcBef>
                <a:spcPts val="200"/>
              </a:spcBef>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Pilot Phase B: Scheduler</a:t>
            </a:r>
          </a:p>
          <a:p>
            <a:pPr marL="285750" indent="-285750" algn="l" defTabSz="914400">
              <a:lnSpc>
                <a:spcPct val="170000"/>
              </a:lnSpc>
              <a:spcBef>
                <a:spcPts val="200"/>
              </a:spcBef>
              <a:buClr>
                <a:schemeClr val="tx2"/>
              </a:buClr>
              <a:buSzPct val="100000"/>
              <a:buFont typeface="Arial" panose="020B0604020202020204" pitchFamily="34" charset="0"/>
              <a:buChar char="•"/>
            </a:pPr>
            <a:r>
              <a:rPr lang="en-US" altLang="zh-CN" sz="1600" b="1">
                <a:latin typeface="Calibri" panose="020F0502020204030204" pitchFamily="34" charset="0"/>
                <a:cs typeface="Calibri" panose="020F0502020204030204" pitchFamily="34" charset="0"/>
              </a:rPr>
              <a:t>Summary for workshop and next plan</a:t>
            </a:r>
          </a:p>
          <a:p>
            <a:pPr marL="285750" indent="-285750" algn="l" defTabSz="914400">
              <a:lnSpc>
                <a:spcPct val="170000"/>
              </a:lnSpc>
              <a:spcBef>
                <a:spcPts val="200"/>
              </a:spcBef>
              <a:buClr>
                <a:schemeClr val="tx2"/>
              </a:buClr>
              <a:buSzPct val="100000"/>
              <a:buFont typeface="Arial" panose="020B0604020202020204" pitchFamily="34" charset="0"/>
              <a:buChar char="•"/>
            </a:pPr>
            <a:r>
              <a:rPr lang="en-US" altLang="zh-CN" sz="1600" b="1">
                <a:latin typeface="Calibri" panose="020F0502020204030204" pitchFamily="34" charset="0"/>
                <a:cs typeface="Calibri" panose="020F0502020204030204" pitchFamily="34" charset="0"/>
              </a:rPr>
              <a:t>URS gap review</a:t>
            </a:r>
          </a:p>
          <a:p>
            <a:pPr marL="285750" indent="-285750" algn="l" defTabSz="914400">
              <a:lnSpc>
                <a:spcPct val="170000"/>
              </a:lnSpc>
              <a:spcBef>
                <a:spcPts val="200"/>
              </a:spcBef>
              <a:buClr>
                <a:schemeClr val="tx2"/>
              </a:buClr>
              <a:buSzPct val="100000"/>
              <a:buFont typeface="Arial" panose="020B0604020202020204" pitchFamily="34" charset="0"/>
              <a:buChar char="•"/>
            </a:pPr>
            <a:endParaRPr lang="zh-CN" altLang="en-US" sz="1400">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B1D0514-3BFB-A485-B1A1-5940A79AB7D0}"/>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28</a:t>
            </a:fld>
            <a:endParaRPr lang="en-US"/>
          </a:p>
        </p:txBody>
      </p:sp>
      <p:sp>
        <p:nvSpPr>
          <p:cNvPr id="4" name="Slide Number Placeholder 3">
            <a:extLst>
              <a:ext uri="{FF2B5EF4-FFF2-40B4-BE49-F238E27FC236}">
                <a16:creationId xmlns:a16="http://schemas.microsoft.com/office/drawing/2014/main" id="{E9F1C320-3743-1E16-B769-2E9EA3137D51}"/>
              </a:ext>
            </a:extLst>
          </p:cNvPr>
          <p:cNvSpPr>
            <a:spLocks noGrp="1"/>
          </p:cNvSpPr>
          <p:nvPr>
            <p:ph type="sldNum" sz="quarter" idx="10"/>
          </p:nvPr>
        </p:nvSpPr>
        <p:spPr/>
        <p:txBody>
          <a:bodyPr/>
          <a:lstStyle/>
          <a:p>
            <a:fld id="{89006F1E-66CD-4A4B-9370-B4A3080F0E6C}" type="slidenum">
              <a:rPr lang="en-US" smtClean="0"/>
              <a:pPr/>
              <a:t>28</a:t>
            </a:fld>
            <a:endParaRPr lang="en-US"/>
          </a:p>
        </p:txBody>
      </p:sp>
      <p:sp>
        <p:nvSpPr>
          <p:cNvPr id="5" name="Footer Placeholder 4">
            <a:extLst>
              <a:ext uri="{FF2B5EF4-FFF2-40B4-BE49-F238E27FC236}">
                <a16:creationId xmlns:a16="http://schemas.microsoft.com/office/drawing/2014/main" id="{138155F8-E70F-8C3D-A646-FC417913A5E4}"/>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4E82AC15-A961-C7A4-4124-2FD227F835FF}"/>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770146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4414344" cy="472967"/>
          </a:xfrm>
        </p:spPr>
        <p:txBody>
          <a:bodyPr/>
          <a:lstStyle/>
          <a:p>
            <a:pPr>
              <a:lnSpc>
                <a:spcPct val="107000"/>
              </a:lnSpc>
              <a:spcAft>
                <a:spcPts val="600"/>
              </a:spcAft>
            </a:pPr>
            <a:r>
              <a:rPr lang="en-US" altLang="zh-CN">
                <a:solidFill>
                  <a:srgbClr val="FF0000"/>
                </a:solidFill>
                <a:ea typeface="Calibri" panose="020F0502020204030204" pitchFamily="34" charset="0"/>
              </a:rPr>
              <a:t>Workshop Deliverables</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AF378696-8C61-42F5-98E1-83C006AA8E24}"/>
              </a:ext>
            </a:extLst>
          </p:cNvPr>
          <p:cNvSpPr>
            <a:spLocks noGrp="1"/>
          </p:cNvSpPr>
          <p:nvPr>
            <p:ph sz="quarter" idx="14"/>
          </p:nvPr>
        </p:nvSpPr>
        <p:spPr>
          <a:xfrm>
            <a:off x="351503" y="833770"/>
            <a:ext cx="8489813" cy="3670681"/>
          </a:xfrm>
        </p:spPr>
        <p:txBody>
          <a:bodyPr>
            <a:noAutofit/>
          </a:bodyPr>
          <a:lstStyle/>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Draft version of RTM</a:t>
            </a: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Confirmation of the requirement topics discussed during kick off workshop</a:t>
            </a:r>
            <a:endParaRPr lang="zh-CN" altLang="en-US" sz="1400">
              <a:latin typeface="Calibri" panose="020F0502020204030204" pitchFamily="34" charset="0"/>
              <a:cs typeface="Calibri" panose="020F0502020204030204" pitchFamily="34" charset="0"/>
            </a:endParaRP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Agreement on Project Governance by both parties </a:t>
            </a:r>
          </a:p>
          <a:p>
            <a:pPr lvl="1">
              <a:lnSpc>
                <a:spcPct val="107000"/>
              </a:lnSpc>
              <a:spcAft>
                <a:spcPts val="600"/>
              </a:spcAft>
            </a:pPr>
            <a:r>
              <a:rPr lang="en-GB" altLang="zh-CN" sz="1400">
                <a:latin typeface="Calibri" panose="020F0502020204030204" pitchFamily="34" charset="0"/>
                <a:ea typeface="Calibri" panose="020F0502020204030204" pitchFamily="34" charset="0"/>
                <a:cs typeface="Calibri" panose="020F0502020204030204" pitchFamily="34" charset="0"/>
              </a:rPr>
              <a:t>Project Management Plan (not standard format to be decided later, high-level milestone plan with goals and responsibilities )</a:t>
            </a:r>
            <a:endParaRPr lang="en-US" altLang="zh-CN" sz="1400">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Detailed</a:t>
            </a:r>
            <a:r>
              <a:rPr lang="zh-CN" altLang="en-US" sz="1400">
                <a:latin typeface="Calibri" panose="020F0502020204030204" pitchFamily="34" charset="0"/>
                <a:cs typeface="Calibri" panose="020F0502020204030204" pitchFamily="34" charset="0"/>
              </a:rPr>
              <a:t> </a:t>
            </a:r>
            <a:r>
              <a:rPr lang="en-US" altLang="zh-CN" sz="1400">
                <a:latin typeface="Calibri" panose="020F0502020204030204" pitchFamily="34" charset="0"/>
                <a:ea typeface="Calibri" panose="020F0502020204030204" pitchFamily="34" charset="0"/>
                <a:cs typeface="Calibri" panose="020F0502020204030204" pitchFamily="34" charset="0"/>
              </a:rPr>
              <a:t>requirement</a:t>
            </a:r>
            <a:r>
              <a:rPr lang="zh-CN" altLang="en-US" sz="1400">
                <a:latin typeface="Calibri" panose="020F0502020204030204" pitchFamily="34" charset="0"/>
                <a:cs typeface="Calibri" panose="020F0502020204030204" pitchFamily="34" charset="0"/>
              </a:rPr>
              <a:t> </a:t>
            </a:r>
            <a:r>
              <a:rPr lang="en-US" altLang="zh-CN" sz="1400">
                <a:latin typeface="Calibri" panose="020F0502020204030204" pitchFamily="34" charset="0"/>
                <a:ea typeface="Calibri" panose="020F0502020204030204" pitchFamily="34" charset="0"/>
                <a:cs typeface="Calibri" panose="020F0502020204030204" pitchFamily="34" charset="0"/>
              </a:rPr>
              <a:t>gathering</a:t>
            </a:r>
            <a:r>
              <a:rPr lang="zh-CN" altLang="en-US" sz="1400">
                <a:latin typeface="Calibri" panose="020F0502020204030204" pitchFamily="34" charset="0"/>
                <a:cs typeface="Calibri" panose="020F0502020204030204" pitchFamily="34" charset="0"/>
              </a:rPr>
              <a:t> </a:t>
            </a:r>
            <a:r>
              <a:rPr lang="en-US" altLang="zh-CN" sz="1400">
                <a:latin typeface="Calibri" panose="020F0502020204030204" pitchFamily="34" charset="0"/>
                <a:ea typeface="Calibri" panose="020F0502020204030204" pitchFamily="34" charset="0"/>
                <a:cs typeface="Calibri" panose="020F0502020204030204" pitchFamily="34" charset="0"/>
              </a:rPr>
              <a:t>plan</a:t>
            </a:r>
          </a:p>
          <a:p>
            <a:pPr>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Kickoff deck</a:t>
            </a:r>
          </a:p>
          <a:p>
            <a:pPr>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Issues (parked items, action items) log</a:t>
            </a: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Workshop </a:t>
            </a:r>
            <a:r>
              <a:rPr lang="en-US" altLang="zh-CN" sz="1400">
                <a:latin typeface="Calibri" panose="020F0502020204030204" pitchFamily="34" charset="0"/>
                <a:ea typeface="宋体" panose="02010600030101010101" pitchFamily="2" charset="-122"/>
                <a:cs typeface="Calibri" panose="020F0502020204030204" pitchFamily="34" charset="0"/>
              </a:rPr>
              <a:t>summary notes</a:t>
            </a: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29</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29</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spTree>
    <p:extLst>
      <p:ext uri="{BB962C8B-B14F-4D97-AF65-F5344CB8AC3E}">
        <p14:creationId xmlns:p14="http://schemas.microsoft.com/office/powerpoint/2010/main" val="120785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5952338" cy="472967"/>
          </a:xfrm>
        </p:spPr>
        <p:txBody>
          <a:bodyPr/>
          <a:lstStyle/>
          <a:p>
            <a:pPr>
              <a:lnSpc>
                <a:spcPct val="107000"/>
              </a:lnSpc>
              <a:spcAft>
                <a:spcPts val="600"/>
              </a:spcAft>
            </a:pPr>
            <a:r>
              <a:rPr lang="en-US" altLang="zh-CN">
                <a:solidFill>
                  <a:srgbClr val="FF0000"/>
                </a:solidFill>
                <a:ea typeface="Calibri" panose="020F0502020204030204" pitchFamily="34" charset="0"/>
              </a:rPr>
              <a:t>Next Action</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30</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30</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sp>
        <p:nvSpPr>
          <p:cNvPr id="15" name="Content Placeholder 14">
            <a:extLst>
              <a:ext uri="{FF2B5EF4-FFF2-40B4-BE49-F238E27FC236}">
                <a16:creationId xmlns:a16="http://schemas.microsoft.com/office/drawing/2014/main" id="{AA5425E4-56CA-6F6E-84DF-29274672899E}"/>
              </a:ext>
            </a:extLst>
          </p:cNvPr>
          <p:cNvSpPr>
            <a:spLocks noGrp="1"/>
          </p:cNvSpPr>
          <p:nvPr>
            <p:ph sz="quarter" idx="14"/>
          </p:nvPr>
        </p:nvSpPr>
        <p:spPr>
          <a:xfrm>
            <a:off x="288442" y="956310"/>
            <a:ext cx="8626958" cy="3456385"/>
          </a:xfrm>
        </p:spPr>
        <p:txBody>
          <a:bodyPr/>
          <a:lstStyle/>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GB" altLang="zh-CN" sz="1400">
                <a:latin typeface="Calibri" panose="020F0502020204030204" pitchFamily="34" charset="0"/>
                <a:cs typeface="Calibri" panose="020F0502020204030204" pitchFamily="34" charset="0"/>
              </a:rPr>
              <a:t>Detailed requirement gathering</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Gap Analysis</a:t>
            </a:r>
            <a:endParaRPr lang="en-GB" altLang="zh-CN" sz="1400">
              <a:latin typeface="Calibri" panose="020F0502020204030204" pitchFamily="34" charset="0"/>
              <a:cs typeface="Calibri" panose="020F0502020204030204" pitchFamily="34" charset="0"/>
            </a:endParaRP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GB" altLang="zh-CN" sz="1400">
                <a:latin typeface="Calibri" panose="020F0502020204030204" pitchFamily="34" charset="0"/>
                <a:cs typeface="Calibri" panose="020F0502020204030204" pitchFamily="34" charset="0"/>
              </a:rPr>
              <a:t>Project plan with detailed items</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Preparation items ready by Henkel</a:t>
            </a:r>
          </a:p>
          <a:p>
            <a:pPr marL="672704" lvl="1"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On-boarding Thermo Fisher members</a:t>
            </a:r>
          </a:p>
          <a:p>
            <a:pPr marL="672704" lvl="1"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Infrastructure ready such as Dev server, VPN, and remote connection, DevOps etc.</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RTM Completion and Sign off</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Sign off the FRS 1.0 completion and signoff</a:t>
            </a:r>
          </a:p>
          <a:p>
            <a:endParaRPr lang="en-US"/>
          </a:p>
        </p:txBody>
      </p:sp>
    </p:spTree>
    <p:extLst>
      <p:ext uri="{BB962C8B-B14F-4D97-AF65-F5344CB8AC3E}">
        <p14:creationId xmlns:p14="http://schemas.microsoft.com/office/powerpoint/2010/main" val="8373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72FBF2E-F247-DC9D-BBB4-B315C712405A}"/>
              </a:ext>
            </a:extLst>
          </p:cNvPr>
          <p:cNvSpPr>
            <a:spLocks noGrp="1"/>
          </p:cNvSpPr>
          <p:nvPr>
            <p:ph type="sldNum" sz="quarter" idx="10"/>
          </p:nvPr>
        </p:nvSpPr>
        <p:spPr/>
        <p:txBody>
          <a:bodyPr/>
          <a:lstStyle/>
          <a:p>
            <a:fld id="{89006F1E-66CD-4A4B-9370-B4A3080F0E6C}" type="slidenum">
              <a:rPr lang="en-US" smtClean="0"/>
              <a:pPr/>
              <a:t>31</a:t>
            </a:fld>
            <a:endParaRPr lang="en-US"/>
          </a:p>
        </p:txBody>
      </p:sp>
      <p:sp>
        <p:nvSpPr>
          <p:cNvPr id="9" name="Slide Number Placeholder 2">
            <a:extLst>
              <a:ext uri="{FF2B5EF4-FFF2-40B4-BE49-F238E27FC236}">
                <a16:creationId xmlns:a16="http://schemas.microsoft.com/office/drawing/2014/main" id="{F0774CB6-A3E9-7ED6-8BE7-6981CDEB3452}"/>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31</a:t>
            </a:fld>
            <a:endParaRPr lang="en-US"/>
          </a:p>
        </p:txBody>
      </p:sp>
      <p:sp>
        <p:nvSpPr>
          <p:cNvPr id="2" name="Footer Placeholder 1">
            <a:extLst>
              <a:ext uri="{FF2B5EF4-FFF2-40B4-BE49-F238E27FC236}">
                <a16:creationId xmlns:a16="http://schemas.microsoft.com/office/drawing/2014/main" id="{A5FC036C-0430-8148-0811-3151022A3A59}"/>
              </a:ext>
            </a:extLst>
          </p:cNvPr>
          <p:cNvSpPr>
            <a:spLocks noGrp="1"/>
          </p:cNvSpPr>
          <p:nvPr>
            <p:ph type="ftr" sz="quarter" idx="14"/>
          </p:nvPr>
        </p:nvSpPr>
        <p:spPr/>
        <p:txBody>
          <a:bodyPr/>
          <a:lstStyle/>
          <a:p>
            <a:r>
              <a:rPr lang="en-US">
                <a:ea typeface="MS PGothic" panose="020B0600070205080204" pitchFamily="34" charset="-128"/>
              </a:rPr>
              <a:t>Proprietary &amp; Confidential |  03 Jun 2024</a:t>
            </a:r>
          </a:p>
        </p:txBody>
      </p:sp>
      <p:pic>
        <p:nvPicPr>
          <p:cNvPr id="5" name="Picture 4" descr="A red and black logo&#10;&#10;Description automatically generated">
            <a:extLst>
              <a:ext uri="{FF2B5EF4-FFF2-40B4-BE49-F238E27FC236}">
                <a16:creationId xmlns:a16="http://schemas.microsoft.com/office/drawing/2014/main" id="{27D291EB-988C-CADC-BF3E-F25679E90444}"/>
              </a:ext>
            </a:extLst>
          </p:cNvPr>
          <p:cNvPicPr>
            <a:picLocks noChangeAspect="1"/>
          </p:cNvPicPr>
          <p:nvPr/>
        </p:nvPicPr>
        <p:blipFill>
          <a:blip r:embed="rId2"/>
          <a:stretch>
            <a:fillRect/>
          </a:stretch>
        </p:blipFill>
        <p:spPr>
          <a:xfrm>
            <a:off x="6587015" y="0"/>
            <a:ext cx="1020250" cy="529241"/>
          </a:xfrm>
          <a:prstGeom prst="rect">
            <a:avLst/>
          </a:prstGeom>
        </p:spPr>
      </p:pic>
    </p:spTree>
    <p:extLst>
      <p:ext uri="{BB962C8B-B14F-4D97-AF65-F5344CB8AC3E}">
        <p14:creationId xmlns:p14="http://schemas.microsoft.com/office/powerpoint/2010/main" val="226998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 name="OTLTIMEBANDSCALETYPE" val="Months"/>
  <p:tag name="OTLTIMEBANDSCALEFORMAT" val="MMM"/>
  <p:tag name="OTLTIMEBANDSHAPETYPE" val="RectangleTimeband"/>
  <p:tag name="OTLTIMEBANDSHAPEHEIGHT" val="14.3999996185303"/>
  <p:tag name="OTLTIMEBANDSHAPEPADDINGLEFT" val="0"/>
  <p:tag name="OTLTIMEBANDCULTUREINFO" val="en-US"/>
  <p:tag name="OTLTIMEBANDQUICKPOSITION" val="Custom"/>
  <p:tag name="OTLTIMEBANDTHREEDEFFECTS" val="None"/>
  <p:tag name="OTLTIMEBANDAUTODATERANGE" val="True"/>
  <p:tag name="OTLTIMEBANDSTARTDATE" val="2018-05-10T23:59:00.0000000"/>
  <p:tag name="OTLTIMEBANDENDDATE" val="2022-01-30T23:59: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True"/>
  <p:tag name="OTLTIMEBANDSCALEMARKING" val="None"/>
  <p:tag name="OTLTIMEBANDFYSTARTMONTH" val="January"/>
  <p:tag name="OTLTIMEBANDSHOWFYLABEL" val="True"/>
  <p:tag name="OTLTIMEBANDUSESTARTINGOFTHEYEARFORFYNUMBERING" val="True"/>
  <p:tag name="OTLTIMEBANDRESERVEDLEFTAREAWIDTH" val="84.8399098083426"/>
  <p:tag name="OTLTIMEBANDRESERVEDLEFTAREAISSET" val="True"/>
  <p:tag name="OTLLEFTENDCAPSMARGINLEFT" val="72.3465764750092"/>
  <p:tag name="OTLRIGHTENDCAPSMARGINRIGHT" val="20"/>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Milestone 1"/>
  <p:tag name="OTLDATE" val="2021-05-10T23:59:00.0000000"/>
  <p:tag name="OTLPOSITIONONTASK" val="None"/>
  <p:tag name="OTLRELATEDTASKID" val="00000000-0000-0000-0000-000000000000"/>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Milestone 7"/>
  <p:tag name="OTLDATE" val="2021-12-20T23:59:00.0000000"/>
  <p:tag name="OTLPOSITIONONTASK" val="None"/>
  <p:tag name="OTLRELATEDTASKID" val="00000000-0000-0000-0000-000000000000"/>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8-15T00:00:00.0000000"/>
  <p:tag name="OTLPERCENTAGE" val="50"/>
  <p:tag name="OTLDURATIONFORMAT" val="day"/>
  <p:tag name="OTLSPACING" val="5"/>
  <p:tag name="OTLSHAPETHICKNESSTYPE" val="Regular"/>
  <p:tag name="OTLENDDATE" val="2021-09-30T01:55:00.0000000"/>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heme/theme1.xml><?xml version="1.0" encoding="utf-8"?>
<a:theme xmlns:a="http://schemas.openxmlformats.org/drawingml/2006/main" name="Thermo 1">
  <a:themeElements>
    <a:clrScheme name="TFS 2020">
      <a:dk1>
        <a:srgbClr val="222222"/>
      </a:dk1>
      <a:lt1>
        <a:srgbClr val="FFFFFF"/>
      </a:lt1>
      <a:dk2>
        <a:srgbClr val="E61316"/>
      </a:dk2>
      <a:lt2>
        <a:srgbClr val="E2E3E3"/>
      </a:lt2>
      <a:accent1>
        <a:srgbClr val="262160"/>
      </a:accent1>
      <a:accent2>
        <a:srgbClr val="9AD3DC"/>
      </a:accent2>
      <a:accent3>
        <a:srgbClr val="F0B234"/>
      </a:accent3>
      <a:accent4>
        <a:srgbClr val="EA7600"/>
      </a:accent4>
      <a:accent5>
        <a:srgbClr val="545859"/>
      </a:accent5>
      <a:accent6>
        <a:srgbClr val="B4BD01"/>
      </a:accent6>
      <a:hlink>
        <a:srgbClr val="00677F"/>
      </a:hlink>
      <a:folHlink>
        <a:srgbClr val="512C6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2"/>
        </a:solidFill>
        <a:ln w="3175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algn="ctr" defTabSz="914400" eaLnBrk="0" fontAlgn="base" hangingPunct="0">
          <a:spcBef>
            <a:spcPct val="0"/>
          </a:spcBef>
          <a:spcAft>
            <a:spcPct val="0"/>
          </a:spcAft>
          <a:defRPr sz="1800" dirty="0">
            <a:latin typeface="Arial" pitchFamily="124" charset="0"/>
          </a:defRPr>
        </a:defPPr>
      </a:lstStyle>
    </a:spDef>
    <a:txDef>
      <a:spPr>
        <a:noFill/>
      </a:spPr>
      <a:bodyPr wrap="square" lIns="0" tIns="0" rIns="0" bIns="0" rtlCol="0">
        <a:normAutofit/>
      </a:bodyPr>
      <a:lstStyle>
        <a:defPPr marL="287338" indent="-287338" algn="l" defTabSz="914400">
          <a:lnSpc>
            <a:spcPct val="120000"/>
          </a:lnSpc>
          <a:spcBef>
            <a:spcPts val="200"/>
          </a:spcBef>
          <a:buClr>
            <a:schemeClr val="tx2"/>
          </a:buClr>
          <a:buSzPct val="100000"/>
          <a:buFont typeface="Arial" panose="020B0604020202020204" pitchFamily="34" charset="0"/>
          <a:buChar char="•"/>
          <a:defRPr sz="2000" dirty="0" smtClean="0"/>
        </a:defPPr>
      </a:lstStyle>
    </a:txDef>
  </a:objectDefaults>
  <a:extraClrSchemeLst/>
  <a:extLst>
    <a:ext uri="{05A4C25C-085E-4340-85A3-A5531E510DB2}">
      <thm15:themeFamily xmlns:thm15="http://schemas.microsoft.com/office/thememl/2012/main" name="2020_Thermo Fisher Scientific CVP.pptx" id="{31CD1468-25E2-4675-AF8E-40CBF62458C7}" vid="{EA7DF7F2-4F99-402C-B943-829032069A62}"/>
    </a:ext>
  </a:extLst>
</a:theme>
</file>

<file path=ppt/theme/theme2.xml><?xml version="1.0" encoding="utf-8"?>
<a:theme xmlns:a="http://schemas.openxmlformats.org/drawingml/2006/main" name="1_Thermo 1">
  <a:themeElements>
    <a:clrScheme name="TFS 2020">
      <a:dk1>
        <a:srgbClr val="222222"/>
      </a:dk1>
      <a:lt1>
        <a:srgbClr val="FFFFFF"/>
      </a:lt1>
      <a:dk2>
        <a:srgbClr val="E61316"/>
      </a:dk2>
      <a:lt2>
        <a:srgbClr val="E2E3E3"/>
      </a:lt2>
      <a:accent1>
        <a:srgbClr val="262160"/>
      </a:accent1>
      <a:accent2>
        <a:srgbClr val="9AD3DC"/>
      </a:accent2>
      <a:accent3>
        <a:srgbClr val="F0B234"/>
      </a:accent3>
      <a:accent4>
        <a:srgbClr val="EA7600"/>
      </a:accent4>
      <a:accent5>
        <a:srgbClr val="545859"/>
      </a:accent5>
      <a:accent6>
        <a:srgbClr val="B4BD01"/>
      </a:accent6>
      <a:hlink>
        <a:srgbClr val="00677F"/>
      </a:hlink>
      <a:folHlink>
        <a:srgbClr val="512C6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2"/>
        </a:solidFill>
        <a:ln w="3175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algn="ctr" defTabSz="914400" eaLnBrk="0" fontAlgn="base" hangingPunct="0">
          <a:spcBef>
            <a:spcPct val="0"/>
          </a:spcBef>
          <a:spcAft>
            <a:spcPct val="0"/>
          </a:spcAft>
          <a:defRPr sz="1800" dirty="0">
            <a:latin typeface="Arial" pitchFamily="124" charset="0"/>
          </a:defRPr>
        </a:defPPr>
      </a:lstStyle>
    </a:spDef>
    <a:txDef>
      <a:spPr>
        <a:noFill/>
      </a:spPr>
      <a:bodyPr wrap="square" lIns="0" tIns="0" rIns="0" bIns="0" rtlCol="0">
        <a:normAutofit/>
      </a:bodyPr>
      <a:lstStyle>
        <a:defPPr marL="287338" indent="-287338" algn="l" defTabSz="914400">
          <a:lnSpc>
            <a:spcPct val="120000"/>
          </a:lnSpc>
          <a:spcBef>
            <a:spcPts val="200"/>
          </a:spcBef>
          <a:buClr>
            <a:schemeClr val="tx2"/>
          </a:buClr>
          <a:buSzPct val="100000"/>
          <a:buFont typeface="Arial" panose="020B0604020202020204" pitchFamily="34" charset="0"/>
          <a:buChar char="•"/>
          <a:defRPr sz="2000" dirty="0" smtClean="0"/>
        </a:defPPr>
      </a:lstStyle>
    </a:txDef>
  </a:objectDefaults>
  <a:extraClrSchemeLst/>
  <a:extLst>
    <a:ext uri="{05A4C25C-085E-4340-85A3-A5531E510DB2}">
      <thm15:themeFamily xmlns:thm15="http://schemas.microsoft.com/office/thememl/2012/main" name="2020_Thermo Fisher Scientific CVP.pptx" id="{31CD1468-25E2-4675-AF8E-40CBF62458C7}" vid="{EA7DF7F2-4F99-402C-B943-829032069A6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2A6694D2AC78A48A7C8E53FEF04F831" ma:contentTypeVersion="13" ma:contentTypeDescription="Create a new document." ma:contentTypeScope="" ma:versionID="3c135422d898edcfe24b3a4af4a14b26">
  <xsd:schema xmlns:xsd="http://www.w3.org/2001/XMLSchema" xmlns:xs="http://www.w3.org/2001/XMLSchema" xmlns:p="http://schemas.microsoft.com/office/2006/metadata/properties" xmlns:ns2="afd156ce-c20c-4333-9016-100ff8d3ce5f" xmlns:ns3="e3de43da-a351-43e5-b7a1-980afc0d19d1" targetNamespace="http://schemas.microsoft.com/office/2006/metadata/properties" ma:root="true" ma:fieldsID="20669c656b6a24604ae1057428bccfec" ns2:_="" ns3:_="">
    <xsd:import namespace="afd156ce-c20c-4333-9016-100ff8d3ce5f"/>
    <xsd:import namespace="e3de43da-a351-43e5-b7a1-980afc0d1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d156ce-c20c-4333-9016-100ff8d3c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a21608a-12e9-46d7-aa35-d9915e8fc0e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3de43da-a351-43e5-b7a1-980afc0d19d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f82101b-7728-4906-b209-930a224fc08a}" ma:internalName="TaxCatchAll" ma:showField="CatchAllData" ma:web="e3de43da-a351-43e5-b7a1-980afc0d1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fd156ce-c20c-4333-9016-100ff8d3ce5f">
      <Terms xmlns="http://schemas.microsoft.com/office/infopath/2007/PartnerControls"/>
    </lcf76f155ced4ddcb4097134ff3c332f>
    <TaxCatchAll xmlns="e3de43da-a351-43e5-b7a1-980afc0d19d1" xsi:nil="true"/>
  </documentManagement>
</p:properties>
</file>

<file path=customXml/itemProps1.xml><?xml version="1.0" encoding="utf-8"?>
<ds:datastoreItem xmlns:ds="http://schemas.openxmlformats.org/officeDocument/2006/customXml" ds:itemID="{7B50C2EA-2040-4831-B42D-FD2A49B99381}">
  <ds:schemaRefs>
    <ds:schemaRef ds:uri="http://schemas.microsoft.com/sharepoint/v3/contenttype/forms"/>
  </ds:schemaRefs>
</ds:datastoreItem>
</file>

<file path=customXml/itemProps2.xml><?xml version="1.0" encoding="utf-8"?>
<ds:datastoreItem xmlns:ds="http://schemas.openxmlformats.org/officeDocument/2006/customXml" ds:itemID="{951F2DFB-D2AD-4416-B259-B06AB8624768}"/>
</file>

<file path=customXml/itemProps3.xml><?xml version="1.0" encoding="utf-8"?>
<ds:datastoreItem xmlns:ds="http://schemas.openxmlformats.org/officeDocument/2006/customXml" ds:itemID="{5C927C9C-D3A7-4428-A192-7DA34F7CAE01}">
  <ds:schemaRefs>
    <ds:schemaRef ds:uri="http://schemas.microsoft.com/office/infopath/2007/PartnerControls"/>
    <ds:schemaRef ds:uri="http://schemas.microsoft.com/office/2006/documentManagement/types"/>
    <ds:schemaRef ds:uri="http://www.w3.org/XML/1998/namespace"/>
    <ds:schemaRef ds:uri="afd156ce-c20c-4333-9016-100ff8d3ce5f"/>
    <ds:schemaRef ds:uri="http://purl.org/dc/elements/1.1/"/>
    <ds:schemaRef ds:uri="http://schemas.openxmlformats.org/package/2006/metadata/core-properties"/>
    <ds:schemaRef ds:uri="http://schemas.microsoft.com/office/2006/metadata/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CSIRO PPT template</Template>
  <TotalTime>13</TotalTime>
  <Words>3444</Words>
  <Application>Microsoft Office PowerPoint</Application>
  <PresentationFormat>On-screen Show (16:9)</PresentationFormat>
  <Paragraphs>1035</Paragraphs>
  <Slides>31</Slides>
  <Notes>24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31</vt:i4>
      </vt:variant>
    </vt:vector>
  </HeadingPairs>
  <TitlesOfParts>
    <vt:vector size="43" baseType="lpstr">
      <vt:lpstr>MS PGothic</vt:lpstr>
      <vt:lpstr>DengXian</vt:lpstr>
      <vt:lpstr>宋体</vt:lpstr>
      <vt:lpstr>微软雅黑</vt:lpstr>
      <vt:lpstr>Arial</vt:lpstr>
      <vt:lpstr>Calibri</vt:lpstr>
      <vt:lpstr>Segoe UI</vt:lpstr>
      <vt:lpstr>Segoe UI Light</vt:lpstr>
      <vt:lpstr>Symbol</vt:lpstr>
      <vt:lpstr>Wingdings</vt:lpstr>
      <vt:lpstr>Thermo 1</vt:lpstr>
      <vt:lpstr>1_Thermo 1</vt:lpstr>
      <vt:lpstr>HENKEL AG &amp; Co. KGaA QCLAD Kickoff </vt:lpstr>
      <vt:lpstr>PowerPoint Presentation</vt:lpstr>
      <vt:lpstr>PowerPoint Presentation</vt:lpstr>
      <vt:lpstr>Project Organization HENKEL</vt:lpstr>
      <vt:lpstr>Project Governance Structure</vt:lpstr>
      <vt:lpstr>PowerPoint Presentation</vt:lpstr>
      <vt:lpstr>PowerPoint Presentation</vt:lpstr>
      <vt:lpstr>Project Phases</vt:lpstr>
      <vt:lpstr>Project RACI Matrix</vt:lpstr>
      <vt:lpstr>Project Timeline</vt:lpstr>
      <vt:lpstr>Project Implementation Process</vt:lpstr>
      <vt:lpstr>Requirement Gathering Approach and Timeline</vt:lpstr>
      <vt:lpstr>Project Execution Methodology and Tools</vt:lpstr>
      <vt:lpstr>Key Challenges</vt:lpstr>
      <vt:lpstr>Communication Plan – Pilot Phase A</vt:lpstr>
      <vt:lpstr>Communication Plan – Pilot Phase B</vt:lpstr>
      <vt:lpstr>Global PM and PMO Alignment</vt:lpstr>
      <vt:lpstr>PowerPoint Presentation</vt:lpstr>
      <vt:lpstr>PowerPoint Presentation</vt:lpstr>
      <vt:lpstr>PowerPoint Presentation</vt:lpstr>
      <vt:lpstr>Sample Manager Demo/Training</vt:lpstr>
      <vt:lpstr>PowerPoint Presentation</vt:lpstr>
      <vt:lpstr>Sample Manager Demo/Training</vt:lpstr>
      <vt:lpstr>PowerPoint Presentation</vt:lpstr>
      <vt:lpstr>Requirement Workshop</vt:lpstr>
      <vt:lpstr>Requirement Clarification &amp; Workflow Finalization</vt:lpstr>
      <vt:lpstr>Requirement Clarification &amp; Workflow Finalization</vt:lpstr>
      <vt:lpstr>Requirements Gathering on URS</vt:lpstr>
      <vt:lpstr>Workshop Deliverables </vt:lpstr>
      <vt:lpstr>Next Action </vt:lpstr>
      <vt:lpstr>PowerPoint Presentation</vt:lpstr>
    </vt:vector>
  </TitlesOfParts>
  <Company>CSIRO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Jessie Staples</dc:creator>
  <cp:lastModifiedBy>Huo, Hanni</cp:lastModifiedBy>
  <cp:revision>1</cp:revision>
  <cp:lastPrinted>2023-07-23T21:52:15Z</cp:lastPrinted>
  <dcterms:created xsi:type="dcterms:W3CDTF">2023-07-19T03:08:12Z</dcterms:created>
  <dcterms:modified xsi:type="dcterms:W3CDTF">2024-06-13T07:41:19Z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0x01010092A6694D2AC78A48A7C8E53FEF04F831</vt:lpwstr>
  </property>
  <property fmtid="{D5CDD505-2E9C-101B-9397-08002B2CF9AE}" pid="3" name="_dlc_DocIdItemGuid">
    <vt:lpwstr>9b19e4dd-1a4b-49e2-808a-54a4796d6fc6</vt:lpwstr>
  </property>
  <property fmtid="{D5CDD505-2E9C-101B-9397-08002B2CF9AE}" pid="4" name="MediaServiceImageTags">
    <vt:lpwstr/>
  </property>
  <property fmtid="{D5CDD505-2E9C-101B-9397-08002B2CF9AE}" pid="5" name="xd_ProgID">
    <vt:lpwstr/>
  </property>
  <property fmtid="{D5CDD505-2E9C-101B-9397-08002B2CF9AE}" pid="6" name="_dlc_DocId">
    <vt:lpwstr>UNVSSKK73VDF-2049189708-265</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_dlc_DocIdUrl">
    <vt:lpwstr>https://csiroau.sharepoint.com/sites/LIMSProject/_layouts/15/DocIdRedir.aspx?ID=UNVSSKK73VDF-2049189708-265, UNVSSKK73VDF-2049189708-265</vt:lpwstr>
  </property>
  <property fmtid="{D5CDD505-2E9C-101B-9397-08002B2CF9AE}" pid="12" name="xd_Signature">
    <vt:bool>false</vt:bool>
  </property>
</Properties>
</file>