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051" r:id="rId4"/>
  </p:sldMasterIdLst>
  <p:notesMasterIdLst>
    <p:notesMasterId r:id="rId9"/>
  </p:notesMasterIdLst>
  <p:handoutMasterIdLst>
    <p:handoutMasterId r:id="rId10"/>
  </p:handoutMasterIdLst>
  <p:sldIdLst>
    <p:sldId id="367" r:id="rId5"/>
    <p:sldId id="369" r:id="rId6"/>
    <p:sldId id="370" r:id="rId7"/>
    <p:sldId id="371"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1314"/>
    <a:srgbClr val="5E5618"/>
    <a:srgbClr val="767676"/>
    <a:srgbClr val="E71316"/>
    <a:srgbClr val="471D6F"/>
    <a:srgbClr val="74080B"/>
    <a:srgbClr val="84772D"/>
    <a:srgbClr val="22355E"/>
    <a:srgbClr val="A19332"/>
    <a:srgbClr val="C3B1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6D55AD-873E-2672-4154-12588A14A0C7}" v="1" dt="2026-01-07T10:51:33.1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66" d="100"/>
          <a:sy n="66" d="100"/>
        </p:scale>
        <p:origin x="0" y="0"/>
      </p:cViewPr>
      <p:guideLst/>
    </p:cSldViewPr>
  </p:slide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6/11/relationships/changesInfo" Target="changesInfos/changesInfo1.xml"/><Relationship Id="rId1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bhakaran, Akhil" userId="S::akhil.prabhakaran1@thermofisher.com::e9605a71-5be4-4661-9ebe-182958e4d430" providerId="AD" clId="Web-{1F6D55AD-873E-2672-4154-12588A14A0C7}"/>
    <pc:docChg chg="modSld">
      <pc:chgData name="Prabhakaran, Akhil" userId="S::akhil.prabhakaran1@thermofisher.com::e9605a71-5be4-4661-9ebe-182958e4d430" providerId="AD" clId="Web-{1F6D55AD-873E-2672-4154-12588A14A0C7}" dt="2026-01-07T10:51:33.124" v="0" actId="1076"/>
      <pc:docMkLst>
        <pc:docMk/>
      </pc:docMkLst>
      <pc:sldChg chg="modSp">
        <pc:chgData name="Prabhakaran, Akhil" userId="S::akhil.prabhakaran1@thermofisher.com::e9605a71-5be4-4661-9ebe-182958e4d430" providerId="AD" clId="Web-{1F6D55AD-873E-2672-4154-12588A14A0C7}" dt="2026-01-07T10:51:33.124" v="0" actId="1076"/>
        <pc:sldMkLst>
          <pc:docMk/>
          <pc:sldMk cId="3362854824" sldId="371"/>
        </pc:sldMkLst>
        <pc:picChg chg="mod">
          <ac:chgData name="Prabhakaran, Akhil" userId="S::akhil.prabhakaran1@thermofisher.com::e9605a71-5be4-4661-9ebe-182958e4d430" providerId="AD" clId="Web-{1F6D55AD-873E-2672-4154-12588A14A0C7}" dt="2026-01-07T10:51:33.124" v="0" actId="1076"/>
          <ac:picMkLst>
            <pc:docMk/>
            <pc:sldMk cId="3362854824" sldId="371"/>
            <ac:picMk id="12" creationId="{CEB74607-D935-D9C8-FB64-AE7B08F597D1}"/>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CDD2D10-3FEC-F54B-B50B-D6971834203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1D5D5D3-3C21-4F45-8B4A-1D939AEA7D6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B052BB0-1A15-7C48-B3CA-112E40890915}" type="datetimeFigureOut">
              <a:rPr lang="en-US" smtClean="0"/>
              <a:t>1/7/2026</a:t>
            </a:fld>
            <a:endParaRPr lang="en-US"/>
          </a:p>
        </p:txBody>
      </p:sp>
      <p:sp>
        <p:nvSpPr>
          <p:cNvPr id="4" name="Footer Placeholder 3">
            <a:extLst>
              <a:ext uri="{FF2B5EF4-FFF2-40B4-BE49-F238E27FC236}">
                <a16:creationId xmlns:a16="http://schemas.microsoft.com/office/drawing/2014/main" id="{668EA9B2-1BA6-014F-ACBE-F9E77B4195F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5805B2E-E420-144D-B0B7-A2CF11D1E30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4A171B7-7380-AD4F-8771-5DA705385427}" type="slidenum">
              <a:rPr lang="en-US" smtClean="0"/>
              <a:t>‹#›</a:t>
            </a:fld>
            <a:endParaRPr lang="en-US"/>
          </a:p>
        </p:txBody>
      </p:sp>
    </p:spTree>
    <p:extLst>
      <p:ext uri="{BB962C8B-B14F-4D97-AF65-F5344CB8AC3E}">
        <p14:creationId xmlns:p14="http://schemas.microsoft.com/office/powerpoint/2010/main" val="352662203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4C8631-ED1E-9948-A907-B94A85DD2013}" type="datetimeFigureOut">
              <a:rPr lang="en-US" smtClean="0"/>
              <a:t>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1BF975-AA5D-424C-B259-1BB0C7806E29}" type="slidenum">
              <a:rPr lang="en-US" smtClean="0"/>
              <a:t>‹#›</a:t>
            </a:fld>
            <a:endParaRPr lang="en-US"/>
          </a:p>
        </p:txBody>
      </p:sp>
    </p:spTree>
    <p:extLst>
      <p:ext uri="{BB962C8B-B14F-4D97-AF65-F5344CB8AC3E}">
        <p14:creationId xmlns:p14="http://schemas.microsoft.com/office/powerpoint/2010/main" val="13771647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3.pn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mportant Disclaimer">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0081F8D7-94E1-D14A-9B72-83893197CFDB}"/>
              </a:ext>
            </a:extLst>
          </p:cNvPr>
          <p:cNvSpPr/>
          <p:nvPr userDrawn="1"/>
        </p:nvSpPr>
        <p:spPr>
          <a:xfrm>
            <a:off x="304799" y="1447799"/>
            <a:ext cx="4876801" cy="234730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 Placeholder 9">
            <a:extLst>
              <a:ext uri="{FF2B5EF4-FFF2-40B4-BE49-F238E27FC236}">
                <a16:creationId xmlns:a16="http://schemas.microsoft.com/office/drawing/2014/main" id="{4DB97ED0-9771-E044-B63D-01D4F8A70AD0}"/>
              </a:ext>
            </a:extLst>
          </p:cNvPr>
          <p:cNvSpPr txBox="1">
            <a:spLocks/>
          </p:cNvSpPr>
          <p:nvPr userDrawn="1"/>
        </p:nvSpPr>
        <p:spPr>
          <a:xfrm>
            <a:off x="300227" y="3966983"/>
            <a:ext cx="4869914" cy="2586217"/>
          </a:xfrm>
          <a:prstGeom prst="rect">
            <a:avLst/>
          </a:prstGeom>
        </p:spPr>
        <p:txBody>
          <a:bodyPr vert="horz" lIns="0" tIns="0" rIns="0" bIns="0" numCol="1" rtlCol="0" anchor="t">
            <a:noAutofit/>
          </a:bodyPr>
          <a:lstStyle>
            <a:lvl1pPr marL="0" indent="0" algn="l" defTabSz="914400" rtl="0" eaLnBrk="1" latinLnBrk="0" hangingPunct="1">
              <a:lnSpc>
                <a:spcPct val="100000"/>
              </a:lnSpc>
              <a:spcBef>
                <a:spcPts val="400"/>
              </a:spcBef>
              <a:buClr>
                <a:schemeClr val="accent4"/>
              </a:buClr>
              <a:buSzPct val="100000"/>
              <a:buFont typeface="Arial" panose="020B0604020202020204" pitchFamily="34" charset="0"/>
              <a:buNone/>
              <a:tabLst/>
              <a:defRPr sz="2000" b="0" kern="1200">
                <a:solidFill>
                  <a:schemeClr val="tx1"/>
                </a:solidFill>
                <a:latin typeface="+mn-lt"/>
                <a:ea typeface="+mn-ea"/>
                <a:cs typeface="+mn-cs"/>
              </a:defRPr>
            </a:lvl1pPr>
            <a:lvl2pPr marL="236537" marR="0" indent="0" algn="l" defTabSz="914400" rtl="0" eaLnBrk="1" fontAlgn="auto" latinLnBrk="0" hangingPunct="1">
              <a:lnSpc>
                <a:spcPct val="100000"/>
              </a:lnSpc>
              <a:spcBef>
                <a:spcPts val="400"/>
              </a:spcBef>
              <a:spcAft>
                <a:spcPts val="0"/>
              </a:spcAft>
              <a:buClrTx/>
              <a:buSzPct val="76000"/>
              <a:buFont typeface="Arial" panose="020B0604020202020204" pitchFamily="34" charset="0"/>
              <a:buNone/>
              <a:tabLst/>
              <a:defRPr sz="1800" b="0" kern="1200">
                <a:solidFill>
                  <a:schemeClr val="tx1"/>
                </a:solidFill>
                <a:latin typeface="+mn-lt"/>
                <a:ea typeface="+mn-ea"/>
                <a:cs typeface="+mn-cs"/>
              </a:defRPr>
            </a:lvl2pPr>
            <a:lvl3pPr marL="749300" marR="0" indent="-285750" algn="l" defTabSz="914400" rtl="0" eaLnBrk="1" fontAlgn="auto" latinLnBrk="0" hangingPunct="1">
              <a:lnSpc>
                <a:spcPct val="100000"/>
              </a:lnSpc>
              <a:spcBef>
                <a:spcPts val="400"/>
              </a:spcBef>
              <a:spcAft>
                <a:spcPts val="0"/>
              </a:spcAft>
              <a:buClrTx/>
              <a:buSzPct val="80000"/>
              <a:buFont typeface="System Font Regular"/>
              <a:buChar char="-"/>
              <a:tabLst/>
              <a:defRPr sz="1400" b="0" kern="1200">
                <a:solidFill>
                  <a:schemeClr val="tx1"/>
                </a:solidFill>
                <a:latin typeface="+mn-lt"/>
                <a:ea typeface="+mn-ea"/>
                <a:cs typeface="+mn-cs"/>
              </a:defRPr>
            </a:lvl3pPr>
            <a:lvl4pPr marL="690563" marR="0" indent="0" algn="l" defTabSz="914400" rtl="0" eaLnBrk="1" fontAlgn="auto" latinLnBrk="0" hangingPunct="1">
              <a:lnSpc>
                <a:spcPct val="100000"/>
              </a:lnSpc>
              <a:spcBef>
                <a:spcPts val="400"/>
              </a:spcBef>
              <a:spcAft>
                <a:spcPts val="0"/>
              </a:spcAft>
              <a:buClrTx/>
              <a:buSzPct val="80000"/>
              <a:buFont typeface="Arial" panose="020B0604020202020204" pitchFamily="34" charset="0"/>
              <a:buNone/>
              <a:tabLst/>
              <a:defRPr sz="1200" b="0" kern="1200">
                <a:solidFill>
                  <a:schemeClr val="tx1"/>
                </a:solidFill>
                <a:latin typeface="+mn-lt"/>
                <a:ea typeface="+mn-ea"/>
                <a:cs typeface="+mn-cs"/>
              </a:defRPr>
            </a:lvl4pPr>
            <a:lvl5pPr marL="909637" marR="0" indent="0" algn="l" defTabSz="914400" rtl="0" eaLnBrk="1" fontAlgn="auto" latinLnBrk="0" hangingPunct="1">
              <a:lnSpc>
                <a:spcPct val="100000"/>
              </a:lnSpc>
              <a:spcBef>
                <a:spcPts val="400"/>
              </a:spcBef>
              <a:spcAft>
                <a:spcPts val="0"/>
              </a:spcAft>
              <a:buClrTx/>
              <a:buSzPct val="80000"/>
              <a:buFont typeface="Arial" panose="020B0604020202020204" pitchFamily="34" charset="0"/>
              <a:buNone/>
              <a:tabLst/>
              <a:defRPr sz="11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40000"/>
              </a:lnSpc>
            </a:pPr>
            <a:r>
              <a:rPr lang="en-US" sz="1200" b="1"/>
              <a:t>External disclaimer criteria:</a:t>
            </a:r>
          </a:p>
          <a:p>
            <a:pPr marL="171450" indent="-171450">
              <a:lnSpc>
                <a:spcPct val="140000"/>
              </a:lnSpc>
              <a:buFont typeface="Arial" panose="020B0604020202020204" pitchFamily="34" charset="0"/>
              <a:buChar char="•"/>
            </a:pPr>
            <a:r>
              <a:rPr lang="en-US" sz="900"/>
              <a:t>Before sharing confidential information externally, ensure you have a confidential disclosure agreement (CDA) in place. The </a:t>
            </a:r>
            <a:r>
              <a:rPr lang="en-US" sz="900" b="1"/>
              <a:t>“Proprietary &amp; Confidential” </a:t>
            </a:r>
            <a:r>
              <a:rPr lang="en-US" sz="900"/>
              <a:t>disclaimer does not replace a CDA.</a:t>
            </a:r>
          </a:p>
          <a:p>
            <a:pPr marL="171450" indent="-171450">
              <a:lnSpc>
                <a:spcPct val="140000"/>
              </a:lnSpc>
              <a:buFont typeface="Arial" panose="020B0604020202020204" pitchFamily="34" charset="0"/>
              <a:buChar char="•"/>
            </a:pPr>
            <a:r>
              <a:rPr lang="en-US" sz="900"/>
              <a:t>Before removing the </a:t>
            </a:r>
            <a:r>
              <a:rPr lang="en-US" sz="900" b="1"/>
              <a:t>“Proprietary &amp; Confidential” </a:t>
            </a:r>
            <a:r>
              <a:rPr lang="en-US" sz="900"/>
              <a:t>disclaimer to exhibit content externally, you must ensure the content is appropriate from a Business, Division or Group entity; Legal; and Regulatory Affairs perspective. This means following your business’s, division’s or group’s process for obtaining Legal and Regulatory Affairs approval.</a:t>
            </a:r>
          </a:p>
          <a:p>
            <a:pPr marL="171450" indent="-171450">
              <a:lnSpc>
                <a:spcPct val="140000"/>
              </a:lnSpc>
              <a:buFont typeface="Arial" panose="020B0604020202020204" pitchFamily="34" charset="0"/>
              <a:buChar char="•"/>
            </a:pPr>
            <a:r>
              <a:rPr lang="en-US" sz="900"/>
              <a:t>If you’re importing slides from the Customer Value Proposition deck, which is cleared for external use and not considered Proprietary &amp; Confidential, you can leave a disclaimer off those slides and simply list the author’s email and date published on those slides.</a:t>
            </a:r>
          </a:p>
        </p:txBody>
      </p:sp>
      <p:pic>
        <p:nvPicPr>
          <p:cNvPr id="47" name="Graphic 46">
            <a:extLst>
              <a:ext uri="{FF2B5EF4-FFF2-40B4-BE49-F238E27FC236}">
                <a16:creationId xmlns:a16="http://schemas.microsoft.com/office/drawing/2014/main" id="{5957BB70-3758-2241-95DE-E49DED9F761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44034" y="1665184"/>
            <a:ext cx="356616" cy="365760"/>
          </a:xfrm>
          <a:prstGeom prst="rect">
            <a:avLst/>
          </a:prstGeom>
        </p:spPr>
      </p:pic>
      <p:cxnSp>
        <p:nvCxnSpPr>
          <p:cNvPr id="48" name="Straight Connector 47">
            <a:extLst>
              <a:ext uri="{FF2B5EF4-FFF2-40B4-BE49-F238E27FC236}">
                <a16:creationId xmlns:a16="http://schemas.microsoft.com/office/drawing/2014/main" id="{63783495-6D28-834A-90D4-F810D049B150}"/>
              </a:ext>
            </a:extLst>
          </p:cNvPr>
          <p:cNvCxnSpPr>
            <a:cxnSpLocks/>
          </p:cNvCxnSpPr>
          <p:nvPr userDrawn="1"/>
        </p:nvCxnSpPr>
        <p:spPr>
          <a:xfrm>
            <a:off x="5505901" y="1481339"/>
            <a:ext cx="0" cy="4724400"/>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23692791-F43E-EE45-B104-207B0D8D1E5C}"/>
              </a:ext>
            </a:extLst>
          </p:cNvPr>
          <p:cNvSpPr txBox="1"/>
          <p:nvPr userDrawn="1"/>
        </p:nvSpPr>
        <p:spPr>
          <a:xfrm>
            <a:off x="1143000" y="1667690"/>
            <a:ext cx="3807135" cy="1873031"/>
          </a:xfrm>
          <a:prstGeom prst="rect">
            <a:avLst/>
          </a:prstGeom>
          <a:noFill/>
        </p:spPr>
        <p:txBody>
          <a:bodyPr wrap="square" lIns="0" tIns="0" rIns="0" bIns="0" rtlCol="0">
            <a:normAutofit lnSpcReduction="10000"/>
          </a:bodyPr>
          <a:lstStyle/>
          <a:p>
            <a:pPr defTabSz="914400">
              <a:lnSpc>
                <a:spcPct val="120000"/>
              </a:lnSpc>
              <a:spcBef>
                <a:spcPts val="200"/>
              </a:spcBef>
              <a:buClr>
                <a:schemeClr val="tx2"/>
              </a:buClr>
              <a:buSzPct val="100000"/>
            </a:pPr>
            <a:r>
              <a:rPr lang="en-US" sz="1100" b="1">
                <a:solidFill>
                  <a:schemeClr val="bg1"/>
                </a:solidFill>
              </a:rPr>
              <a:t>Important:</a:t>
            </a:r>
            <a:r>
              <a:rPr lang="en-US" sz="1100">
                <a:solidFill>
                  <a:schemeClr val="bg1"/>
                </a:solidFill>
              </a:rPr>
              <a:t> This template contains a default </a:t>
            </a:r>
            <a:r>
              <a:rPr lang="en-US" sz="1100" b="1">
                <a:solidFill>
                  <a:schemeClr val="bg1"/>
                </a:solidFill>
              </a:rPr>
              <a:t>“Proprietary &amp; Confidential” </a:t>
            </a:r>
            <a:r>
              <a:rPr lang="en-US" sz="1100">
                <a:solidFill>
                  <a:schemeClr val="bg1"/>
                </a:solidFill>
              </a:rPr>
              <a:t>disclaimer in the footer. It is designed to protect information that we want to protect as </a:t>
            </a:r>
            <a:r>
              <a:rPr lang="en-US" sz="1100" b="1">
                <a:solidFill>
                  <a:schemeClr val="bg1"/>
                </a:solidFill>
              </a:rPr>
              <a:t>internal use only </a:t>
            </a:r>
            <a:r>
              <a:rPr lang="en-US" sz="1100">
                <a:solidFill>
                  <a:schemeClr val="bg1"/>
                </a:solidFill>
              </a:rPr>
              <a:t>and don't want to share with third parties.  You should use this unless your material meets criteria that would allow it be shared externally.</a:t>
            </a:r>
            <a:br>
              <a:rPr lang="en-US" sz="1100">
                <a:solidFill>
                  <a:schemeClr val="bg1"/>
                </a:solidFill>
              </a:rPr>
            </a:br>
            <a:endParaRPr lang="en-US" sz="1100">
              <a:solidFill>
                <a:schemeClr val="bg1"/>
              </a:solidFill>
            </a:endParaRPr>
          </a:p>
          <a:p>
            <a:pPr defTabSz="914400">
              <a:lnSpc>
                <a:spcPct val="120000"/>
              </a:lnSpc>
              <a:spcBef>
                <a:spcPts val="200"/>
              </a:spcBef>
              <a:buClr>
                <a:schemeClr val="tx2"/>
              </a:buClr>
              <a:buSzPct val="100000"/>
            </a:pPr>
            <a:r>
              <a:rPr lang="en-US" sz="1100">
                <a:solidFill>
                  <a:schemeClr val="bg1"/>
                </a:solidFill>
              </a:rPr>
              <a:t>To edit the footer, click Insert &gt; Header &amp; Footer, make the change in the pop-up window, and then choose “Apply” for one slide or “Apply to all” for the entire deck.</a:t>
            </a:r>
          </a:p>
        </p:txBody>
      </p:sp>
      <p:sp>
        <p:nvSpPr>
          <p:cNvPr id="55" name="Rectangle 54">
            <a:extLst>
              <a:ext uri="{FF2B5EF4-FFF2-40B4-BE49-F238E27FC236}">
                <a16:creationId xmlns:a16="http://schemas.microsoft.com/office/drawing/2014/main" id="{E6B688F3-C9F4-2446-9F51-2EF949ECB180}"/>
              </a:ext>
            </a:extLst>
          </p:cNvPr>
          <p:cNvSpPr/>
          <p:nvPr/>
        </p:nvSpPr>
        <p:spPr>
          <a:xfrm>
            <a:off x="5788336" y="2637630"/>
            <a:ext cx="1952553" cy="184666"/>
          </a:xfrm>
          <a:prstGeom prst="rect">
            <a:avLst/>
          </a:prstGeom>
        </p:spPr>
        <p:txBody>
          <a:bodyPr wrap="square" lIns="0" tIns="0" rIns="0" bIns="0">
            <a:spAutoFit/>
          </a:bodyPr>
          <a:lstStyle/>
          <a:p>
            <a:r>
              <a:rPr lang="en-US" sz="1200" b="1"/>
              <a:t>Footer examples</a:t>
            </a:r>
            <a:endParaRPr lang="en-US" sz="1200"/>
          </a:p>
        </p:txBody>
      </p:sp>
      <p:sp>
        <p:nvSpPr>
          <p:cNvPr id="79" name="Footer Placeholder 1">
            <a:extLst>
              <a:ext uri="{FF2B5EF4-FFF2-40B4-BE49-F238E27FC236}">
                <a16:creationId xmlns:a16="http://schemas.microsoft.com/office/drawing/2014/main" id="{555EAE1F-5676-C34A-8CF6-B38C31AF80D9}"/>
              </a:ext>
            </a:extLst>
          </p:cNvPr>
          <p:cNvSpPr>
            <a:spLocks noGrp="1"/>
          </p:cNvSpPr>
          <p:nvPr>
            <p:ph type="ftr" sz="quarter" idx="11"/>
          </p:nvPr>
        </p:nvSpPr>
        <p:spPr>
          <a:xfrm>
            <a:off x="304799" y="6553200"/>
            <a:ext cx="7619995" cy="304799"/>
          </a:xfrm>
        </p:spPr>
        <p:txBody>
          <a:bodyPr/>
          <a:lstStyle/>
          <a:p>
            <a:r>
              <a:rPr lang="en-US"/>
              <a:t>Proprietary &amp; Confidential |  authoremail@thermofisher.com | 12-January-2022</a:t>
            </a:r>
          </a:p>
        </p:txBody>
      </p:sp>
      <p:sp>
        <p:nvSpPr>
          <p:cNvPr id="80" name="Slide Number Placeholder 2">
            <a:extLst>
              <a:ext uri="{FF2B5EF4-FFF2-40B4-BE49-F238E27FC236}">
                <a16:creationId xmlns:a16="http://schemas.microsoft.com/office/drawing/2014/main" id="{B2F62D11-9A5D-6545-93AD-739D274B4BC5}"/>
              </a:ext>
            </a:extLst>
          </p:cNvPr>
          <p:cNvSpPr>
            <a:spLocks noGrp="1"/>
          </p:cNvSpPr>
          <p:nvPr>
            <p:ph type="sldNum" sz="quarter" idx="13"/>
          </p:nvPr>
        </p:nvSpPr>
        <p:spPr>
          <a:xfrm>
            <a:off x="1" y="6553200"/>
            <a:ext cx="304799" cy="304799"/>
          </a:xfrm>
        </p:spPr>
        <p:txBody>
          <a:bodyPr/>
          <a:lstStyle/>
          <a:p>
            <a:fld id="{89006F1E-66CD-4A4B-9370-B4A3080F0E6C}" type="slidenum">
              <a:rPr lang="en-US" smtClean="0"/>
              <a:pPr/>
              <a:t>‹#›</a:t>
            </a:fld>
            <a:endParaRPr lang="en-US"/>
          </a:p>
        </p:txBody>
      </p:sp>
      <p:sp>
        <p:nvSpPr>
          <p:cNvPr id="82" name="Title 6">
            <a:extLst>
              <a:ext uri="{FF2B5EF4-FFF2-40B4-BE49-F238E27FC236}">
                <a16:creationId xmlns:a16="http://schemas.microsoft.com/office/drawing/2014/main" id="{E671D4F8-A815-C84C-8B84-2BC0FD804D52}"/>
              </a:ext>
            </a:extLst>
          </p:cNvPr>
          <p:cNvSpPr txBox="1">
            <a:spLocks/>
          </p:cNvSpPr>
          <p:nvPr/>
        </p:nvSpPr>
        <p:spPr>
          <a:xfrm>
            <a:off x="304801" y="304799"/>
            <a:ext cx="9753600" cy="381001"/>
          </a:xfrm>
          <a:prstGeom prst="rect">
            <a:avLst/>
          </a:prstGeom>
        </p:spPr>
        <p:txBody>
          <a:bodyPr lIns="0" tIns="0" rIns="0" bIns="0"/>
          <a:lstStyle>
            <a:lvl1pPr algn="l" defTabSz="914400" rtl="0" eaLnBrk="1" latinLnBrk="0" hangingPunct="1">
              <a:lnSpc>
                <a:spcPct val="90000"/>
              </a:lnSpc>
              <a:spcBef>
                <a:spcPct val="0"/>
              </a:spcBef>
              <a:buNone/>
              <a:defRPr sz="2800" b="1" kern="1200">
                <a:solidFill>
                  <a:schemeClr val="tx2"/>
                </a:solidFill>
                <a:latin typeface="+mj-lt"/>
                <a:ea typeface="+mj-ea"/>
                <a:cs typeface="+mj-cs"/>
              </a:defRPr>
            </a:lvl1pPr>
          </a:lstStyle>
          <a:p>
            <a:r>
              <a:rPr lang="en-US"/>
              <a:t>Footer content</a:t>
            </a:r>
          </a:p>
        </p:txBody>
      </p:sp>
      <p:sp>
        <p:nvSpPr>
          <p:cNvPr id="83" name="Text Placeholder 9">
            <a:extLst>
              <a:ext uri="{FF2B5EF4-FFF2-40B4-BE49-F238E27FC236}">
                <a16:creationId xmlns:a16="http://schemas.microsoft.com/office/drawing/2014/main" id="{B9D80A7B-7EE9-C344-B667-9AC3E29BB508}"/>
              </a:ext>
            </a:extLst>
          </p:cNvPr>
          <p:cNvSpPr txBox="1">
            <a:spLocks/>
          </p:cNvSpPr>
          <p:nvPr/>
        </p:nvSpPr>
        <p:spPr>
          <a:xfrm>
            <a:off x="300226" y="893063"/>
            <a:ext cx="11591547" cy="381001"/>
          </a:xfrm>
          <a:prstGeom prst="rect">
            <a:avLst/>
          </a:prstGeom>
        </p:spPr>
        <p:txBody>
          <a:bodyPr vert="horz" lIns="0" tIns="0" rIns="0" bIns="0" rtlCol="0" anchor="t">
            <a:noAutofit/>
          </a:bodyPr>
          <a:lstStyle>
            <a:defPPr>
              <a:defRPr lang="en-US"/>
            </a:defPPr>
            <a:lvl1pPr marL="0" algn="l" defTabSz="457200" rtl="0" eaLnBrk="1" latinLnBrk="0" hangingPunct="1">
              <a:defRPr lang="en-US" sz="800" kern="1200">
                <a:solidFill>
                  <a:schemeClr val="accent5"/>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000" b="0">
                <a:solidFill>
                  <a:schemeClr val="tx1"/>
                </a:solidFill>
              </a:rPr>
              <a:t>Including confidentiality, product-use disclaimers, author, and date</a:t>
            </a:r>
          </a:p>
        </p:txBody>
      </p:sp>
      <p:sp>
        <p:nvSpPr>
          <p:cNvPr id="38" name="Rectangle 37">
            <a:extLst>
              <a:ext uri="{FF2B5EF4-FFF2-40B4-BE49-F238E27FC236}">
                <a16:creationId xmlns:a16="http://schemas.microsoft.com/office/drawing/2014/main" id="{6FB8D2FA-59F0-460A-99A9-F06354EC3F07}"/>
              </a:ext>
            </a:extLst>
          </p:cNvPr>
          <p:cNvSpPr/>
          <p:nvPr/>
        </p:nvSpPr>
        <p:spPr>
          <a:xfrm>
            <a:off x="5788336" y="1447800"/>
            <a:ext cx="6098864" cy="1135775"/>
          </a:xfrm>
          <a:prstGeom prst="rect">
            <a:avLst/>
          </a:prstGeom>
          <a:noFill/>
        </p:spPr>
        <p:txBody>
          <a:bodyPr wrap="square" lIns="0" tIns="0" rIns="0" bIns="0" rtlCol="0">
            <a:noAutofit/>
          </a:bodyPr>
          <a:lstStyle/>
          <a:p>
            <a:pPr defTabSz="914400">
              <a:lnSpc>
                <a:spcPct val="120000"/>
              </a:lnSpc>
              <a:spcBef>
                <a:spcPts val="200"/>
              </a:spcBef>
              <a:buClr>
                <a:schemeClr val="tx2"/>
              </a:buClr>
              <a:buSzPct val="100000"/>
            </a:pPr>
            <a:r>
              <a:rPr lang="en-US" sz="1200" b="1"/>
              <a:t>All footers should contain an author’s or group’s email address and publication date for future reference.  </a:t>
            </a:r>
            <a:r>
              <a:rPr lang="en-US" sz="1100" b="0"/>
              <a:t>Always use four digits for the year.</a:t>
            </a:r>
          </a:p>
          <a:p>
            <a:pPr marL="0" marR="0" lvl="0" indent="0" algn="l" defTabSz="914400" rtl="0" eaLnBrk="1" fontAlgn="auto" latinLnBrk="0" hangingPunct="1">
              <a:lnSpc>
                <a:spcPct val="120000"/>
              </a:lnSpc>
              <a:spcBef>
                <a:spcPts val="200"/>
              </a:spcBef>
              <a:spcAft>
                <a:spcPts val="0"/>
              </a:spcAft>
              <a:buClr>
                <a:schemeClr val="tx2"/>
              </a:buClr>
              <a:buSzPct val="100000"/>
              <a:buFontTx/>
              <a:buNone/>
              <a:tabLst/>
              <a:defRPr/>
            </a:pPr>
            <a:r>
              <a:rPr lang="en-US" sz="1100"/>
              <a:t>A </a:t>
            </a:r>
            <a:r>
              <a:rPr lang="en-US" sz="1100" b="1"/>
              <a:t>“</a:t>
            </a:r>
            <a:r>
              <a:rPr lang="en-US" sz="1100" b="1" kern="1200">
                <a:solidFill>
                  <a:schemeClr val="tx1"/>
                </a:solidFill>
                <a:latin typeface="+mn-lt"/>
                <a:ea typeface="+mn-ea"/>
                <a:cs typeface="+mn-cs"/>
              </a:rPr>
              <a:t>For Research Use Only</a:t>
            </a:r>
            <a:r>
              <a:rPr lang="en-US" sz="1100" b="1"/>
              <a:t>” </a:t>
            </a:r>
            <a:r>
              <a:rPr lang="en-US" sz="1100"/>
              <a:t>or similar product-use disclaimer should appear on select slides as directed by Regulatory Affairs or Legal only. It should be added on appropriate slides as directed vs being added across the entire deck.</a:t>
            </a:r>
          </a:p>
          <a:p>
            <a:pPr defTabSz="914400">
              <a:lnSpc>
                <a:spcPct val="120000"/>
              </a:lnSpc>
              <a:spcBef>
                <a:spcPts val="200"/>
              </a:spcBef>
              <a:buClr>
                <a:schemeClr val="tx2"/>
              </a:buClr>
              <a:buSzPct val="100000"/>
            </a:pPr>
            <a:endParaRPr lang="en-US" sz="1100" b="1"/>
          </a:p>
        </p:txBody>
      </p:sp>
      <p:sp>
        <p:nvSpPr>
          <p:cNvPr id="40" name="TextBox 39">
            <a:extLst>
              <a:ext uri="{FF2B5EF4-FFF2-40B4-BE49-F238E27FC236}">
                <a16:creationId xmlns:a16="http://schemas.microsoft.com/office/drawing/2014/main" id="{0EA872B5-983E-40B7-B51D-F6388C360F37}"/>
              </a:ext>
            </a:extLst>
          </p:cNvPr>
          <p:cNvSpPr txBox="1"/>
          <p:nvPr/>
        </p:nvSpPr>
        <p:spPr>
          <a:xfrm>
            <a:off x="9038023" y="6553200"/>
            <a:ext cx="2849177" cy="304800"/>
          </a:xfrm>
          <a:prstGeom prst="rect">
            <a:avLst/>
          </a:prstGeom>
          <a:noFill/>
        </p:spPr>
        <p:txBody>
          <a:bodyPr wrap="square" lIns="0" tIns="0" rIns="0" bIns="0" rtlCol="0" anchor="ctr">
            <a:noAutofit/>
          </a:bodyPr>
          <a:lstStyle/>
          <a:p>
            <a:pPr marL="0" indent="0" algn="r" defTabSz="914400">
              <a:lnSpc>
                <a:spcPct val="120000"/>
              </a:lnSpc>
              <a:spcBef>
                <a:spcPts val="200"/>
              </a:spcBef>
              <a:buClr>
                <a:schemeClr val="tx2"/>
              </a:buClr>
              <a:buSzPct val="100000"/>
              <a:buFont typeface="Arial" panose="020B0604020202020204" pitchFamily="34" charset="0"/>
              <a:buNone/>
            </a:pPr>
            <a:r>
              <a:rPr lang="en-US" sz="800" kern="1200">
                <a:solidFill>
                  <a:schemeClr val="accent5"/>
                </a:solidFill>
                <a:latin typeface="+mn-lt"/>
                <a:ea typeface="+mn-ea"/>
                <a:cs typeface="+mn-cs"/>
              </a:rPr>
              <a:t>2022 Full Template V1 published 12-Jaanuary-2022</a:t>
            </a:r>
          </a:p>
        </p:txBody>
      </p:sp>
      <p:grpSp>
        <p:nvGrpSpPr>
          <p:cNvPr id="7" name="Group 6">
            <a:extLst>
              <a:ext uri="{FF2B5EF4-FFF2-40B4-BE49-F238E27FC236}">
                <a16:creationId xmlns:a16="http://schemas.microsoft.com/office/drawing/2014/main" id="{B0B1E50A-3432-A641-BCCD-ACF714BEB8A1}"/>
              </a:ext>
            </a:extLst>
          </p:cNvPr>
          <p:cNvGrpSpPr/>
          <p:nvPr userDrawn="1"/>
        </p:nvGrpSpPr>
        <p:grpSpPr>
          <a:xfrm>
            <a:off x="5788335" y="2980949"/>
            <a:ext cx="6281431" cy="592961"/>
            <a:chOff x="5788335" y="3097907"/>
            <a:chExt cx="6281431" cy="592961"/>
          </a:xfrm>
        </p:grpSpPr>
        <p:sp>
          <p:nvSpPr>
            <p:cNvPr id="63" name="Rectangle 62">
              <a:extLst>
                <a:ext uri="{FF2B5EF4-FFF2-40B4-BE49-F238E27FC236}">
                  <a16:creationId xmlns:a16="http://schemas.microsoft.com/office/drawing/2014/main" id="{44FC36BA-981A-8040-9AD4-2C91026E0E7E}"/>
                </a:ext>
              </a:extLst>
            </p:cNvPr>
            <p:cNvSpPr/>
            <p:nvPr/>
          </p:nvSpPr>
          <p:spPr>
            <a:xfrm>
              <a:off x="5826081" y="3529285"/>
              <a:ext cx="6182783" cy="161583"/>
            </a:xfrm>
            <a:prstGeom prst="rect">
              <a:avLst/>
            </a:prstGeom>
          </p:spPr>
          <p:txBody>
            <a:bodyPr wrap="none" lIns="0" tIns="0" rIns="0" bIns="0">
              <a:spAutoFit/>
            </a:bodyPr>
            <a:lstStyle/>
            <a:p>
              <a:r>
                <a:rPr lang="en-US" sz="1050"/>
                <a:t>Proprietary &amp; Confidential | For Research Use Only | authoremail@thermofisher.com | 12-January-2022</a:t>
              </a:r>
            </a:p>
          </p:txBody>
        </p:sp>
        <p:sp>
          <p:nvSpPr>
            <p:cNvPr id="64" name="Rectangle 63">
              <a:extLst>
                <a:ext uri="{FF2B5EF4-FFF2-40B4-BE49-F238E27FC236}">
                  <a16:creationId xmlns:a16="http://schemas.microsoft.com/office/drawing/2014/main" id="{E2A130EC-B68F-B445-B64A-32B5ED358BF4}"/>
                </a:ext>
              </a:extLst>
            </p:cNvPr>
            <p:cNvSpPr/>
            <p:nvPr/>
          </p:nvSpPr>
          <p:spPr>
            <a:xfrm>
              <a:off x="6938635" y="3097910"/>
              <a:ext cx="764953" cy="215444"/>
            </a:xfrm>
            <a:prstGeom prst="rect">
              <a:avLst/>
            </a:prstGeom>
          </p:spPr>
          <p:txBody>
            <a:bodyPr wrap="none">
              <a:spAutoFit/>
            </a:bodyPr>
            <a:lstStyle/>
            <a:p>
              <a:pPr algn="ctr"/>
              <a:r>
                <a:rPr lang="en-US" sz="800" b="1"/>
                <a:t>Disclaimers</a:t>
              </a:r>
            </a:p>
          </p:txBody>
        </p:sp>
        <p:sp>
          <p:nvSpPr>
            <p:cNvPr id="65" name="Rectangle 64">
              <a:extLst>
                <a:ext uri="{FF2B5EF4-FFF2-40B4-BE49-F238E27FC236}">
                  <a16:creationId xmlns:a16="http://schemas.microsoft.com/office/drawing/2014/main" id="{A268EC47-4888-C147-936E-C2DFB656768D}"/>
                </a:ext>
              </a:extLst>
            </p:cNvPr>
            <p:cNvSpPr/>
            <p:nvPr/>
          </p:nvSpPr>
          <p:spPr>
            <a:xfrm>
              <a:off x="9207383" y="3097908"/>
              <a:ext cx="1380506" cy="215444"/>
            </a:xfrm>
            <a:prstGeom prst="rect">
              <a:avLst/>
            </a:prstGeom>
          </p:spPr>
          <p:txBody>
            <a:bodyPr wrap="none">
              <a:spAutoFit/>
            </a:bodyPr>
            <a:lstStyle/>
            <a:p>
              <a:pPr algn="ctr"/>
              <a:r>
                <a:rPr lang="en-US" sz="800" b="1"/>
                <a:t>Author’s email </a:t>
              </a:r>
              <a:r>
                <a:rPr lang="en-US" sz="800" b="0"/>
                <a:t>(Optional)</a:t>
              </a:r>
              <a:endParaRPr lang="en-US" sz="800" b="1"/>
            </a:p>
          </p:txBody>
        </p:sp>
        <p:sp>
          <p:nvSpPr>
            <p:cNvPr id="66" name="Rectangle 65">
              <a:extLst>
                <a:ext uri="{FF2B5EF4-FFF2-40B4-BE49-F238E27FC236}">
                  <a16:creationId xmlns:a16="http://schemas.microsoft.com/office/drawing/2014/main" id="{12AFD803-CD3C-B640-909F-2ABD27360115}"/>
                </a:ext>
              </a:extLst>
            </p:cNvPr>
            <p:cNvSpPr/>
            <p:nvPr/>
          </p:nvSpPr>
          <p:spPr>
            <a:xfrm>
              <a:off x="10666818" y="3097907"/>
              <a:ext cx="1402948" cy="215444"/>
            </a:xfrm>
            <a:prstGeom prst="rect">
              <a:avLst/>
            </a:prstGeom>
          </p:spPr>
          <p:txBody>
            <a:bodyPr wrap="none">
              <a:spAutoFit/>
            </a:bodyPr>
            <a:lstStyle/>
            <a:p>
              <a:pPr algn="ctr"/>
              <a:r>
                <a:rPr lang="en-US" sz="800" b="1"/>
                <a:t>Date published </a:t>
              </a:r>
              <a:r>
                <a:rPr lang="en-US" sz="800" b="0"/>
                <a:t>(Optional)</a:t>
              </a:r>
              <a:endParaRPr lang="en-US" sz="800" b="1"/>
            </a:p>
          </p:txBody>
        </p:sp>
        <p:sp>
          <p:nvSpPr>
            <p:cNvPr id="67" name="Left Brace 66">
              <a:extLst>
                <a:ext uri="{FF2B5EF4-FFF2-40B4-BE49-F238E27FC236}">
                  <a16:creationId xmlns:a16="http://schemas.microsoft.com/office/drawing/2014/main" id="{D4EB443D-82BE-E344-B5A3-2F86AFEAC7AC}"/>
                </a:ext>
              </a:extLst>
            </p:cNvPr>
            <p:cNvSpPr/>
            <p:nvPr/>
          </p:nvSpPr>
          <p:spPr>
            <a:xfrm rot="5400000">
              <a:off x="7252434" y="1882734"/>
              <a:ext cx="137356" cy="3065553"/>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8" name="Left Brace 67">
              <a:extLst>
                <a:ext uri="{FF2B5EF4-FFF2-40B4-BE49-F238E27FC236}">
                  <a16:creationId xmlns:a16="http://schemas.microsoft.com/office/drawing/2014/main" id="{2B4BC0EB-F12B-7043-BF8F-40852B335856}"/>
                </a:ext>
              </a:extLst>
            </p:cNvPr>
            <p:cNvSpPr/>
            <p:nvPr/>
          </p:nvSpPr>
          <p:spPr>
            <a:xfrm rot="5400000">
              <a:off x="9824590" y="2447952"/>
              <a:ext cx="137355" cy="1935127"/>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4" name="Left Brace 83">
              <a:extLst>
                <a:ext uri="{FF2B5EF4-FFF2-40B4-BE49-F238E27FC236}">
                  <a16:creationId xmlns:a16="http://schemas.microsoft.com/office/drawing/2014/main" id="{F99E05C5-33FF-2C41-8C38-CD5A5ABAF438}"/>
                </a:ext>
              </a:extLst>
            </p:cNvPr>
            <p:cNvSpPr/>
            <p:nvPr userDrawn="1"/>
          </p:nvSpPr>
          <p:spPr>
            <a:xfrm rot="5400000">
              <a:off x="11331167" y="2928158"/>
              <a:ext cx="137352" cy="974714"/>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6" name="Group 5">
            <a:extLst>
              <a:ext uri="{FF2B5EF4-FFF2-40B4-BE49-F238E27FC236}">
                <a16:creationId xmlns:a16="http://schemas.microsoft.com/office/drawing/2014/main" id="{2DC07A68-BCDB-2843-B8A2-AEB2604FB5C9}"/>
              </a:ext>
            </a:extLst>
          </p:cNvPr>
          <p:cNvGrpSpPr/>
          <p:nvPr userDrawn="1"/>
        </p:nvGrpSpPr>
        <p:grpSpPr>
          <a:xfrm>
            <a:off x="5788334" y="3881938"/>
            <a:ext cx="4718507" cy="590101"/>
            <a:chOff x="5788335" y="3915341"/>
            <a:chExt cx="4718507" cy="590101"/>
          </a:xfrm>
        </p:grpSpPr>
        <p:sp>
          <p:nvSpPr>
            <p:cNvPr id="39" name="Rectangle 38">
              <a:extLst>
                <a:ext uri="{FF2B5EF4-FFF2-40B4-BE49-F238E27FC236}">
                  <a16:creationId xmlns:a16="http://schemas.microsoft.com/office/drawing/2014/main" id="{2D253AE8-30D4-4225-8030-6894D59F21AC}"/>
                </a:ext>
              </a:extLst>
            </p:cNvPr>
            <p:cNvSpPr/>
            <p:nvPr/>
          </p:nvSpPr>
          <p:spPr>
            <a:xfrm>
              <a:off x="5826081" y="4343859"/>
              <a:ext cx="4534896" cy="161583"/>
            </a:xfrm>
            <a:prstGeom prst="rect">
              <a:avLst/>
            </a:prstGeom>
          </p:spPr>
          <p:txBody>
            <a:bodyPr wrap="none" lIns="0" tIns="0" rIns="0" bIns="0">
              <a:spAutoFit/>
            </a:bodyPr>
            <a:lstStyle/>
            <a:p>
              <a:r>
                <a:rPr lang="en-US" sz="1050"/>
                <a:t>For Research Use Only | authoremail@thermofisher.com | 12-January-2022</a:t>
              </a:r>
            </a:p>
          </p:txBody>
        </p:sp>
        <p:sp>
          <p:nvSpPr>
            <p:cNvPr id="87" name="Rectangle 86">
              <a:extLst>
                <a:ext uri="{FF2B5EF4-FFF2-40B4-BE49-F238E27FC236}">
                  <a16:creationId xmlns:a16="http://schemas.microsoft.com/office/drawing/2014/main" id="{220D7651-D269-A54E-BCE1-39173FB1F79F}"/>
                </a:ext>
              </a:extLst>
            </p:cNvPr>
            <p:cNvSpPr/>
            <p:nvPr userDrawn="1"/>
          </p:nvSpPr>
          <p:spPr>
            <a:xfrm>
              <a:off x="6138216" y="3923412"/>
              <a:ext cx="764953" cy="215444"/>
            </a:xfrm>
            <a:prstGeom prst="rect">
              <a:avLst/>
            </a:prstGeom>
          </p:spPr>
          <p:txBody>
            <a:bodyPr wrap="none">
              <a:spAutoFit/>
            </a:bodyPr>
            <a:lstStyle/>
            <a:p>
              <a:pPr algn="ctr"/>
              <a:r>
                <a:rPr lang="en-US" sz="800" b="1"/>
                <a:t>Disclaimers</a:t>
              </a:r>
            </a:p>
          </p:txBody>
        </p:sp>
        <p:sp>
          <p:nvSpPr>
            <p:cNvPr id="88" name="Rectangle 87">
              <a:extLst>
                <a:ext uri="{FF2B5EF4-FFF2-40B4-BE49-F238E27FC236}">
                  <a16:creationId xmlns:a16="http://schemas.microsoft.com/office/drawing/2014/main" id="{20E99F6E-6B65-1E43-8606-EC8AA34E2356}"/>
                </a:ext>
              </a:extLst>
            </p:cNvPr>
            <p:cNvSpPr/>
            <p:nvPr userDrawn="1"/>
          </p:nvSpPr>
          <p:spPr>
            <a:xfrm>
              <a:off x="7583652" y="3923410"/>
              <a:ext cx="1380507" cy="215444"/>
            </a:xfrm>
            <a:prstGeom prst="rect">
              <a:avLst/>
            </a:prstGeom>
          </p:spPr>
          <p:txBody>
            <a:bodyPr wrap="none">
              <a:spAutoFit/>
            </a:bodyPr>
            <a:lstStyle/>
            <a:p>
              <a:pPr algn="ctr"/>
              <a:r>
                <a:rPr lang="en-US" sz="800" b="1"/>
                <a:t>Author’s email</a:t>
              </a:r>
              <a:r>
                <a:rPr lang="en-US" sz="800" b="0"/>
                <a:t> (Optional)</a:t>
              </a:r>
              <a:endParaRPr lang="en-US" sz="800" b="1"/>
            </a:p>
          </p:txBody>
        </p:sp>
        <p:sp>
          <p:nvSpPr>
            <p:cNvPr id="89" name="Rectangle 88">
              <a:extLst>
                <a:ext uri="{FF2B5EF4-FFF2-40B4-BE49-F238E27FC236}">
                  <a16:creationId xmlns:a16="http://schemas.microsoft.com/office/drawing/2014/main" id="{11DDA901-77B4-C14D-A259-991F339BCE31}"/>
                </a:ext>
              </a:extLst>
            </p:cNvPr>
            <p:cNvSpPr/>
            <p:nvPr userDrawn="1"/>
          </p:nvSpPr>
          <p:spPr>
            <a:xfrm>
              <a:off x="9103893" y="3915341"/>
              <a:ext cx="1402949" cy="215444"/>
            </a:xfrm>
            <a:prstGeom prst="rect">
              <a:avLst/>
            </a:prstGeom>
          </p:spPr>
          <p:txBody>
            <a:bodyPr wrap="none">
              <a:spAutoFit/>
            </a:bodyPr>
            <a:lstStyle/>
            <a:p>
              <a:pPr algn="ctr"/>
              <a:r>
                <a:rPr lang="en-US" sz="800" b="1"/>
                <a:t>Date published</a:t>
              </a:r>
              <a:r>
                <a:rPr lang="en-US" sz="800" b="0"/>
                <a:t> (Optional)</a:t>
              </a:r>
              <a:endParaRPr lang="en-US" sz="800" b="1"/>
            </a:p>
          </p:txBody>
        </p:sp>
        <p:sp>
          <p:nvSpPr>
            <p:cNvPr id="90" name="Left Brace 89">
              <a:extLst>
                <a:ext uri="{FF2B5EF4-FFF2-40B4-BE49-F238E27FC236}">
                  <a16:creationId xmlns:a16="http://schemas.microsoft.com/office/drawing/2014/main" id="{CF3AA15B-0D57-184C-A86A-FEB4A0B54E61}"/>
                </a:ext>
              </a:extLst>
            </p:cNvPr>
            <p:cNvSpPr/>
            <p:nvPr userDrawn="1"/>
          </p:nvSpPr>
          <p:spPr>
            <a:xfrm rot="5400000">
              <a:off x="6449400" y="3511270"/>
              <a:ext cx="137356" cy="1459485"/>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1" name="Left Brace 90">
              <a:extLst>
                <a:ext uri="{FF2B5EF4-FFF2-40B4-BE49-F238E27FC236}">
                  <a16:creationId xmlns:a16="http://schemas.microsoft.com/office/drawing/2014/main" id="{91627E8E-568F-1747-A212-4664A2213D18}"/>
                </a:ext>
              </a:extLst>
            </p:cNvPr>
            <p:cNvSpPr/>
            <p:nvPr userDrawn="1"/>
          </p:nvSpPr>
          <p:spPr>
            <a:xfrm rot="5400000">
              <a:off x="8200860" y="3273454"/>
              <a:ext cx="137355" cy="1935127"/>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5" name="Group 4">
            <a:extLst>
              <a:ext uri="{FF2B5EF4-FFF2-40B4-BE49-F238E27FC236}">
                <a16:creationId xmlns:a16="http://schemas.microsoft.com/office/drawing/2014/main" id="{5547D4DB-A88D-5049-9C5B-32D0C1262519}"/>
              </a:ext>
            </a:extLst>
          </p:cNvPr>
          <p:cNvGrpSpPr/>
          <p:nvPr userDrawn="1"/>
        </p:nvGrpSpPr>
        <p:grpSpPr>
          <a:xfrm>
            <a:off x="5788335" y="4788135"/>
            <a:ext cx="4851714" cy="587731"/>
            <a:chOff x="5788336" y="4908696"/>
            <a:chExt cx="4851714" cy="587731"/>
          </a:xfrm>
        </p:grpSpPr>
        <p:sp>
          <p:nvSpPr>
            <p:cNvPr id="70" name="Rectangle 69">
              <a:extLst>
                <a:ext uri="{FF2B5EF4-FFF2-40B4-BE49-F238E27FC236}">
                  <a16:creationId xmlns:a16="http://schemas.microsoft.com/office/drawing/2014/main" id="{DA3765F3-2DE6-184B-9871-C97E4EA7B993}"/>
                </a:ext>
              </a:extLst>
            </p:cNvPr>
            <p:cNvSpPr/>
            <p:nvPr/>
          </p:nvSpPr>
          <p:spPr>
            <a:xfrm>
              <a:off x="5842103" y="5334844"/>
              <a:ext cx="4664739" cy="161583"/>
            </a:xfrm>
            <a:prstGeom prst="rect">
              <a:avLst/>
            </a:prstGeom>
          </p:spPr>
          <p:txBody>
            <a:bodyPr wrap="none" lIns="0" tIns="0" rIns="0" bIns="0">
              <a:spAutoFit/>
            </a:bodyPr>
            <a:lstStyle/>
            <a:p>
              <a:r>
                <a:rPr lang="en-US" sz="1050"/>
                <a:t>Proprietary &amp; Confidential | authoremail@thermofisher.com | 12-January-2022</a:t>
              </a:r>
            </a:p>
          </p:txBody>
        </p:sp>
        <p:sp>
          <p:nvSpPr>
            <p:cNvPr id="93" name="Rectangle 92">
              <a:extLst>
                <a:ext uri="{FF2B5EF4-FFF2-40B4-BE49-F238E27FC236}">
                  <a16:creationId xmlns:a16="http://schemas.microsoft.com/office/drawing/2014/main" id="{0662301A-4740-1E4A-99D4-4C7CDFD8B49B}"/>
                </a:ext>
              </a:extLst>
            </p:cNvPr>
            <p:cNvSpPr/>
            <p:nvPr userDrawn="1"/>
          </p:nvSpPr>
          <p:spPr>
            <a:xfrm>
              <a:off x="6205057" y="4908699"/>
              <a:ext cx="764953" cy="215444"/>
            </a:xfrm>
            <a:prstGeom prst="rect">
              <a:avLst/>
            </a:prstGeom>
          </p:spPr>
          <p:txBody>
            <a:bodyPr wrap="none">
              <a:spAutoFit/>
            </a:bodyPr>
            <a:lstStyle/>
            <a:p>
              <a:pPr algn="ctr"/>
              <a:r>
                <a:rPr lang="en-US" sz="800" b="1"/>
                <a:t>Disclaimers</a:t>
              </a:r>
            </a:p>
          </p:txBody>
        </p:sp>
        <p:sp>
          <p:nvSpPr>
            <p:cNvPr id="94" name="Rectangle 93">
              <a:extLst>
                <a:ext uri="{FF2B5EF4-FFF2-40B4-BE49-F238E27FC236}">
                  <a16:creationId xmlns:a16="http://schemas.microsoft.com/office/drawing/2014/main" id="{04C7B6C7-EC70-7D40-A4C5-05A267DCD6DA}"/>
                </a:ext>
              </a:extLst>
            </p:cNvPr>
            <p:cNvSpPr/>
            <p:nvPr userDrawn="1"/>
          </p:nvSpPr>
          <p:spPr>
            <a:xfrm>
              <a:off x="7713834" y="4908697"/>
              <a:ext cx="1380507" cy="215444"/>
            </a:xfrm>
            <a:prstGeom prst="rect">
              <a:avLst/>
            </a:prstGeom>
          </p:spPr>
          <p:txBody>
            <a:bodyPr wrap="none">
              <a:spAutoFit/>
            </a:bodyPr>
            <a:lstStyle/>
            <a:p>
              <a:pPr algn="ctr"/>
              <a:r>
                <a:rPr lang="en-US" sz="800" b="1"/>
                <a:t>Author’s email</a:t>
              </a:r>
              <a:r>
                <a:rPr lang="en-US" sz="800" b="0"/>
                <a:t> (Optional)</a:t>
              </a:r>
              <a:endParaRPr lang="en-US" sz="800" b="1"/>
            </a:p>
          </p:txBody>
        </p:sp>
        <p:sp>
          <p:nvSpPr>
            <p:cNvPr id="95" name="Rectangle 94">
              <a:extLst>
                <a:ext uri="{FF2B5EF4-FFF2-40B4-BE49-F238E27FC236}">
                  <a16:creationId xmlns:a16="http://schemas.microsoft.com/office/drawing/2014/main" id="{DDFAB2D7-0A5B-724F-99BA-4E89383C2B34}"/>
                </a:ext>
              </a:extLst>
            </p:cNvPr>
            <p:cNvSpPr/>
            <p:nvPr userDrawn="1"/>
          </p:nvSpPr>
          <p:spPr>
            <a:xfrm>
              <a:off x="9237101" y="4908696"/>
              <a:ext cx="1402949" cy="215444"/>
            </a:xfrm>
            <a:prstGeom prst="rect">
              <a:avLst/>
            </a:prstGeom>
          </p:spPr>
          <p:txBody>
            <a:bodyPr wrap="none">
              <a:spAutoFit/>
            </a:bodyPr>
            <a:lstStyle/>
            <a:p>
              <a:pPr algn="ctr"/>
              <a:r>
                <a:rPr lang="en-US" sz="800" b="1"/>
                <a:t>Date published</a:t>
              </a:r>
              <a:r>
                <a:rPr lang="en-US" sz="800" b="0"/>
                <a:t> (Optional)</a:t>
              </a:r>
              <a:endParaRPr lang="en-US" sz="800" b="1"/>
            </a:p>
          </p:txBody>
        </p:sp>
        <p:sp>
          <p:nvSpPr>
            <p:cNvPr id="96" name="Left Brace 95">
              <a:extLst>
                <a:ext uri="{FF2B5EF4-FFF2-40B4-BE49-F238E27FC236}">
                  <a16:creationId xmlns:a16="http://schemas.microsoft.com/office/drawing/2014/main" id="{544F13B6-76EE-CC4D-A7CA-B63CCE7DC774}"/>
                </a:ext>
              </a:extLst>
            </p:cNvPr>
            <p:cNvSpPr/>
            <p:nvPr userDrawn="1"/>
          </p:nvSpPr>
          <p:spPr>
            <a:xfrm rot="5400000">
              <a:off x="6520304" y="4425654"/>
              <a:ext cx="137356" cy="1601292"/>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7" name="Left Brace 96">
              <a:extLst>
                <a:ext uri="{FF2B5EF4-FFF2-40B4-BE49-F238E27FC236}">
                  <a16:creationId xmlns:a16="http://schemas.microsoft.com/office/drawing/2014/main" id="{CE8E6BC8-A00E-F748-BAB1-06B8485A72AA}"/>
                </a:ext>
              </a:extLst>
            </p:cNvPr>
            <p:cNvSpPr/>
            <p:nvPr userDrawn="1"/>
          </p:nvSpPr>
          <p:spPr>
            <a:xfrm rot="5400000">
              <a:off x="8331042" y="4258741"/>
              <a:ext cx="137355" cy="1935127"/>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4" name="Group 3">
            <a:extLst>
              <a:ext uri="{FF2B5EF4-FFF2-40B4-BE49-F238E27FC236}">
                <a16:creationId xmlns:a16="http://schemas.microsoft.com/office/drawing/2014/main" id="{E9C94B1B-22EB-0F46-8139-CF807DB87CC2}"/>
              </a:ext>
            </a:extLst>
          </p:cNvPr>
          <p:cNvGrpSpPr/>
          <p:nvPr userDrawn="1"/>
        </p:nvGrpSpPr>
        <p:grpSpPr>
          <a:xfrm>
            <a:off x="5788335" y="5691964"/>
            <a:ext cx="3240312" cy="591166"/>
            <a:chOff x="5826081" y="5638801"/>
            <a:chExt cx="3240312" cy="591166"/>
          </a:xfrm>
        </p:grpSpPr>
        <p:sp>
          <p:nvSpPr>
            <p:cNvPr id="58" name="Rectangle 57">
              <a:extLst>
                <a:ext uri="{FF2B5EF4-FFF2-40B4-BE49-F238E27FC236}">
                  <a16:creationId xmlns:a16="http://schemas.microsoft.com/office/drawing/2014/main" id="{46FD419A-E86C-1745-9E7B-C8DF02B5FD90}"/>
                </a:ext>
              </a:extLst>
            </p:cNvPr>
            <p:cNvSpPr/>
            <p:nvPr/>
          </p:nvSpPr>
          <p:spPr>
            <a:xfrm>
              <a:off x="5826081" y="6068384"/>
              <a:ext cx="3053721" cy="161583"/>
            </a:xfrm>
            <a:prstGeom prst="rect">
              <a:avLst/>
            </a:prstGeom>
          </p:spPr>
          <p:txBody>
            <a:bodyPr wrap="none" lIns="0" tIns="0" rIns="0" bIns="0">
              <a:sp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050"/>
                <a:t> authoremail@thermofisher.com | 12-January-2022</a:t>
              </a:r>
            </a:p>
          </p:txBody>
        </p:sp>
        <p:sp>
          <p:nvSpPr>
            <p:cNvPr id="99" name="Rectangle 98">
              <a:extLst>
                <a:ext uri="{FF2B5EF4-FFF2-40B4-BE49-F238E27FC236}">
                  <a16:creationId xmlns:a16="http://schemas.microsoft.com/office/drawing/2014/main" id="{D4600AD8-6C66-E84E-AD96-C01F836DD7B4}"/>
                </a:ext>
              </a:extLst>
            </p:cNvPr>
            <p:cNvSpPr/>
            <p:nvPr userDrawn="1"/>
          </p:nvSpPr>
          <p:spPr>
            <a:xfrm>
              <a:off x="6092290" y="5638801"/>
              <a:ext cx="1412567" cy="215444"/>
            </a:xfrm>
            <a:prstGeom prst="rect">
              <a:avLst/>
            </a:prstGeom>
          </p:spPr>
          <p:txBody>
            <a:bodyPr wrap="none">
              <a:spAutoFit/>
            </a:bodyPr>
            <a:lstStyle/>
            <a:p>
              <a:pPr algn="ctr"/>
              <a:r>
                <a:rPr lang="en-US" sz="800" b="1"/>
                <a:t>Author’s email </a:t>
              </a:r>
              <a:r>
                <a:rPr lang="en-US" sz="800" b="0"/>
                <a:t>(Optional)</a:t>
              </a:r>
            </a:p>
          </p:txBody>
        </p:sp>
        <p:sp>
          <p:nvSpPr>
            <p:cNvPr id="100" name="Rectangle 99">
              <a:extLst>
                <a:ext uri="{FF2B5EF4-FFF2-40B4-BE49-F238E27FC236}">
                  <a16:creationId xmlns:a16="http://schemas.microsoft.com/office/drawing/2014/main" id="{6D59122D-D94B-A440-B8CF-8558F9A1E3D1}"/>
                </a:ext>
              </a:extLst>
            </p:cNvPr>
            <p:cNvSpPr/>
            <p:nvPr userDrawn="1"/>
          </p:nvSpPr>
          <p:spPr>
            <a:xfrm>
              <a:off x="7634591" y="5648058"/>
              <a:ext cx="1431802" cy="215444"/>
            </a:xfrm>
            <a:prstGeom prst="rect">
              <a:avLst/>
            </a:prstGeom>
          </p:spPr>
          <p:txBody>
            <a:bodyPr wrap="none">
              <a:spAutoFit/>
            </a:bodyPr>
            <a:lstStyle/>
            <a:p>
              <a:pPr algn="ctr"/>
              <a:r>
                <a:rPr lang="en-US" sz="800" b="1"/>
                <a:t>Date published </a:t>
              </a:r>
              <a:r>
                <a:rPr lang="en-US" sz="800" b="0"/>
                <a:t>(Optional)</a:t>
              </a:r>
              <a:r>
                <a:rPr lang="en-US" sz="800" b="1"/>
                <a:t> </a:t>
              </a:r>
            </a:p>
          </p:txBody>
        </p:sp>
        <p:sp>
          <p:nvSpPr>
            <p:cNvPr id="101" name="Left Brace 100">
              <a:extLst>
                <a:ext uri="{FF2B5EF4-FFF2-40B4-BE49-F238E27FC236}">
                  <a16:creationId xmlns:a16="http://schemas.microsoft.com/office/drawing/2014/main" id="{AEE82C77-552E-364A-81F1-E9B9FCA2D6FD}"/>
                </a:ext>
              </a:extLst>
            </p:cNvPr>
            <p:cNvSpPr/>
            <p:nvPr userDrawn="1"/>
          </p:nvSpPr>
          <p:spPr>
            <a:xfrm rot="5400000">
              <a:off x="6725526" y="4988845"/>
              <a:ext cx="137355" cy="1935127"/>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44" name="Left Brace 43">
            <a:extLst>
              <a:ext uri="{FF2B5EF4-FFF2-40B4-BE49-F238E27FC236}">
                <a16:creationId xmlns:a16="http://schemas.microsoft.com/office/drawing/2014/main" id="{81C707EB-264A-4347-B8F0-3658CB40FC2F}"/>
              </a:ext>
            </a:extLst>
          </p:cNvPr>
          <p:cNvSpPr/>
          <p:nvPr userDrawn="1"/>
        </p:nvSpPr>
        <p:spPr>
          <a:xfrm rot="5400000">
            <a:off x="9709934" y="3713788"/>
            <a:ext cx="137352" cy="974714"/>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5" name="Left Brace 44">
            <a:extLst>
              <a:ext uri="{FF2B5EF4-FFF2-40B4-BE49-F238E27FC236}">
                <a16:creationId xmlns:a16="http://schemas.microsoft.com/office/drawing/2014/main" id="{CBB7AAE1-CF2C-4E97-84A0-7D890B5CE553}"/>
              </a:ext>
            </a:extLst>
          </p:cNvPr>
          <p:cNvSpPr/>
          <p:nvPr userDrawn="1"/>
        </p:nvSpPr>
        <p:spPr>
          <a:xfrm rot="5400000">
            <a:off x="9906578" y="4608700"/>
            <a:ext cx="137352" cy="974714"/>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Left Brace 49">
            <a:extLst>
              <a:ext uri="{FF2B5EF4-FFF2-40B4-BE49-F238E27FC236}">
                <a16:creationId xmlns:a16="http://schemas.microsoft.com/office/drawing/2014/main" id="{8D96517D-5C9E-44EE-A0E0-AA860C120E9A}"/>
              </a:ext>
            </a:extLst>
          </p:cNvPr>
          <p:cNvSpPr/>
          <p:nvPr userDrawn="1"/>
        </p:nvSpPr>
        <p:spPr>
          <a:xfrm rot="5400000">
            <a:off x="8200860" y="5503855"/>
            <a:ext cx="137352" cy="974714"/>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1568565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Default title slide 1">
    <p:bg>
      <p:bgPr>
        <a:gradFill>
          <a:gsLst>
            <a:gs pos="0">
              <a:schemeClr val="bg1"/>
            </a:gs>
            <a:gs pos="41000">
              <a:schemeClr val="bg1"/>
            </a:gs>
            <a:gs pos="63000">
              <a:schemeClr val="bg2"/>
            </a:gs>
          </a:gsLst>
          <a:lin ang="1080000" scaled="0"/>
        </a:gradFill>
        <a:effectLst/>
      </p:bgPr>
    </p:bg>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677DF418-A9B4-B748-8DE9-21DBD7EA3747}"/>
              </a:ext>
            </a:extLst>
          </p:cNvPr>
          <p:cNvPicPr>
            <a:picLocks noChangeAspect="1"/>
          </p:cNvPicPr>
          <p:nvPr userDrawn="1"/>
        </p:nvPicPr>
        <p:blipFill>
          <a:blip r:embed="rId2" cstate="screen">
            <a:extLst>
              <a:ext uri="{28A0092B-C50C-407E-A947-70E740481C1C}">
                <a14:useLocalDpi xmlns:a14="http://schemas.microsoft.com/office/drawing/2010/main"/>
              </a:ext>
            </a:extLst>
          </a:blip>
          <a:srcRect l="2177" r="2177"/>
          <a:stretch>
            <a:fillRect/>
          </a:stretch>
        </p:blipFill>
        <p:spPr>
          <a:xfrm>
            <a:off x="5560459" y="1"/>
            <a:ext cx="6631541" cy="6857999"/>
          </a:xfrm>
          <a:custGeom>
            <a:avLst/>
            <a:gdLst>
              <a:gd name="connsiteX0" fmla="*/ 2183862 w 6631541"/>
              <a:gd name="connsiteY0" fmla="*/ 0 h 6857999"/>
              <a:gd name="connsiteX1" fmla="*/ 6631541 w 6631541"/>
              <a:gd name="connsiteY1" fmla="*/ 0 h 6857999"/>
              <a:gd name="connsiteX2" fmla="*/ 6631541 w 6631541"/>
              <a:gd name="connsiteY2" fmla="*/ 6857999 h 6857999"/>
              <a:gd name="connsiteX3" fmla="*/ 0 w 6631541"/>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6631541" h="6857999">
                <a:moveTo>
                  <a:pt x="2183862" y="0"/>
                </a:moveTo>
                <a:lnTo>
                  <a:pt x="6631541" y="0"/>
                </a:lnTo>
                <a:lnTo>
                  <a:pt x="6631541" y="6857999"/>
                </a:lnTo>
                <a:lnTo>
                  <a:pt x="0" y="6857999"/>
                </a:lnTo>
                <a:close/>
              </a:path>
            </a:pathLst>
          </a:custGeom>
        </p:spPr>
      </p:pic>
      <p:grpSp>
        <p:nvGrpSpPr>
          <p:cNvPr id="7" name="Group 6">
            <a:extLst>
              <a:ext uri="{FF2B5EF4-FFF2-40B4-BE49-F238E27FC236}">
                <a16:creationId xmlns:a16="http://schemas.microsoft.com/office/drawing/2014/main" id="{B1F511C6-A535-A245-B123-CC04435D2DAF}"/>
              </a:ext>
            </a:extLst>
          </p:cNvPr>
          <p:cNvGrpSpPr/>
          <p:nvPr userDrawn="1"/>
        </p:nvGrpSpPr>
        <p:grpSpPr>
          <a:xfrm>
            <a:off x="304799" y="0"/>
            <a:ext cx="2427681" cy="1044934"/>
            <a:chOff x="0" y="0"/>
            <a:chExt cx="2447693" cy="1053548"/>
          </a:xfrm>
        </p:grpSpPr>
        <p:sp>
          <p:nvSpPr>
            <p:cNvPr id="8" name="Parallelogram 7">
              <a:extLst>
                <a:ext uri="{FF2B5EF4-FFF2-40B4-BE49-F238E27FC236}">
                  <a16:creationId xmlns:a16="http://schemas.microsoft.com/office/drawing/2014/main" id="{6399281C-FD14-2942-9A9B-13B5E50B7517}"/>
                </a:ext>
              </a:extLst>
            </p:cNvPr>
            <p:cNvSpPr/>
            <p:nvPr userDrawn="1"/>
          </p:nvSpPr>
          <p:spPr bwMode="auto">
            <a:xfrm>
              <a:off x="0" y="0"/>
              <a:ext cx="2447693" cy="1053548"/>
            </a:xfrm>
            <a:prstGeom prst="parallelogram">
              <a:avLst>
                <a:gd name="adj" fmla="val 0"/>
              </a:avLst>
            </a:prstGeom>
            <a:solidFill>
              <a:srgbClr val="E71314"/>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sz="1800">
                  <a:latin typeface="Arial" pitchFamily="124" charset="0"/>
                </a:rPr>
                <a:t>               </a:t>
              </a:r>
            </a:p>
          </p:txBody>
        </p:sp>
        <p:pic>
          <p:nvPicPr>
            <p:cNvPr id="9" name="Picture 8">
              <a:extLst>
                <a:ext uri="{FF2B5EF4-FFF2-40B4-BE49-F238E27FC236}">
                  <a16:creationId xmlns:a16="http://schemas.microsoft.com/office/drawing/2014/main" id="{7D60AD95-BD80-6049-9976-D024EC4ECDE8}"/>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135820" y="154984"/>
              <a:ext cx="2178058" cy="756021"/>
            </a:xfrm>
            <a:prstGeom prst="rect">
              <a:avLst/>
            </a:prstGeom>
          </p:spPr>
        </p:pic>
      </p:grpSp>
      <p:grpSp>
        <p:nvGrpSpPr>
          <p:cNvPr id="29" name="Group 28">
            <a:extLst>
              <a:ext uri="{FF2B5EF4-FFF2-40B4-BE49-F238E27FC236}">
                <a16:creationId xmlns:a16="http://schemas.microsoft.com/office/drawing/2014/main" id="{C22F9FBA-8765-F543-9501-7F99893993AB}"/>
              </a:ext>
            </a:extLst>
          </p:cNvPr>
          <p:cNvGrpSpPr/>
          <p:nvPr userDrawn="1"/>
        </p:nvGrpSpPr>
        <p:grpSpPr>
          <a:xfrm>
            <a:off x="283193" y="5970590"/>
            <a:ext cx="5053203" cy="441233"/>
            <a:chOff x="5155556" y="6168462"/>
            <a:chExt cx="5053203" cy="441233"/>
          </a:xfrm>
        </p:grpSpPr>
        <p:sp>
          <p:nvSpPr>
            <p:cNvPr id="30" name="TextBox 29">
              <a:extLst>
                <a:ext uri="{FF2B5EF4-FFF2-40B4-BE49-F238E27FC236}">
                  <a16:creationId xmlns:a16="http://schemas.microsoft.com/office/drawing/2014/main" id="{AA7B3D6A-876F-BF4D-9180-BC91EE9697B0}"/>
                </a:ext>
              </a:extLst>
            </p:cNvPr>
            <p:cNvSpPr txBox="1"/>
            <p:nvPr userDrawn="1"/>
          </p:nvSpPr>
          <p:spPr>
            <a:xfrm>
              <a:off x="5656050" y="6168462"/>
              <a:ext cx="4552709" cy="441233"/>
            </a:xfrm>
            <a:prstGeom prst="rect">
              <a:avLst/>
            </a:prstGeom>
            <a:noFill/>
          </p:spPr>
          <p:txBody>
            <a:bodyPr vert="horz" wrap="square" lIns="0" tIns="0" rIns="0" bIns="0" rtlCol="0" anchor="ctr" anchorCtr="0">
              <a:noAutofit/>
            </a:bodyPr>
            <a:lstStyle/>
            <a:p>
              <a:pPr algn="l"/>
              <a:r>
                <a:rPr lang="en-US" sz="2000">
                  <a:solidFill>
                    <a:schemeClr val="tx1"/>
                  </a:solidFill>
                  <a:latin typeface="Arial"/>
                </a:rPr>
                <a:t>The world leader in serving science</a:t>
              </a:r>
            </a:p>
          </p:txBody>
        </p:sp>
        <p:sp>
          <p:nvSpPr>
            <p:cNvPr id="31" name="Parallelogram 30">
              <a:extLst>
                <a:ext uri="{FF2B5EF4-FFF2-40B4-BE49-F238E27FC236}">
                  <a16:creationId xmlns:a16="http://schemas.microsoft.com/office/drawing/2014/main" id="{05D00626-6EB1-244B-9ADB-13C2AE5E1907}"/>
                </a:ext>
              </a:extLst>
            </p:cNvPr>
            <p:cNvSpPr/>
            <p:nvPr userDrawn="1"/>
          </p:nvSpPr>
          <p:spPr bwMode="auto">
            <a:xfrm>
              <a:off x="5155556" y="6302295"/>
              <a:ext cx="310510" cy="188737"/>
            </a:xfrm>
            <a:prstGeom prst="parallelogram">
              <a:avLst>
                <a:gd name="adj" fmla="val 31844"/>
              </a:avLst>
            </a:prstGeom>
            <a:solidFill>
              <a:srgbClr val="E71314"/>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sz="1800">
                  <a:latin typeface="Arial" pitchFamily="124" charset="0"/>
                </a:rPr>
                <a:t>               </a:t>
              </a:r>
            </a:p>
          </p:txBody>
        </p:sp>
      </p:grpSp>
      <p:sp>
        <p:nvSpPr>
          <p:cNvPr id="2" name="Footer Placeholder 1">
            <a:extLst>
              <a:ext uri="{FF2B5EF4-FFF2-40B4-BE49-F238E27FC236}">
                <a16:creationId xmlns:a16="http://schemas.microsoft.com/office/drawing/2014/main" id="{BA129332-E471-D44D-8711-996E85A9EE29}"/>
              </a:ext>
            </a:extLst>
          </p:cNvPr>
          <p:cNvSpPr>
            <a:spLocks noGrp="1"/>
          </p:cNvSpPr>
          <p:nvPr>
            <p:ph type="ftr" sz="quarter" idx="11"/>
          </p:nvPr>
        </p:nvSpPr>
        <p:spPr>
          <a:xfrm>
            <a:off x="304800" y="6553200"/>
            <a:ext cx="7620000" cy="304799"/>
          </a:xfrm>
        </p:spPr>
        <p:txBody>
          <a:bodyPr/>
          <a:lstStyle/>
          <a:p>
            <a:r>
              <a:rPr lang="en-US"/>
              <a:t>Proprietary &amp; Confidential |  authoremail@thermofisher.com | 12-January-2022</a:t>
            </a:r>
          </a:p>
        </p:txBody>
      </p:sp>
      <p:sp>
        <p:nvSpPr>
          <p:cNvPr id="3" name="Slide Number Placeholder 2">
            <a:extLst>
              <a:ext uri="{FF2B5EF4-FFF2-40B4-BE49-F238E27FC236}">
                <a16:creationId xmlns:a16="http://schemas.microsoft.com/office/drawing/2014/main" id="{B4F77913-5D2C-C141-AB22-388096EB8230}"/>
              </a:ext>
            </a:extLst>
          </p:cNvPr>
          <p:cNvSpPr>
            <a:spLocks noGrp="1"/>
          </p:cNvSpPr>
          <p:nvPr>
            <p:ph type="sldNum" sz="quarter" idx="12"/>
          </p:nvPr>
        </p:nvSpPr>
        <p:spPr/>
        <p:txBody>
          <a:bodyPr/>
          <a:lstStyle/>
          <a:p>
            <a:fld id="{89006F1E-66CD-4A4B-9370-B4A3080F0E6C}" type="slidenum">
              <a:rPr lang="en-US" smtClean="0"/>
              <a:pPr/>
              <a:t>‹#›</a:t>
            </a:fld>
            <a:endParaRPr lang="en-US"/>
          </a:p>
        </p:txBody>
      </p:sp>
      <p:sp>
        <p:nvSpPr>
          <p:cNvPr id="15" name="Text Placeholder 15">
            <a:extLst>
              <a:ext uri="{FF2B5EF4-FFF2-40B4-BE49-F238E27FC236}">
                <a16:creationId xmlns:a16="http://schemas.microsoft.com/office/drawing/2014/main" id="{8209BE38-5C75-4E48-AACA-BEDC106131D5}"/>
              </a:ext>
            </a:extLst>
          </p:cNvPr>
          <p:cNvSpPr>
            <a:spLocks noGrp="1"/>
          </p:cNvSpPr>
          <p:nvPr>
            <p:ph type="body" sz="quarter" idx="10" hasCustomPrompt="1"/>
          </p:nvPr>
        </p:nvSpPr>
        <p:spPr>
          <a:xfrm>
            <a:off x="304800" y="3903896"/>
            <a:ext cx="5791199" cy="308120"/>
          </a:xfrm>
          <a:prstGeom prst="rect">
            <a:avLst/>
          </a:prstGeom>
        </p:spPr>
        <p:txBody>
          <a:bodyPr lIns="0" tIns="0" rIns="0" bIns="0" anchor="b"/>
          <a:lstStyle>
            <a:lvl1pPr>
              <a:spcBef>
                <a:spcPts val="0"/>
              </a:spcBef>
              <a:spcAft>
                <a:spcPts val="0"/>
              </a:spcAft>
              <a:buFontTx/>
              <a:buNone/>
              <a:defRPr sz="1600" b="0" baseline="0">
                <a:solidFill>
                  <a:schemeClr val="tx2"/>
                </a:solidFill>
              </a:defRPr>
            </a:lvl1pPr>
            <a:lvl2pPr marL="114300" indent="4763">
              <a:spcAft>
                <a:spcPts val="0"/>
              </a:spcAft>
              <a:buFontTx/>
              <a:buNone/>
              <a:defRPr sz="1400" i="1" baseline="0">
                <a:solidFill>
                  <a:schemeClr val="tx1"/>
                </a:solidFill>
              </a:defRPr>
            </a:lvl2pPr>
          </a:lstStyle>
          <a:p>
            <a:pPr lvl="0"/>
            <a:r>
              <a:rPr lang="en-US"/>
              <a:t>Presenter name [16pt Arial] </a:t>
            </a:r>
          </a:p>
        </p:txBody>
      </p:sp>
      <p:sp>
        <p:nvSpPr>
          <p:cNvPr id="16" name="Title 16">
            <a:extLst>
              <a:ext uri="{FF2B5EF4-FFF2-40B4-BE49-F238E27FC236}">
                <a16:creationId xmlns:a16="http://schemas.microsoft.com/office/drawing/2014/main" id="{B2B8D3D1-6FA6-C04D-951C-FD0E7458C808}"/>
              </a:ext>
            </a:extLst>
          </p:cNvPr>
          <p:cNvSpPr>
            <a:spLocks noGrp="1"/>
          </p:cNvSpPr>
          <p:nvPr>
            <p:ph type="title" hasCustomPrompt="1"/>
          </p:nvPr>
        </p:nvSpPr>
        <p:spPr>
          <a:xfrm>
            <a:off x="304801" y="1726100"/>
            <a:ext cx="5791199" cy="2071868"/>
          </a:xfrm>
          <a:prstGeom prst="rect">
            <a:avLst/>
          </a:prstGeom>
          <a:noFill/>
        </p:spPr>
        <p:txBody>
          <a:bodyPr wrap="square" lIns="0" tIns="0" rIns="0" bIns="0" anchor="b">
            <a:noAutofit/>
          </a:bodyPr>
          <a:lstStyle>
            <a:lvl1pPr>
              <a:lnSpc>
                <a:spcPct val="110000"/>
              </a:lnSpc>
              <a:defRPr sz="2800" b="1">
                <a:solidFill>
                  <a:schemeClr val="tx1"/>
                </a:solidFill>
              </a:defRPr>
            </a:lvl1pPr>
          </a:lstStyle>
          <a:p>
            <a:r>
              <a:rPr lang="en-US"/>
              <a:t>Title [28pt Arial Bold] </a:t>
            </a:r>
          </a:p>
        </p:txBody>
      </p:sp>
      <p:sp>
        <p:nvSpPr>
          <p:cNvPr id="21" name="Text Placeholder 15">
            <a:extLst>
              <a:ext uri="{FF2B5EF4-FFF2-40B4-BE49-F238E27FC236}">
                <a16:creationId xmlns:a16="http://schemas.microsoft.com/office/drawing/2014/main" id="{046B4CC3-134E-7548-B9F5-FA5784CFD5AE}"/>
              </a:ext>
            </a:extLst>
          </p:cNvPr>
          <p:cNvSpPr>
            <a:spLocks noGrp="1"/>
          </p:cNvSpPr>
          <p:nvPr>
            <p:ph type="body" sz="quarter" idx="14" hasCustomPrompt="1"/>
          </p:nvPr>
        </p:nvSpPr>
        <p:spPr>
          <a:xfrm>
            <a:off x="304800" y="4255834"/>
            <a:ext cx="5791199" cy="1097215"/>
          </a:xfrm>
          <a:prstGeom prst="rect">
            <a:avLst/>
          </a:prstGeom>
        </p:spPr>
        <p:txBody>
          <a:bodyPr lIns="0" tIns="0" rIns="0" bIns="0" anchor="t">
            <a:normAutofit/>
          </a:bodyPr>
          <a:lstStyle>
            <a:lvl1pPr marL="179388" marR="0" indent="-179388" algn="l" defTabSz="914400" rtl="0" eaLnBrk="1" fontAlgn="auto" latinLnBrk="0" hangingPunct="1">
              <a:lnSpc>
                <a:spcPct val="120000"/>
              </a:lnSpc>
              <a:spcBef>
                <a:spcPts val="0"/>
              </a:spcBef>
              <a:spcAft>
                <a:spcPts val="0"/>
              </a:spcAft>
              <a:buClr>
                <a:schemeClr val="accent4"/>
              </a:buClr>
              <a:buSzPct val="100000"/>
              <a:buFontTx/>
              <a:buNone/>
              <a:tabLst/>
              <a:defRPr sz="1400" b="0" baseline="0">
                <a:solidFill>
                  <a:schemeClr val="tx1"/>
                </a:solidFill>
              </a:defRPr>
            </a:lvl1pPr>
            <a:lvl2pPr marL="114300" indent="4763">
              <a:spcAft>
                <a:spcPts val="0"/>
              </a:spcAft>
              <a:buFontTx/>
              <a:buNone/>
              <a:defRPr sz="1400" i="1" baseline="0">
                <a:solidFill>
                  <a:schemeClr val="tx1"/>
                </a:solidFill>
              </a:defRPr>
            </a:lvl2pPr>
          </a:lstStyle>
          <a:p>
            <a:pPr marL="411480" marR="0" lvl="0" indent="-411480" algn="l" defTabSz="914400" rtl="0" eaLnBrk="1" fontAlgn="auto" latinLnBrk="0" hangingPunct="1">
              <a:lnSpc>
                <a:spcPct val="120000"/>
              </a:lnSpc>
              <a:spcBef>
                <a:spcPts val="0"/>
              </a:spcBef>
              <a:spcAft>
                <a:spcPts val="0"/>
              </a:spcAft>
              <a:buClr>
                <a:schemeClr val="accent4"/>
              </a:buClr>
              <a:buSzPct val="100000"/>
              <a:buFontTx/>
              <a:buNone/>
              <a:tabLst/>
              <a:defRPr/>
            </a:pPr>
            <a:r>
              <a:rPr lang="en-US"/>
              <a:t>Presenter Title [14pt Arial]</a:t>
            </a:r>
            <a:br>
              <a:rPr lang="en-US"/>
            </a:br>
            <a:r>
              <a:rPr lang="en-US"/>
              <a:t>Date [14pt Arial] </a:t>
            </a:r>
          </a:p>
        </p:txBody>
      </p:sp>
    </p:spTree>
    <p:extLst>
      <p:ext uri="{BB962C8B-B14F-4D97-AF65-F5344CB8AC3E}">
        <p14:creationId xmlns:p14="http://schemas.microsoft.com/office/powerpoint/2010/main" val="41922922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Default title slide 2">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7D997E8D-54A7-034E-BB18-43BE9D8B72AF}"/>
              </a:ext>
            </a:extLst>
          </p:cNvPr>
          <p:cNvGrpSpPr/>
          <p:nvPr userDrawn="1"/>
        </p:nvGrpSpPr>
        <p:grpSpPr>
          <a:xfrm>
            <a:off x="10015961" y="24564"/>
            <a:ext cx="2176039" cy="6833436"/>
            <a:chOff x="10024536" y="24564"/>
            <a:chExt cx="2176039" cy="6833436"/>
          </a:xfrm>
        </p:grpSpPr>
        <p:sp>
          <p:nvSpPr>
            <p:cNvPr id="25" name="Freeform 24">
              <a:extLst>
                <a:ext uri="{FF2B5EF4-FFF2-40B4-BE49-F238E27FC236}">
                  <a16:creationId xmlns:a16="http://schemas.microsoft.com/office/drawing/2014/main" id="{72CE4260-6521-4748-93CA-26778BA70D03}"/>
                </a:ext>
              </a:extLst>
            </p:cNvPr>
            <p:cNvSpPr/>
            <p:nvPr userDrawn="1"/>
          </p:nvSpPr>
          <p:spPr bwMode="auto">
            <a:xfrm>
              <a:off x="10024536" y="24564"/>
              <a:ext cx="2176039" cy="6833436"/>
            </a:xfrm>
            <a:custGeom>
              <a:avLst/>
              <a:gdLst>
                <a:gd name="connsiteX0" fmla="*/ 1745961 w 1745961"/>
                <a:gd name="connsiteY0" fmla="*/ 0 h 5482857"/>
                <a:gd name="connsiteX1" fmla="*/ 1745961 w 1745961"/>
                <a:gd name="connsiteY1" fmla="*/ 5482857 h 5482857"/>
                <a:gd name="connsiteX2" fmla="*/ 0 w 1745961"/>
                <a:gd name="connsiteY2" fmla="*/ 5482857 h 5482857"/>
              </a:gdLst>
              <a:ahLst/>
              <a:cxnLst>
                <a:cxn ang="0">
                  <a:pos x="connsiteX0" y="connsiteY0"/>
                </a:cxn>
                <a:cxn ang="0">
                  <a:pos x="connsiteX1" y="connsiteY1"/>
                </a:cxn>
                <a:cxn ang="0">
                  <a:pos x="connsiteX2" y="connsiteY2"/>
                </a:cxn>
              </a:cxnLst>
              <a:rect l="l" t="t" r="r" b="b"/>
              <a:pathLst>
                <a:path w="1745961" h="5482857">
                  <a:moveTo>
                    <a:pt x="1745961" y="0"/>
                  </a:moveTo>
                  <a:lnTo>
                    <a:pt x="1745961" y="5482857"/>
                  </a:lnTo>
                  <a:lnTo>
                    <a:pt x="0" y="5482857"/>
                  </a:lnTo>
                  <a:close/>
                </a:path>
              </a:pathLst>
            </a:custGeom>
            <a:solidFill>
              <a:schemeClr val="tx2">
                <a:lumMod val="75000"/>
                <a:alpha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sz="1800">
                  <a:latin typeface="Arial" pitchFamily="124" charset="0"/>
                </a:rPr>
                <a:t> </a:t>
              </a:r>
            </a:p>
          </p:txBody>
        </p:sp>
        <p:sp>
          <p:nvSpPr>
            <p:cNvPr id="26" name="Freeform 25">
              <a:extLst>
                <a:ext uri="{FF2B5EF4-FFF2-40B4-BE49-F238E27FC236}">
                  <a16:creationId xmlns:a16="http://schemas.microsoft.com/office/drawing/2014/main" id="{312BDDE4-0CBA-1748-A49D-A2A5F2CE8891}"/>
                </a:ext>
              </a:extLst>
            </p:cNvPr>
            <p:cNvSpPr/>
            <p:nvPr userDrawn="1"/>
          </p:nvSpPr>
          <p:spPr bwMode="auto">
            <a:xfrm>
              <a:off x="10805603" y="2477356"/>
              <a:ext cx="1394972" cy="4380644"/>
            </a:xfrm>
            <a:custGeom>
              <a:avLst/>
              <a:gdLst>
                <a:gd name="connsiteX0" fmla="*/ 1745961 w 1745961"/>
                <a:gd name="connsiteY0" fmla="*/ 0 h 5482857"/>
                <a:gd name="connsiteX1" fmla="*/ 1745961 w 1745961"/>
                <a:gd name="connsiteY1" fmla="*/ 5482857 h 5482857"/>
                <a:gd name="connsiteX2" fmla="*/ 0 w 1745961"/>
                <a:gd name="connsiteY2" fmla="*/ 5482857 h 5482857"/>
              </a:gdLst>
              <a:ahLst/>
              <a:cxnLst>
                <a:cxn ang="0">
                  <a:pos x="connsiteX0" y="connsiteY0"/>
                </a:cxn>
                <a:cxn ang="0">
                  <a:pos x="connsiteX1" y="connsiteY1"/>
                </a:cxn>
                <a:cxn ang="0">
                  <a:pos x="connsiteX2" y="connsiteY2"/>
                </a:cxn>
              </a:cxnLst>
              <a:rect l="l" t="t" r="r" b="b"/>
              <a:pathLst>
                <a:path w="1745961" h="5482857">
                  <a:moveTo>
                    <a:pt x="1745961" y="0"/>
                  </a:moveTo>
                  <a:lnTo>
                    <a:pt x="1745961" y="5482857"/>
                  </a:lnTo>
                  <a:lnTo>
                    <a:pt x="0" y="5482857"/>
                  </a:lnTo>
                  <a:close/>
                </a:path>
              </a:pathLst>
            </a:cu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lang="en-US" sz="1800">
                <a:latin typeface="Arial" pitchFamily="124" charset="0"/>
              </a:endParaRPr>
            </a:p>
          </p:txBody>
        </p:sp>
      </p:grpSp>
      <p:grpSp>
        <p:nvGrpSpPr>
          <p:cNvPr id="27" name="Group 26">
            <a:extLst>
              <a:ext uri="{FF2B5EF4-FFF2-40B4-BE49-F238E27FC236}">
                <a16:creationId xmlns:a16="http://schemas.microsoft.com/office/drawing/2014/main" id="{50A6D8E5-0F1B-4F46-A75F-B4236465A272}"/>
              </a:ext>
            </a:extLst>
          </p:cNvPr>
          <p:cNvGrpSpPr/>
          <p:nvPr userDrawn="1"/>
        </p:nvGrpSpPr>
        <p:grpSpPr>
          <a:xfrm>
            <a:off x="9662260" y="818784"/>
            <a:ext cx="2529740" cy="6039216"/>
            <a:chOff x="9662260" y="818784"/>
            <a:chExt cx="2529740" cy="6039216"/>
          </a:xfrm>
        </p:grpSpPr>
        <p:pic>
          <p:nvPicPr>
            <p:cNvPr id="28" name="Picture 27">
              <a:extLst>
                <a:ext uri="{FF2B5EF4-FFF2-40B4-BE49-F238E27FC236}">
                  <a16:creationId xmlns:a16="http://schemas.microsoft.com/office/drawing/2014/main" id="{F29E788A-C660-B84C-99A5-D234AA41381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9662260" y="1471202"/>
              <a:ext cx="2529740" cy="5386798"/>
            </a:xfrm>
            <a:prstGeom prst="rect">
              <a:avLst/>
            </a:prstGeom>
          </p:spPr>
        </p:pic>
        <p:pic>
          <p:nvPicPr>
            <p:cNvPr id="29" name="Picture 28">
              <a:extLst>
                <a:ext uri="{FF2B5EF4-FFF2-40B4-BE49-F238E27FC236}">
                  <a16:creationId xmlns:a16="http://schemas.microsoft.com/office/drawing/2014/main" id="{DFD590AF-386B-9048-ABEA-59B6BE9DA72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0539851" y="4300794"/>
              <a:ext cx="1652148" cy="2095226"/>
            </a:xfrm>
            <a:prstGeom prst="rect">
              <a:avLst/>
            </a:prstGeom>
          </p:spPr>
        </p:pic>
        <p:pic>
          <p:nvPicPr>
            <p:cNvPr id="30" name="Picture 29">
              <a:extLst>
                <a:ext uri="{FF2B5EF4-FFF2-40B4-BE49-F238E27FC236}">
                  <a16:creationId xmlns:a16="http://schemas.microsoft.com/office/drawing/2014/main" id="{E2756107-63E2-5F45-8CC3-D5261B2411F1}"/>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rot="20585276">
              <a:off x="10888776" y="3404437"/>
              <a:ext cx="841085" cy="888470"/>
            </a:xfrm>
            <a:prstGeom prst="rect">
              <a:avLst/>
            </a:prstGeom>
          </p:spPr>
        </p:pic>
        <p:pic>
          <p:nvPicPr>
            <p:cNvPr id="31" name="Picture 30">
              <a:extLst>
                <a:ext uri="{FF2B5EF4-FFF2-40B4-BE49-F238E27FC236}">
                  <a16:creationId xmlns:a16="http://schemas.microsoft.com/office/drawing/2014/main" id="{0BBAF86D-A33D-1F45-96FF-45390C30D2F6}"/>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9839843" y="4683251"/>
              <a:ext cx="608076" cy="626643"/>
            </a:xfrm>
            <a:prstGeom prst="rect">
              <a:avLst/>
            </a:prstGeom>
          </p:spPr>
        </p:pic>
        <p:pic>
          <p:nvPicPr>
            <p:cNvPr id="32" name="Picture 31">
              <a:extLst>
                <a:ext uri="{FF2B5EF4-FFF2-40B4-BE49-F238E27FC236}">
                  <a16:creationId xmlns:a16="http://schemas.microsoft.com/office/drawing/2014/main" id="{48104F42-09E4-4B40-858C-D0F13E205AD9}"/>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rot="19848158">
              <a:off x="10621861" y="5789703"/>
              <a:ext cx="593846" cy="634660"/>
            </a:xfrm>
            <a:prstGeom prst="rect">
              <a:avLst/>
            </a:prstGeom>
          </p:spPr>
        </p:pic>
        <p:pic>
          <p:nvPicPr>
            <p:cNvPr id="33" name="Picture 32">
              <a:extLst>
                <a:ext uri="{FF2B5EF4-FFF2-40B4-BE49-F238E27FC236}">
                  <a16:creationId xmlns:a16="http://schemas.microsoft.com/office/drawing/2014/main" id="{02EBF489-D968-EB46-B15F-78B5BB5FD92E}"/>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l="-38854"/>
            <a:stretch/>
          </p:blipFill>
          <p:spPr>
            <a:xfrm>
              <a:off x="10588564" y="818784"/>
              <a:ext cx="1603435" cy="1703758"/>
            </a:xfrm>
            <a:prstGeom prst="rect">
              <a:avLst/>
            </a:prstGeom>
          </p:spPr>
        </p:pic>
      </p:grpSp>
      <p:grpSp>
        <p:nvGrpSpPr>
          <p:cNvPr id="21" name="Group 20">
            <a:extLst>
              <a:ext uri="{FF2B5EF4-FFF2-40B4-BE49-F238E27FC236}">
                <a16:creationId xmlns:a16="http://schemas.microsoft.com/office/drawing/2014/main" id="{529B2BDF-CCF7-1348-A3D5-D71BE6DC81B3}"/>
              </a:ext>
            </a:extLst>
          </p:cNvPr>
          <p:cNvGrpSpPr/>
          <p:nvPr userDrawn="1"/>
        </p:nvGrpSpPr>
        <p:grpSpPr>
          <a:xfrm>
            <a:off x="304800" y="0"/>
            <a:ext cx="2427681" cy="1044934"/>
            <a:chOff x="0" y="0"/>
            <a:chExt cx="2447693" cy="1053548"/>
          </a:xfrm>
        </p:grpSpPr>
        <p:sp>
          <p:nvSpPr>
            <p:cNvPr id="22" name="Parallelogram 21">
              <a:extLst>
                <a:ext uri="{FF2B5EF4-FFF2-40B4-BE49-F238E27FC236}">
                  <a16:creationId xmlns:a16="http://schemas.microsoft.com/office/drawing/2014/main" id="{5AC29362-88F4-1D4E-981B-656DAC0CCDA0}"/>
                </a:ext>
              </a:extLst>
            </p:cNvPr>
            <p:cNvSpPr/>
            <p:nvPr userDrawn="1"/>
          </p:nvSpPr>
          <p:spPr bwMode="auto">
            <a:xfrm>
              <a:off x="0" y="0"/>
              <a:ext cx="2447693" cy="1053548"/>
            </a:xfrm>
            <a:prstGeom prst="parallelogram">
              <a:avLst>
                <a:gd name="adj" fmla="val 0"/>
              </a:avLst>
            </a:prstGeom>
            <a:solidFill>
              <a:srgbClr val="E71314"/>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sz="1800">
                  <a:latin typeface="Arial" pitchFamily="124" charset="0"/>
                </a:rPr>
                <a:t>               </a:t>
              </a:r>
            </a:p>
          </p:txBody>
        </p:sp>
        <p:pic>
          <p:nvPicPr>
            <p:cNvPr id="23" name="Picture 22">
              <a:extLst>
                <a:ext uri="{FF2B5EF4-FFF2-40B4-BE49-F238E27FC236}">
                  <a16:creationId xmlns:a16="http://schemas.microsoft.com/office/drawing/2014/main" id="{3FDEE4BE-E092-CA4F-AF35-8DF125AB2591}"/>
                </a:ext>
              </a:extLst>
            </p:cNvPr>
            <p:cNvPicPr>
              <a:picLocks noChangeAspect="1"/>
            </p:cNvPicPr>
            <p:nvPr userDrawn="1"/>
          </p:nvPicPr>
          <p:blipFill>
            <a:blip r:embed="rId8">
              <a:extLst>
                <a:ext uri="{28A0092B-C50C-407E-A947-70E740481C1C}">
                  <a14:useLocalDpi xmlns:a14="http://schemas.microsoft.com/office/drawing/2010/main"/>
                </a:ext>
              </a:extLst>
            </a:blip>
            <a:stretch>
              <a:fillRect/>
            </a:stretch>
          </p:blipFill>
          <p:spPr>
            <a:xfrm>
              <a:off x="135820" y="154984"/>
              <a:ext cx="2178058" cy="756021"/>
            </a:xfrm>
            <a:prstGeom prst="rect">
              <a:avLst/>
            </a:prstGeom>
          </p:spPr>
        </p:pic>
      </p:grpSp>
      <p:grpSp>
        <p:nvGrpSpPr>
          <p:cNvPr id="34" name="Group 33">
            <a:extLst>
              <a:ext uri="{FF2B5EF4-FFF2-40B4-BE49-F238E27FC236}">
                <a16:creationId xmlns:a16="http://schemas.microsoft.com/office/drawing/2014/main" id="{229B0B5C-E093-DA4B-806C-77D92FB04B00}"/>
              </a:ext>
            </a:extLst>
          </p:cNvPr>
          <p:cNvGrpSpPr/>
          <p:nvPr userDrawn="1"/>
        </p:nvGrpSpPr>
        <p:grpSpPr>
          <a:xfrm>
            <a:off x="283193" y="5970590"/>
            <a:ext cx="5053203" cy="441233"/>
            <a:chOff x="5155556" y="6168462"/>
            <a:chExt cx="5053203" cy="441233"/>
          </a:xfrm>
        </p:grpSpPr>
        <p:sp>
          <p:nvSpPr>
            <p:cNvPr id="35" name="TextBox 34">
              <a:extLst>
                <a:ext uri="{FF2B5EF4-FFF2-40B4-BE49-F238E27FC236}">
                  <a16:creationId xmlns:a16="http://schemas.microsoft.com/office/drawing/2014/main" id="{8E3D34E8-07DE-DB49-893D-0283BBF248E0}"/>
                </a:ext>
              </a:extLst>
            </p:cNvPr>
            <p:cNvSpPr txBox="1"/>
            <p:nvPr userDrawn="1"/>
          </p:nvSpPr>
          <p:spPr>
            <a:xfrm>
              <a:off x="5656050" y="6168462"/>
              <a:ext cx="4552709" cy="441233"/>
            </a:xfrm>
            <a:prstGeom prst="rect">
              <a:avLst/>
            </a:prstGeom>
            <a:noFill/>
          </p:spPr>
          <p:txBody>
            <a:bodyPr vert="horz" wrap="square" lIns="0" tIns="0" rIns="0" bIns="0" rtlCol="0" anchor="ctr" anchorCtr="0">
              <a:noAutofit/>
            </a:bodyPr>
            <a:lstStyle/>
            <a:p>
              <a:pPr algn="l"/>
              <a:r>
                <a:rPr lang="en-US" sz="2000">
                  <a:solidFill>
                    <a:schemeClr val="tx1"/>
                  </a:solidFill>
                  <a:latin typeface="Arial"/>
                </a:rPr>
                <a:t>The world leader in serving science</a:t>
              </a:r>
            </a:p>
          </p:txBody>
        </p:sp>
        <p:sp>
          <p:nvSpPr>
            <p:cNvPr id="36" name="Parallelogram 35">
              <a:extLst>
                <a:ext uri="{FF2B5EF4-FFF2-40B4-BE49-F238E27FC236}">
                  <a16:creationId xmlns:a16="http://schemas.microsoft.com/office/drawing/2014/main" id="{BC757F20-58AC-5B4E-ACFF-20D22B6D507B}"/>
                </a:ext>
              </a:extLst>
            </p:cNvPr>
            <p:cNvSpPr/>
            <p:nvPr userDrawn="1"/>
          </p:nvSpPr>
          <p:spPr bwMode="auto">
            <a:xfrm>
              <a:off x="5155556" y="6302295"/>
              <a:ext cx="310510" cy="188737"/>
            </a:xfrm>
            <a:prstGeom prst="parallelogram">
              <a:avLst>
                <a:gd name="adj" fmla="val 31844"/>
              </a:avLst>
            </a:prstGeom>
            <a:solidFill>
              <a:srgbClr val="E71314"/>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sz="1800">
                  <a:latin typeface="Arial" pitchFamily="124" charset="0"/>
                </a:rPr>
                <a:t>               </a:t>
              </a:r>
            </a:p>
          </p:txBody>
        </p:sp>
      </p:grpSp>
      <p:sp>
        <p:nvSpPr>
          <p:cNvPr id="45" name="Footer Placeholder 1">
            <a:extLst>
              <a:ext uri="{FF2B5EF4-FFF2-40B4-BE49-F238E27FC236}">
                <a16:creationId xmlns:a16="http://schemas.microsoft.com/office/drawing/2014/main" id="{F96EC45B-102C-174F-9F23-FF784CDB7AB8}"/>
              </a:ext>
            </a:extLst>
          </p:cNvPr>
          <p:cNvSpPr>
            <a:spLocks noGrp="1"/>
          </p:cNvSpPr>
          <p:nvPr>
            <p:ph type="ftr" sz="quarter" idx="15"/>
          </p:nvPr>
        </p:nvSpPr>
        <p:spPr>
          <a:xfrm>
            <a:off x="304800" y="6553200"/>
            <a:ext cx="7619998" cy="304799"/>
          </a:xfrm>
        </p:spPr>
        <p:txBody>
          <a:bodyPr/>
          <a:lstStyle/>
          <a:p>
            <a:r>
              <a:rPr lang="en-US"/>
              <a:t>Proprietary &amp; Confidential |  authoremail@thermofisher.com | 12-January-2022</a:t>
            </a:r>
          </a:p>
        </p:txBody>
      </p:sp>
      <p:sp>
        <p:nvSpPr>
          <p:cNvPr id="46" name="Slide Number Placeholder 2">
            <a:extLst>
              <a:ext uri="{FF2B5EF4-FFF2-40B4-BE49-F238E27FC236}">
                <a16:creationId xmlns:a16="http://schemas.microsoft.com/office/drawing/2014/main" id="{8D006509-7DB4-6541-835F-3B6972AE0860}"/>
              </a:ext>
            </a:extLst>
          </p:cNvPr>
          <p:cNvSpPr>
            <a:spLocks noGrp="1"/>
          </p:cNvSpPr>
          <p:nvPr>
            <p:ph type="sldNum" sz="quarter" idx="12"/>
          </p:nvPr>
        </p:nvSpPr>
        <p:spPr>
          <a:xfrm>
            <a:off x="1" y="6553200"/>
            <a:ext cx="304799" cy="304799"/>
          </a:xfrm>
        </p:spPr>
        <p:txBody>
          <a:bodyPr/>
          <a:lstStyle/>
          <a:p>
            <a:fld id="{89006F1E-66CD-4A4B-9370-B4A3080F0E6C}" type="slidenum">
              <a:rPr lang="en-US" smtClean="0"/>
              <a:pPr/>
              <a:t>‹#›</a:t>
            </a:fld>
            <a:endParaRPr lang="en-US"/>
          </a:p>
        </p:txBody>
      </p:sp>
      <p:sp>
        <p:nvSpPr>
          <p:cNvPr id="37" name="Text Placeholder 15">
            <a:extLst>
              <a:ext uri="{FF2B5EF4-FFF2-40B4-BE49-F238E27FC236}">
                <a16:creationId xmlns:a16="http://schemas.microsoft.com/office/drawing/2014/main" id="{108EBC16-514C-7740-843A-F5174EAA96DC}"/>
              </a:ext>
            </a:extLst>
          </p:cNvPr>
          <p:cNvSpPr>
            <a:spLocks noGrp="1"/>
          </p:cNvSpPr>
          <p:nvPr>
            <p:ph type="body" sz="quarter" idx="10" hasCustomPrompt="1"/>
          </p:nvPr>
        </p:nvSpPr>
        <p:spPr>
          <a:xfrm>
            <a:off x="304800" y="3903896"/>
            <a:ext cx="7619999" cy="308120"/>
          </a:xfrm>
          <a:prstGeom prst="rect">
            <a:avLst/>
          </a:prstGeom>
        </p:spPr>
        <p:txBody>
          <a:bodyPr lIns="0" tIns="0" rIns="0" bIns="0" anchor="b"/>
          <a:lstStyle>
            <a:lvl1pPr>
              <a:spcBef>
                <a:spcPts val="0"/>
              </a:spcBef>
              <a:spcAft>
                <a:spcPts val="0"/>
              </a:spcAft>
              <a:buFontTx/>
              <a:buNone/>
              <a:defRPr sz="1600" b="0" baseline="0">
                <a:solidFill>
                  <a:schemeClr val="tx2"/>
                </a:solidFill>
              </a:defRPr>
            </a:lvl1pPr>
            <a:lvl2pPr marL="114300" indent="4763">
              <a:spcAft>
                <a:spcPts val="0"/>
              </a:spcAft>
              <a:buFontTx/>
              <a:buNone/>
              <a:defRPr sz="1400" i="1" baseline="0">
                <a:solidFill>
                  <a:schemeClr val="tx1"/>
                </a:solidFill>
              </a:defRPr>
            </a:lvl2pPr>
          </a:lstStyle>
          <a:p>
            <a:pPr lvl="0"/>
            <a:r>
              <a:rPr lang="en-US"/>
              <a:t>Presenter name [16pt Arial] </a:t>
            </a:r>
          </a:p>
        </p:txBody>
      </p:sp>
      <p:sp>
        <p:nvSpPr>
          <p:cNvPr id="38" name="Title 16">
            <a:extLst>
              <a:ext uri="{FF2B5EF4-FFF2-40B4-BE49-F238E27FC236}">
                <a16:creationId xmlns:a16="http://schemas.microsoft.com/office/drawing/2014/main" id="{124A4A7F-4904-4645-AEF7-28AEBD45D1C3}"/>
              </a:ext>
            </a:extLst>
          </p:cNvPr>
          <p:cNvSpPr>
            <a:spLocks noGrp="1"/>
          </p:cNvSpPr>
          <p:nvPr>
            <p:ph type="title" hasCustomPrompt="1"/>
          </p:nvPr>
        </p:nvSpPr>
        <p:spPr>
          <a:xfrm>
            <a:off x="304801" y="1726100"/>
            <a:ext cx="7619999" cy="2071868"/>
          </a:xfrm>
          <a:prstGeom prst="rect">
            <a:avLst/>
          </a:prstGeom>
          <a:noFill/>
        </p:spPr>
        <p:txBody>
          <a:bodyPr wrap="square" lIns="0" tIns="0" rIns="0" bIns="0" anchor="b">
            <a:noAutofit/>
          </a:bodyPr>
          <a:lstStyle>
            <a:lvl1pPr>
              <a:lnSpc>
                <a:spcPct val="110000"/>
              </a:lnSpc>
              <a:defRPr sz="2800" b="1">
                <a:solidFill>
                  <a:schemeClr val="tx1"/>
                </a:solidFill>
              </a:defRPr>
            </a:lvl1pPr>
          </a:lstStyle>
          <a:p>
            <a:r>
              <a:rPr lang="en-US"/>
              <a:t>Title [28pt Arial Bold] </a:t>
            </a:r>
          </a:p>
        </p:txBody>
      </p:sp>
      <p:sp>
        <p:nvSpPr>
          <p:cNvPr id="39" name="Text Placeholder 15">
            <a:extLst>
              <a:ext uri="{FF2B5EF4-FFF2-40B4-BE49-F238E27FC236}">
                <a16:creationId xmlns:a16="http://schemas.microsoft.com/office/drawing/2014/main" id="{0DF0839E-0C0A-8E4B-9B47-CC686D239594}"/>
              </a:ext>
            </a:extLst>
          </p:cNvPr>
          <p:cNvSpPr>
            <a:spLocks noGrp="1"/>
          </p:cNvSpPr>
          <p:nvPr>
            <p:ph type="body" sz="quarter" idx="14" hasCustomPrompt="1"/>
          </p:nvPr>
        </p:nvSpPr>
        <p:spPr>
          <a:xfrm>
            <a:off x="304800" y="4255834"/>
            <a:ext cx="7619999" cy="1097215"/>
          </a:xfrm>
          <a:prstGeom prst="rect">
            <a:avLst/>
          </a:prstGeom>
        </p:spPr>
        <p:txBody>
          <a:bodyPr lIns="0" tIns="0" rIns="0" bIns="0" anchor="t">
            <a:normAutofit/>
          </a:bodyPr>
          <a:lstStyle>
            <a:lvl1pPr marL="179388" marR="0" indent="-179388" algn="l" defTabSz="914400" rtl="0" eaLnBrk="1" fontAlgn="auto" latinLnBrk="0" hangingPunct="1">
              <a:lnSpc>
                <a:spcPct val="120000"/>
              </a:lnSpc>
              <a:spcBef>
                <a:spcPts val="0"/>
              </a:spcBef>
              <a:spcAft>
                <a:spcPts val="0"/>
              </a:spcAft>
              <a:buClr>
                <a:schemeClr val="accent4"/>
              </a:buClr>
              <a:buSzPct val="100000"/>
              <a:buFontTx/>
              <a:buNone/>
              <a:tabLst/>
              <a:defRPr sz="1400" b="0" baseline="0">
                <a:solidFill>
                  <a:schemeClr val="tx1"/>
                </a:solidFill>
              </a:defRPr>
            </a:lvl1pPr>
            <a:lvl2pPr marL="114300" indent="4763">
              <a:spcAft>
                <a:spcPts val="0"/>
              </a:spcAft>
              <a:buFontTx/>
              <a:buNone/>
              <a:defRPr sz="1400" i="1" baseline="0">
                <a:solidFill>
                  <a:schemeClr val="tx1"/>
                </a:solidFill>
              </a:defRPr>
            </a:lvl2pPr>
          </a:lstStyle>
          <a:p>
            <a:pPr marL="411480" marR="0" lvl="0" indent="-411480" algn="l" defTabSz="914400" rtl="0" eaLnBrk="1" fontAlgn="auto" latinLnBrk="0" hangingPunct="1">
              <a:lnSpc>
                <a:spcPct val="120000"/>
              </a:lnSpc>
              <a:spcBef>
                <a:spcPts val="0"/>
              </a:spcBef>
              <a:spcAft>
                <a:spcPts val="0"/>
              </a:spcAft>
              <a:buClr>
                <a:schemeClr val="accent4"/>
              </a:buClr>
              <a:buSzPct val="100000"/>
              <a:buFontTx/>
              <a:buNone/>
              <a:tabLst/>
              <a:defRPr/>
            </a:pPr>
            <a:r>
              <a:rPr lang="en-US"/>
              <a:t>Presenter Title [14pt Arial]</a:t>
            </a:r>
            <a:br>
              <a:rPr lang="en-US"/>
            </a:br>
            <a:r>
              <a:rPr lang="en-US"/>
              <a:t>Date [14pt Arial] </a:t>
            </a:r>
          </a:p>
        </p:txBody>
      </p:sp>
    </p:spTree>
    <p:extLst>
      <p:ext uri="{BB962C8B-B14F-4D97-AF65-F5344CB8AC3E}">
        <p14:creationId xmlns:p14="http://schemas.microsoft.com/office/powerpoint/2010/main" val="4416401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ustom title slide">
    <p:bg>
      <p:bgPr>
        <a:gradFill>
          <a:gsLst>
            <a:gs pos="0">
              <a:schemeClr val="bg1"/>
            </a:gs>
            <a:gs pos="45000">
              <a:schemeClr val="bg1"/>
            </a:gs>
            <a:gs pos="66000">
              <a:schemeClr val="bg2"/>
            </a:gs>
          </a:gsLst>
          <a:lin ang="1080000" scaled="0"/>
        </a:gra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2DF2EB01-DB3A-564C-8485-CADA3C9CF3AF}"/>
              </a:ext>
            </a:extLst>
          </p:cNvPr>
          <p:cNvSpPr>
            <a:spLocks noGrp="1"/>
          </p:cNvSpPr>
          <p:nvPr>
            <p:ph type="pic" sz="quarter" idx="11" hasCustomPrompt="1"/>
          </p:nvPr>
        </p:nvSpPr>
        <p:spPr>
          <a:xfrm>
            <a:off x="5560459" y="1"/>
            <a:ext cx="6631541" cy="6857999"/>
          </a:xfrm>
          <a:custGeom>
            <a:avLst/>
            <a:gdLst>
              <a:gd name="connsiteX0" fmla="*/ 2183862 w 6631541"/>
              <a:gd name="connsiteY0" fmla="*/ 0 h 6857999"/>
              <a:gd name="connsiteX1" fmla="*/ 6631541 w 6631541"/>
              <a:gd name="connsiteY1" fmla="*/ 0 h 6857999"/>
              <a:gd name="connsiteX2" fmla="*/ 6631541 w 6631541"/>
              <a:gd name="connsiteY2" fmla="*/ 6857999 h 6857999"/>
              <a:gd name="connsiteX3" fmla="*/ 0 w 6631541"/>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6631541" h="6857999">
                <a:moveTo>
                  <a:pt x="2183862" y="0"/>
                </a:moveTo>
                <a:lnTo>
                  <a:pt x="6631541" y="0"/>
                </a:lnTo>
                <a:lnTo>
                  <a:pt x="6631541" y="6857999"/>
                </a:lnTo>
                <a:lnTo>
                  <a:pt x="0" y="6857999"/>
                </a:lnTo>
                <a:close/>
              </a:path>
            </a:pathLst>
          </a:custGeom>
          <a:pattFill prst="pct5">
            <a:fgClr>
              <a:schemeClr val="bg1"/>
            </a:fgClr>
            <a:bgClr>
              <a:schemeClr val="bg2"/>
            </a:bgClr>
          </a:pattFill>
        </p:spPr>
        <p:txBody>
          <a:bodyPr vert="horz" wrap="square" lIns="0" tIns="0" rIns="0" bIns="0" rtlCol="0" anchor="ctr">
            <a:noAutofit/>
          </a:bodyPr>
          <a:lstStyle>
            <a:lvl1pPr marL="0" indent="0" algn="ctr">
              <a:buFontTx/>
              <a:buNone/>
              <a:defRPr lang="en-US" sz="1400" dirty="0"/>
            </a:lvl1pPr>
          </a:lstStyle>
          <a:p>
            <a:pPr marR="0" lvl="0" algn="ctr" fontAlgn="auto">
              <a:spcAft>
                <a:spcPts val="0"/>
              </a:spcAft>
              <a:buClrTx/>
              <a:buSzTx/>
              <a:buNone/>
              <a:tabLst/>
            </a:pPr>
            <a:r>
              <a:rPr lang="en-US"/>
              <a:t>Add photo</a:t>
            </a:r>
          </a:p>
        </p:txBody>
      </p:sp>
      <p:grpSp>
        <p:nvGrpSpPr>
          <p:cNvPr id="7" name="Group 6">
            <a:extLst>
              <a:ext uri="{FF2B5EF4-FFF2-40B4-BE49-F238E27FC236}">
                <a16:creationId xmlns:a16="http://schemas.microsoft.com/office/drawing/2014/main" id="{B1F511C6-A535-A245-B123-CC04435D2DAF}"/>
              </a:ext>
            </a:extLst>
          </p:cNvPr>
          <p:cNvGrpSpPr/>
          <p:nvPr userDrawn="1"/>
        </p:nvGrpSpPr>
        <p:grpSpPr>
          <a:xfrm>
            <a:off x="304799" y="0"/>
            <a:ext cx="2427681" cy="1044934"/>
            <a:chOff x="0" y="0"/>
            <a:chExt cx="2447693" cy="1053548"/>
          </a:xfrm>
        </p:grpSpPr>
        <p:sp>
          <p:nvSpPr>
            <p:cNvPr id="8" name="Parallelogram 7">
              <a:extLst>
                <a:ext uri="{FF2B5EF4-FFF2-40B4-BE49-F238E27FC236}">
                  <a16:creationId xmlns:a16="http://schemas.microsoft.com/office/drawing/2014/main" id="{6399281C-FD14-2942-9A9B-13B5E50B7517}"/>
                </a:ext>
              </a:extLst>
            </p:cNvPr>
            <p:cNvSpPr/>
            <p:nvPr userDrawn="1"/>
          </p:nvSpPr>
          <p:spPr bwMode="auto">
            <a:xfrm>
              <a:off x="0" y="0"/>
              <a:ext cx="2447693" cy="1053548"/>
            </a:xfrm>
            <a:prstGeom prst="parallelogram">
              <a:avLst>
                <a:gd name="adj" fmla="val 0"/>
              </a:avLst>
            </a:prstGeom>
            <a:solidFill>
              <a:srgbClr val="E71314"/>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sz="1800">
                  <a:latin typeface="Arial" pitchFamily="124" charset="0"/>
                </a:rPr>
                <a:t>               </a:t>
              </a:r>
            </a:p>
          </p:txBody>
        </p:sp>
        <p:pic>
          <p:nvPicPr>
            <p:cNvPr id="9" name="Picture 8">
              <a:extLst>
                <a:ext uri="{FF2B5EF4-FFF2-40B4-BE49-F238E27FC236}">
                  <a16:creationId xmlns:a16="http://schemas.microsoft.com/office/drawing/2014/main" id="{7D60AD95-BD80-6049-9976-D024EC4ECDE8}"/>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35820" y="154984"/>
              <a:ext cx="2178058" cy="756021"/>
            </a:xfrm>
            <a:prstGeom prst="rect">
              <a:avLst/>
            </a:prstGeom>
          </p:spPr>
        </p:pic>
      </p:grpSp>
      <p:grpSp>
        <p:nvGrpSpPr>
          <p:cNvPr id="11" name="Group 10">
            <a:extLst>
              <a:ext uri="{FF2B5EF4-FFF2-40B4-BE49-F238E27FC236}">
                <a16:creationId xmlns:a16="http://schemas.microsoft.com/office/drawing/2014/main" id="{BD8A84AE-AF33-DF45-94CF-C3F25C5B3C5F}"/>
              </a:ext>
            </a:extLst>
          </p:cNvPr>
          <p:cNvGrpSpPr/>
          <p:nvPr userDrawn="1"/>
        </p:nvGrpSpPr>
        <p:grpSpPr>
          <a:xfrm>
            <a:off x="283193" y="5970590"/>
            <a:ext cx="5053203" cy="441233"/>
            <a:chOff x="5155556" y="6168462"/>
            <a:chExt cx="5053203" cy="441233"/>
          </a:xfrm>
        </p:grpSpPr>
        <p:sp>
          <p:nvSpPr>
            <p:cNvPr id="12" name="TextBox 11">
              <a:extLst>
                <a:ext uri="{FF2B5EF4-FFF2-40B4-BE49-F238E27FC236}">
                  <a16:creationId xmlns:a16="http://schemas.microsoft.com/office/drawing/2014/main" id="{5DF5D896-302C-C647-8B84-3EA145C1337B}"/>
                </a:ext>
              </a:extLst>
            </p:cNvPr>
            <p:cNvSpPr txBox="1"/>
            <p:nvPr userDrawn="1"/>
          </p:nvSpPr>
          <p:spPr>
            <a:xfrm>
              <a:off x="5656050" y="6168462"/>
              <a:ext cx="4552709" cy="441233"/>
            </a:xfrm>
            <a:prstGeom prst="rect">
              <a:avLst/>
            </a:prstGeom>
            <a:noFill/>
          </p:spPr>
          <p:txBody>
            <a:bodyPr vert="horz" wrap="square" lIns="0" tIns="0" rIns="0" bIns="0" rtlCol="0" anchor="ctr" anchorCtr="0">
              <a:noAutofit/>
            </a:bodyPr>
            <a:lstStyle/>
            <a:p>
              <a:pPr algn="l"/>
              <a:r>
                <a:rPr lang="en-US" sz="2000">
                  <a:solidFill>
                    <a:schemeClr val="tx1"/>
                  </a:solidFill>
                  <a:latin typeface="Arial"/>
                </a:rPr>
                <a:t>The world leader in serving science</a:t>
              </a:r>
            </a:p>
          </p:txBody>
        </p:sp>
        <p:sp>
          <p:nvSpPr>
            <p:cNvPr id="13" name="Parallelogram 12">
              <a:extLst>
                <a:ext uri="{FF2B5EF4-FFF2-40B4-BE49-F238E27FC236}">
                  <a16:creationId xmlns:a16="http://schemas.microsoft.com/office/drawing/2014/main" id="{9BC00B89-C038-314A-AC65-15CF9FEFA67A}"/>
                </a:ext>
              </a:extLst>
            </p:cNvPr>
            <p:cNvSpPr/>
            <p:nvPr userDrawn="1"/>
          </p:nvSpPr>
          <p:spPr bwMode="auto">
            <a:xfrm>
              <a:off x="5155556" y="6302295"/>
              <a:ext cx="310510" cy="188737"/>
            </a:xfrm>
            <a:prstGeom prst="parallelogram">
              <a:avLst>
                <a:gd name="adj" fmla="val 31844"/>
              </a:avLst>
            </a:prstGeom>
            <a:solidFill>
              <a:srgbClr val="E71314"/>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sz="1800">
                  <a:latin typeface="Arial" pitchFamily="124" charset="0"/>
                </a:rPr>
                <a:t>               </a:t>
              </a:r>
            </a:p>
          </p:txBody>
        </p:sp>
      </p:grpSp>
      <p:sp>
        <p:nvSpPr>
          <p:cNvPr id="17" name="Text Placeholder 15">
            <a:extLst>
              <a:ext uri="{FF2B5EF4-FFF2-40B4-BE49-F238E27FC236}">
                <a16:creationId xmlns:a16="http://schemas.microsoft.com/office/drawing/2014/main" id="{066B560F-B405-E64F-9BDF-0CBAACB3D079}"/>
              </a:ext>
            </a:extLst>
          </p:cNvPr>
          <p:cNvSpPr>
            <a:spLocks noGrp="1"/>
          </p:cNvSpPr>
          <p:nvPr>
            <p:ph type="body" sz="quarter" idx="10" hasCustomPrompt="1"/>
          </p:nvPr>
        </p:nvSpPr>
        <p:spPr>
          <a:xfrm>
            <a:off x="304800" y="3903896"/>
            <a:ext cx="5791199" cy="308120"/>
          </a:xfrm>
          <a:prstGeom prst="rect">
            <a:avLst/>
          </a:prstGeom>
        </p:spPr>
        <p:txBody>
          <a:bodyPr lIns="0" tIns="0" rIns="0" bIns="0" anchor="b"/>
          <a:lstStyle>
            <a:lvl1pPr>
              <a:spcBef>
                <a:spcPts val="0"/>
              </a:spcBef>
              <a:spcAft>
                <a:spcPts val="0"/>
              </a:spcAft>
              <a:buFontTx/>
              <a:buNone/>
              <a:defRPr sz="1600" b="0" baseline="0">
                <a:solidFill>
                  <a:schemeClr val="tx2"/>
                </a:solidFill>
              </a:defRPr>
            </a:lvl1pPr>
            <a:lvl2pPr marL="114300" indent="4763">
              <a:spcAft>
                <a:spcPts val="0"/>
              </a:spcAft>
              <a:buFontTx/>
              <a:buNone/>
              <a:defRPr sz="1400" i="1" baseline="0">
                <a:solidFill>
                  <a:schemeClr val="tx1"/>
                </a:solidFill>
              </a:defRPr>
            </a:lvl2pPr>
          </a:lstStyle>
          <a:p>
            <a:pPr lvl="0"/>
            <a:r>
              <a:rPr lang="en-US"/>
              <a:t>Presenter name [16pt Arial] </a:t>
            </a:r>
          </a:p>
        </p:txBody>
      </p:sp>
      <p:sp>
        <p:nvSpPr>
          <p:cNvPr id="21" name="Footer Placeholder 1">
            <a:extLst>
              <a:ext uri="{FF2B5EF4-FFF2-40B4-BE49-F238E27FC236}">
                <a16:creationId xmlns:a16="http://schemas.microsoft.com/office/drawing/2014/main" id="{0417725A-1D63-8B41-B75E-4A7C276235C4}"/>
              </a:ext>
            </a:extLst>
          </p:cNvPr>
          <p:cNvSpPr>
            <a:spLocks noGrp="1"/>
          </p:cNvSpPr>
          <p:nvPr>
            <p:ph type="ftr" sz="quarter" idx="15"/>
          </p:nvPr>
        </p:nvSpPr>
        <p:spPr>
          <a:xfrm>
            <a:off x="304800" y="6553200"/>
            <a:ext cx="7620000" cy="304799"/>
          </a:xfrm>
        </p:spPr>
        <p:txBody>
          <a:bodyPr/>
          <a:lstStyle/>
          <a:p>
            <a:r>
              <a:rPr lang="en-US"/>
              <a:t>Proprietary &amp; Confidential |  authoremail@thermofisher.com | 12-January-2022</a:t>
            </a:r>
          </a:p>
        </p:txBody>
      </p:sp>
      <p:sp>
        <p:nvSpPr>
          <p:cNvPr id="22" name="Slide Number Placeholder 2">
            <a:extLst>
              <a:ext uri="{FF2B5EF4-FFF2-40B4-BE49-F238E27FC236}">
                <a16:creationId xmlns:a16="http://schemas.microsoft.com/office/drawing/2014/main" id="{2EFD93CC-9AAB-B446-8966-4FFCA1CA2633}"/>
              </a:ext>
            </a:extLst>
          </p:cNvPr>
          <p:cNvSpPr>
            <a:spLocks noGrp="1"/>
          </p:cNvSpPr>
          <p:nvPr>
            <p:ph type="sldNum" sz="quarter" idx="12"/>
          </p:nvPr>
        </p:nvSpPr>
        <p:spPr>
          <a:xfrm>
            <a:off x="1" y="6553200"/>
            <a:ext cx="304799" cy="304799"/>
          </a:xfrm>
        </p:spPr>
        <p:txBody>
          <a:bodyPr/>
          <a:lstStyle/>
          <a:p>
            <a:fld id="{89006F1E-66CD-4A4B-9370-B4A3080F0E6C}" type="slidenum">
              <a:rPr lang="en-US" smtClean="0"/>
              <a:pPr/>
              <a:t>‹#›</a:t>
            </a:fld>
            <a:endParaRPr lang="en-US"/>
          </a:p>
        </p:txBody>
      </p:sp>
      <p:sp>
        <p:nvSpPr>
          <p:cNvPr id="15" name="Text Placeholder 15">
            <a:extLst>
              <a:ext uri="{FF2B5EF4-FFF2-40B4-BE49-F238E27FC236}">
                <a16:creationId xmlns:a16="http://schemas.microsoft.com/office/drawing/2014/main" id="{DA6AB682-877D-F244-8431-46BA64252685}"/>
              </a:ext>
            </a:extLst>
          </p:cNvPr>
          <p:cNvSpPr>
            <a:spLocks noGrp="1"/>
          </p:cNvSpPr>
          <p:nvPr>
            <p:ph type="body" sz="quarter" idx="14" hasCustomPrompt="1"/>
          </p:nvPr>
        </p:nvSpPr>
        <p:spPr>
          <a:xfrm>
            <a:off x="304801" y="4255834"/>
            <a:ext cx="5791200" cy="1097215"/>
          </a:xfrm>
          <a:prstGeom prst="rect">
            <a:avLst/>
          </a:prstGeom>
        </p:spPr>
        <p:txBody>
          <a:bodyPr lIns="0" tIns="0" rIns="0" bIns="0" anchor="t">
            <a:normAutofit/>
          </a:bodyPr>
          <a:lstStyle>
            <a:lvl1pPr marL="179388" marR="0" indent="-179388" algn="l" defTabSz="914400" rtl="0" eaLnBrk="1" fontAlgn="auto" latinLnBrk="0" hangingPunct="1">
              <a:lnSpc>
                <a:spcPct val="120000"/>
              </a:lnSpc>
              <a:spcBef>
                <a:spcPts val="0"/>
              </a:spcBef>
              <a:spcAft>
                <a:spcPts val="0"/>
              </a:spcAft>
              <a:buClr>
                <a:schemeClr val="accent4"/>
              </a:buClr>
              <a:buSzPct val="100000"/>
              <a:buFontTx/>
              <a:buNone/>
              <a:tabLst/>
              <a:defRPr sz="1400" b="0" baseline="0">
                <a:solidFill>
                  <a:schemeClr val="tx1"/>
                </a:solidFill>
              </a:defRPr>
            </a:lvl1pPr>
            <a:lvl2pPr marL="114300" indent="4763">
              <a:spcAft>
                <a:spcPts val="0"/>
              </a:spcAft>
              <a:buFontTx/>
              <a:buNone/>
              <a:defRPr sz="1400" i="1" baseline="0">
                <a:solidFill>
                  <a:schemeClr val="tx1"/>
                </a:solidFill>
              </a:defRPr>
            </a:lvl2pPr>
          </a:lstStyle>
          <a:p>
            <a:pPr marL="411480" marR="0" lvl="0" indent="-411480" algn="l" defTabSz="914400" rtl="0" eaLnBrk="1" fontAlgn="auto" latinLnBrk="0" hangingPunct="1">
              <a:lnSpc>
                <a:spcPct val="120000"/>
              </a:lnSpc>
              <a:spcBef>
                <a:spcPts val="0"/>
              </a:spcBef>
              <a:spcAft>
                <a:spcPts val="0"/>
              </a:spcAft>
              <a:buClr>
                <a:schemeClr val="accent4"/>
              </a:buClr>
              <a:buSzPct val="100000"/>
              <a:buFontTx/>
              <a:buNone/>
              <a:tabLst/>
              <a:defRPr/>
            </a:pPr>
            <a:r>
              <a:rPr lang="en-US"/>
              <a:t>Presenter Title [14pt Arial]</a:t>
            </a:r>
            <a:br>
              <a:rPr lang="en-US"/>
            </a:br>
            <a:r>
              <a:rPr lang="en-US"/>
              <a:t>Date [14pt Arial] </a:t>
            </a:r>
          </a:p>
        </p:txBody>
      </p:sp>
      <p:sp>
        <p:nvSpPr>
          <p:cNvPr id="16" name="Title 16">
            <a:extLst>
              <a:ext uri="{FF2B5EF4-FFF2-40B4-BE49-F238E27FC236}">
                <a16:creationId xmlns:a16="http://schemas.microsoft.com/office/drawing/2014/main" id="{086BE638-5BB0-E849-ABA3-5E74A9A7DFDE}"/>
              </a:ext>
            </a:extLst>
          </p:cNvPr>
          <p:cNvSpPr>
            <a:spLocks noGrp="1"/>
          </p:cNvSpPr>
          <p:nvPr>
            <p:ph type="title" hasCustomPrompt="1"/>
          </p:nvPr>
        </p:nvSpPr>
        <p:spPr>
          <a:xfrm>
            <a:off x="304802" y="1726100"/>
            <a:ext cx="5791198" cy="2071868"/>
          </a:xfrm>
          <a:prstGeom prst="rect">
            <a:avLst/>
          </a:prstGeom>
          <a:noFill/>
        </p:spPr>
        <p:txBody>
          <a:bodyPr wrap="square" lIns="0" tIns="0" rIns="0" bIns="0" anchor="b">
            <a:noAutofit/>
          </a:bodyPr>
          <a:lstStyle>
            <a:lvl1pPr>
              <a:lnSpc>
                <a:spcPct val="110000"/>
              </a:lnSpc>
              <a:defRPr sz="2800" b="1">
                <a:solidFill>
                  <a:schemeClr val="tx1"/>
                </a:solidFill>
              </a:defRPr>
            </a:lvl1pPr>
          </a:lstStyle>
          <a:p>
            <a:r>
              <a:rPr lang="en-US"/>
              <a:t>Title [28pt Arial Bold] </a:t>
            </a:r>
          </a:p>
        </p:txBody>
      </p:sp>
    </p:spTree>
    <p:extLst>
      <p:ext uri="{BB962C8B-B14F-4D97-AF65-F5344CB8AC3E}">
        <p14:creationId xmlns:p14="http://schemas.microsoft.com/office/powerpoint/2010/main" val="1965192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image">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6AE08B2E-D136-8942-AB0C-32CBAFB45A4D}"/>
              </a:ext>
            </a:extLst>
          </p:cNvPr>
          <p:cNvSpPr>
            <a:spLocks noGrp="1"/>
          </p:cNvSpPr>
          <p:nvPr>
            <p:ph type="pic" sz="quarter" idx="11" hasCustomPrompt="1"/>
          </p:nvPr>
        </p:nvSpPr>
        <p:spPr>
          <a:xfrm>
            <a:off x="5560459" y="-1"/>
            <a:ext cx="6631541" cy="6858000"/>
          </a:xfrm>
          <a:custGeom>
            <a:avLst/>
            <a:gdLst>
              <a:gd name="connsiteX0" fmla="*/ 4761301 w 6631541"/>
              <a:gd name="connsiteY0" fmla="*/ 1 h 6858000"/>
              <a:gd name="connsiteX1" fmla="*/ 4761301 w 6631541"/>
              <a:gd name="connsiteY1" fmla="*/ 673805 h 6858000"/>
              <a:gd name="connsiteX2" fmla="*/ 6326740 w 6631541"/>
              <a:gd name="connsiteY2" fmla="*/ 673805 h 6858000"/>
              <a:gd name="connsiteX3" fmla="*/ 6326740 w 6631541"/>
              <a:gd name="connsiteY3" fmla="*/ 1 h 6858000"/>
              <a:gd name="connsiteX4" fmla="*/ 2183862 w 6631541"/>
              <a:gd name="connsiteY4" fmla="*/ 0 h 6858000"/>
              <a:gd name="connsiteX5" fmla="*/ 6631541 w 6631541"/>
              <a:gd name="connsiteY5" fmla="*/ 0 h 6858000"/>
              <a:gd name="connsiteX6" fmla="*/ 6631541 w 6631541"/>
              <a:gd name="connsiteY6" fmla="*/ 6858000 h 6858000"/>
              <a:gd name="connsiteX7" fmla="*/ 0 w 6631541"/>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31541" h="6858000">
                <a:moveTo>
                  <a:pt x="4761301" y="1"/>
                </a:moveTo>
                <a:lnTo>
                  <a:pt x="4761301" y="673805"/>
                </a:lnTo>
                <a:lnTo>
                  <a:pt x="6326740" y="673805"/>
                </a:lnTo>
                <a:lnTo>
                  <a:pt x="6326740" y="1"/>
                </a:lnTo>
                <a:close/>
                <a:moveTo>
                  <a:pt x="2183862" y="0"/>
                </a:moveTo>
                <a:lnTo>
                  <a:pt x="6631541" y="0"/>
                </a:lnTo>
                <a:lnTo>
                  <a:pt x="6631541" y="6858000"/>
                </a:lnTo>
                <a:lnTo>
                  <a:pt x="0" y="6858000"/>
                </a:lnTo>
                <a:close/>
              </a:path>
            </a:pathLst>
          </a:custGeom>
          <a:pattFill prst="pct5">
            <a:fgClr>
              <a:schemeClr val="bg1"/>
            </a:fgClr>
            <a:bgClr>
              <a:schemeClr val="bg2"/>
            </a:bgClr>
          </a:pattFill>
        </p:spPr>
        <p:txBody>
          <a:bodyPr vert="horz" wrap="square" lIns="0" tIns="0" rIns="0" bIns="0" rtlCol="0" anchor="ctr">
            <a:noAutofit/>
          </a:bodyPr>
          <a:lstStyle>
            <a:lvl1pPr marL="0" indent="0" algn="ctr">
              <a:buFontTx/>
              <a:buNone/>
              <a:defRPr lang="en-US" sz="1400" dirty="0"/>
            </a:lvl1pPr>
          </a:lstStyle>
          <a:p>
            <a:pPr marR="0" lvl="0" algn="ctr" fontAlgn="auto">
              <a:spcAft>
                <a:spcPts val="0"/>
              </a:spcAft>
              <a:buClrTx/>
              <a:buSzTx/>
              <a:buNone/>
              <a:tabLst/>
            </a:pPr>
            <a:r>
              <a:rPr lang="en-US"/>
              <a:t>Add photo</a:t>
            </a:r>
          </a:p>
        </p:txBody>
      </p:sp>
      <p:sp>
        <p:nvSpPr>
          <p:cNvPr id="12" name="Slide Number Placeholder 11">
            <a:extLst>
              <a:ext uri="{FF2B5EF4-FFF2-40B4-BE49-F238E27FC236}">
                <a16:creationId xmlns:a16="http://schemas.microsoft.com/office/drawing/2014/main" id="{47161BDA-83E9-E143-BE27-DC11E94DC4B5}"/>
              </a:ext>
            </a:extLst>
          </p:cNvPr>
          <p:cNvSpPr>
            <a:spLocks noGrp="1"/>
          </p:cNvSpPr>
          <p:nvPr>
            <p:ph type="sldNum" sz="quarter" idx="10"/>
          </p:nvPr>
        </p:nvSpPr>
        <p:spPr/>
        <p:txBody>
          <a:bodyPr lIns="0" tIns="0" rIns="0" bIns="0"/>
          <a:lstStyle/>
          <a:p>
            <a:fld id="{89006F1E-66CD-4A4B-9370-B4A3080F0E6C}" type="slidenum">
              <a:rPr lang="en-US" smtClean="0"/>
              <a:pPr/>
              <a:t>‹#›</a:t>
            </a:fld>
            <a:endParaRPr lang="en-US"/>
          </a:p>
        </p:txBody>
      </p:sp>
      <p:sp>
        <p:nvSpPr>
          <p:cNvPr id="17" name="Title 16">
            <a:extLst>
              <a:ext uri="{FF2B5EF4-FFF2-40B4-BE49-F238E27FC236}">
                <a16:creationId xmlns:a16="http://schemas.microsoft.com/office/drawing/2014/main" id="{FB477BD4-B3C4-0245-87E7-210A11A609FB}"/>
              </a:ext>
            </a:extLst>
          </p:cNvPr>
          <p:cNvSpPr>
            <a:spLocks noGrp="1"/>
          </p:cNvSpPr>
          <p:nvPr>
            <p:ph type="title"/>
          </p:nvPr>
        </p:nvSpPr>
        <p:spPr>
          <a:xfrm>
            <a:off x="304801" y="304799"/>
            <a:ext cx="7010399" cy="381001"/>
          </a:xfrm>
        </p:spPr>
        <p:txBody>
          <a:bodyPr/>
          <a:lstStyle>
            <a:lvl1pPr>
              <a:defRPr>
                <a:solidFill>
                  <a:schemeClr val="tx2"/>
                </a:solidFill>
              </a:defRPr>
            </a:lvl1pPr>
          </a:lstStyle>
          <a:p>
            <a:r>
              <a:rPr lang="en-US"/>
              <a:t>Click to edit Master title style</a:t>
            </a:r>
          </a:p>
        </p:txBody>
      </p:sp>
      <p:sp>
        <p:nvSpPr>
          <p:cNvPr id="2" name="Footer Placeholder 1">
            <a:extLst>
              <a:ext uri="{FF2B5EF4-FFF2-40B4-BE49-F238E27FC236}">
                <a16:creationId xmlns:a16="http://schemas.microsoft.com/office/drawing/2014/main" id="{A45E3DEE-D37C-1D48-B059-905D05A3A480}"/>
              </a:ext>
            </a:extLst>
          </p:cNvPr>
          <p:cNvSpPr>
            <a:spLocks noGrp="1"/>
          </p:cNvSpPr>
          <p:nvPr>
            <p:ph type="ftr" sz="quarter" idx="12"/>
          </p:nvPr>
        </p:nvSpPr>
        <p:spPr>
          <a:xfrm>
            <a:off x="304799" y="6553201"/>
            <a:ext cx="7620001" cy="304800"/>
          </a:xfrm>
          <a:prstGeom prst="rect">
            <a:avLst/>
          </a:prstGeom>
        </p:spPr>
        <p:txBody>
          <a:bodyPr/>
          <a:lstStyle>
            <a:lvl1pPr>
              <a:defRPr>
                <a:solidFill>
                  <a:schemeClr val="accent5"/>
                </a:solidFill>
              </a:defRPr>
            </a:lvl1pPr>
          </a:lstStyle>
          <a:p>
            <a:r>
              <a:rPr lang="en-US">
                <a:ea typeface="MS PGothic" panose="020B0600070205080204" pitchFamily="34" charset="-128"/>
              </a:rPr>
              <a:t>Proprietary &amp; Confidential |  authoremail@thermofisher.com | 12-January-2022</a:t>
            </a:r>
          </a:p>
        </p:txBody>
      </p:sp>
      <p:sp>
        <p:nvSpPr>
          <p:cNvPr id="8" name="Content Placeholder 3">
            <a:extLst>
              <a:ext uri="{FF2B5EF4-FFF2-40B4-BE49-F238E27FC236}">
                <a16:creationId xmlns:a16="http://schemas.microsoft.com/office/drawing/2014/main" id="{E78B1B2E-3D55-0E40-BE78-DE19E0E78115}"/>
              </a:ext>
            </a:extLst>
          </p:cNvPr>
          <p:cNvSpPr>
            <a:spLocks noGrp="1"/>
          </p:cNvSpPr>
          <p:nvPr>
            <p:ph sz="quarter" idx="14"/>
          </p:nvPr>
        </p:nvSpPr>
        <p:spPr>
          <a:xfrm>
            <a:off x="304800" y="1447800"/>
            <a:ext cx="5791200" cy="4607954"/>
          </a:xfrm>
          <a:prstGeom prst="rect">
            <a:avLst/>
          </a:prstGeom>
        </p:spPr>
        <p:txBody>
          <a:bodyPr vert="horz" lIns="0" tIns="0" rIns="0" bIns="0" rtlCol="0" anchor="ctr" anchorCtr="0">
            <a:noAutofit/>
          </a:bodyPr>
          <a:lstStyle>
            <a:lvl1pPr marL="342900" indent="-342900">
              <a:buClr>
                <a:schemeClr val="tx2"/>
              </a:buClr>
              <a:buFont typeface="Arial" panose="020B0604020202020204" pitchFamily="34" charset="0"/>
              <a:buChar char="•"/>
              <a:defRPr lang="en-US" dirty="0" smtClean="0"/>
            </a:lvl1pPr>
            <a:lvl2pPr marL="520700" indent="-285750">
              <a:buFont typeface="Arial" panose="020B0604020202020204" pitchFamily="34" charset="0"/>
              <a:buChar char="•"/>
              <a:defRPr lang="en-US" dirty="0" smtClean="0"/>
            </a:lvl2pPr>
            <a:lvl3pPr marL="749300" indent="-285750">
              <a:buFont typeface="Arial" panose="020B0604020202020204" pitchFamily="34" charset="0"/>
              <a:buChar char="•"/>
              <a:defRPr lang="en-US" dirty="0" smtClean="0"/>
            </a:lvl3pPr>
            <a:lvl4pPr marL="862013" indent="-171450">
              <a:buFont typeface="Arial" panose="020B0604020202020204" pitchFamily="34" charset="0"/>
              <a:buChar char="•"/>
              <a:defRPr lang="en-US" dirty="0" smtClean="0"/>
            </a:lvl4pPr>
            <a:lvl5pPr marL="1093787" indent="-171450">
              <a:buFont typeface="Arial" panose="020B0604020202020204" pitchFamily="34" charset="0"/>
              <a:buChar cha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7">
            <a:extLst>
              <a:ext uri="{FF2B5EF4-FFF2-40B4-BE49-F238E27FC236}">
                <a16:creationId xmlns:a16="http://schemas.microsoft.com/office/drawing/2014/main" id="{913AD51C-A540-614E-BCCA-04DD383D383F}"/>
              </a:ext>
            </a:extLst>
          </p:cNvPr>
          <p:cNvSpPr>
            <a:spLocks noGrp="1"/>
          </p:cNvSpPr>
          <p:nvPr>
            <p:ph type="body" sz="quarter" idx="15" hasCustomPrompt="1"/>
          </p:nvPr>
        </p:nvSpPr>
        <p:spPr>
          <a:xfrm>
            <a:off x="304798" y="6055756"/>
            <a:ext cx="5255662" cy="489204"/>
          </a:xfrm>
          <a:prstGeom prst="rect">
            <a:avLst/>
          </a:prstGeom>
        </p:spPr>
        <p:txBody>
          <a:bodyPr anchor="b">
            <a:normAutofit/>
          </a:bodyPr>
          <a:lstStyle>
            <a:lvl1pPr marL="0" indent="0">
              <a:spcBef>
                <a:spcPts val="100"/>
              </a:spcBef>
              <a:buNone/>
              <a:defRPr sz="1000">
                <a:solidFill>
                  <a:schemeClr val="accent5"/>
                </a:solidFill>
              </a:defRPr>
            </a:lvl1pPr>
          </a:lstStyle>
          <a:p>
            <a:pPr lvl="0"/>
            <a:r>
              <a:rPr lang="en-US"/>
              <a:t>Source notes</a:t>
            </a:r>
          </a:p>
        </p:txBody>
      </p:sp>
      <p:sp>
        <p:nvSpPr>
          <p:cNvPr id="10" name="Text Placeholder 7">
            <a:extLst>
              <a:ext uri="{FF2B5EF4-FFF2-40B4-BE49-F238E27FC236}">
                <a16:creationId xmlns:a16="http://schemas.microsoft.com/office/drawing/2014/main" id="{C408A322-1049-7D40-BE0C-3E8E57A90330}"/>
              </a:ext>
            </a:extLst>
          </p:cNvPr>
          <p:cNvSpPr>
            <a:spLocks noGrp="1"/>
          </p:cNvSpPr>
          <p:nvPr>
            <p:ph type="body" sz="quarter" idx="16" hasCustomPrompt="1"/>
          </p:nvPr>
        </p:nvSpPr>
        <p:spPr>
          <a:xfrm>
            <a:off x="300226" y="893063"/>
            <a:ext cx="6884345" cy="381001"/>
          </a:xfrm>
          <a:prstGeom prst="rect">
            <a:avLst/>
          </a:prstGeom>
        </p:spPr>
        <p:txBody>
          <a:bodyPr lIns="0" tIns="0" rIns="0" bIns="0" anchor="t">
            <a:noAutofit/>
          </a:bodyPr>
          <a:lstStyle>
            <a:lvl1pPr marL="0" indent="0">
              <a:buNone/>
              <a:defRPr sz="2000">
                <a:solidFill>
                  <a:schemeClr val="tx1"/>
                </a:solidFill>
              </a:defRPr>
            </a:lvl1pPr>
          </a:lstStyle>
          <a:p>
            <a:pPr lvl="0"/>
            <a:r>
              <a:rPr lang="en-US"/>
              <a:t>Click to add </a:t>
            </a:r>
            <a:r>
              <a:rPr lang="en-US" err="1"/>
              <a:t>subheader</a:t>
            </a:r>
            <a:endParaRPr lang="en-US"/>
          </a:p>
        </p:txBody>
      </p:sp>
    </p:spTree>
    <p:extLst>
      <p:ext uri="{BB962C8B-B14F-4D97-AF65-F5344CB8AC3E}">
        <p14:creationId xmlns:p14="http://schemas.microsoft.com/office/powerpoint/2010/main" val="21639953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No Content)">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CD351-FB49-4649-BD51-7F2228F8A180}"/>
              </a:ext>
            </a:extLst>
          </p:cNvPr>
          <p:cNvSpPr>
            <a:spLocks noGrp="1"/>
          </p:cNvSpPr>
          <p:nvPr>
            <p:ph type="title"/>
          </p:nvPr>
        </p:nvSpPr>
        <p:spPr/>
        <p:txBody>
          <a:bodyPr/>
          <a:lstStyle>
            <a:lvl1pPr>
              <a:defRPr>
                <a:solidFill>
                  <a:schemeClr val="tx2"/>
                </a:solidFill>
              </a:defRPr>
            </a:lvl1pPr>
          </a:lstStyle>
          <a:p>
            <a:r>
              <a:rPr lang="en-US"/>
              <a:t>Click to edit Master title style</a:t>
            </a:r>
          </a:p>
        </p:txBody>
      </p:sp>
      <p:sp>
        <p:nvSpPr>
          <p:cNvPr id="6" name="Text Placeholder 7">
            <a:extLst>
              <a:ext uri="{FF2B5EF4-FFF2-40B4-BE49-F238E27FC236}">
                <a16:creationId xmlns:a16="http://schemas.microsoft.com/office/drawing/2014/main" id="{AC6D37E8-5E1B-4025-9CB6-9AADD0B2F568}"/>
              </a:ext>
            </a:extLst>
          </p:cNvPr>
          <p:cNvSpPr>
            <a:spLocks noGrp="1"/>
          </p:cNvSpPr>
          <p:nvPr>
            <p:ph type="body" sz="quarter" idx="11" hasCustomPrompt="1"/>
          </p:nvPr>
        </p:nvSpPr>
        <p:spPr>
          <a:xfrm>
            <a:off x="300226" y="893063"/>
            <a:ext cx="11591547" cy="381001"/>
          </a:xfrm>
          <a:prstGeom prst="rect">
            <a:avLst/>
          </a:prstGeom>
        </p:spPr>
        <p:txBody>
          <a:bodyPr lIns="0" tIns="0" rIns="0" bIns="0" anchor="t">
            <a:noAutofit/>
          </a:bodyPr>
          <a:lstStyle>
            <a:lvl1pPr marL="0" indent="0">
              <a:buNone/>
              <a:defRPr sz="2000">
                <a:solidFill>
                  <a:schemeClr val="tx1"/>
                </a:solidFill>
              </a:defRPr>
            </a:lvl1pPr>
          </a:lstStyle>
          <a:p>
            <a:pPr lvl="0"/>
            <a:r>
              <a:rPr lang="en-US"/>
              <a:t>Click to add </a:t>
            </a:r>
            <a:r>
              <a:rPr lang="en-US" err="1"/>
              <a:t>subheader</a:t>
            </a:r>
            <a:endParaRPr lang="en-US"/>
          </a:p>
        </p:txBody>
      </p:sp>
      <p:sp>
        <p:nvSpPr>
          <p:cNvPr id="7" name="Text Placeholder 7">
            <a:extLst>
              <a:ext uri="{FF2B5EF4-FFF2-40B4-BE49-F238E27FC236}">
                <a16:creationId xmlns:a16="http://schemas.microsoft.com/office/drawing/2014/main" id="{C1053C4D-3245-41E9-BC79-2133D6EFE62D}"/>
              </a:ext>
            </a:extLst>
          </p:cNvPr>
          <p:cNvSpPr>
            <a:spLocks noGrp="1"/>
          </p:cNvSpPr>
          <p:nvPr>
            <p:ph type="body" sz="quarter" idx="12" hasCustomPrompt="1"/>
          </p:nvPr>
        </p:nvSpPr>
        <p:spPr>
          <a:xfrm>
            <a:off x="304797" y="6055756"/>
            <a:ext cx="11582401" cy="489204"/>
          </a:xfrm>
          <a:prstGeom prst="rect">
            <a:avLst/>
          </a:prstGeom>
        </p:spPr>
        <p:txBody>
          <a:bodyPr anchor="b">
            <a:normAutofit/>
          </a:bodyPr>
          <a:lstStyle>
            <a:lvl1pPr marL="0" indent="0">
              <a:spcBef>
                <a:spcPts val="100"/>
              </a:spcBef>
              <a:buNone/>
              <a:defRPr sz="1000">
                <a:solidFill>
                  <a:schemeClr val="accent5"/>
                </a:solidFill>
              </a:defRPr>
            </a:lvl1pPr>
          </a:lstStyle>
          <a:p>
            <a:pPr lvl="0"/>
            <a:r>
              <a:rPr lang="en-US"/>
              <a:t>Source notes</a:t>
            </a:r>
          </a:p>
        </p:txBody>
      </p:sp>
      <p:sp>
        <p:nvSpPr>
          <p:cNvPr id="8" name="Slide Number Placeholder 11">
            <a:extLst>
              <a:ext uri="{FF2B5EF4-FFF2-40B4-BE49-F238E27FC236}">
                <a16:creationId xmlns:a16="http://schemas.microsoft.com/office/drawing/2014/main" id="{43FDEDB6-CE04-F84B-AAD3-991730DCA9C0}"/>
              </a:ext>
            </a:extLst>
          </p:cNvPr>
          <p:cNvSpPr>
            <a:spLocks noGrp="1"/>
          </p:cNvSpPr>
          <p:nvPr>
            <p:ph type="sldNum" sz="quarter" idx="10"/>
          </p:nvPr>
        </p:nvSpPr>
        <p:spPr>
          <a:xfrm>
            <a:off x="1" y="6553200"/>
            <a:ext cx="304799" cy="304799"/>
          </a:xfrm>
        </p:spPr>
        <p:txBody>
          <a:bodyPr lIns="0" tIns="0" rIns="0" bIns="0"/>
          <a:lstStyle/>
          <a:p>
            <a:fld id="{89006F1E-66CD-4A4B-9370-B4A3080F0E6C}" type="slidenum">
              <a:rPr lang="en-US" smtClean="0"/>
              <a:pPr/>
              <a:t>‹#›</a:t>
            </a:fld>
            <a:endParaRPr lang="en-US"/>
          </a:p>
        </p:txBody>
      </p:sp>
      <p:sp>
        <p:nvSpPr>
          <p:cNvPr id="9" name="Footer Placeholder 1">
            <a:extLst>
              <a:ext uri="{FF2B5EF4-FFF2-40B4-BE49-F238E27FC236}">
                <a16:creationId xmlns:a16="http://schemas.microsoft.com/office/drawing/2014/main" id="{D91B50C1-7025-B243-9430-602CDE810AAB}"/>
              </a:ext>
            </a:extLst>
          </p:cNvPr>
          <p:cNvSpPr>
            <a:spLocks noGrp="1"/>
          </p:cNvSpPr>
          <p:nvPr>
            <p:ph type="ftr" sz="quarter" idx="13"/>
          </p:nvPr>
        </p:nvSpPr>
        <p:spPr>
          <a:xfrm>
            <a:off x="304799" y="6553201"/>
            <a:ext cx="7620001" cy="304800"/>
          </a:xfrm>
          <a:prstGeom prst="rect">
            <a:avLst/>
          </a:prstGeom>
        </p:spPr>
        <p:txBody>
          <a:bodyPr/>
          <a:lstStyle>
            <a:lvl1pPr>
              <a:defRPr>
                <a:solidFill>
                  <a:schemeClr val="accent5"/>
                </a:solidFill>
              </a:defRPr>
            </a:lvl1pPr>
          </a:lstStyle>
          <a:p>
            <a:r>
              <a:rPr lang="en-US">
                <a:ea typeface="MS PGothic" panose="020B0600070205080204" pitchFamily="34" charset="-128"/>
              </a:rPr>
              <a:t>Proprietary &amp; Confidential |  authoremail@thermofisher.com | 12-January-2022</a:t>
            </a:r>
          </a:p>
        </p:txBody>
      </p:sp>
    </p:spTree>
    <p:extLst>
      <p:ext uri="{BB962C8B-B14F-4D97-AF65-F5344CB8AC3E}">
        <p14:creationId xmlns:p14="http://schemas.microsoft.com/office/powerpoint/2010/main" val="2271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3744">
          <p15:clr>
            <a:srgbClr val="FBAE40"/>
          </p15:clr>
        </p15:guide>
        <p15:guide id="3" pos="393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42EC3-BB61-5A42-8BF1-1D2972BB044D}"/>
              </a:ext>
            </a:extLst>
          </p:cNvPr>
          <p:cNvSpPr>
            <a:spLocks noGrp="1"/>
          </p:cNvSpPr>
          <p:nvPr>
            <p:ph type="title"/>
          </p:nvPr>
        </p:nvSpPr>
        <p:spPr/>
        <p:txBody>
          <a:bodyPr/>
          <a:lstStyle>
            <a:lvl1pPr>
              <a:defRPr>
                <a:solidFill>
                  <a:schemeClr val="tx2"/>
                </a:solidFill>
              </a:defRPr>
            </a:lvl1pPr>
          </a:lstStyle>
          <a:p>
            <a:r>
              <a:rPr lang="en-US"/>
              <a:t>Click to edit Master title style</a:t>
            </a:r>
          </a:p>
        </p:txBody>
      </p:sp>
      <p:sp>
        <p:nvSpPr>
          <p:cNvPr id="5" name="Slide Number Placeholder 11">
            <a:extLst>
              <a:ext uri="{FF2B5EF4-FFF2-40B4-BE49-F238E27FC236}">
                <a16:creationId xmlns:a16="http://schemas.microsoft.com/office/drawing/2014/main" id="{0D25D28A-A5EB-C240-A997-149159566C62}"/>
              </a:ext>
            </a:extLst>
          </p:cNvPr>
          <p:cNvSpPr>
            <a:spLocks noGrp="1"/>
          </p:cNvSpPr>
          <p:nvPr>
            <p:ph type="sldNum" sz="quarter" idx="10"/>
          </p:nvPr>
        </p:nvSpPr>
        <p:spPr>
          <a:xfrm>
            <a:off x="1" y="6553200"/>
            <a:ext cx="304799" cy="304799"/>
          </a:xfrm>
        </p:spPr>
        <p:txBody>
          <a:bodyPr lIns="0" tIns="0" rIns="0" bIns="0"/>
          <a:lstStyle/>
          <a:p>
            <a:fld id="{89006F1E-66CD-4A4B-9370-B4A3080F0E6C}" type="slidenum">
              <a:rPr lang="en-US" smtClean="0"/>
              <a:pPr/>
              <a:t>‹#›</a:t>
            </a:fld>
            <a:endParaRPr lang="en-US"/>
          </a:p>
        </p:txBody>
      </p:sp>
      <p:sp>
        <p:nvSpPr>
          <p:cNvPr id="6" name="Footer Placeholder 1">
            <a:extLst>
              <a:ext uri="{FF2B5EF4-FFF2-40B4-BE49-F238E27FC236}">
                <a16:creationId xmlns:a16="http://schemas.microsoft.com/office/drawing/2014/main" id="{EF39BEC2-E111-4A4B-836F-3D8401524587}"/>
              </a:ext>
            </a:extLst>
          </p:cNvPr>
          <p:cNvSpPr>
            <a:spLocks noGrp="1"/>
          </p:cNvSpPr>
          <p:nvPr>
            <p:ph type="ftr" sz="quarter" idx="12"/>
          </p:nvPr>
        </p:nvSpPr>
        <p:spPr>
          <a:xfrm>
            <a:off x="304799" y="6553201"/>
            <a:ext cx="7620001" cy="304800"/>
          </a:xfrm>
          <a:prstGeom prst="rect">
            <a:avLst/>
          </a:prstGeom>
        </p:spPr>
        <p:txBody>
          <a:bodyPr/>
          <a:lstStyle>
            <a:lvl1pPr>
              <a:defRPr>
                <a:solidFill>
                  <a:schemeClr val="accent5"/>
                </a:solidFill>
              </a:defRPr>
            </a:lvl1pPr>
          </a:lstStyle>
          <a:p>
            <a:r>
              <a:rPr lang="en-US">
                <a:ea typeface="MS PGothic" panose="020B0600070205080204" pitchFamily="34" charset="-128"/>
              </a:rPr>
              <a:t>Proprietary &amp; Confidential |  authoremail@thermofisher.com | 12-January-2022</a:t>
            </a:r>
          </a:p>
        </p:txBody>
      </p:sp>
      <p:sp>
        <p:nvSpPr>
          <p:cNvPr id="8" name="Text Placeholder 7">
            <a:extLst>
              <a:ext uri="{FF2B5EF4-FFF2-40B4-BE49-F238E27FC236}">
                <a16:creationId xmlns:a16="http://schemas.microsoft.com/office/drawing/2014/main" id="{2A4CF7CB-ACF9-2E40-8360-1F09EA0AC0AC}"/>
              </a:ext>
            </a:extLst>
          </p:cNvPr>
          <p:cNvSpPr>
            <a:spLocks noGrp="1"/>
          </p:cNvSpPr>
          <p:nvPr>
            <p:ph type="body" sz="quarter" idx="11" hasCustomPrompt="1"/>
          </p:nvPr>
        </p:nvSpPr>
        <p:spPr>
          <a:xfrm>
            <a:off x="300226" y="893063"/>
            <a:ext cx="11591547" cy="381001"/>
          </a:xfrm>
          <a:prstGeom prst="rect">
            <a:avLst/>
          </a:prstGeom>
        </p:spPr>
        <p:txBody>
          <a:bodyPr lIns="0" tIns="0" rIns="0" bIns="0" anchor="t">
            <a:noAutofit/>
          </a:bodyPr>
          <a:lstStyle>
            <a:lvl1pPr marL="0" indent="0">
              <a:buNone/>
              <a:defRPr sz="2000">
                <a:solidFill>
                  <a:schemeClr val="tx1"/>
                </a:solidFill>
              </a:defRPr>
            </a:lvl1pPr>
          </a:lstStyle>
          <a:p>
            <a:pPr lvl="0"/>
            <a:r>
              <a:rPr lang="en-US"/>
              <a:t>Click to add </a:t>
            </a:r>
            <a:r>
              <a:rPr lang="en-US" err="1"/>
              <a:t>subheader</a:t>
            </a:r>
            <a:endParaRPr lang="en-US"/>
          </a:p>
        </p:txBody>
      </p:sp>
      <p:sp>
        <p:nvSpPr>
          <p:cNvPr id="10" name="Text Placeholder 7">
            <a:extLst>
              <a:ext uri="{FF2B5EF4-FFF2-40B4-BE49-F238E27FC236}">
                <a16:creationId xmlns:a16="http://schemas.microsoft.com/office/drawing/2014/main" id="{EE5F834C-5A08-DA4E-82E7-AC5A7A2CC796}"/>
              </a:ext>
            </a:extLst>
          </p:cNvPr>
          <p:cNvSpPr>
            <a:spLocks noGrp="1"/>
          </p:cNvSpPr>
          <p:nvPr>
            <p:ph type="body" sz="quarter" idx="13" hasCustomPrompt="1"/>
          </p:nvPr>
        </p:nvSpPr>
        <p:spPr>
          <a:xfrm>
            <a:off x="304797" y="6055756"/>
            <a:ext cx="11582401" cy="489204"/>
          </a:xfrm>
          <a:prstGeom prst="rect">
            <a:avLst/>
          </a:prstGeom>
        </p:spPr>
        <p:txBody>
          <a:bodyPr anchor="b">
            <a:normAutofit/>
          </a:bodyPr>
          <a:lstStyle>
            <a:lvl1pPr marL="0" indent="0">
              <a:spcBef>
                <a:spcPts val="100"/>
              </a:spcBef>
              <a:buNone/>
              <a:defRPr sz="1000">
                <a:solidFill>
                  <a:schemeClr val="accent5"/>
                </a:solidFill>
              </a:defRPr>
            </a:lvl1pPr>
          </a:lstStyle>
          <a:p>
            <a:pPr lvl="0"/>
            <a:r>
              <a:rPr lang="en-US"/>
              <a:t>Source notes</a:t>
            </a:r>
          </a:p>
        </p:txBody>
      </p:sp>
      <p:sp>
        <p:nvSpPr>
          <p:cNvPr id="7" name="Content Placeholder 6">
            <a:extLst>
              <a:ext uri="{FF2B5EF4-FFF2-40B4-BE49-F238E27FC236}">
                <a16:creationId xmlns:a16="http://schemas.microsoft.com/office/drawing/2014/main" id="{AFD7366D-1388-3D45-9C8A-11D05A5A4315}"/>
              </a:ext>
            </a:extLst>
          </p:cNvPr>
          <p:cNvSpPr>
            <a:spLocks noGrp="1"/>
          </p:cNvSpPr>
          <p:nvPr>
            <p:ph sz="quarter" idx="14"/>
          </p:nvPr>
        </p:nvSpPr>
        <p:spPr>
          <a:xfrm>
            <a:off x="300038" y="1447800"/>
            <a:ext cx="11587162" cy="4608513"/>
          </a:xfrm>
        </p:spPr>
        <p:txBody>
          <a:bodyPr/>
          <a:lstStyle>
            <a:lvl1pPr marL="342900" indent="-342900">
              <a:buFont typeface="Arial" panose="020B0604020202020204" pitchFamily="34" charset="0"/>
              <a:buChar char="•"/>
              <a:defRPr/>
            </a:lvl1pPr>
            <a:lvl2pPr marL="520700" indent="-285750">
              <a:buFont typeface="Arial" panose="020B0604020202020204" pitchFamily="34" charset="0"/>
              <a:buChar char="•"/>
              <a:defRPr/>
            </a:lvl2pPr>
            <a:lvl3pPr marL="749300" indent="-285750">
              <a:buFont typeface="Arial" panose="020B0604020202020204" pitchFamily="34" charset="0"/>
              <a:buChar char="•"/>
              <a:defRPr/>
            </a:lvl3pPr>
            <a:lvl4pPr marL="862013" indent="-171450">
              <a:buFont typeface="Arial" panose="020B0604020202020204" pitchFamily="34" charset="0"/>
              <a:buChar char="•"/>
              <a:defRPr/>
            </a:lvl4pPr>
            <a:lvl5pPr marL="1093787" indent="-17145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078176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 column">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42EC3-BB61-5A42-8BF1-1D2972BB044D}"/>
              </a:ext>
            </a:extLst>
          </p:cNvPr>
          <p:cNvSpPr>
            <a:spLocks noGrp="1"/>
          </p:cNvSpPr>
          <p:nvPr>
            <p:ph type="title"/>
          </p:nvPr>
        </p:nvSpPr>
        <p:spPr/>
        <p:txBody>
          <a:bodyPr/>
          <a:lstStyle>
            <a:lvl1pPr>
              <a:defRPr>
                <a:solidFill>
                  <a:schemeClr val="tx2"/>
                </a:solidFill>
              </a:defRPr>
            </a:lvl1pPr>
          </a:lstStyle>
          <a:p>
            <a:r>
              <a:rPr lang="en-US"/>
              <a:t>Click to edit Master title style</a:t>
            </a:r>
          </a:p>
        </p:txBody>
      </p:sp>
      <p:sp>
        <p:nvSpPr>
          <p:cNvPr id="6" name="Slide Number Placeholder 11">
            <a:extLst>
              <a:ext uri="{FF2B5EF4-FFF2-40B4-BE49-F238E27FC236}">
                <a16:creationId xmlns:a16="http://schemas.microsoft.com/office/drawing/2014/main" id="{CA35970F-C7C4-F346-8F9C-43C9A251063B}"/>
              </a:ext>
            </a:extLst>
          </p:cNvPr>
          <p:cNvSpPr>
            <a:spLocks noGrp="1"/>
          </p:cNvSpPr>
          <p:nvPr>
            <p:ph type="sldNum" sz="quarter" idx="10"/>
          </p:nvPr>
        </p:nvSpPr>
        <p:spPr>
          <a:xfrm>
            <a:off x="1" y="6553200"/>
            <a:ext cx="304799" cy="304799"/>
          </a:xfrm>
        </p:spPr>
        <p:txBody>
          <a:bodyPr lIns="0" tIns="0" rIns="0" bIns="0"/>
          <a:lstStyle/>
          <a:p>
            <a:fld id="{89006F1E-66CD-4A4B-9370-B4A3080F0E6C}" type="slidenum">
              <a:rPr lang="en-US" smtClean="0"/>
              <a:pPr/>
              <a:t>‹#›</a:t>
            </a:fld>
            <a:endParaRPr lang="en-US"/>
          </a:p>
        </p:txBody>
      </p:sp>
      <p:sp>
        <p:nvSpPr>
          <p:cNvPr id="7" name="Footer Placeholder 1">
            <a:extLst>
              <a:ext uri="{FF2B5EF4-FFF2-40B4-BE49-F238E27FC236}">
                <a16:creationId xmlns:a16="http://schemas.microsoft.com/office/drawing/2014/main" id="{CE9EC605-3413-1E4D-96BF-ECCB56711FD5}"/>
              </a:ext>
            </a:extLst>
          </p:cNvPr>
          <p:cNvSpPr>
            <a:spLocks noGrp="1"/>
          </p:cNvSpPr>
          <p:nvPr>
            <p:ph type="ftr" sz="quarter" idx="13"/>
          </p:nvPr>
        </p:nvSpPr>
        <p:spPr>
          <a:xfrm>
            <a:off x="304799" y="6553201"/>
            <a:ext cx="7620001" cy="304800"/>
          </a:xfrm>
          <a:prstGeom prst="rect">
            <a:avLst/>
          </a:prstGeom>
        </p:spPr>
        <p:txBody>
          <a:bodyPr/>
          <a:lstStyle>
            <a:lvl1pPr>
              <a:defRPr>
                <a:solidFill>
                  <a:schemeClr val="accent5"/>
                </a:solidFill>
              </a:defRPr>
            </a:lvl1pPr>
          </a:lstStyle>
          <a:p>
            <a:r>
              <a:rPr lang="en-US">
                <a:ea typeface="MS PGothic" panose="020B0600070205080204" pitchFamily="34" charset="-128"/>
              </a:rPr>
              <a:t>Proprietary &amp; Confidential |  authoremail@thermofisher.com | 12-January-2022</a:t>
            </a:r>
          </a:p>
        </p:txBody>
      </p:sp>
      <p:sp>
        <p:nvSpPr>
          <p:cNvPr id="8" name="Text Placeholder 7">
            <a:extLst>
              <a:ext uri="{FF2B5EF4-FFF2-40B4-BE49-F238E27FC236}">
                <a16:creationId xmlns:a16="http://schemas.microsoft.com/office/drawing/2014/main" id="{FE813D60-49DC-CC4E-8912-23F1B67BB019}"/>
              </a:ext>
            </a:extLst>
          </p:cNvPr>
          <p:cNvSpPr>
            <a:spLocks noGrp="1"/>
          </p:cNvSpPr>
          <p:nvPr>
            <p:ph type="body" sz="quarter" idx="14" hasCustomPrompt="1"/>
          </p:nvPr>
        </p:nvSpPr>
        <p:spPr>
          <a:xfrm>
            <a:off x="304797" y="6055756"/>
            <a:ext cx="11582400" cy="489204"/>
          </a:xfrm>
          <a:prstGeom prst="rect">
            <a:avLst/>
          </a:prstGeom>
        </p:spPr>
        <p:txBody>
          <a:bodyPr anchor="b">
            <a:normAutofit/>
          </a:bodyPr>
          <a:lstStyle>
            <a:lvl1pPr marL="0" indent="0">
              <a:spcBef>
                <a:spcPts val="100"/>
              </a:spcBef>
              <a:buNone/>
              <a:defRPr sz="1000">
                <a:solidFill>
                  <a:schemeClr val="accent5"/>
                </a:solidFill>
              </a:defRPr>
            </a:lvl1pPr>
          </a:lstStyle>
          <a:p>
            <a:pPr lvl="0"/>
            <a:r>
              <a:rPr lang="en-US"/>
              <a:t>Source notes</a:t>
            </a:r>
          </a:p>
        </p:txBody>
      </p:sp>
      <p:sp>
        <p:nvSpPr>
          <p:cNvPr id="12" name="Content Placeholder 3">
            <a:extLst>
              <a:ext uri="{FF2B5EF4-FFF2-40B4-BE49-F238E27FC236}">
                <a16:creationId xmlns:a16="http://schemas.microsoft.com/office/drawing/2014/main" id="{D38D7C33-9A72-7247-9B25-82BE39794E09}"/>
              </a:ext>
            </a:extLst>
          </p:cNvPr>
          <p:cNvSpPr>
            <a:spLocks noGrp="1"/>
          </p:cNvSpPr>
          <p:nvPr>
            <p:ph sz="quarter" idx="16"/>
          </p:nvPr>
        </p:nvSpPr>
        <p:spPr>
          <a:xfrm>
            <a:off x="304800" y="1447800"/>
            <a:ext cx="5638796" cy="4607954"/>
          </a:xfrm>
          <a:prstGeom prst="rect">
            <a:avLst/>
          </a:prstGeom>
        </p:spPr>
        <p:txBody>
          <a:bodyPr vert="horz" lIns="0" tIns="0" rIns="0" bIns="0" rtlCol="0">
            <a:normAutofit/>
          </a:bodyPr>
          <a:lstStyle>
            <a:lvl1pPr marL="342900" indent="-342900">
              <a:buFont typeface="Arial" panose="020B0604020202020204" pitchFamily="34" charset="0"/>
              <a:buChar char="•"/>
              <a:defRPr lang="en-US" dirty="0" smtClean="0"/>
            </a:lvl1pPr>
            <a:lvl2pPr marL="520700" indent="-285750">
              <a:buFont typeface="Arial" panose="020B0604020202020204" pitchFamily="34" charset="0"/>
              <a:buChar char="•"/>
              <a:defRPr lang="en-US" dirty="0" smtClean="0"/>
            </a:lvl2pPr>
            <a:lvl3pPr marL="749300" indent="-285750">
              <a:buFont typeface="Arial" panose="020B0604020202020204" pitchFamily="34" charset="0"/>
              <a:buChar char="•"/>
              <a:defRPr lang="en-US" dirty="0" smtClean="0"/>
            </a:lvl3pPr>
            <a:lvl4pPr marL="862013" indent="-171450">
              <a:buFont typeface="Arial" panose="020B0604020202020204" pitchFamily="34" charset="0"/>
              <a:buChar char="•"/>
              <a:defRPr lang="en-US" dirty="0" smtClean="0"/>
            </a:lvl4pPr>
            <a:lvl5pPr marL="1093787" indent="-171450">
              <a:buFont typeface="Arial" panose="020B0604020202020204" pitchFamily="34" charset="0"/>
              <a:buChar cha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3">
            <a:extLst>
              <a:ext uri="{FF2B5EF4-FFF2-40B4-BE49-F238E27FC236}">
                <a16:creationId xmlns:a16="http://schemas.microsoft.com/office/drawing/2014/main" id="{4109D056-DC1B-0D4A-8CCD-D716570C884F}"/>
              </a:ext>
            </a:extLst>
          </p:cNvPr>
          <p:cNvSpPr>
            <a:spLocks noGrp="1"/>
          </p:cNvSpPr>
          <p:nvPr>
            <p:ph sz="quarter" idx="17"/>
          </p:nvPr>
        </p:nvSpPr>
        <p:spPr>
          <a:xfrm>
            <a:off x="6248398" y="1447800"/>
            <a:ext cx="5638799" cy="4607954"/>
          </a:xfrm>
          <a:prstGeom prst="rect">
            <a:avLst/>
          </a:prstGeom>
        </p:spPr>
        <p:txBody>
          <a:bodyPr vert="horz" lIns="0" tIns="0" rIns="0" bIns="0" rtlCol="0">
            <a:normAutofit/>
          </a:bodyPr>
          <a:lstStyle>
            <a:lvl1pPr marL="342900" indent="-342900">
              <a:buFont typeface="Arial" panose="020B0604020202020204" pitchFamily="34" charset="0"/>
              <a:buChar char="•"/>
              <a:defRPr lang="en-US" dirty="0" smtClean="0"/>
            </a:lvl1pPr>
            <a:lvl2pPr marL="520700" indent="-285750">
              <a:buFont typeface="Arial" panose="020B0604020202020204" pitchFamily="34" charset="0"/>
              <a:buChar char="•"/>
              <a:defRPr lang="en-US" dirty="0" smtClean="0"/>
            </a:lvl2pPr>
            <a:lvl3pPr marL="749300" indent="-285750">
              <a:buFont typeface="Arial" panose="020B0604020202020204" pitchFamily="34" charset="0"/>
              <a:buChar char="•"/>
              <a:defRPr lang="en-US" dirty="0" smtClean="0"/>
            </a:lvl3pPr>
            <a:lvl4pPr marL="862013" indent="-171450">
              <a:buFont typeface="Arial" panose="020B0604020202020204" pitchFamily="34" charset="0"/>
              <a:buChar char="•"/>
              <a:defRPr lang="en-US" dirty="0" smtClean="0"/>
            </a:lvl4pPr>
            <a:lvl5pPr marL="1093787" indent="-171450">
              <a:buFont typeface="Arial" panose="020B0604020202020204" pitchFamily="34" charset="0"/>
              <a:buChar cha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7">
            <a:extLst>
              <a:ext uri="{FF2B5EF4-FFF2-40B4-BE49-F238E27FC236}">
                <a16:creationId xmlns:a16="http://schemas.microsoft.com/office/drawing/2014/main" id="{95884C43-267B-8949-85E3-D9171D3F9D13}"/>
              </a:ext>
            </a:extLst>
          </p:cNvPr>
          <p:cNvSpPr>
            <a:spLocks noGrp="1"/>
          </p:cNvSpPr>
          <p:nvPr>
            <p:ph type="body" sz="quarter" idx="11" hasCustomPrompt="1"/>
          </p:nvPr>
        </p:nvSpPr>
        <p:spPr>
          <a:xfrm>
            <a:off x="300226" y="893063"/>
            <a:ext cx="11591547" cy="381001"/>
          </a:xfrm>
          <a:prstGeom prst="rect">
            <a:avLst/>
          </a:prstGeom>
        </p:spPr>
        <p:txBody>
          <a:bodyPr lIns="0" tIns="0" rIns="0" bIns="0" anchor="t">
            <a:noAutofit/>
          </a:bodyPr>
          <a:lstStyle>
            <a:lvl1pPr marL="0" indent="0">
              <a:buNone/>
              <a:defRPr sz="2000">
                <a:solidFill>
                  <a:schemeClr val="tx1"/>
                </a:solidFill>
              </a:defRPr>
            </a:lvl1pPr>
          </a:lstStyle>
          <a:p>
            <a:pPr lvl="0"/>
            <a:r>
              <a:rPr lang="en-US"/>
              <a:t>Click to add </a:t>
            </a:r>
            <a:r>
              <a:rPr lang="en-US" err="1"/>
              <a:t>subheader</a:t>
            </a:r>
            <a:endParaRPr lang="en-US"/>
          </a:p>
        </p:txBody>
      </p:sp>
    </p:spTree>
    <p:extLst>
      <p:ext uri="{BB962C8B-B14F-4D97-AF65-F5344CB8AC3E}">
        <p14:creationId xmlns:p14="http://schemas.microsoft.com/office/powerpoint/2010/main" val="2295647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 Column">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42EC3-BB61-5A42-8BF1-1D2972BB044D}"/>
              </a:ext>
            </a:extLst>
          </p:cNvPr>
          <p:cNvSpPr>
            <a:spLocks noGrp="1"/>
          </p:cNvSpPr>
          <p:nvPr>
            <p:ph type="title"/>
          </p:nvPr>
        </p:nvSpPr>
        <p:spPr/>
        <p:txBody>
          <a:bodyPr/>
          <a:lstStyle>
            <a:lvl1pPr>
              <a:defRPr>
                <a:solidFill>
                  <a:schemeClr val="tx2"/>
                </a:solidFill>
              </a:defRPr>
            </a:lvl1pPr>
          </a:lstStyle>
          <a:p>
            <a:r>
              <a:rPr lang="en-US"/>
              <a:t>Click to edit Master title style</a:t>
            </a:r>
          </a:p>
        </p:txBody>
      </p:sp>
      <p:sp>
        <p:nvSpPr>
          <p:cNvPr id="7" name="Slide Number Placeholder 11">
            <a:extLst>
              <a:ext uri="{FF2B5EF4-FFF2-40B4-BE49-F238E27FC236}">
                <a16:creationId xmlns:a16="http://schemas.microsoft.com/office/drawing/2014/main" id="{F81445D8-D3A2-A446-B35B-0A1E9B448962}"/>
              </a:ext>
            </a:extLst>
          </p:cNvPr>
          <p:cNvSpPr>
            <a:spLocks noGrp="1"/>
          </p:cNvSpPr>
          <p:nvPr>
            <p:ph type="sldNum" sz="quarter" idx="10"/>
          </p:nvPr>
        </p:nvSpPr>
        <p:spPr>
          <a:xfrm>
            <a:off x="1" y="6553200"/>
            <a:ext cx="304799" cy="304799"/>
          </a:xfrm>
        </p:spPr>
        <p:txBody>
          <a:bodyPr lIns="0" tIns="0" rIns="0" bIns="0"/>
          <a:lstStyle/>
          <a:p>
            <a:fld id="{89006F1E-66CD-4A4B-9370-B4A3080F0E6C}" type="slidenum">
              <a:rPr lang="en-US" smtClean="0"/>
              <a:pPr/>
              <a:t>‹#›</a:t>
            </a:fld>
            <a:endParaRPr lang="en-US"/>
          </a:p>
        </p:txBody>
      </p:sp>
      <p:sp>
        <p:nvSpPr>
          <p:cNvPr id="8" name="Footer Placeholder 1">
            <a:extLst>
              <a:ext uri="{FF2B5EF4-FFF2-40B4-BE49-F238E27FC236}">
                <a16:creationId xmlns:a16="http://schemas.microsoft.com/office/drawing/2014/main" id="{31F7B133-5860-D54B-A498-14C05567C68D}"/>
              </a:ext>
            </a:extLst>
          </p:cNvPr>
          <p:cNvSpPr>
            <a:spLocks noGrp="1"/>
          </p:cNvSpPr>
          <p:nvPr>
            <p:ph type="ftr" sz="quarter" idx="14"/>
          </p:nvPr>
        </p:nvSpPr>
        <p:spPr>
          <a:xfrm>
            <a:off x="304799" y="6553201"/>
            <a:ext cx="7620002" cy="304800"/>
          </a:xfrm>
          <a:prstGeom prst="rect">
            <a:avLst/>
          </a:prstGeom>
        </p:spPr>
        <p:txBody>
          <a:bodyPr/>
          <a:lstStyle>
            <a:lvl1pPr>
              <a:defRPr>
                <a:solidFill>
                  <a:schemeClr val="accent5"/>
                </a:solidFill>
              </a:defRPr>
            </a:lvl1pPr>
          </a:lstStyle>
          <a:p>
            <a:r>
              <a:rPr lang="en-US">
                <a:ea typeface="MS PGothic" panose="020B0600070205080204" pitchFamily="34" charset="-128"/>
              </a:rPr>
              <a:t>Proprietary &amp; Confidential |  authoremail@thermofisher.com | 12-January-2022</a:t>
            </a:r>
          </a:p>
        </p:txBody>
      </p:sp>
      <p:sp>
        <p:nvSpPr>
          <p:cNvPr id="9" name="Text Placeholder 7">
            <a:extLst>
              <a:ext uri="{FF2B5EF4-FFF2-40B4-BE49-F238E27FC236}">
                <a16:creationId xmlns:a16="http://schemas.microsoft.com/office/drawing/2014/main" id="{7F606DC1-8556-AC4B-B621-1C8A6F92D688}"/>
              </a:ext>
            </a:extLst>
          </p:cNvPr>
          <p:cNvSpPr>
            <a:spLocks noGrp="1"/>
          </p:cNvSpPr>
          <p:nvPr>
            <p:ph type="body" sz="quarter" idx="15" hasCustomPrompt="1"/>
          </p:nvPr>
        </p:nvSpPr>
        <p:spPr>
          <a:xfrm>
            <a:off x="304797" y="6055756"/>
            <a:ext cx="11582400" cy="489204"/>
          </a:xfrm>
          <a:prstGeom prst="rect">
            <a:avLst/>
          </a:prstGeom>
        </p:spPr>
        <p:txBody>
          <a:bodyPr anchor="b">
            <a:normAutofit/>
          </a:bodyPr>
          <a:lstStyle>
            <a:lvl1pPr marL="0" indent="0">
              <a:spcBef>
                <a:spcPts val="100"/>
              </a:spcBef>
              <a:buNone/>
              <a:defRPr sz="1000">
                <a:solidFill>
                  <a:schemeClr val="accent5"/>
                </a:solidFill>
              </a:defRPr>
            </a:lvl1pPr>
          </a:lstStyle>
          <a:p>
            <a:pPr lvl="0"/>
            <a:r>
              <a:rPr lang="en-US"/>
              <a:t>Source notes</a:t>
            </a:r>
          </a:p>
        </p:txBody>
      </p:sp>
      <p:sp>
        <p:nvSpPr>
          <p:cNvPr id="17" name="Text Placeholder 7">
            <a:extLst>
              <a:ext uri="{FF2B5EF4-FFF2-40B4-BE49-F238E27FC236}">
                <a16:creationId xmlns:a16="http://schemas.microsoft.com/office/drawing/2014/main" id="{C194A5C4-4D4E-424D-8DC1-C1FCDF1A8FC5}"/>
              </a:ext>
            </a:extLst>
          </p:cNvPr>
          <p:cNvSpPr>
            <a:spLocks noGrp="1"/>
          </p:cNvSpPr>
          <p:nvPr>
            <p:ph type="body" sz="quarter" idx="11" hasCustomPrompt="1"/>
          </p:nvPr>
        </p:nvSpPr>
        <p:spPr>
          <a:xfrm>
            <a:off x="300226" y="893063"/>
            <a:ext cx="11591547" cy="381001"/>
          </a:xfrm>
          <a:prstGeom prst="rect">
            <a:avLst/>
          </a:prstGeom>
        </p:spPr>
        <p:txBody>
          <a:bodyPr lIns="0" tIns="0" rIns="0" bIns="0" anchor="t">
            <a:noAutofit/>
          </a:bodyPr>
          <a:lstStyle>
            <a:lvl1pPr marL="0" indent="0">
              <a:buNone/>
              <a:defRPr sz="2000">
                <a:solidFill>
                  <a:schemeClr val="tx1"/>
                </a:solidFill>
              </a:defRPr>
            </a:lvl1pPr>
          </a:lstStyle>
          <a:p>
            <a:pPr lvl="0"/>
            <a:r>
              <a:rPr lang="en-US"/>
              <a:t>Click to add </a:t>
            </a:r>
            <a:r>
              <a:rPr lang="en-US" err="1"/>
              <a:t>subheader</a:t>
            </a:r>
            <a:endParaRPr lang="en-US"/>
          </a:p>
        </p:txBody>
      </p:sp>
      <p:sp>
        <p:nvSpPr>
          <p:cNvPr id="18" name="Content Placeholder 3">
            <a:extLst>
              <a:ext uri="{FF2B5EF4-FFF2-40B4-BE49-F238E27FC236}">
                <a16:creationId xmlns:a16="http://schemas.microsoft.com/office/drawing/2014/main" id="{22065214-DE69-2246-B1F9-8B166D25671B}"/>
              </a:ext>
            </a:extLst>
          </p:cNvPr>
          <p:cNvSpPr>
            <a:spLocks noGrp="1"/>
          </p:cNvSpPr>
          <p:nvPr>
            <p:ph sz="quarter" idx="18"/>
          </p:nvPr>
        </p:nvSpPr>
        <p:spPr>
          <a:xfrm>
            <a:off x="304800" y="1447800"/>
            <a:ext cx="3657600" cy="4607954"/>
          </a:xfrm>
          <a:prstGeom prst="rect">
            <a:avLst/>
          </a:prstGeom>
        </p:spPr>
        <p:txBody>
          <a:bodyPr vert="horz" lIns="0" tIns="0" rIns="0" bIns="0" rtlCol="0">
            <a:normAutofit/>
          </a:bodyPr>
          <a:lstStyle>
            <a:lvl1pPr marL="342900" indent="-342900">
              <a:buFont typeface="Arial" panose="020B0604020202020204" pitchFamily="34" charset="0"/>
              <a:buChar char="•"/>
              <a:defRPr lang="en-US" dirty="0" smtClean="0"/>
            </a:lvl1pPr>
            <a:lvl2pPr marL="520700" indent="-285750">
              <a:buFont typeface="Arial" panose="020B0604020202020204" pitchFamily="34" charset="0"/>
              <a:buChar char="•"/>
              <a:defRPr lang="en-US" dirty="0" smtClean="0"/>
            </a:lvl2pPr>
            <a:lvl3pPr marL="749300" indent="-285750">
              <a:buFont typeface="Arial" panose="020B0604020202020204" pitchFamily="34" charset="0"/>
              <a:buChar char="•"/>
              <a:defRPr lang="en-US" dirty="0" smtClean="0"/>
            </a:lvl3pPr>
            <a:lvl4pPr marL="862013" indent="-171450">
              <a:buFont typeface="Arial" panose="020B0604020202020204" pitchFamily="34" charset="0"/>
              <a:buChar char="•"/>
              <a:defRPr lang="en-US" dirty="0" smtClean="0"/>
            </a:lvl4pPr>
            <a:lvl5pPr marL="1093787" indent="-171450">
              <a:buFont typeface="Arial" panose="020B0604020202020204" pitchFamily="34" charset="0"/>
              <a:buChar cha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3">
            <a:extLst>
              <a:ext uri="{FF2B5EF4-FFF2-40B4-BE49-F238E27FC236}">
                <a16:creationId xmlns:a16="http://schemas.microsoft.com/office/drawing/2014/main" id="{DE333DB3-CD71-1F4D-8ECF-51D4B490DCCC}"/>
              </a:ext>
            </a:extLst>
          </p:cNvPr>
          <p:cNvSpPr>
            <a:spLocks noGrp="1"/>
          </p:cNvSpPr>
          <p:nvPr>
            <p:ph sz="quarter" idx="19"/>
          </p:nvPr>
        </p:nvSpPr>
        <p:spPr>
          <a:xfrm>
            <a:off x="4267201" y="1447800"/>
            <a:ext cx="3657600" cy="4607954"/>
          </a:xfrm>
          <a:prstGeom prst="rect">
            <a:avLst/>
          </a:prstGeom>
        </p:spPr>
        <p:txBody>
          <a:bodyPr vert="horz" lIns="0" tIns="0" rIns="0" bIns="0" rtlCol="0">
            <a:normAutofit/>
          </a:bodyPr>
          <a:lstStyle>
            <a:lvl1pPr marL="342900" indent="-342900">
              <a:buFont typeface="Arial" panose="020B0604020202020204" pitchFamily="34" charset="0"/>
              <a:buChar char="•"/>
              <a:defRPr lang="en-US" dirty="0" smtClean="0"/>
            </a:lvl1pPr>
            <a:lvl2pPr marL="520700" indent="-285750">
              <a:buFont typeface="Arial" panose="020B0604020202020204" pitchFamily="34" charset="0"/>
              <a:buChar char="•"/>
              <a:defRPr lang="en-US" dirty="0" smtClean="0"/>
            </a:lvl2pPr>
            <a:lvl3pPr marL="749300" indent="-285750">
              <a:buFont typeface="Arial" panose="020B0604020202020204" pitchFamily="34" charset="0"/>
              <a:buChar char="•"/>
              <a:defRPr lang="en-US" dirty="0" smtClean="0"/>
            </a:lvl3pPr>
            <a:lvl4pPr marL="862013" indent="-171450">
              <a:buFont typeface="Arial" panose="020B0604020202020204" pitchFamily="34" charset="0"/>
              <a:buChar char="•"/>
              <a:defRPr lang="en-US" dirty="0" smtClean="0"/>
            </a:lvl4pPr>
            <a:lvl5pPr marL="1093787" indent="-171450">
              <a:buFont typeface="Arial" panose="020B0604020202020204" pitchFamily="34" charset="0"/>
              <a:buChar cha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3">
            <a:extLst>
              <a:ext uri="{FF2B5EF4-FFF2-40B4-BE49-F238E27FC236}">
                <a16:creationId xmlns:a16="http://schemas.microsoft.com/office/drawing/2014/main" id="{8514F710-85FB-F040-B3B5-8573DB7FE6FE}"/>
              </a:ext>
            </a:extLst>
          </p:cNvPr>
          <p:cNvSpPr>
            <a:spLocks noGrp="1"/>
          </p:cNvSpPr>
          <p:nvPr>
            <p:ph sz="quarter" idx="21"/>
          </p:nvPr>
        </p:nvSpPr>
        <p:spPr>
          <a:xfrm>
            <a:off x="8229594" y="1447800"/>
            <a:ext cx="3657603" cy="4607954"/>
          </a:xfrm>
          <a:prstGeom prst="rect">
            <a:avLst/>
          </a:prstGeom>
        </p:spPr>
        <p:txBody>
          <a:bodyPr vert="horz" lIns="0" tIns="0" rIns="0" bIns="0" rtlCol="0">
            <a:normAutofit/>
          </a:bodyPr>
          <a:lstStyle>
            <a:lvl1pPr marL="342900" indent="-342900">
              <a:buFont typeface="Arial" panose="020B0604020202020204" pitchFamily="34" charset="0"/>
              <a:buChar char="•"/>
              <a:defRPr lang="en-US" dirty="0" smtClean="0"/>
            </a:lvl1pPr>
            <a:lvl2pPr marL="520700" indent="-285750">
              <a:buFont typeface="Arial" panose="020B0604020202020204" pitchFamily="34" charset="0"/>
              <a:buChar char="•"/>
              <a:defRPr lang="en-US" dirty="0" smtClean="0"/>
            </a:lvl2pPr>
            <a:lvl3pPr marL="749300" indent="-285750">
              <a:buFont typeface="Arial" panose="020B0604020202020204" pitchFamily="34" charset="0"/>
              <a:buChar char="•"/>
              <a:defRPr lang="en-US" dirty="0" smtClean="0"/>
            </a:lvl3pPr>
            <a:lvl4pPr marL="862013" indent="-171450">
              <a:buFont typeface="Arial" panose="020B0604020202020204" pitchFamily="34" charset="0"/>
              <a:buChar char="•"/>
              <a:defRPr lang="en-US" dirty="0" smtClean="0"/>
            </a:lvl4pPr>
            <a:lvl5pPr marL="1093787" indent="-171450">
              <a:buFont typeface="Arial" panose="020B0604020202020204" pitchFamily="34" charset="0"/>
              <a:buChar cha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462540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 column with images">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42EC3-BB61-5A42-8BF1-1D2972BB044D}"/>
              </a:ext>
            </a:extLst>
          </p:cNvPr>
          <p:cNvSpPr>
            <a:spLocks noGrp="1"/>
          </p:cNvSpPr>
          <p:nvPr>
            <p:ph type="title"/>
          </p:nvPr>
        </p:nvSpPr>
        <p:spPr/>
        <p:txBody>
          <a:bodyPr/>
          <a:lstStyle>
            <a:lvl1pPr>
              <a:defRPr>
                <a:solidFill>
                  <a:schemeClr val="tx2"/>
                </a:solidFill>
              </a:defRPr>
            </a:lvl1pPr>
          </a:lstStyle>
          <a:p>
            <a:r>
              <a:rPr lang="en-US"/>
              <a:t>Click to edit Master title style</a:t>
            </a:r>
          </a:p>
        </p:txBody>
      </p:sp>
      <p:sp>
        <p:nvSpPr>
          <p:cNvPr id="7" name="Slide Number Placeholder 11">
            <a:extLst>
              <a:ext uri="{FF2B5EF4-FFF2-40B4-BE49-F238E27FC236}">
                <a16:creationId xmlns:a16="http://schemas.microsoft.com/office/drawing/2014/main" id="{F81445D8-D3A2-A446-B35B-0A1E9B448962}"/>
              </a:ext>
            </a:extLst>
          </p:cNvPr>
          <p:cNvSpPr>
            <a:spLocks noGrp="1"/>
          </p:cNvSpPr>
          <p:nvPr>
            <p:ph type="sldNum" sz="quarter" idx="10"/>
          </p:nvPr>
        </p:nvSpPr>
        <p:spPr>
          <a:xfrm>
            <a:off x="1" y="6553200"/>
            <a:ext cx="304799" cy="304799"/>
          </a:xfrm>
        </p:spPr>
        <p:txBody>
          <a:bodyPr lIns="0" tIns="0" rIns="0" bIns="0"/>
          <a:lstStyle/>
          <a:p>
            <a:fld id="{89006F1E-66CD-4A4B-9370-B4A3080F0E6C}" type="slidenum">
              <a:rPr lang="en-US" smtClean="0"/>
              <a:pPr/>
              <a:t>‹#›</a:t>
            </a:fld>
            <a:endParaRPr lang="en-US"/>
          </a:p>
        </p:txBody>
      </p:sp>
      <p:sp>
        <p:nvSpPr>
          <p:cNvPr id="8" name="Footer Placeholder 1">
            <a:extLst>
              <a:ext uri="{FF2B5EF4-FFF2-40B4-BE49-F238E27FC236}">
                <a16:creationId xmlns:a16="http://schemas.microsoft.com/office/drawing/2014/main" id="{31F7B133-5860-D54B-A498-14C05567C68D}"/>
              </a:ext>
            </a:extLst>
          </p:cNvPr>
          <p:cNvSpPr>
            <a:spLocks noGrp="1"/>
          </p:cNvSpPr>
          <p:nvPr>
            <p:ph type="ftr" sz="quarter" idx="14"/>
          </p:nvPr>
        </p:nvSpPr>
        <p:spPr>
          <a:xfrm>
            <a:off x="304799" y="6553201"/>
            <a:ext cx="7620001" cy="304800"/>
          </a:xfrm>
          <a:prstGeom prst="rect">
            <a:avLst/>
          </a:prstGeom>
        </p:spPr>
        <p:txBody>
          <a:bodyPr/>
          <a:lstStyle>
            <a:lvl1pPr>
              <a:defRPr>
                <a:solidFill>
                  <a:schemeClr val="accent5"/>
                </a:solidFill>
              </a:defRPr>
            </a:lvl1pPr>
          </a:lstStyle>
          <a:p>
            <a:r>
              <a:rPr lang="en-US">
                <a:ea typeface="MS PGothic" panose="020B0600070205080204" pitchFamily="34" charset="-128"/>
              </a:rPr>
              <a:t>Proprietary &amp; Confidential |  authoremail@thermofisher.com | 12-January-2022</a:t>
            </a:r>
          </a:p>
        </p:txBody>
      </p:sp>
      <p:sp>
        <p:nvSpPr>
          <p:cNvPr id="9" name="Text Placeholder 7">
            <a:extLst>
              <a:ext uri="{FF2B5EF4-FFF2-40B4-BE49-F238E27FC236}">
                <a16:creationId xmlns:a16="http://schemas.microsoft.com/office/drawing/2014/main" id="{7F606DC1-8556-AC4B-B621-1C8A6F92D688}"/>
              </a:ext>
            </a:extLst>
          </p:cNvPr>
          <p:cNvSpPr>
            <a:spLocks noGrp="1"/>
          </p:cNvSpPr>
          <p:nvPr>
            <p:ph type="body" sz="quarter" idx="15" hasCustomPrompt="1"/>
          </p:nvPr>
        </p:nvSpPr>
        <p:spPr>
          <a:xfrm>
            <a:off x="304797" y="6055756"/>
            <a:ext cx="11591542" cy="489204"/>
          </a:xfrm>
          <a:prstGeom prst="rect">
            <a:avLst/>
          </a:prstGeom>
        </p:spPr>
        <p:txBody>
          <a:bodyPr anchor="b">
            <a:normAutofit/>
          </a:bodyPr>
          <a:lstStyle>
            <a:lvl1pPr marL="0" indent="0">
              <a:spcBef>
                <a:spcPts val="100"/>
              </a:spcBef>
              <a:buNone/>
              <a:defRPr sz="1000">
                <a:solidFill>
                  <a:schemeClr val="accent5"/>
                </a:solidFill>
              </a:defRPr>
            </a:lvl1pPr>
          </a:lstStyle>
          <a:p>
            <a:pPr lvl="0"/>
            <a:r>
              <a:rPr lang="en-US"/>
              <a:t>Source notes</a:t>
            </a:r>
          </a:p>
        </p:txBody>
      </p:sp>
      <p:sp>
        <p:nvSpPr>
          <p:cNvPr id="17" name="Text Placeholder 7">
            <a:extLst>
              <a:ext uri="{FF2B5EF4-FFF2-40B4-BE49-F238E27FC236}">
                <a16:creationId xmlns:a16="http://schemas.microsoft.com/office/drawing/2014/main" id="{C194A5C4-4D4E-424D-8DC1-C1FCDF1A8FC5}"/>
              </a:ext>
            </a:extLst>
          </p:cNvPr>
          <p:cNvSpPr>
            <a:spLocks noGrp="1"/>
          </p:cNvSpPr>
          <p:nvPr>
            <p:ph type="body" sz="quarter" idx="11" hasCustomPrompt="1"/>
          </p:nvPr>
        </p:nvSpPr>
        <p:spPr>
          <a:xfrm>
            <a:off x="300226" y="893063"/>
            <a:ext cx="11591547" cy="381001"/>
          </a:xfrm>
          <a:prstGeom prst="rect">
            <a:avLst/>
          </a:prstGeom>
        </p:spPr>
        <p:txBody>
          <a:bodyPr lIns="0" tIns="0" rIns="0" bIns="0" anchor="t">
            <a:noAutofit/>
          </a:bodyPr>
          <a:lstStyle>
            <a:lvl1pPr marL="0" indent="0">
              <a:buNone/>
              <a:defRPr sz="2000">
                <a:solidFill>
                  <a:schemeClr val="tx1"/>
                </a:solidFill>
              </a:defRPr>
            </a:lvl1pPr>
          </a:lstStyle>
          <a:p>
            <a:pPr lvl="0"/>
            <a:r>
              <a:rPr lang="en-US"/>
              <a:t>Click to add </a:t>
            </a:r>
            <a:r>
              <a:rPr lang="en-US" err="1"/>
              <a:t>subheader</a:t>
            </a:r>
            <a:endParaRPr lang="en-US"/>
          </a:p>
        </p:txBody>
      </p:sp>
      <p:sp>
        <p:nvSpPr>
          <p:cNvPr id="18" name="Content Placeholder 3">
            <a:extLst>
              <a:ext uri="{FF2B5EF4-FFF2-40B4-BE49-F238E27FC236}">
                <a16:creationId xmlns:a16="http://schemas.microsoft.com/office/drawing/2014/main" id="{22065214-DE69-2246-B1F9-8B166D25671B}"/>
              </a:ext>
            </a:extLst>
          </p:cNvPr>
          <p:cNvSpPr>
            <a:spLocks noGrp="1"/>
          </p:cNvSpPr>
          <p:nvPr>
            <p:ph sz="quarter" idx="18"/>
          </p:nvPr>
        </p:nvSpPr>
        <p:spPr>
          <a:xfrm>
            <a:off x="304800" y="3512047"/>
            <a:ext cx="3657600" cy="2528783"/>
          </a:xfrm>
          <a:prstGeom prst="rect">
            <a:avLst/>
          </a:prstGeom>
        </p:spPr>
        <p:txBody>
          <a:bodyPr vert="horz" lIns="0" tIns="0" rIns="0" bIns="0" rtlCol="0">
            <a:normAutofit/>
          </a:bodyPr>
          <a:lstStyle>
            <a:lvl1pPr marL="342900" indent="-342900">
              <a:buFont typeface="Arial" panose="020B0604020202020204" pitchFamily="34" charset="0"/>
              <a:buChar char="•"/>
              <a:defRPr lang="en-US" dirty="0" smtClean="0"/>
            </a:lvl1pPr>
            <a:lvl2pPr marL="520700" indent="-285750">
              <a:buFont typeface="Arial" panose="020B0604020202020204" pitchFamily="34" charset="0"/>
              <a:buChar char="•"/>
              <a:defRPr lang="en-US" dirty="0" smtClean="0"/>
            </a:lvl2pPr>
            <a:lvl3pPr marL="749300" indent="-285750">
              <a:buFont typeface="Arial" panose="020B0604020202020204" pitchFamily="34" charset="0"/>
              <a:buChar char="•"/>
              <a:defRPr lang="en-US" dirty="0" smtClean="0"/>
            </a:lvl3pPr>
            <a:lvl4pPr marL="862013" indent="-171450">
              <a:buFont typeface="Arial" panose="020B0604020202020204" pitchFamily="34" charset="0"/>
              <a:buChar char="•"/>
              <a:defRPr lang="en-US" dirty="0" smtClean="0"/>
            </a:lvl4pPr>
            <a:lvl5pPr marL="1093787" indent="-171450">
              <a:buFont typeface="Arial" panose="020B0604020202020204" pitchFamily="34" charset="0"/>
              <a:buChar cha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3">
            <a:extLst>
              <a:ext uri="{FF2B5EF4-FFF2-40B4-BE49-F238E27FC236}">
                <a16:creationId xmlns:a16="http://schemas.microsoft.com/office/drawing/2014/main" id="{DE333DB3-CD71-1F4D-8ECF-51D4B490DCCC}"/>
              </a:ext>
            </a:extLst>
          </p:cNvPr>
          <p:cNvSpPr>
            <a:spLocks noGrp="1"/>
          </p:cNvSpPr>
          <p:nvPr>
            <p:ph sz="quarter" idx="19"/>
          </p:nvPr>
        </p:nvSpPr>
        <p:spPr>
          <a:xfrm>
            <a:off x="4267201" y="3512047"/>
            <a:ext cx="3657600" cy="2528783"/>
          </a:xfrm>
          <a:prstGeom prst="rect">
            <a:avLst/>
          </a:prstGeom>
        </p:spPr>
        <p:txBody>
          <a:bodyPr vert="horz" lIns="0" tIns="0" rIns="0" bIns="0" rtlCol="0">
            <a:normAutofit/>
          </a:bodyPr>
          <a:lstStyle>
            <a:lvl1pPr marL="342900" indent="-342900">
              <a:buFont typeface="Arial" panose="020B0604020202020204" pitchFamily="34" charset="0"/>
              <a:buChar char="•"/>
              <a:defRPr lang="en-US" dirty="0" smtClean="0"/>
            </a:lvl1pPr>
            <a:lvl2pPr marL="520700" indent="-285750">
              <a:buFont typeface="Arial" panose="020B0604020202020204" pitchFamily="34" charset="0"/>
              <a:buChar char="•"/>
              <a:defRPr lang="en-US" dirty="0" smtClean="0"/>
            </a:lvl2pPr>
            <a:lvl3pPr marL="749300" indent="-285750">
              <a:buFont typeface="Arial" panose="020B0604020202020204" pitchFamily="34" charset="0"/>
              <a:buChar char="•"/>
              <a:defRPr lang="en-US" dirty="0" smtClean="0"/>
            </a:lvl3pPr>
            <a:lvl4pPr marL="862013" indent="-171450">
              <a:buFont typeface="Arial" panose="020B0604020202020204" pitchFamily="34" charset="0"/>
              <a:buChar char="•"/>
              <a:defRPr lang="en-US" dirty="0" smtClean="0"/>
            </a:lvl4pPr>
            <a:lvl5pPr marL="1093787" indent="-171450">
              <a:buFont typeface="Arial" panose="020B0604020202020204" pitchFamily="34" charset="0"/>
              <a:buChar cha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3">
            <a:extLst>
              <a:ext uri="{FF2B5EF4-FFF2-40B4-BE49-F238E27FC236}">
                <a16:creationId xmlns:a16="http://schemas.microsoft.com/office/drawing/2014/main" id="{8514F710-85FB-F040-B3B5-8573DB7FE6FE}"/>
              </a:ext>
            </a:extLst>
          </p:cNvPr>
          <p:cNvSpPr>
            <a:spLocks noGrp="1"/>
          </p:cNvSpPr>
          <p:nvPr>
            <p:ph sz="quarter" idx="21"/>
          </p:nvPr>
        </p:nvSpPr>
        <p:spPr>
          <a:xfrm>
            <a:off x="8229594" y="3512047"/>
            <a:ext cx="3657603" cy="2528783"/>
          </a:xfrm>
          <a:prstGeom prst="rect">
            <a:avLst/>
          </a:prstGeom>
        </p:spPr>
        <p:txBody>
          <a:bodyPr vert="horz" lIns="0" tIns="0" rIns="0" bIns="0" rtlCol="0">
            <a:normAutofit/>
          </a:bodyPr>
          <a:lstStyle>
            <a:lvl1pPr marL="342900" indent="-342900">
              <a:buFont typeface="Arial" panose="020B0604020202020204" pitchFamily="34" charset="0"/>
              <a:buChar char="•"/>
              <a:defRPr lang="en-US" dirty="0" smtClean="0"/>
            </a:lvl1pPr>
            <a:lvl2pPr marL="520700" indent="-285750">
              <a:buFont typeface="Arial" panose="020B0604020202020204" pitchFamily="34" charset="0"/>
              <a:buChar char="•"/>
              <a:defRPr lang="en-US" dirty="0" smtClean="0"/>
            </a:lvl2pPr>
            <a:lvl3pPr marL="749300" indent="-285750">
              <a:buFont typeface="Arial" panose="020B0604020202020204" pitchFamily="34" charset="0"/>
              <a:buChar char="•"/>
              <a:defRPr lang="en-US" dirty="0" smtClean="0"/>
            </a:lvl3pPr>
            <a:lvl4pPr marL="862013" indent="-171450">
              <a:buFont typeface="Arial" panose="020B0604020202020204" pitchFamily="34" charset="0"/>
              <a:buChar char="•"/>
              <a:defRPr lang="en-US" dirty="0" smtClean="0"/>
            </a:lvl4pPr>
            <a:lvl5pPr marL="1093787" indent="-171450">
              <a:buFont typeface="Arial" panose="020B0604020202020204" pitchFamily="34" charset="0"/>
              <a:buChar cha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21A45530-6C50-AD46-A233-590ADD356A0F}"/>
              </a:ext>
            </a:extLst>
          </p:cNvPr>
          <p:cNvSpPr>
            <a:spLocks noGrp="1"/>
          </p:cNvSpPr>
          <p:nvPr>
            <p:ph type="pic" sz="quarter" idx="22" hasCustomPrompt="1"/>
          </p:nvPr>
        </p:nvSpPr>
        <p:spPr>
          <a:xfrm>
            <a:off x="300226" y="1466405"/>
            <a:ext cx="3662174" cy="1947672"/>
          </a:xfrm>
          <a:prstGeom prst="rect">
            <a:avLst/>
          </a:prstGeom>
          <a:pattFill prst="pct5">
            <a:fgClr>
              <a:schemeClr val="bg1"/>
            </a:fgClr>
            <a:bgClr>
              <a:schemeClr val="bg2"/>
            </a:bgClr>
          </a:pattFill>
        </p:spPr>
        <p:txBody>
          <a:bodyPr anchor="ctr"/>
          <a:lstStyle>
            <a:lvl1pPr marL="0" indent="0" algn="ctr">
              <a:buNone/>
              <a:defRPr/>
            </a:lvl1pPr>
          </a:lstStyle>
          <a:p>
            <a:r>
              <a:rPr lang="en-US"/>
              <a:t>Add photo</a:t>
            </a:r>
          </a:p>
        </p:txBody>
      </p:sp>
      <p:sp>
        <p:nvSpPr>
          <p:cNvPr id="14" name="Picture Placeholder 3">
            <a:extLst>
              <a:ext uri="{FF2B5EF4-FFF2-40B4-BE49-F238E27FC236}">
                <a16:creationId xmlns:a16="http://schemas.microsoft.com/office/drawing/2014/main" id="{93FDE34D-91F9-6E47-BC02-8A5F8FCC0810}"/>
              </a:ext>
            </a:extLst>
          </p:cNvPr>
          <p:cNvSpPr>
            <a:spLocks noGrp="1"/>
          </p:cNvSpPr>
          <p:nvPr>
            <p:ph type="pic" sz="quarter" idx="23" hasCustomPrompt="1"/>
          </p:nvPr>
        </p:nvSpPr>
        <p:spPr>
          <a:xfrm>
            <a:off x="4262626" y="1459723"/>
            <a:ext cx="3662174" cy="1947672"/>
          </a:xfrm>
          <a:prstGeom prst="rect">
            <a:avLst/>
          </a:prstGeom>
          <a:pattFill prst="pct5">
            <a:fgClr>
              <a:schemeClr val="bg1"/>
            </a:fgClr>
            <a:bgClr>
              <a:schemeClr val="bg2"/>
            </a:bgClr>
          </a:pattFill>
        </p:spPr>
        <p:txBody>
          <a:bodyPr anchor="ctr"/>
          <a:lstStyle>
            <a:lvl1pPr marL="0" indent="0" algn="ctr">
              <a:buNone/>
              <a:defRPr/>
            </a:lvl1pPr>
          </a:lstStyle>
          <a:p>
            <a:r>
              <a:rPr lang="en-US"/>
              <a:t>Add photo</a:t>
            </a:r>
          </a:p>
        </p:txBody>
      </p:sp>
      <p:sp>
        <p:nvSpPr>
          <p:cNvPr id="15" name="Picture Placeholder 3">
            <a:extLst>
              <a:ext uri="{FF2B5EF4-FFF2-40B4-BE49-F238E27FC236}">
                <a16:creationId xmlns:a16="http://schemas.microsoft.com/office/drawing/2014/main" id="{918389EF-8958-AA48-B23D-A8082E0D8EAF}"/>
              </a:ext>
            </a:extLst>
          </p:cNvPr>
          <p:cNvSpPr>
            <a:spLocks noGrp="1"/>
          </p:cNvSpPr>
          <p:nvPr>
            <p:ph type="pic" sz="quarter" idx="24" hasCustomPrompt="1"/>
          </p:nvPr>
        </p:nvSpPr>
        <p:spPr>
          <a:xfrm>
            <a:off x="8227308" y="1466404"/>
            <a:ext cx="3662174" cy="1947672"/>
          </a:xfrm>
          <a:prstGeom prst="rect">
            <a:avLst/>
          </a:prstGeom>
          <a:pattFill prst="pct5">
            <a:fgClr>
              <a:schemeClr val="bg1"/>
            </a:fgClr>
            <a:bgClr>
              <a:schemeClr val="bg2"/>
            </a:bgClr>
          </a:pattFill>
        </p:spPr>
        <p:txBody>
          <a:bodyPr anchor="ctr"/>
          <a:lstStyle>
            <a:lvl1pPr marL="0" indent="0" algn="ctr">
              <a:buNone/>
              <a:defRPr/>
            </a:lvl1pPr>
          </a:lstStyle>
          <a:p>
            <a:r>
              <a:rPr lang="en-US"/>
              <a:t>Add photo</a:t>
            </a:r>
          </a:p>
        </p:txBody>
      </p:sp>
      <p:grpSp>
        <p:nvGrpSpPr>
          <p:cNvPr id="16" name="Group 15">
            <a:extLst>
              <a:ext uri="{FF2B5EF4-FFF2-40B4-BE49-F238E27FC236}">
                <a16:creationId xmlns:a16="http://schemas.microsoft.com/office/drawing/2014/main" id="{954AA7D1-4A71-E04D-B394-33DE0DAB98E5}"/>
              </a:ext>
            </a:extLst>
          </p:cNvPr>
          <p:cNvGrpSpPr/>
          <p:nvPr userDrawn="1"/>
        </p:nvGrpSpPr>
        <p:grpSpPr>
          <a:xfrm>
            <a:off x="4114800" y="1474646"/>
            <a:ext cx="3968496" cy="4581107"/>
            <a:chOff x="4105421" y="1377388"/>
            <a:chExt cx="3964795" cy="2233914"/>
          </a:xfrm>
        </p:grpSpPr>
        <p:cxnSp>
          <p:nvCxnSpPr>
            <p:cNvPr id="20" name="Straight Connector 19">
              <a:extLst>
                <a:ext uri="{FF2B5EF4-FFF2-40B4-BE49-F238E27FC236}">
                  <a16:creationId xmlns:a16="http://schemas.microsoft.com/office/drawing/2014/main" id="{D653AB18-4CCB-094A-BBCE-63E28B9E9480}"/>
                </a:ext>
              </a:extLst>
            </p:cNvPr>
            <p:cNvCxnSpPr>
              <a:cxnSpLocks/>
            </p:cNvCxnSpPr>
            <p:nvPr/>
          </p:nvCxnSpPr>
          <p:spPr>
            <a:xfrm>
              <a:off x="4105421" y="1377388"/>
              <a:ext cx="0" cy="2233914"/>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629B770-7DAA-DE43-8441-3B367C83F5D4}"/>
                </a:ext>
              </a:extLst>
            </p:cNvPr>
            <p:cNvCxnSpPr>
              <a:cxnSpLocks/>
            </p:cNvCxnSpPr>
            <p:nvPr/>
          </p:nvCxnSpPr>
          <p:spPr>
            <a:xfrm>
              <a:off x="8070216" y="1377388"/>
              <a:ext cx="0" cy="2233914"/>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476295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column with full width image">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58D3FC8-B671-4D4F-A345-B5E3B9CB827C}"/>
              </a:ext>
            </a:extLst>
          </p:cNvPr>
          <p:cNvSpPr>
            <a:spLocks noGrp="1"/>
          </p:cNvSpPr>
          <p:nvPr>
            <p:ph type="pic" sz="quarter" idx="13" hasCustomPrompt="1"/>
          </p:nvPr>
        </p:nvSpPr>
        <p:spPr>
          <a:xfrm>
            <a:off x="-1" y="4083050"/>
            <a:ext cx="12191999" cy="2774950"/>
          </a:xfrm>
          <a:prstGeom prst="rect">
            <a:avLst/>
          </a:prstGeom>
          <a:pattFill prst="pct5">
            <a:fgClr>
              <a:schemeClr val="bg1"/>
            </a:fgClr>
            <a:bgClr>
              <a:schemeClr val="bg2"/>
            </a:bgClr>
          </a:pattFill>
        </p:spPr>
        <p:txBody>
          <a:bodyPr vert="horz" wrap="square" lIns="0" tIns="0" rIns="0" bIns="0" rtlCol="0" anchor="ctr">
            <a:noAutofit/>
          </a:bodyPr>
          <a:lstStyle>
            <a:lvl1pPr marL="0" marR="0" indent="0" algn="ctr" defTabSz="914400" rtl="0" eaLnBrk="1" fontAlgn="auto" latinLnBrk="0" hangingPunct="1">
              <a:lnSpc>
                <a:spcPct val="120000"/>
              </a:lnSpc>
              <a:spcBef>
                <a:spcPts val="600"/>
              </a:spcBef>
              <a:spcAft>
                <a:spcPts val="0"/>
              </a:spcAft>
              <a:buClrTx/>
              <a:buSzTx/>
              <a:buFontTx/>
              <a:buNone/>
              <a:tabLst/>
              <a:defRPr lang="en-US" sz="1400">
                <a:solidFill>
                  <a:schemeClr val="tx1"/>
                </a:solidFill>
              </a:defRPr>
            </a:lvl1pPr>
          </a:lstStyle>
          <a:p>
            <a:pPr marL="411480" marR="0" lvl="0" indent="-411480" algn="ctr" defTabSz="914400" rtl="0" eaLnBrk="1" fontAlgn="auto" latinLnBrk="0" hangingPunct="1">
              <a:lnSpc>
                <a:spcPct val="120000"/>
              </a:lnSpc>
              <a:spcBef>
                <a:spcPts val="600"/>
              </a:spcBef>
              <a:spcAft>
                <a:spcPts val="0"/>
              </a:spcAft>
              <a:buClrTx/>
              <a:buSzTx/>
              <a:buFontTx/>
              <a:buNone/>
              <a:tabLst/>
              <a:defRPr/>
            </a:pPr>
            <a:r>
              <a:rPr lang="en-US"/>
              <a:t>Add photo</a:t>
            </a:r>
          </a:p>
        </p:txBody>
      </p:sp>
      <p:sp>
        <p:nvSpPr>
          <p:cNvPr id="11" name="Title 10">
            <a:extLst>
              <a:ext uri="{FF2B5EF4-FFF2-40B4-BE49-F238E27FC236}">
                <a16:creationId xmlns:a16="http://schemas.microsoft.com/office/drawing/2014/main" id="{06EA3E0F-6952-8B44-89C5-3A7230D81F97}"/>
              </a:ext>
            </a:extLst>
          </p:cNvPr>
          <p:cNvSpPr>
            <a:spLocks noGrp="1"/>
          </p:cNvSpPr>
          <p:nvPr>
            <p:ph type="title"/>
          </p:nvPr>
        </p:nvSpPr>
        <p:spPr/>
        <p:txBody>
          <a:bodyPr/>
          <a:lstStyle>
            <a:lvl1pPr>
              <a:defRPr>
                <a:solidFill>
                  <a:schemeClr val="tx2"/>
                </a:solidFill>
              </a:defRPr>
            </a:lvl1pPr>
          </a:lstStyle>
          <a:p>
            <a:r>
              <a:rPr lang="en-US"/>
              <a:t>Click to edit Master title style</a:t>
            </a:r>
          </a:p>
        </p:txBody>
      </p:sp>
      <p:sp>
        <p:nvSpPr>
          <p:cNvPr id="6" name="Slide Number Placeholder 2">
            <a:extLst>
              <a:ext uri="{FF2B5EF4-FFF2-40B4-BE49-F238E27FC236}">
                <a16:creationId xmlns:a16="http://schemas.microsoft.com/office/drawing/2014/main" id="{5DFF6035-90FF-3D47-AC34-F7AD5C37C983}"/>
              </a:ext>
            </a:extLst>
          </p:cNvPr>
          <p:cNvSpPr>
            <a:spLocks noGrp="1"/>
          </p:cNvSpPr>
          <p:nvPr>
            <p:ph type="sldNum" sz="quarter" idx="10"/>
          </p:nvPr>
        </p:nvSpPr>
        <p:spPr>
          <a:xfrm>
            <a:off x="1" y="6553200"/>
            <a:ext cx="304799" cy="304799"/>
          </a:xfrm>
        </p:spPr>
        <p:txBody>
          <a:bodyPr/>
          <a:lstStyle>
            <a:lvl1pPr>
              <a:defRPr>
                <a:solidFill>
                  <a:schemeClr val="bg1"/>
                </a:solidFill>
              </a:defRPr>
            </a:lvl1pPr>
          </a:lstStyle>
          <a:p>
            <a:fld id="{89006F1E-66CD-4A4B-9370-B4A3080F0E6C}" type="slidenum">
              <a:rPr lang="en-US" smtClean="0"/>
              <a:pPr/>
              <a:t>‹#›</a:t>
            </a:fld>
            <a:endParaRPr lang="en-US"/>
          </a:p>
        </p:txBody>
      </p:sp>
      <p:sp>
        <p:nvSpPr>
          <p:cNvPr id="7" name="Footer Placeholder 1">
            <a:extLst>
              <a:ext uri="{FF2B5EF4-FFF2-40B4-BE49-F238E27FC236}">
                <a16:creationId xmlns:a16="http://schemas.microsoft.com/office/drawing/2014/main" id="{9089E539-E9D2-AE4B-B72F-91FBD9A90964}"/>
              </a:ext>
            </a:extLst>
          </p:cNvPr>
          <p:cNvSpPr>
            <a:spLocks noGrp="1"/>
          </p:cNvSpPr>
          <p:nvPr>
            <p:ph type="ftr" sz="quarter" idx="14"/>
          </p:nvPr>
        </p:nvSpPr>
        <p:spPr>
          <a:xfrm>
            <a:off x="304799" y="6553201"/>
            <a:ext cx="7620001" cy="304800"/>
          </a:xfrm>
          <a:prstGeom prst="rect">
            <a:avLst/>
          </a:prstGeom>
        </p:spPr>
        <p:txBody>
          <a:bodyPr/>
          <a:lstStyle>
            <a:lvl1pPr>
              <a:defRPr>
                <a:solidFill>
                  <a:schemeClr val="bg1"/>
                </a:solidFill>
              </a:defRPr>
            </a:lvl1pPr>
          </a:lstStyle>
          <a:p>
            <a:r>
              <a:rPr lang="en-US">
                <a:ea typeface="MS PGothic" panose="020B0600070205080204" pitchFamily="34" charset="-128"/>
              </a:rPr>
              <a:t>Proprietary &amp; Confidential |  authoremail@thermofisher.com | 12-January-2022</a:t>
            </a:r>
          </a:p>
        </p:txBody>
      </p:sp>
      <p:sp>
        <p:nvSpPr>
          <p:cNvPr id="8" name="Text Placeholder 7">
            <a:extLst>
              <a:ext uri="{FF2B5EF4-FFF2-40B4-BE49-F238E27FC236}">
                <a16:creationId xmlns:a16="http://schemas.microsoft.com/office/drawing/2014/main" id="{E5AA936C-79E4-0048-8C63-B027C15A3EF6}"/>
              </a:ext>
            </a:extLst>
          </p:cNvPr>
          <p:cNvSpPr>
            <a:spLocks noGrp="1"/>
          </p:cNvSpPr>
          <p:nvPr>
            <p:ph type="body" sz="quarter" idx="11" hasCustomPrompt="1"/>
          </p:nvPr>
        </p:nvSpPr>
        <p:spPr>
          <a:xfrm>
            <a:off x="300226" y="893063"/>
            <a:ext cx="11591547" cy="381001"/>
          </a:xfrm>
          <a:prstGeom prst="rect">
            <a:avLst/>
          </a:prstGeom>
        </p:spPr>
        <p:txBody>
          <a:bodyPr lIns="0" tIns="0" rIns="0" bIns="0" anchor="t">
            <a:noAutofit/>
          </a:bodyPr>
          <a:lstStyle>
            <a:lvl1pPr marL="0" indent="0">
              <a:buNone/>
              <a:defRPr sz="2000">
                <a:solidFill>
                  <a:schemeClr val="tx1"/>
                </a:solidFill>
              </a:defRPr>
            </a:lvl1pPr>
          </a:lstStyle>
          <a:p>
            <a:pPr lvl="0"/>
            <a:r>
              <a:rPr lang="en-US"/>
              <a:t>Click to add </a:t>
            </a:r>
            <a:r>
              <a:rPr lang="en-US" err="1"/>
              <a:t>subheader</a:t>
            </a:r>
            <a:endParaRPr lang="en-US"/>
          </a:p>
        </p:txBody>
      </p:sp>
      <p:sp>
        <p:nvSpPr>
          <p:cNvPr id="9" name="Content Placeholder 3">
            <a:extLst>
              <a:ext uri="{FF2B5EF4-FFF2-40B4-BE49-F238E27FC236}">
                <a16:creationId xmlns:a16="http://schemas.microsoft.com/office/drawing/2014/main" id="{EFA71095-3F77-7F45-9E43-E80587323ACE}"/>
              </a:ext>
            </a:extLst>
          </p:cNvPr>
          <p:cNvSpPr>
            <a:spLocks noGrp="1"/>
          </p:cNvSpPr>
          <p:nvPr>
            <p:ph sz="quarter" idx="18"/>
          </p:nvPr>
        </p:nvSpPr>
        <p:spPr>
          <a:xfrm>
            <a:off x="304800" y="1447800"/>
            <a:ext cx="3657600" cy="2334768"/>
          </a:xfrm>
          <a:prstGeom prst="rect">
            <a:avLst/>
          </a:prstGeom>
        </p:spPr>
        <p:txBody>
          <a:bodyPr vert="horz" lIns="0" tIns="0" rIns="0" bIns="0" rtlCol="0">
            <a:normAutofit/>
          </a:bodyPr>
          <a:lstStyle>
            <a:lvl1pPr marL="342900" indent="-342900">
              <a:buFont typeface="Arial" panose="020B0604020202020204" pitchFamily="34" charset="0"/>
              <a:buChar char="•"/>
              <a:defRPr lang="en-US" dirty="0" smtClean="0"/>
            </a:lvl1pPr>
            <a:lvl2pPr marL="520700" indent="-285750">
              <a:buFont typeface="Arial" panose="020B0604020202020204" pitchFamily="34" charset="0"/>
              <a:buChar char="•"/>
              <a:defRPr lang="en-US" dirty="0" smtClean="0"/>
            </a:lvl2pPr>
            <a:lvl3pPr marL="749300" indent="-285750">
              <a:buFont typeface="Arial" panose="020B0604020202020204" pitchFamily="34" charset="0"/>
              <a:buChar char="•"/>
              <a:defRPr lang="en-US" dirty="0" smtClean="0"/>
            </a:lvl3pPr>
            <a:lvl4pPr marL="862013" indent="-171450">
              <a:buFont typeface="Arial" panose="020B0604020202020204" pitchFamily="34" charset="0"/>
              <a:buChar char="•"/>
              <a:defRPr lang="en-US" dirty="0" smtClean="0"/>
            </a:lvl4pPr>
            <a:lvl5pPr marL="1093787" indent="-171450">
              <a:buFont typeface="Arial" panose="020B0604020202020204" pitchFamily="34" charset="0"/>
              <a:buChar cha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B8762543-398C-384C-8B6E-8572E8FDC8D3}"/>
              </a:ext>
            </a:extLst>
          </p:cNvPr>
          <p:cNvSpPr>
            <a:spLocks noGrp="1"/>
          </p:cNvSpPr>
          <p:nvPr>
            <p:ph sz="quarter" idx="19"/>
          </p:nvPr>
        </p:nvSpPr>
        <p:spPr>
          <a:xfrm>
            <a:off x="4267201" y="1447800"/>
            <a:ext cx="3657600" cy="2334768"/>
          </a:xfrm>
          <a:prstGeom prst="rect">
            <a:avLst/>
          </a:prstGeom>
        </p:spPr>
        <p:txBody>
          <a:bodyPr vert="horz" lIns="0" tIns="0" rIns="0" bIns="0" rtlCol="0">
            <a:normAutofit/>
          </a:bodyPr>
          <a:lstStyle>
            <a:lvl1pPr marL="342900" indent="-342900">
              <a:buFont typeface="Arial" panose="020B0604020202020204" pitchFamily="34" charset="0"/>
              <a:buChar char="•"/>
              <a:defRPr lang="en-US" dirty="0" smtClean="0"/>
            </a:lvl1pPr>
            <a:lvl2pPr marL="520700" indent="-285750">
              <a:buFont typeface="Arial" panose="020B0604020202020204" pitchFamily="34" charset="0"/>
              <a:buChar char="•"/>
              <a:defRPr lang="en-US" dirty="0" smtClean="0"/>
            </a:lvl2pPr>
            <a:lvl3pPr marL="749300" indent="-285750">
              <a:buFont typeface="Arial" panose="020B0604020202020204" pitchFamily="34" charset="0"/>
              <a:buChar char="•"/>
              <a:defRPr lang="en-US" dirty="0" smtClean="0"/>
            </a:lvl3pPr>
            <a:lvl4pPr marL="862013" indent="-171450">
              <a:buFont typeface="Arial" panose="020B0604020202020204" pitchFamily="34" charset="0"/>
              <a:buChar char="•"/>
              <a:defRPr lang="en-US" dirty="0" smtClean="0"/>
            </a:lvl4pPr>
            <a:lvl5pPr marL="1093787" indent="-171450">
              <a:buFont typeface="Arial" panose="020B0604020202020204" pitchFamily="34" charset="0"/>
              <a:buChar cha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3">
            <a:extLst>
              <a:ext uri="{FF2B5EF4-FFF2-40B4-BE49-F238E27FC236}">
                <a16:creationId xmlns:a16="http://schemas.microsoft.com/office/drawing/2014/main" id="{C8CD3A37-ECA5-0F43-995E-663D6AC132E5}"/>
              </a:ext>
            </a:extLst>
          </p:cNvPr>
          <p:cNvSpPr>
            <a:spLocks noGrp="1"/>
          </p:cNvSpPr>
          <p:nvPr>
            <p:ph sz="quarter" idx="21"/>
          </p:nvPr>
        </p:nvSpPr>
        <p:spPr>
          <a:xfrm>
            <a:off x="8229594" y="1447800"/>
            <a:ext cx="3657603" cy="2334768"/>
          </a:xfrm>
          <a:prstGeom prst="rect">
            <a:avLst/>
          </a:prstGeom>
        </p:spPr>
        <p:txBody>
          <a:bodyPr vert="horz" lIns="0" tIns="0" rIns="0" bIns="0" rtlCol="0">
            <a:normAutofit/>
          </a:bodyPr>
          <a:lstStyle>
            <a:lvl1pPr marL="342900" indent="-342900">
              <a:buFont typeface="Arial" panose="020B0604020202020204" pitchFamily="34" charset="0"/>
              <a:buChar char="•"/>
              <a:defRPr lang="en-US" dirty="0" smtClean="0"/>
            </a:lvl1pPr>
            <a:lvl2pPr marL="520700" indent="-285750">
              <a:buFont typeface="Arial" panose="020B0604020202020204" pitchFamily="34" charset="0"/>
              <a:buChar char="•"/>
              <a:defRPr lang="en-US" dirty="0" smtClean="0"/>
            </a:lvl2pPr>
            <a:lvl3pPr marL="749300" indent="-285750">
              <a:buFont typeface="Arial" panose="020B0604020202020204" pitchFamily="34" charset="0"/>
              <a:buChar char="•"/>
              <a:defRPr lang="en-US" dirty="0" smtClean="0"/>
            </a:lvl3pPr>
            <a:lvl4pPr marL="862013" indent="-171450">
              <a:buFont typeface="Arial" panose="020B0604020202020204" pitchFamily="34" charset="0"/>
              <a:buChar char="•"/>
              <a:defRPr lang="en-US" dirty="0" smtClean="0"/>
            </a:lvl4pPr>
            <a:lvl5pPr marL="1093787" indent="-171450">
              <a:buFont typeface="Arial" panose="020B0604020202020204" pitchFamily="34" charset="0"/>
              <a:buChar cha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534298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Section divider with photo">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FFE7B338-1383-7843-9E8D-F295A0DFF59D}"/>
              </a:ext>
            </a:extLst>
          </p:cNvPr>
          <p:cNvSpPr>
            <a:spLocks noGrp="1"/>
          </p:cNvSpPr>
          <p:nvPr>
            <p:ph type="pic" sz="quarter" idx="13" hasCustomPrompt="1"/>
          </p:nvPr>
        </p:nvSpPr>
        <p:spPr>
          <a:xfrm>
            <a:off x="-1" y="0"/>
            <a:ext cx="12191999" cy="6858000"/>
          </a:xfrm>
          <a:custGeom>
            <a:avLst/>
            <a:gdLst>
              <a:gd name="connsiteX0" fmla="*/ 0 w 12191999"/>
              <a:gd name="connsiteY0" fmla="*/ 0 h 6858000"/>
              <a:gd name="connsiteX1" fmla="*/ 10321761 w 12191999"/>
              <a:gd name="connsiteY1" fmla="*/ 0 h 6858000"/>
              <a:gd name="connsiteX2" fmla="*/ 10321761 w 12191999"/>
              <a:gd name="connsiteY2" fmla="*/ 673804 h 6858000"/>
              <a:gd name="connsiteX3" fmla="*/ 11887200 w 12191999"/>
              <a:gd name="connsiteY3" fmla="*/ 673804 h 6858000"/>
              <a:gd name="connsiteX4" fmla="*/ 11887200 w 12191999"/>
              <a:gd name="connsiteY4" fmla="*/ 0 h 6858000"/>
              <a:gd name="connsiteX5" fmla="*/ 12191999 w 12191999"/>
              <a:gd name="connsiteY5" fmla="*/ 0 h 6858000"/>
              <a:gd name="connsiteX6" fmla="*/ 12191999 w 12191999"/>
              <a:gd name="connsiteY6" fmla="*/ 6858000 h 6858000"/>
              <a:gd name="connsiteX7" fmla="*/ 0 w 12191999"/>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6858000">
                <a:moveTo>
                  <a:pt x="0" y="0"/>
                </a:moveTo>
                <a:lnTo>
                  <a:pt x="10321761" y="0"/>
                </a:lnTo>
                <a:lnTo>
                  <a:pt x="10321761" y="673804"/>
                </a:lnTo>
                <a:lnTo>
                  <a:pt x="11887200" y="673804"/>
                </a:lnTo>
                <a:lnTo>
                  <a:pt x="11887200" y="0"/>
                </a:lnTo>
                <a:lnTo>
                  <a:pt x="12191999" y="0"/>
                </a:lnTo>
                <a:lnTo>
                  <a:pt x="12191999" y="6858000"/>
                </a:lnTo>
                <a:lnTo>
                  <a:pt x="0" y="6858000"/>
                </a:lnTo>
                <a:close/>
              </a:path>
            </a:pathLst>
          </a:custGeom>
          <a:pattFill prst="pct5">
            <a:fgClr>
              <a:schemeClr val="bg1"/>
            </a:fgClr>
            <a:bgClr>
              <a:schemeClr val="bg2"/>
            </a:bgClr>
          </a:pattFill>
        </p:spPr>
        <p:txBody>
          <a:bodyPr vert="horz" wrap="square" lIns="0" tIns="0" rIns="0" bIns="0" rtlCol="0" anchor="ctr">
            <a:noAutofit/>
          </a:bodyPr>
          <a:lstStyle>
            <a:lvl1pPr marL="0" indent="0" algn="ctr">
              <a:buFontTx/>
              <a:buNone/>
              <a:defRPr lang="en-US" sz="1400">
                <a:solidFill>
                  <a:schemeClr val="tx1"/>
                </a:solidFill>
              </a:defRPr>
            </a:lvl1pPr>
          </a:lstStyle>
          <a:p>
            <a:pPr lvl="0" algn="ctr">
              <a:buNone/>
            </a:pPr>
            <a:r>
              <a:rPr lang="en-US"/>
              <a:t>Add photo</a:t>
            </a:r>
          </a:p>
        </p:txBody>
      </p:sp>
      <p:sp>
        <p:nvSpPr>
          <p:cNvPr id="5" name="Slide Number Placeholder 2">
            <a:extLst>
              <a:ext uri="{FF2B5EF4-FFF2-40B4-BE49-F238E27FC236}">
                <a16:creationId xmlns:a16="http://schemas.microsoft.com/office/drawing/2014/main" id="{A634E9F6-D24E-5141-81EF-69349B9658EA}"/>
              </a:ext>
            </a:extLst>
          </p:cNvPr>
          <p:cNvSpPr>
            <a:spLocks noGrp="1"/>
          </p:cNvSpPr>
          <p:nvPr>
            <p:ph type="sldNum" sz="quarter" idx="10"/>
          </p:nvPr>
        </p:nvSpPr>
        <p:spPr>
          <a:xfrm>
            <a:off x="1" y="6553200"/>
            <a:ext cx="304799" cy="304799"/>
          </a:xfrm>
        </p:spPr>
        <p:txBody>
          <a:bodyPr/>
          <a:lstStyle>
            <a:lvl1pPr>
              <a:defRPr>
                <a:solidFill>
                  <a:schemeClr val="bg1"/>
                </a:solidFill>
              </a:defRPr>
            </a:lvl1pPr>
          </a:lstStyle>
          <a:p>
            <a:fld id="{89006F1E-66CD-4A4B-9370-B4A3080F0E6C}" type="slidenum">
              <a:rPr lang="en-US" smtClean="0"/>
              <a:pPr/>
              <a:t>‹#›</a:t>
            </a:fld>
            <a:endParaRPr lang="en-US"/>
          </a:p>
        </p:txBody>
      </p:sp>
      <p:sp>
        <p:nvSpPr>
          <p:cNvPr id="6" name="Footer Placeholder 1">
            <a:extLst>
              <a:ext uri="{FF2B5EF4-FFF2-40B4-BE49-F238E27FC236}">
                <a16:creationId xmlns:a16="http://schemas.microsoft.com/office/drawing/2014/main" id="{B41A9DDB-F5FB-5046-B179-F07475B09908}"/>
              </a:ext>
            </a:extLst>
          </p:cNvPr>
          <p:cNvSpPr>
            <a:spLocks noGrp="1"/>
          </p:cNvSpPr>
          <p:nvPr>
            <p:ph type="ftr" sz="quarter" idx="14"/>
          </p:nvPr>
        </p:nvSpPr>
        <p:spPr>
          <a:xfrm>
            <a:off x="304799" y="6553201"/>
            <a:ext cx="7620001" cy="304800"/>
          </a:xfrm>
          <a:prstGeom prst="rect">
            <a:avLst/>
          </a:prstGeom>
        </p:spPr>
        <p:txBody>
          <a:bodyPr/>
          <a:lstStyle>
            <a:lvl1pPr>
              <a:defRPr>
                <a:solidFill>
                  <a:schemeClr val="bg1"/>
                </a:solidFill>
              </a:defRPr>
            </a:lvl1pPr>
          </a:lstStyle>
          <a:p>
            <a:r>
              <a:rPr lang="en-US">
                <a:ea typeface="MS PGothic" panose="020B0600070205080204" pitchFamily="34" charset="-128"/>
              </a:rPr>
              <a:t>Proprietary &amp; Confidential |  authoremail@thermofisher.com | 12-January-2022</a:t>
            </a:r>
          </a:p>
        </p:txBody>
      </p:sp>
      <p:sp>
        <p:nvSpPr>
          <p:cNvPr id="8" name="Content Placeholder 2">
            <a:extLst>
              <a:ext uri="{FF2B5EF4-FFF2-40B4-BE49-F238E27FC236}">
                <a16:creationId xmlns:a16="http://schemas.microsoft.com/office/drawing/2014/main" id="{5DC4D9F1-5E1A-DD4A-946F-32414E026F44}"/>
              </a:ext>
            </a:extLst>
          </p:cNvPr>
          <p:cNvSpPr>
            <a:spLocks noGrp="1"/>
          </p:cNvSpPr>
          <p:nvPr>
            <p:ph sz="quarter" idx="15" hasCustomPrompt="1"/>
          </p:nvPr>
        </p:nvSpPr>
        <p:spPr>
          <a:xfrm>
            <a:off x="0" y="3742192"/>
            <a:ext cx="6096000" cy="1071062"/>
          </a:xfrm>
          <a:solidFill>
            <a:schemeClr val="bg1"/>
          </a:solidFill>
        </p:spPr>
        <p:txBody>
          <a:bodyPr wrap="square" lIns="292608" tIns="201168" rIns="292608" bIns="91440" anchor="b">
            <a:spAutoFit/>
          </a:bodyPr>
          <a:lstStyle>
            <a:lvl1pPr marL="0" indent="0">
              <a:lnSpc>
                <a:spcPct val="90000"/>
              </a:lnSpc>
              <a:buNone/>
              <a:defRPr sz="2800" b="1">
                <a:solidFill>
                  <a:schemeClr val="tx2"/>
                </a:solidFill>
              </a:defRPr>
            </a:lvl1pPr>
          </a:lstStyle>
          <a:p>
            <a:pPr lvl="0"/>
            <a:r>
              <a:rPr lang="en-US"/>
              <a:t>Section title with full photo background</a:t>
            </a:r>
          </a:p>
        </p:txBody>
      </p:sp>
      <p:sp>
        <p:nvSpPr>
          <p:cNvPr id="10" name="Content Placeholder 2">
            <a:extLst>
              <a:ext uri="{FF2B5EF4-FFF2-40B4-BE49-F238E27FC236}">
                <a16:creationId xmlns:a16="http://schemas.microsoft.com/office/drawing/2014/main" id="{15406226-911A-D441-8417-8C4961D7AEF2}"/>
              </a:ext>
            </a:extLst>
          </p:cNvPr>
          <p:cNvSpPr>
            <a:spLocks noGrp="1"/>
          </p:cNvSpPr>
          <p:nvPr>
            <p:ph sz="quarter" idx="16" hasCustomPrompt="1"/>
          </p:nvPr>
        </p:nvSpPr>
        <p:spPr>
          <a:xfrm>
            <a:off x="0" y="4813254"/>
            <a:ext cx="6096000" cy="630814"/>
          </a:xfrm>
          <a:solidFill>
            <a:schemeClr val="bg1"/>
          </a:solidFill>
        </p:spPr>
        <p:txBody>
          <a:bodyPr wrap="square" lIns="292608" tIns="91440" rIns="292608" bIns="201168" anchor="t">
            <a:spAutoFit/>
          </a:bodyPr>
          <a:lstStyle>
            <a:lvl1pPr marL="0" marR="0" indent="0" algn="l" defTabSz="914400" rtl="0" eaLnBrk="1" fontAlgn="auto" latinLnBrk="0" hangingPunct="1">
              <a:lnSpc>
                <a:spcPct val="100000"/>
              </a:lnSpc>
              <a:spcBef>
                <a:spcPts val="200"/>
              </a:spcBef>
              <a:spcAft>
                <a:spcPts val="0"/>
              </a:spcAft>
              <a:buClr>
                <a:schemeClr val="tx2"/>
              </a:buClr>
              <a:buSzPct val="100000"/>
              <a:buFont typeface="Arial" panose="020B0604020202020204" pitchFamily="34" charset="0"/>
              <a:buNone/>
              <a:tabLst/>
              <a:defRPr lang="en-US" sz="2000" b="0" kern="1200" dirty="0">
                <a:solidFill>
                  <a:schemeClr val="tx1"/>
                </a:solidFill>
                <a:latin typeface="+mn-lt"/>
                <a:ea typeface="+mn-ea"/>
                <a:cs typeface="+mn-cs"/>
              </a:defRPr>
            </a:lvl1pPr>
          </a:lstStyle>
          <a:p>
            <a:pPr marL="0" marR="0" lvl="0" indent="0" algn="l" defTabSz="914400" rtl="0" eaLnBrk="1" fontAlgn="auto" latinLnBrk="0" hangingPunct="1">
              <a:lnSpc>
                <a:spcPct val="120000"/>
              </a:lnSpc>
              <a:spcBef>
                <a:spcPts val="200"/>
              </a:spcBef>
              <a:spcAft>
                <a:spcPts val="0"/>
              </a:spcAft>
              <a:buClr>
                <a:schemeClr val="tx2"/>
              </a:buClr>
              <a:buSzPct val="100000"/>
              <a:buFont typeface="Arial" panose="020B0604020202020204" pitchFamily="34" charset="0"/>
              <a:buNone/>
              <a:tabLst/>
              <a:defRPr/>
            </a:pPr>
            <a:r>
              <a:rPr lang="en-US"/>
              <a:t>Sub title and or description of next section</a:t>
            </a:r>
          </a:p>
        </p:txBody>
      </p:sp>
    </p:spTree>
    <p:extLst>
      <p:ext uri="{BB962C8B-B14F-4D97-AF65-F5344CB8AC3E}">
        <p14:creationId xmlns:p14="http://schemas.microsoft.com/office/powerpoint/2010/main" val="32631143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Red background">
    <p:bg>
      <p:bgPr>
        <a:gradFill flip="none" rotWithShape="1">
          <a:gsLst>
            <a:gs pos="0">
              <a:schemeClr val="tx2"/>
            </a:gs>
            <a:gs pos="45000">
              <a:schemeClr val="tx2"/>
            </a:gs>
            <a:gs pos="100000">
              <a:schemeClr val="tx2">
                <a:lumMod val="50000"/>
              </a:schemeClr>
            </a:gs>
          </a:gsLst>
          <a:lin ang="1080000" scaled="0"/>
          <a:tileRect/>
        </a:gra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BD60394-6B49-3F40-ACB2-84420DAC9383}"/>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4" name="Slide Number Placeholder 2">
            <a:extLst>
              <a:ext uri="{FF2B5EF4-FFF2-40B4-BE49-F238E27FC236}">
                <a16:creationId xmlns:a16="http://schemas.microsoft.com/office/drawing/2014/main" id="{6D3BC3C2-2A41-544F-A0F8-7CFF39CCFFAC}"/>
              </a:ext>
            </a:extLst>
          </p:cNvPr>
          <p:cNvSpPr>
            <a:spLocks noGrp="1"/>
          </p:cNvSpPr>
          <p:nvPr>
            <p:ph type="sldNum" sz="quarter" idx="10"/>
          </p:nvPr>
        </p:nvSpPr>
        <p:spPr>
          <a:xfrm>
            <a:off x="1" y="6553200"/>
            <a:ext cx="304799" cy="304799"/>
          </a:xfrm>
        </p:spPr>
        <p:txBody>
          <a:bodyPr/>
          <a:lstStyle>
            <a:lvl1pPr>
              <a:defRPr>
                <a:solidFill>
                  <a:schemeClr val="bg1"/>
                </a:solidFill>
              </a:defRPr>
            </a:lvl1pPr>
          </a:lstStyle>
          <a:p>
            <a:fld id="{89006F1E-66CD-4A4B-9370-B4A3080F0E6C}" type="slidenum">
              <a:rPr lang="en-US" smtClean="0"/>
              <a:pPr/>
              <a:t>‹#›</a:t>
            </a:fld>
            <a:endParaRPr lang="en-US"/>
          </a:p>
        </p:txBody>
      </p:sp>
      <p:sp>
        <p:nvSpPr>
          <p:cNvPr id="5" name="Footer Placeholder 1">
            <a:extLst>
              <a:ext uri="{FF2B5EF4-FFF2-40B4-BE49-F238E27FC236}">
                <a16:creationId xmlns:a16="http://schemas.microsoft.com/office/drawing/2014/main" id="{9BCE1F3E-3D84-364B-BB1F-921E4AA1B217}"/>
              </a:ext>
            </a:extLst>
          </p:cNvPr>
          <p:cNvSpPr>
            <a:spLocks noGrp="1"/>
          </p:cNvSpPr>
          <p:nvPr>
            <p:ph type="ftr" sz="quarter" idx="14"/>
          </p:nvPr>
        </p:nvSpPr>
        <p:spPr>
          <a:xfrm>
            <a:off x="304799" y="6553201"/>
            <a:ext cx="7620001" cy="304800"/>
          </a:xfrm>
          <a:prstGeom prst="rect">
            <a:avLst/>
          </a:prstGeom>
        </p:spPr>
        <p:txBody>
          <a:bodyPr/>
          <a:lstStyle>
            <a:lvl1pPr>
              <a:defRPr>
                <a:solidFill>
                  <a:schemeClr val="bg1"/>
                </a:solidFill>
              </a:defRPr>
            </a:lvl1pPr>
          </a:lstStyle>
          <a:p>
            <a:r>
              <a:rPr lang="en-US">
                <a:ea typeface="MS PGothic" panose="020B0600070205080204" pitchFamily="34" charset="-128"/>
              </a:rPr>
              <a:t>Proprietary &amp; Confidential |  authoremail@thermofisher.com | 12-January-2022</a:t>
            </a:r>
          </a:p>
        </p:txBody>
      </p:sp>
      <p:sp>
        <p:nvSpPr>
          <p:cNvPr id="6" name="Text Placeholder 7">
            <a:extLst>
              <a:ext uri="{FF2B5EF4-FFF2-40B4-BE49-F238E27FC236}">
                <a16:creationId xmlns:a16="http://schemas.microsoft.com/office/drawing/2014/main" id="{94199484-7909-9044-9003-EFED90CAC053}"/>
              </a:ext>
            </a:extLst>
          </p:cNvPr>
          <p:cNvSpPr>
            <a:spLocks noGrp="1"/>
          </p:cNvSpPr>
          <p:nvPr>
            <p:ph type="body" sz="quarter" idx="11" hasCustomPrompt="1"/>
          </p:nvPr>
        </p:nvSpPr>
        <p:spPr>
          <a:xfrm>
            <a:off x="300226" y="893063"/>
            <a:ext cx="11591547" cy="381001"/>
          </a:xfrm>
          <a:prstGeom prst="rect">
            <a:avLst/>
          </a:prstGeom>
        </p:spPr>
        <p:txBody>
          <a:bodyPr lIns="0" tIns="0" rIns="0" bIns="0" anchor="t">
            <a:noAutofit/>
          </a:bodyPr>
          <a:lstStyle>
            <a:lvl1pPr marL="0" indent="0">
              <a:buNone/>
              <a:defRPr sz="2000">
                <a:solidFill>
                  <a:schemeClr val="bg1"/>
                </a:solidFill>
              </a:defRPr>
            </a:lvl1pPr>
          </a:lstStyle>
          <a:p>
            <a:pPr lvl="0"/>
            <a:r>
              <a:rPr lang="en-US"/>
              <a:t>Click to add </a:t>
            </a:r>
            <a:r>
              <a:rPr lang="en-US" err="1"/>
              <a:t>subheader</a:t>
            </a:r>
            <a:endParaRPr lang="en-US"/>
          </a:p>
        </p:txBody>
      </p:sp>
    </p:spTree>
    <p:extLst>
      <p:ext uri="{BB962C8B-B14F-4D97-AF65-F5344CB8AC3E}">
        <p14:creationId xmlns:p14="http://schemas.microsoft.com/office/powerpoint/2010/main" val="29244336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resentation Bumper (Photo)">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FFE7B338-1383-7843-9E8D-F295A0DFF59D}"/>
              </a:ext>
            </a:extLst>
          </p:cNvPr>
          <p:cNvSpPr>
            <a:spLocks noGrp="1"/>
          </p:cNvSpPr>
          <p:nvPr>
            <p:ph type="pic" sz="quarter" idx="13" hasCustomPrompt="1"/>
          </p:nvPr>
        </p:nvSpPr>
        <p:spPr>
          <a:xfrm>
            <a:off x="-1" y="0"/>
            <a:ext cx="12191999" cy="6858000"/>
          </a:xfrm>
          <a:custGeom>
            <a:avLst/>
            <a:gdLst>
              <a:gd name="connsiteX0" fmla="*/ 0 w 12191999"/>
              <a:gd name="connsiteY0" fmla="*/ 0 h 6858000"/>
              <a:gd name="connsiteX1" fmla="*/ 10321761 w 12191999"/>
              <a:gd name="connsiteY1" fmla="*/ 0 h 6858000"/>
              <a:gd name="connsiteX2" fmla="*/ 10321761 w 12191999"/>
              <a:gd name="connsiteY2" fmla="*/ 673804 h 6858000"/>
              <a:gd name="connsiteX3" fmla="*/ 11887200 w 12191999"/>
              <a:gd name="connsiteY3" fmla="*/ 673804 h 6858000"/>
              <a:gd name="connsiteX4" fmla="*/ 11887200 w 12191999"/>
              <a:gd name="connsiteY4" fmla="*/ 0 h 6858000"/>
              <a:gd name="connsiteX5" fmla="*/ 12191999 w 12191999"/>
              <a:gd name="connsiteY5" fmla="*/ 0 h 6858000"/>
              <a:gd name="connsiteX6" fmla="*/ 12191999 w 12191999"/>
              <a:gd name="connsiteY6" fmla="*/ 6858000 h 6858000"/>
              <a:gd name="connsiteX7" fmla="*/ 0 w 12191999"/>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6858000">
                <a:moveTo>
                  <a:pt x="0" y="0"/>
                </a:moveTo>
                <a:lnTo>
                  <a:pt x="10321761" y="0"/>
                </a:lnTo>
                <a:lnTo>
                  <a:pt x="10321761" y="673804"/>
                </a:lnTo>
                <a:lnTo>
                  <a:pt x="11887200" y="673804"/>
                </a:lnTo>
                <a:lnTo>
                  <a:pt x="11887200" y="0"/>
                </a:lnTo>
                <a:lnTo>
                  <a:pt x="12191999" y="0"/>
                </a:lnTo>
                <a:lnTo>
                  <a:pt x="12191999" y="6858000"/>
                </a:lnTo>
                <a:lnTo>
                  <a:pt x="0" y="6858000"/>
                </a:lnTo>
                <a:close/>
              </a:path>
            </a:pathLst>
          </a:custGeom>
          <a:pattFill prst="pct5">
            <a:fgClr>
              <a:schemeClr val="bg1"/>
            </a:fgClr>
            <a:bgClr>
              <a:schemeClr val="bg2"/>
            </a:bgClr>
          </a:pattFill>
        </p:spPr>
        <p:txBody>
          <a:bodyPr vert="horz" wrap="square" lIns="0" tIns="0" rIns="0" bIns="0" rtlCol="0" anchor="ctr">
            <a:noAutofit/>
          </a:bodyPr>
          <a:lstStyle>
            <a:lvl1pPr marL="0" indent="0" algn="ctr">
              <a:buFontTx/>
              <a:buNone/>
              <a:defRPr lang="en-US" sz="1400">
                <a:solidFill>
                  <a:schemeClr val="tx1"/>
                </a:solidFill>
              </a:defRPr>
            </a:lvl1pPr>
          </a:lstStyle>
          <a:p>
            <a:pPr lvl="0" algn="ctr">
              <a:buNone/>
            </a:pPr>
            <a:r>
              <a:rPr lang="en-US"/>
              <a:t>Add photo</a:t>
            </a:r>
          </a:p>
        </p:txBody>
      </p:sp>
      <p:sp>
        <p:nvSpPr>
          <p:cNvPr id="5" name="Slide Number Placeholder 2">
            <a:extLst>
              <a:ext uri="{FF2B5EF4-FFF2-40B4-BE49-F238E27FC236}">
                <a16:creationId xmlns:a16="http://schemas.microsoft.com/office/drawing/2014/main" id="{A634E9F6-D24E-5141-81EF-69349B9658EA}"/>
              </a:ext>
            </a:extLst>
          </p:cNvPr>
          <p:cNvSpPr>
            <a:spLocks noGrp="1"/>
          </p:cNvSpPr>
          <p:nvPr>
            <p:ph type="sldNum" sz="quarter" idx="10"/>
          </p:nvPr>
        </p:nvSpPr>
        <p:spPr>
          <a:xfrm>
            <a:off x="1" y="6553200"/>
            <a:ext cx="304799" cy="304799"/>
          </a:xfrm>
        </p:spPr>
        <p:txBody>
          <a:bodyPr/>
          <a:lstStyle>
            <a:lvl1pPr>
              <a:defRPr>
                <a:solidFill>
                  <a:schemeClr val="bg1"/>
                </a:solidFill>
              </a:defRPr>
            </a:lvl1pPr>
          </a:lstStyle>
          <a:p>
            <a:fld id="{89006F1E-66CD-4A4B-9370-B4A3080F0E6C}" type="slidenum">
              <a:rPr lang="en-US" smtClean="0"/>
              <a:pPr/>
              <a:t>‹#›</a:t>
            </a:fld>
            <a:endParaRPr lang="en-US"/>
          </a:p>
        </p:txBody>
      </p:sp>
      <p:sp>
        <p:nvSpPr>
          <p:cNvPr id="6" name="Footer Placeholder 1">
            <a:extLst>
              <a:ext uri="{FF2B5EF4-FFF2-40B4-BE49-F238E27FC236}">
                <a16:creationId xmlns:a16="http://schemas.microsoft.com/office/drawing/2014/main" id="{B41A9DDB-F5FB-5046-B179-F07475B09908}"/>
              </a:ext>
            </a:extLst>
          </p:cNvPr>
          <p:cNvSpPr>
            <a:spLocks noGrp="1"/>
          </p:cNvSpPr>
          <p:nvPr>
            <p:ph type="ftr" sz="quarter" idx="14"/>
          </p:nvPr>
        </p:nvSpPr>
        <p:spPr>
          <a:xfrm>
            <a:off x="304799" y="6553201"/>
            <a:ext cx="7620001" cy="304800"/>
          </a:xfrm>
          <a:prstGeom prst="rect">
            <a:avLst/>
          </a:prstGeom>
        </p:spPr>
        <p:txBody>
          <a:bodyPr/>
          <a:lstStyle>
            <a:lvl1pPr>
              <a:defRPr>
                <a:solidFill>
                  <a:schemeClr val="bg1"/>
                </a:solidFill>
              </a:defRPr>
            </a:lvl1pPr>
          </a:lstStyle>
          <a:p>
            <a:r>
              <a:rPr lang="en-US">
                <a:ea typeface="MS PGothic" panose="020B0600070205080204" pitchFamily="34" charset="-128"/>
              </a:rPr>
              <a:t>Proprietary &amp; Confidential |  authoremail@thermofisher.com | 12-January-2022</a:t>
            </a:r>
          </a:p>
        </p:txBody>
      </p:sp>
      <p:sp>
        <p:nvSpPr>
          <p:cNvPr id="11" name="Content Placeholder 4">
            <a:extLst>
              <a:ext uri="{FF2B5EF4-FFF2-40B4-BE49-F238E27FC236}">
                <a16:creationId xmlns:a16="http://schemas.microsoft.com/office/drawing/2014/main" id="{5E675396-361D-4C4F-961B-32575A28C59F}"/>
              </a:ext>
            </a:extLst>
          </p:cNvPr>
          <p:cNvSpPr>
            <a:spLocks noGrp="1"/>
          </p:cNvSpPr>
          <p:nvPr>
            <p:ph sz="quarter" idx="16" hasCustomPrompt="1"/>
          </p:nvPr>
        </p:nvSpPr>
        <p:spPr>
          <a:xfrm>
            <a:off x="318656" y="5268999"/>
            <a:ext cx="7691658" cy="489250"/>
          </a:xfrm>
        </p:spPr>
        <p:txBody>
          <a:bodyPr/>
          <a:lstStyle>
            <a:lvl1pPr marL="0" marR="0" indent="0" algn="l" defTabSz="914400" rtl="0" eaLnBrk="1" fontAlgn="auto" latinLnBrk="0" hangingPunct="1">
              <a:lnSpc>
                <a:spcPct val="120000"/>
              </a:lnSpc>
              <a:spcBef>
                <a:spcPts val="200"/>
              </a:spcBef>
              <a:spcAft>
                <a:spcPts val="0"/>
              </a:spcAft>
              <a:buClr>
                <a:schemeClr val="tx2"/>
              </a:buClr>
              <a:buSzPct val="100000"/>
              <a:buFont typeface="Arial" panose="020B0604020202020204" pitchFamily="34" charset="0"/>
              <a:buNone/>
              <a:tabLst/>
              <a:defRPr>
                <a:solidFill>
                  <a:schemeClr val="bg1"/>
                </a:solidFill>
              </a:defRPr>
            </a:lvl1pPr>
          </a:lstStyle>
          <a:p>
            <a:pPr marL="0" marR="0" lvl="0" indent="0" algn="l" defTabSz="914400" rtl="0" eaLnBrk="1" fontAlgn="auto" latinLnBrk="0" hangingPunct="1">
              <a:lnSpc>
                <a:spcPct val="120000"/>
              </a:lnSpc>
              <a:spcBef>
                <a:spcPts val="200"/>
              </a:spcBef>
              <a:spcAft>
                <a:spcPts val="0"/>
              </a:spcAft>
              <a:buClr>
                <a:schemeClr val="tx2"/>
              </a:buClr>
              <a:buSzPct val="100000"/>
              <a:buFont typeface="Arial" panose="020B0604020202020204" pitchFamily="34" charset="0"/>
              <a:buNone/>
              <a:tabLst/>
              <a:defRPr/>
            </a:pPr>
            <a:r>
              <a:rPr lang="en-US" sz="2000" b="0">
                <a:solidFill>
                  <a:schemeClr val="bg1"/>
                </a:solidFill>
              </a:rPr>
              <a:t>Custom message…</a:t>
            </a:r>
            <a:endParaRPr lang="en-US" sz="2000">
              <a:solidFill>
                <a:schemeClr val="bg1"/>
              </a:solidFill>
            </a:endParaRPr>
          </a:p>
        </p:txBody>
      </p:sp>
      <p:sp>
        <p:nvSpPr>
          <p:cNvPr id="3" name="Text Placeholder 2">
            <a:extLst>
              <a:ext uri="{FF2B5EF4-FFF2-40B4-BE49-F238E27FC236}">
                <a16:creationId xmlns:a16="http://schemas.microsoft.com/office/drawing/2014/main" id="{DDAE7E53-8C39-DD45-A216-C6791770FA49}"/>
              </a:ext>
            </a:extLst>
          </p:cNvPr>
          <p:cNvSpPr>
            <a:spLocks noGrp="1"/>
          </p:cNvSpPr>
          <p:nvPr>
            <p:ph type="body" sz="quarter" idx="17" hasCustomPrompt="1"/>
          </p:nvPr>
        </p:nvSpPr>
        <p:spPr>
          <a:xfrm>
            <a:off x="255104" y="3792585"/>
            <a:ext cx="7755210" cy="1476413"/>
          </a:xfrm>
        </p:spPr>
        <p:txBody>
          <a:bodyPr/>
          <a:lstStyle>
            <a:lvl1pPr>
              <a:buNone/>
              <a:defRPr lang="en-US" sz="9600" b="1" kern="1200" dirty="0">
                <a:solidFill>
                  <a:schemeClr val="bg1"/>
                </a:solidFill>
                <a:latin typeface="+mn-lt"/>
                <a:ea typeface="+mn-ea"/>
                <a:cs typeface="+mn-cs"/>
              </a:defRPr>
            </a:lvl1pPr>
          </a:lstStyle>
          <a:p>
            <a:pPr lvl="0"/>
            <a:r>
              <a:rPr lang="en-US"/>
              <a:t>Custom…</a:t>
            </a:r>
          </a:p>
        </p:txBody>
      </p:sp>
    </p:spTree>
    <p:extLst>
      <p:ext uri="{BB962C8B-B14F-4D97-AF65-F5344CB8AC3E}">
        <p14:creationId xmlns:p14="http://schemas.microsoft.com/office/powerpoint/2010/main" val="18369730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resentation Bumper (Red)">
    <p:bg>
      <p:bgPr>
        <a:gradFill flip="none" rotWithShape="1">
          <a:gsLst>
            <a:gs pos="0">
              <a:schemeClr val="tx2"/>
            </a:gs>
            <a:gs pos="45000">
              <a:schemeClr val="tx2"/>
            </a:gs>
            <a:gs pos="100000">
              <a:schemeClr val="tx2">
                <a:lumMod val="50000"/>
              </a:schemeClr>
            </a:gs>
          </a:gsLst>
          <a:lin ang="1080000" scaled="0"/>
          <a:tileRect/>
        </a:gra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1B3035E9-1E30-4A65-87BF-D87723B7387D}"/>
              </a:ext>
            </a:extLst>
          </p:cNvPr>
          <p:cNvGrpSpPr/>
          <p:nvPr userDrawn="1"/>
        </p:nvGrpSpPr>
        <p:grpSpPr>
          <a:xfrm>
            <a:off x="9662260" y="818784"/>
            <a:ext cx="2529740" cy="6039216"/>
            <a:chOff x="9662260" y="818784"/>
            <a:chExt cx="2529740" cy="6039216"/>
          </a:xfrm>
        </p:grpSpPr>
        <p:pic>
          <p:nvPicPr>
            <p:cNvPr id="10" name="Picture 9">
              <a:extLst>
                <a:ext uri="{FF2B5EF4-FFF2-40B4-BE49-F238E27FC236}">
                  <a16:creationId xmlns:a16="http://schemas.microsoft.com/office/drawing/2014/main" id="{9DFE8F35-3478-4D36-AE61-9902FA9E571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9662260" y="1471202"/>
              <a:ext cx="2529740" cy="5386798"/>
            </a:xfrm>
            <a:prstGeom prst="rect">
              <a:avLst/>
            </a:prstGeom>
          </p:spPr>
        </p:pic>
        <p:pic>
          <p:nvPicPr>
            <p:cNvPr id="12" name="Picture 11">
              <a:extLst>
                <a:ext uri="{FF2B5EF4-FFF2-40B4-BE49-F238E27FC236}">
                  <a16:creationId xmlns:a16="http://schemas.microsoft.com/office/drawing/2014/main" id="{A63CB1BA-AEDB-454F-BBF3-A9613807210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0539851" y="4300794"/>
              <a:ext cx="1652148" cy="2095226"/>
            </a:xfrm>
            <a:prstGeom prst="rect">
              <a:avLst/>
            </a:prstGeom>
          </p:spPr>
        </p:pic>
        <p:pic>
          <p:nvPicPr>
            <p:cNvPr id="13" name="Picture 12">
              <a:extLst>
                <a:ext uri="{FF2B5EF4-FFF2-40B4-BE49-F238E27FC236}">
                  <a16:creationId xmlns:a16="http://schemas.microsoft.com/office/drawing/2014/main" id="{28BB9361-2245-45C7-85B1-98F75F74B97B}"/>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rot="20585276">
              <a:off x="10888776" y="3404437"/>
              <a:ext cx="841085" cy="888470"/>
            </a:xfrm>
            <a:prstGeom prst="rect">
              <a:avLst/>
            </a:prstGeom>
          </p:spPr>
        </p:pic>
        <p:pic>
          <p:nvPicPr>
            <p:cNvPr id="14" name="Picture 13">
              <a:extLst>
                <a:ext uri="{FF2B5EF4-FFF2-40B4-BE49-F238E27FC236}">
                  <a16:creationId xmlns:a16="http://schemas.microsoft.com/office/drawing/2014/main" id="{266621D9-C1BE-4A88-B2E8-40BCC4E56DF2}"/>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9839843" y="4683251"/>
              <a:ext cx="608076" cy="626643"/>
            </a:xfrm>
            <a:prstGeom prst="rect">
              <a:avLst/>
            </a:prstGeom>
          </p:spPr>
        </p:pic>
        <p:pic>
          <p:nvPicPr>
            <p:cNvPr id="15" name="Picture 14">
              <a:extLst>
                <a:ext uri="{FF2B5EF4-FFF2-40B4-BE49-F238E27FC236}">
                  <a16:creationId xmlns:a16="http://schemas.microsoft.com/office/drawing/2014/main" id="{98F6AB9F-8570-461E-BBA2-E013A3DA14EF}"/>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rot="19848158">
              <a:off x="10621861" y="5789703"/>
              <a:ext cx="593846" cy="634660"/>
            </a:xfrm>
            <a:prstGeom prst="rect">
              <a:avLst/>
            </a:prstGeom>
          </p:spPr>
        </p:pic>
        <p:pic>
          <p:nvPicPr>
            <p:cNvPr id="16" name="Picture 15">
              <a:extLst>
                <a:ext uri="{FF2B5EF4-FFF2-40B4-BE49-F238E27FC236}">
                  <a16:creationId xmlns:a16="http://schemas.microsoft.com/office/drawing/2014/main" id="{1EE6F465-A690-4861-87C0-E7A6A65E3377}"/>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a:stretch/>
          </p:blipFill>
          <p:spPr>
            <a:xfrm>
              <a:off x="11037236" y="818784"/>
              <a:ext cx="1154763" cy="1703758"/>
            </a:xfrm>
            <a:prstGeom prst="rect">
              <a:avLst/>
            </a:prstGeom>
          </p:spPr>
        </p:pic>
      </p:grpSp>
      <p:sp>
        <p:nvSpPr>
          <p:cNvPr id="17" name="Slide Number Placeholder 2">
            <a:extLst>
              <a:ext uri="{FF2B5EF4-FFF2-40B4-BE49-F238E27FC236}">
                <a16:creationId xmlns:a16="http://schemas.microsoft.com/office/drawing/2014/main" id="{8EE24E27-68F9-E941-9584-DF35AA5AA788}"/>
              </a:ext>
            </a:extLst>
          </p:cNvPr>
          <p:cNvSpPr>
            <a:spLocks noGrp="1"/>
          </p:cNvSpPr>
          <p:nvPr>
            <p:ph type="sldNum" sz="quarter" idx="10"/>
          </p:nvPr>
        </p:nvSpPr>
        <p:spPr>
          <a:xfrm>
            <a:off x="1" y="6553200"/>
            <a:ext cx="304799" cy="304799"/>
          </a:xfrm>
        </p:spPr>
        <p:txBody>
          <a:bodyPr/>
          <a:lstStyle>
            <a:lvl1pPr>
              <a:defRPr>
                <a:solidFill>
                  <a:schemeClr val="bg1"/>
                </a:solidFill>
              </a:defRPr>
            </a:lvl1pPr>
          </a:lstStyle>
          <a:p>
            <a:fld id="{89006F1E-66CD-4A4B-9370-B4A3080F0E6C}" type="slidenum">
              <a:rPr lang="en-US" smtClean="0"/>
              <a:pPr/>
              <a:t>‹#›</a:t>
            </a:fld>
            <a:endParaRPr lang="en-US"/>
          </a:p>
        </p:txBody>
      </p:sp>
      <p:sp>
        <p:nvSpPr>
          <p:cNvPr id="18" name="Footer Placeholder 1">
            <a:extLst>
              <a:ext uri="{FF2B5EF4-FFF2-40B4-BE49-F238E27FC236}">
                <a16:creationId xmlns:a16="http://schemas.microsoft.com/office/drawing/2014/main" id="{6380E455-E213-C44A-A7FC-3A9E06997A4C}"/>
              </a:ext>
            </a:extLst>
          </p:cNvPr>
          <p:cNvSpPr>
            <a:spLocks noGrp="1"/>
          </p:cNvSpPr>
          <p:nvPr>
            <p:ph type="ftr" sz="quarter" idx="14"/>
          </p:nvPr>
        </p:nvSpPr>
        <p:spPr>
          <a:xfrm>
            <a:off x="304799" y="6553201"/>
            <a:ext cx="7620001" cy="304800"/>
          </a:xfrm>
          <a:prstGeom prst="rect">
            <a:avLst/>
          </a:prstGeom>
        </p:spPr>
        <p:txBody>
          <a:bodyPr/>
          <a:lstStyle>
            <a:lvl1pPr>
              <a:defRPr>
                <a:solidFill>
                  <a:schemeClr val="bg1"/>
                </a:solidFill>
              </a:defRPr>
            </a:lvl1pPr>
          </a:lstStyle>
          <a:p>
            <a:r>
              <a:rPr lang="en-US">
                <a:ea typeface="MS PGothic" panose="020B0600070205080204" pitchFamily="34" charset="-128"/>
              </a:rPr>
              <a:t>Proprietary &amp; Confidential |  authoremail@thermofisher.com | 12-January-2022</a:t>
            </a:r>
          </a:p>
        </p:txBody>
      </p:sp>
      <p:sp>
        <p:nvSpPr>
          <p:cNvPr id="20" name="Content Placeholder 4">
            <a:extLst>
              <a:ext uri="{FF2B5EF4-FFF2-40B4-BE49-F238E27FC236}">
                <a16:creationId xmlns:a16="http://schemas.microsoft.com/office/drawing/2014/main" id="{20350945-012E-8845-8F5F-AD0E66DE7739}"/>
              </a:ext>
            </a:extLst>
          </p:cNvPr>
          <p:cNvSpPr>
            <a:spLocks noGrp="1"/>
          </p:cNvSpPr>
          <p:nvPr>
            <p:ph sz="quarter" idx="16" hasCustomPrompt="1"/>
          </p:nvPr>
        </p:nvSpPr>
        <p:spPr>
          <a:xfrm>
            <a:off x="318656" y="5268999"/>
            <a:ext cx="7691658" cy="489250"/>
          </a:xfrm>
        </p:spPr>
        <p:txBody>
          <a:bodyPr/>
          <a:lstStyle>
            <a:lvl1pPr marL="0" marR="0" indent="0" algn="l" defTabSz="914400" rtl="0" eaLnBrk="1" fontAlgn="auto" latinLnBrk="0" hangingPunct="1">
              <a:lnSpc>
                <a:spcPct val="120000"/>
              </a:lnSpc>
              <a:spcBef>
                <a:spcPts val="200"/>
              </a:spcBef>
              <a:spcAft>
                <a:spcPts val="0"/>
              </a:spcAft>
              <a:buClr>
                <a:schemeClr val="tx2"/>
              </a:buClr>
              <a:buSzPct val="100000"/>
              <a:buFont typeface="Arial" panose="020B0604020202020204" pitchFamily="34" charset="0"/>
              <a:buNone/>
              <a:tabLst/>
              <a:defRPr>
                <a:solidFill>
                  <a:schemeClr val="bg1"/>
                </a:solidFill>
              </a:defRPr>
            </a:lvl1pPr>
          </a:lstStyle>
          <a:p>
            <a:pPr marL="0" marR="0" lvl="0" indent="0" algn="l" defTabSz="914400" rtl="0" eaLnBrk="1" fontAlgn="auto" latinLnBrk="0" hangingPunct="1">
              <a:lnSpc>
                <a:spcPct val="120000"/>
              </a:lnSpc>
              <a:spcBef>
                <a:spcPts val="200"/>
              </a:spcBef>
              <a:spcAft>
                <a:spcPts val="0"/>
              </a:spcAft>
              <a:buClr>
                <a:schemeClr val="tx2"/>
              </a:buClr>
              <a:buSzPct val="100000"/>
              <a:buFont typeface="Arial" panose="020B0604020202020204" pitchFamily="34" charset="0"/>
              <a:buNone/>
              <a:tabLst/>
              <a:defRPr/>
            </a:pPr>
            <a:r>
              <a:rPr lang="en-US" sz="2000" b="0">
                <a:solidFill>
                  <a:schemeClr val="bg1"/>
                </a:solidFill>
              </a:rPr>
              <a:t>Custom message…</a:t>
            </a:r>
            <a:endParaRPr lang="en-US" sz="2000">
              <a:solidFill>
                <a:schemeClr val="bg1"/>
              </a:solidFill>
            </a:endParaRPr>
          </a:p>
        </p:txBody>
      </p:sp>
      <p:sp>
        <p:nvSpPr>
          <p:cNvPr id="21" name="Text Placeholder 2">
            <a:extLst>
              <a:ext uri="{FF2B5EF4-FFF2-40B4-BE49-F238E27FC236}">
                <a16:creationId xmlns:a16="http://schemas.microsoft.com/office/drawing/2014/main" id="{1F2724B9-ABB6-0B48-8CBE-4DC2424568F8}"/>
              </a:ext>
            </a:extLst>
          </p:cNvPr>
          <p:cNvSpPr>
            <a:spLocks noGrp="1"/>
          </p:cNvSpPr>
          <p:nvPr>
            <p:ph type="body" sz="quarter" idx="17" hasCustomPrompt="1"/>
          </p:nvPr>
        </p:nvSpPr>
        <p:spPr>
          <a:xfrm>
            <a:off x="255104" y="3792585"/>
            <a:ext cx="7755210" cy="1476413"/>
          </a:xfrm>
        </p:spPr>
        <p:txBody>
          <a:bodyPr/>
          <a:lstStyle>
            <a:lvl1pPr>
              <a:buNone/>
              <a:defRPr lang="en-US" sz="9600" b="1" kern="1200" dirty="0">
                <a:solidFill>
                  <a:schemeClr val="bg1"/>
                </a:solidFill>
                <a:latin typeface="+mn-lt"/>
                <a:ea typeface="+mn-ea"/>
                <a:cs typeface="+mn-cs"/>
              </a:defRPr>
            </a:lvl1pPr>
          </a:lstStyle>
          <a:p>
            <a:pPr lvl="0"/>
            <a:r>
              <a:rPr lang="en-US"/>
              <a:t>Custom…</a:t>
            </a:r>
          </a:p>
        </p:txBody>
      </p:sp>
    </p:spTree>
    <p:extLst>
      <p:ext uri="{BB962C8B-B14F-4D97-AF65-F5344CB8AC3E}">
        <p14:creationId xmlns:p14="http://schemas.microsoft.com/office/powerpoint/2010/main" val="1492207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ustom Layout">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AF264-71D4-E14C-8B25-6059E389D1EF}"/>
              </a:ext>
            </a:extLst>
          </p:cNvPr>
          <p:cNvSpPr>
            <a:spLocks noGrp="1"/>
          </p:cNvSpPr>
          <p:nvPr>
            <p:ph type="title" hasCustomPrompt="1"/>
          </p:nvPr>
        </p:nvSpPr>
        <p:spPr/>
        <p:txBody>
          <a:bodyPr/>
          <a:lstStyle>
            <a:lvl1pPr>
              <a:defRPr>
                <a:solidFill>
                  <a:schemeClr val="tx2"/>
                </a:solidFill>
              </a:defRPr>
            </a:lvl1pPr>
          </a:lstStyle>
          <a:p>
            <a:r>
              <a:rPr lang="en-US"/>
              <a:t>Master slide column guide</a:t>
            </a:r>
          </a:p>
        </p:txBody>
      </p:sp>
      <p:sp>
        <p:nvSpPr>
          <p:cNvPr id="347" name="Rectangle 346">
            <a:extLst>
              <a:ext uri="{FF2B5EF4-FFF2-40B4-BE49-F238E27FC236}">
                <a16:creationId xmlns:a16="http://schemas.microsoft.com/office/drawing/2014/main" id="{2A515182-556A-4148-919D-DA6C41B2B82A}"/>
              </a:ext>
            </a:extLst>
          </p:cNvPr>
          <p:cNvSpPr/>
          <p:nvPr userDrawn="1"/>
        </p:nvSpPr>
        <p:spPr>
          <a:xfrm>
            <a:off x="152400" y="5297034"/>
            <a:ext cx="3962400" cy="304800"/>
          </a:xfrm>
          <a:prstGeom prst="rect">
            <a:avLst/>
          </a:prstGeom>
          <a:solidFill>
            <a:schemeClr val="tx2">
              <a:lumMod val="20000"/>
              <a:lumOff val="8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48" name="Rectangle 347">
            <a:extLst>
              <a:ext uri="{FF2B5EF4-FFF2-40B4-BE49-F238E27FC236}">
                <a16:creationId xmlns:a16="http://schemas.microsoft.com/office/drawing/2014/main" id="{2D5D4001-8E66-144D-92CA-7D645E8843C3}"/>
              </a:ext>
            </a:extLst>
          </p:cNvPr>
          <p:cNvSpPr/>
          <p:nvPr userDrawn="1"/>
        </p:nvSpPr>
        <p:spPr>
          <a:xfrm>
            <a:off x="4114800" y="5297033"/>
            <a:ext cx="3962400" cy="304800"/>
          </a:xfrm>
          <a:prstGeom prst="rect">
            <a:avLst/>
          </a:prstGeom>
          <a:solidFill>
            <a:schemeClr val="tx2">
              <a:lumMod val="60000"/>
              <a:lumOff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49" name="Rectangle 348">
            <a:extLst>
              <a:ext uri="{FF2B5EF4-FFF2-40B4-BE49-F238E27FC236}">
                <a16:creationId xmlns:a16="http://schemas.microsoft.com/office/drawing/2014/main" id="{1F915BF6-6801-F445-8447-829313D55DE1}"/>
              </a:ext>
            </a:extLst>
          </p:cNvPr>
          <p:cNvSpPr/>
          <p:nvPr userDrawn="1"/>
        </p:nvSpPr>
        <p:spPr>
          <a:xfrm>
            <a:off x="8077200" y="5297033"/>
            <a:ext cx="3962400" cy="304800"/>
          </a:xfrm>
          <a:prstGeom prst="rect">
            <a:avLst/>
          </a:prstGeom>
          <a:solidFill>
            <a:schemeClr val="tx2">
              <a:lumMod val="20000"/>
              <a:lumOff val="8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77" name="Rectangle 376">
            <a:extLst>
              <a:ext uri="{FF2B5EF4-FFF2-40B4-BE49-F238E27FC236}">
                <a16:creationId xmlns:a16="http://schemas.microsoft.com/office/drawing/2014/main" id="{409746C0-0633-8440-B5CF-DE04D82AFA84}"/>
              </a:ext>
            </a:extLst>
          </p:cNvPr>
          <p:cNvSpPr/>
          <p:nvPr userDrawn="1"/>
        </p:nvSpPr>
        <p:spPr>
          <a:xfrm>
            <a:off x="152400" y="4655679"/>
            <a:ext cx="2971800" cy="304800"/>
          </a:xfrm>
          <a:prstGeom prst="rect">
            <a:avLst/>
          </a:prstGeom>
          <a:solidFill>
            <a:schemeClr val="tx2">
              <a:lumMod val="20000"/>
              <a:lumOff val="8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78" name="Rectangle 377">
            <a:extLst>
              <a:ext uri="{FF2B5EF4-FFF2-40B4-BE49-F238E27FC236}">
                <a16:creationId xmlns:a16="http://schemas.microsoft.com/office/drawing/2014/main" id="{EB4B500C-F4AE-FC44-9061-B7345B89902B}"/>
              </a:ext>
            </a:extLst>
          </p:cNvPr>
          <p:cNvSpPr/>
          <p:nvPr userDrawn="1"/>
        </p:nvSpPr>
        <p:spPr>
          <a:xfrm>
            <a:off x="3124200" y="4655678"/>
            <a:ext cx="2971800" cy="304800"/>
          </a:xfrm>
          <a:prstGeom prst="rect">
            <a:avLst/>
          </a:prstGeom>
          <a:solidFill>
            <a:schemeClr val="tx2">
              <a:lumMod val="60000"/>
              <a:lumOff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79" name="Rectangle 378">
            <a:extLst>
              <a:ext uri="{FF2B5EF4-FFF2-40B4-BE49-F238E27FC236}">
                <a16:creationId xmlns:a16="http://schemas.microsoft.com/office/drawing/2014/main" id="{0BF1E544-C1F3-ED4B-81EF-A461690F54E8}"/>
              </a:ext>
            </a:extLst>
          </p:cNvPr>
          <p:cNvSpPr/>
          <p:nvPr userDrawn="1"/>
        </p:nvSpPr>
        <p:spPr>
          <a:xfrm>
            <a:off x="6096000" y="4655678"/>
            <a:ext cx="2971800" cy="304800"/>
          </a:xfrm>
          <a:prstGeom prst="rect">
            <a:avLst/>
          </a:prstGeom>
          <a:solidFill>
            <a:schemeClr val="tx2">
              <a:lumMod val="20000"/>
              <a:lumOff val="8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80" name="Rectangle 379">
            <a:extLst>
              <a:ext uri="{FF2B5EF4-FFF2-40B4-BE49-F238E27FC236}">
                <a16:creationId xmlns:a16="http://schemas.microsoft.com/office/drawing/2014/main" id="{12BC584E-CCB4-E54D-B49E-9B06C53D232C}"/>
              </a:ext>
            </a:extLst>
          </p:cNvPr>
          <p:cNvSpPr/>
          <p:nvPr userDrawn="1"/>
        </p:nvSpPr>
        <p:spPr>
          <a:xfrm>
            <a:off x="9067800" y="4655678"/>
            <a:ext cx="2971800" cy="304800"/>
          </a:xfrm>
          <a:prstGeom prst="rect">
            <a:avLst/>
          </a:prstGeom>
          <a:solidFill>
            <a:schemeClr val="tx2">
              <a:lumMod val="60000"/>
              <a:lumOff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13" name="Rectangle 412">
            <a:extLst>
              <a:ext uri="{FF2B5EF4-FFF2-40B4-BE49-F238E27FC236}">
                <a16:creationId xmlns:a16="http://schemas.microsoft.com/office/drawing/2014/main" id="{3C0DCD00-016C-8249-9E41-079096AFB3A6}"/>
              </a:ext>
            </a:extLst>
          </p:cNvPr>
          <p:cNvSpPr/>
          <p:nvPr userDrawn="1"/>
        </p:nvSpPr>
        <p:spPr>
          <a:xfrm>
            <a:off x="152400" y="4019094"/>
            <a:ext cx="2377440" cy="304800"/>
          </a:xfrm>
          <a:prstGeom prst="rect">
            <a:avLst/>
          </a:prstGeom>
          <a:solidFill>
            <a:schemeClr val="tx2">
              <a:lumMod val="20000"/>
              <a:lumOff val="8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14" name="Rectangle 413">
            <a:extLst>
              <a:ext uri="{FF2B5EF4-FFF2-40B4-BE49-F238E27FC236}">
                <a16:creationId xmlns:a16="http://schemas.microsoft.com/office/drawing/2014/main" id="{7D5C5BF9-225C-0945-9BD8-811FED6F7C6C}"/>
              </a:ext>
            </a:extLst>
          </p:cNvPr>
          <p:cNvSpPr/>
          <p:nvPr userDrawn="1"/>
        </p:nvSpPr>
        <p:spPr>
          <a:xfrm>
            <a:off x="2529840" y="4019093"/>
            <a:ext cx="2377440" cy="304800"/>
          </a:xfrm>
          <a:prstGeom prst="rect">
            <a:avLst/>
          </a:prstGeom>
          <a:solidFill>
            <a:schemeClr val="tx2">
              <a:lumMod val="60000"/>
              <a:lumOff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15" name="Rectangle 414">
            <a:extLst>
              <a:ext uri="{FF2B5EF4-FFF2-40B4-BE49-F238E27FC236}">
                <a16:creationId xmlns:a16="http://schemas.microsoft.com/office/drawing/2014/main" id="{C63D455F-73BE-A943-8A70-41066037EB15}"/>
              </a:ext>
            </a:extLst>
          </p:cNvPr>
          <p:cNvSpPr/>
          <p:nvPr userDrawn="1"/>
        </p:nvSpPr>
        <p:spPr>
          <a:xfrm>
            <a:off x="4907280" y="4019093"/>
            <a:ext cx="2377440" cy="304800"/>
          </a:xfrm>
          <a:prstGeom prst="rect">
            <a:avLst/>
          </a:prstGeom>
          <a:solidFill>
            <a:schemeClr val="tx2">
              <a:lumMod val="20000"/>
              <a:lumOff val="8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16" name="Rectangle 415">
            <a:extLst>
              <a:ext uri="{FF2B5EF4-FFF2-40B4-BE49-F238E27FC236}">
                <a16:creationId xmlns:a16="http://schemas.microsoft.com/office/drawing/2014/main" id="{29C4F461-3408-F24E-93BE-7BE25C21160B}"/>
              </a:ext>
            </a:extLst>
          </p:cNvPr>
          <p:cNvSpPr/>
          <p:nvPr userDrawn="1"/>
        </p:nvSpPr>
        <p:spPr>
          <a:xfrm>
            <a:off x="7284720" y="4019093"/>
            <a:ext cx="2377440" cy="304800"/>
          </a:xfrm>
          <a:prstGeom prst="rect">
            <a:avLst/>
          </a:prstGeom>
          <a:solidFill>
            <a:schemeClr val="tx2">
              <a:lumMod val="60000"/>
              <a:lumOff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17" name="Rectangle 416">
            <a:extLst>
              <a:ext uri="{FF2B5EF4-FFF2-40B4-BE49-F238E27FC236}">
                <a16:creationId xmlns:a16="http://schemas.microsoft.com/office/drawing/2014/main" id="{B07E25D9-5575-FA46-AE11-B58FECE45D22}"/>
              </a:ext>
            </a:extLst>
          </p:cNvPr>
          <p:cNvSpPr/>
          <p:nvPr userDrawn="1"/>
        </p:nvSpPr>
        <p:spPr>
          <a:xfrm>
            <a:off x="9662160" y="4019093"/>
            <a:ext cx="2377440" cy="304800"/>
          </a:xfrm>
          <a:prstGeom prst="rect">
            <a:avLst/>
          </a:prstGeom>
          <a:solidFill>
            <a:schemeClr val="tx2">
              <a:lumMod val="20000"/>
              <a:lumOff val="8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35" name="Rectangle 434">
            <a:extLst>
              <a:ext uri="{FF2B5EF4-FFF2-40B4-BE49-F238E27FC236}">
                <a16:creationId xmlns:a16="http://schemas.microsoft.com/office/drawing/2014/main" id="{168AE306-A0D3-924E-88F9-CBCC203C5193}"/>
              </a:ext>
            </a:extLst>
          </p:cNvPr>
          <p:cNvSpPr/>
          <p:nvPr userDrawn="1"/>
        </p:nvSpPr>
        <p:spPr>
          <a:xfrm>
            <a:off x="152400" y="5943601"/>
            <a:ext cx="5943600" cy="304800"/>
          </a:xfrm>
          <a:prstGeom prst="rect">
            <a:avLst/>
          </a:prstGeom>
          <a:solidFill>
            <a:schemeClr val="tx2">
              <a:lumMod val="20000"/>
              <a:lumOff val="8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36" name="Rectangle 435">
            <a:extLst>
              <a:ext uri="{FF2B5EF4-FFF2-40B4-BE49-F238E27FC236}">
                <a16:creationId xmlns:a16="http://schemas.microsoft.com/office/drawing/2014/main" id="{A3B192E7-794D-C14E-BC0F-394A020FA684}"/>
              </a:ext>
            </a:extLst>
          </p:cNvPr>
          <p:cNvSpPr/>
          <p:nvPr userDrawn="1"/>
        </p:nvSpPr>
        <p:spPr>
          <a:xfrm>
            <a:off x="6096000" y="5943600"/>
            <a:ext cx="5943600" cy="304800"/>
          </a:xfrm>
          <a:prstGeom prst="rect">
            <a:avLst/>
          </a:prstGeom>
          <a:solidFill>
            <a:schemeClr val="tx2">
              <a:lumMod val="60000"/>
              <a:lumOff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74" name="Rectangle 473">
            <a:extLst>
              <a:ext uri="{FF2B5EF4-FFF2-40B4-BE49-F238E27FC236}">
                <a16:creationId xmlns:a16="http://schemas.microsoft.com/office/drawing/2014/main" id="{2E39ADA9-047C-064C-B38A-58491F27D38A}"/>
              </a:ext>
            </a:extLst>
          </p:cNvPr>
          <p:cNvSpPr/>
          <p:nvPr userDrawn="1"/>
        </p:nvSpPr>
        <p:spPr>
          <a:xfrm>
            <a:off x="152400" y="3336769"/>
            <a:ext cx="1981200" cy="304800"/>
          </a:xfrm>
          <a:prstGeom prst="rect">
            <a:avLst/>
          </a:prstGeom>
          <a:solidFill>
            <a:schemeClr val="tx2">
              <a:lumMod val="20000"/>
              <a:lumOff val="8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75" name="Rectangle 474">
            <a:extLst>
              <a:ext uri="{FF2B5EF4-FFF2-40B4-BE49-F238E27FC236}">
                <a16:creationId xmlns:a16="http://schemas.microsoft.com/office/drawing/2014/main" id="{950CBAF9-139A-444A-99D3-8878A71E1230}"/>
              </a:ext>
            </a:extLst>
          </p:cNvPr>
          <p:cNvSpPr/>
          <p:nvPr userDrawn="1"/>
        </p:nvSpPr>
        <p:spPr>
          <a:xfrm>
            <a:off x="2133600" y="3336768"/>
            <a:ext cx="1981200" cy="304800"/>
          </a:xfrm>
          <a:prstGeom prst="rect">
            <a:avLst/>
          </a:prstGeom>
          <a:solidFill>
            <a:schemeClr val="tx2">
              <a:lumMod val="60000"/>
              <a:lumOff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76" name="Rectangle 475">
            <a:extLst>
              <a:ext uri="{FF2B5EF4-FFF2-40B4-BE49-F238E27FC236}">
                <a16:creationId xmlns:a16="http://schemas.microsoft.com/office/drawing/2014/main" id="{B5A13F0A-72FA-0D47-801F-47CA60E80C0C}"/>
              </a:ext>
            </a:extLst>
          </p:cNvPr>
          <p:cNvSpPr/>
          <p:nvPr userDrawn="1"/>
        </p:nvSpPr>
        <p:spPr>
          <a:xfrm>
            <a:off x="4114800" y="3336768"/>
            <a:ext cx="1981200" cy="304800"/>
          </a:xfrm>
          <a:prstGeom prst="rect">
            <a:avLst/>
          </a:prstGeom>
          <a:solidFill>
            <a:schemeClr val="tx2">
              <a:lumMod val="20000"/>
              <a:lumOff val="8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77" name="Rectangle 476">
            <a:extLst>
              <a:ext uri="{FF2B5EF4-FFF2-40B4-BE49-F238E27FC236}">
                <a16:creationId xmlns:a16="http://schemas.microsoft.com/office/drawing/2014/main" id="{4FEF358F-4817-F64B-8CC4-0FD0C1FABF29}"/>
              </a:ext>
            </a:extLst>
          </p:cNvPr>
          <p:cNvSpPr/>
          <p:nvPr userDrawn="1"/>
        </p:nvSpPr>
        <p:spPr>
          <a:xfrm>
            <a:off x="6096000" y="3336768"/>
            <a:ext cx="1981200" cy="304800"/>
          </a:xfrm>
          <a:prstGeom prst="rect">
            <a:avLst/>
          </a:prstGeom>
          <a:solidFill>
            <a:schemeClr val="tx2">
              <a:lumMod val="60000"/>
              <a:lumOff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78" name="Rectangle 477">
            <a:extLst>
              <a:ext uri="{FF2B5EF4-FFF2-40B4-BE49-F238E27FC236}">
                <a16:creationId xmlns:a16="http://schemas.microsoft.com/office/drawing/2014/main" id="{EFF11427-1778-1747-93D7-55F0840A0284}"/>
              </a:ext>
            </a:extLst>
          </p:cNvPr>
          <p:cNvSpPr/>
          <p:nvPr userDrawn="1"/>
        </p:nvSpPr>
        <p:spPr>
          <a:xfrm>
            <a:off x="8077200" y="3336768"/>
            <a:ext cx="1981200" cy="304800"/>
          </a:xfrm>
          <a:prstGeom prst="rect">
            <a:avLst/>
          </a:prstGeom>
          <a:solidFill>
            <a:schemeClr val="tx2">
              <a:lumMod val="20000"/>
              <a:lumOff val="8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79" name="Rectangle 478">
            <a:extLst>
              <a:ext uri="{FF2B5EF4-FFF2-40B4-BE49-F238E27FC236}">
                <a16:creationId xmlns:a16="http://schemas.microsoft.com/office/drawing/2014/main" id="{F3D80D4E-21FD-8E4F-BCC2-F182D2FB139B}"/>
              </a:ext>
            </a:extLst>
          </p:cNvPr>
          <p:cNvSpPr/>
          <p:nvPr userDrawn="1"/>
        </p:nvSpPr>
        <p:spPr>
          <a:xfrm>
            <a:off x="10058400" y="3336768"/>
            <a:ext cx="1981200" cy="304800"/>
          </a:xfrm>
          <a:prstGeom prst="rect">
            <a:avLst/>
          </a:prstGeom>
          <a:solidFill>
            <a:schemeClr val="tx2">
              <a:lumMod val="60000"/>
              <a:lumOff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nvGrpSpPr>
          <p:cNvPr id="439" name="Group 438">
            <a:extLst>
              <a:ext uri="{FF2B5EF4-FFF2-40B4-BE49-F238E27FC236}">
                <a16:creationId xmlns:a16="http://schemas.microsoft.com/office/drawing/2014/main" id="{772AB51C-F49A-0A4A-BA0B-000FC84A5867}"/>
              </a:ext>
            </a:extLst>
          </p:cNvPr>
          <p:cNvGrpSpPr/>
          <p:nvPr userDrawn="1"/>
        </p:nvGrpSpPr>
        <p:grpSpPr>
          <a:xfrm>
            <a:off x="0" y="3336768"/>
            <a:ext cx="304800" cy="304800"/>
            <a:chOff x="4748283" y="3386554"/>
            <a:chExt cx="548640" cy="548640"/>
          </a:xfrm>
        </p:grpSpPr>
        <p:sp>
          <p:nvSpPr>
            <p:cNvPr id="470" name="Rectangle 469">
              <a:extLst>
                <a:ext uri="{FF2B5EF4-FFF2-40B4-BE49-F238E27FC236}">
                  <a16:creationId xmlns:a16="http://schemas.microsoft.com/office/drawing/2014/main" id="{E4A75E68-C0BB-4840-B07F-1D82C5547F73}"/>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71" name="Rectangle 470">
              <a:extLst>
                <a:ext uri="{FF2B5EF4-FFF2-40B4-BE49-F238E27FC236}">
                  <a16:creationId xmlns:a16="http://schemas.microsoft.com/office/drawing/2014/main" id="{8DD8EBE3-10D1-3E44-85FC-03439E297582}"/>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72" name="Rectangle 471">
              <a:extLst>
                <a:ext uri="{FF2B5EF4-FFF2-40B4-BE49-F238E27FC236}">
                  <a16:creationId xmlns:a16="http://schemas.microsoft.com/office/drawing/2014/main" id="{6AEBDBAB-049C-C94F-BA15-670FE7786BB7}"/>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73" name="Rectangle 472">
              <a:extLst>
                <a:ext uri="{FF2B5EF4-FFF2-40B4-BE49-F238E27FC236}">
                  <a16:creationId xmlns:a16="http://schemas.microsoft.com/office/drawing/2014/main" id="{1839B25E-E114-E34C-A32D-6D7EC38B1EE9}"/>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sp>
        <p:nvSpPr>
          <p:cNvPr id="480" name="TextBox 479">
            <a:extLst>
              <a:ext uri="{FF2B5EF4-FFF2-40B4-BE49-F238E27FC236}">
                <a16:creationId xmlns:a16="http://schemas.microsoft.com/office/drawing/2014/main" id="{342D7EB4-B12F-644A-9E0A-98B8EF09117E}"/>
              </a:ext>
            </a:extLst>
          </p:cNvPr>
          <p:cNvSpPr txBox="1"/>
          <p:nvPr userDrawn="1"/>
        </p:nvSpPr>
        <p:spPr>
          <a:xfrm>
            <a:off x="304800" y="3126887"/>
            <a:ext cx="621965" cy="184666"/>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tx1"/>
                </a:solidFill>
                <a:effectLst/>
                <a:uLnTx/>
                <a:uFillTx/>
              </a:rPr>
              <a:t>6 column</a:t>
            </a:r>
          </a:p>
        </p:txBody>
      </p:sp>
      <p:sp>
        <p:nvSpPr>
          <p:cNvPr id="481" name="TextBox 480">
            <a:extLst>
              <a:ext uri="{FF2B5EF4-FFF2-40B4-BE49-F238E27FC236}">
                <a16:creationId xmlns:a16="http://schemas.microsoft.com/office/drawing/2014/main" id="{7056B7B5-7702-9842-8ACC-189B0B1EC818}"/>
              </a:ext>
            </a:extLst>
          </p:cNvPr>
          <p:cNvSpPr txBox="1"/>
          <p:nvPr userDrawn="1"/>
        </p:nvSpPr>
        <p:spPr>
          <a:xfrm>
            <a:off x="304800" y="3823113"/>
            <a:ext cx="621965" cy="184666"/>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tx1"/>
                </a:solidFill>
                <a:effectLst/>
                <a:uLnTx/>
                <a:uFillTx/>
              </a:rPr>
              <a:t>5 column</a:t>
            </a:r>
          </a:p>
        </p:txBody>
      </p:sp>
      <p:sp>
        <p:nvSpPr>
          <p:cNvPr id="482" name="TextBox 481">
            <a:extLst>
              <a:ext uri="{FF2B5EF4-FFF2-40B4-BE49-F238E27FC236}">
                <a16:creationId xmlns:a16="http://schemas.microsoft.com/office/drawing/2014/main" id="{86211BCB-2DF9-6644-8DCD-BC5B31A507D4}"/>
              </a:ext>
            </a:extLst>
          </p:cNvPr>
          <p:cNvSpPr txBox="1"/>
          <p:nvPr userDrawn="1"/>
        </p:nvSpPr>
        <p:spPr>
          <a:xfrm>
            <a:off x="304800" y="4456624"/>
            <a:ext cx="621965" cy="184666"/>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tx1"/>
                </a:solidFill>
                <a:effectLst/>
                <a:uLnTx/>
                <a:uFillTx/>
              </a:rPr>
              <a:t>4 column</a:t>
            </a:r>
          </a:p>
        </p:txBody>
      </p:sp>
      <p:sp>
        <p:nvSpPr>
          <p:cNvPr id="483" name="TextBox 482">
            <a:extLst>
              <a:ext uri="{FF2B5EF4-FFF2-40B4-BE49-F238E27FC236}">
                <a16:creationId xmlns:a16="http://schemas.microsoft.com/office/drawing/2014/main" id="{480A6B41-B33C-4544-AA80-B05EA7E4F5F8}"/>
              </a:ext>
            </a:extLst>
          </p:cNvPr>
          <p:cNvSpPr txBox="1"/>
          <p:nvPr userDrawn="1"/>
        </p:nvSpPr>
        <p:spPr>
          <a:xfrm>
            <a:off x="304800" y="5094905"/>
            <a:ext cx="621965" cy="184666"/>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tx1"/>
                </a:solidFill>
                <a:effectLst/>
                <a:uLnTx/>
                <a:uFillTx/>
              </a:rPr>
              <a:t>3 column</a:t>
            </a:r>
          </a:p>
        </p:txBody>
      </p:sp>
      <p:sp>
        <p:nvSpPr>
          <p:cNvPr id="484" name="TextBox 483">
            <a:extLst>
              <a:ext uri="{FF2B5EF4-FFF2-40B4-BE49-F238E27FC236}">
                <a16:creationId xmlns:a16="http://schemas.microsoft.com/office/drawing/2014/main" id="{29F7A788-CE98-6246-ADB3-ACDB5AD10573}"/>
              </a:ext>
            </a:extLst>
          </p:cNvPr>
          <p:cNvSpPr txBox="1"/>
          <p:nvPr userDrawn="1"/>
        </p:nvSpPr>
        <p:spPr>
          <a:xfrm>
            <a:off x="304800" y="5751326"/>
            <a:ext cx="621965" cy="184666"/>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tx1"/>
                </a:solidFill>
                <a:effectLst/>
                <a:uLnTx/>
                <a:uFillTx/>
              </a:rPr>
              <a:t>2 column</a:t>
            </a:r>
          </a:p>
        </p:txBody>
      </p:sp>
      <p:sp>
        <p:nvSpPr>
          <p:cNvPr id="164" name="Slide Number Placeholder 2">
            <a:extLst>
              <a:ext uri="{FF2B5EF4-FFF2-40B4-BE49-F238E27FC236}">
                <a16:creationId xmlns:a16="http://schemas.microsoft.com/office/drawing/2014/main" id="{F03B75DB-F93B-BB4A-88B7-BC503665EB12}"/>
              </a:ext>
            </a:extLst>
          </p:cNvPr>
          <p:cNvSpPr>
            <a:spLocks noGrp="1"/>
          </p:cNvSpPr>
          <p:nvPr userDrawn="1">
            <p:ph type="sldNum" sz="quarter" idx="10"/>
          </p:nvPr>
        </p:nvSpPr>
        <p:spPr>
          <a:xfrm>
            <a:off x="1" y="6553200"/>
            <a:ext cx="304799" cy="304799"/>
          </a:xfrm>
        </p:spPr>
        <p:txBody>
          <a:bodyPr/>
          <a:lstStyle/>
          <a:p>
            <a:fld id="{89006F1E-66CD-4A4B-9370-B4A3080F0E6C}" type="slidenum">
              <a:rPr lang="en-US" smtClean="0"/>
              <a:pPr/>
              <a:t>‹#›</a:t>
            </a:fld>
            <a:endParaRPr lang="en-US"/>
          </a:p>
        </p:txBody>
      </p:sp>
      <p:sp>
        <p:nvSpPr>
          <p:cNvPr id="165" name="Footer Placeholder 1">
            <a:extLst>
              <a:ext uri="{FF2B5EF4-FFF2-40B4-BE49-F238E27FC236}">
                <a16:creationId xmlns:a16="http://schemas.microsoft.com/office/drawing/2014/main" id="{32024396-8CE7-064A-913E-52749C1A59C6}"/>
              </a:ext>
            </a:extLst>
          </p:cNvPr>
          <p:cNvSpPr>
            <a:spLocks noGrp="1"/>
          </p:cNvSpPr>
          <p:nvPr userDrawn="1">
            <p:ph type="ftr" sz="quarter" idx="14"/>
          </p:nvPr>
        </p:nvSpPr>
        <p:spPr>
          <a:xfrm>
            <a:off x="304799" y="6553201"/>
            <a:ext cx="7620001" cy="304800"/>
          </a:xfrm>
          <a:prstGeom prst="rect">
            <a:avLst/>
          </a:prstGeom>
        </p:spPr>
        <p:txBody>
          <a:bodyPr/>
          <a:lstStyle>
            <a:lvl1pPr>
              <a:defRPr>
                <a:solidFill>
                  <a:schemeClr val="accent5"/>
                </a:solidFill>
              </a:defRPr>
            </a:lvl1pPr>
          </a:lstStyle>
          <a:p>
            <a:r>
              <a:rPr lang="en-US">
                <a:ea typeface="MS PGothic" panose="020B0600070205080204" pitchFamily="34" charset="-128"/>
              </a:rPr>
              <a:t>Proprietary &amp; Confidential |  authoremail@thermofisher.com | 12-January-2022</a:t>
            </a:r>
          </a:p>
        </p:txBody>
      </p:sp>
      <p:grpSp>
        <p:nvGrpSpPr>
          <p:cNvPr id="12" name="Group 11">
            <a:extLst>
              <a:ext uri="{FF2B5EF4-FFF2-40B4-BE49-F238E27FC236}">
                <a16:creationId xmlns:a16="http://schemas.microsoft.com/office/drawing/2014/main" id="{6F86E547-682A-6B4F-B0EC-65D336F3A540}"/>
              </a:ext>
            </a:extLst>
          </p:cNvPr>
          <p:cNvGrpSpPr/>
          <p:nvPr userDrawn="1"/>
        </p:nvGrpSpPr>
        <p:grpSpPr>
          <a:xfrm>
            <a:off x="300227" y="876301"/>
            <a:ext cx="11586972" cy="5676899"/>
            <a:chOff x="300227" y="876301"/>
            <a:chExt cx="11586972" cy="5676899"/>
          </a:xfrm>
        </p:grpSpPr>
        <p:sp>
          <p:nvSpPr>
            <p:cNvPr id="3" name="Rectangle 2">
              <a:extLst>
                <a:ext uri="{FF2B5EF4-FFF2-40B4-BE49-F238E27FC236}">
                  <a16:creationId xmlns:a16="http://schemas.microsoft.com/office/drawing/2014/main" id="{8EE04DA2-78B1-A642-A2C2-0873783B7B9C}"/>
                </a:ext>
              </a:extLst>
            </p:cNvPr>
            <p:cNvSpPr/>
            <p:nvPr userDrawn="1"/>
          </p:nvSpPr>
          <p:spPr>
            <a:xfrm>
              <a:off x="300227" y="876301"/>
              <a:ext cx="11586972" cy="5676899"/>
            </a:xfrm>
            <a:prstGeom prst="rect">
              <a:avLst/>
            </a:prstGeom>
            <a:noFill/>
            <a:ln>
              <a:solidFill>
                <a:schemeClr val="accent5">
                  <a:lumMod val="60000"/>
                  <a:lumOff val="40000"/>
                </a:schemeClr>
              </a:solidFill>
              <a:prstDash val="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5" name="Straight Arrow Connector 4">
              <a:extLst>
                <a:ext uri="{FF2B5EF4-FFF2-40B4-BE49-F238E27FC236}">
                  <a16:creationId xmlns:a16="http://schemas.microsoft.com/office/drawing/2014/main" id="{73EED049-4AD2-0B49-BBEA-A4247ECC89A5}"/>
                </a:ext>
              </a:extLst>
            </p:cNvPr>
            <p:cNvCxnSpPr/>
            <p:nvPr userDrawn="1"/>
          </p:nvCxnSpPr>
          <p:spPr>
            <a:xfrm>
              <a:off x="474651" y="876301"/>
              <a:ext cx="0" cy="174504"/>
            </a:xfrm>
            <a:prstGeom prst="straightConnector1">
              <a:avLst/>
            </a:prstGeom>
            <a:ln w="12700">
              <a:solidFill>
                <a:schemeClr val="accent5"/>
              </a:solidFill>
              <a:tailEnd type="arrow"/>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1BA01FDD-B887-5D48-9BCC-AB3E59DA8C44}"/>
                </a:ext>
              </a:extLst>
            </p:cNvPr>
            <p:cNvSpPr txBox="1"/>
            <p:nvPr userDrawn="1"/>
          </p:nvSpPr>
          <p:spPr>
            <a:xfrm>
              <a:off x="579276" y="905884"/>
              <a:ext cx="3517997" cy="174504"/>
            </a:xfrm>
            <a:prstGeom prst="rect">
              <a:avLst/>
            </a:prstGeom>
            <a:noFill/>
          </p:spPr>
          <p:txBody>
            <a:bodyPr wrap="none" lIns="0" tIns="0" rIns="0" bIns="0" rtlCol="0">
              <a:normAutofit/>
            </a:bodyPr>
            <a:lstStyle/>
            <a:p>
              <a:pPr marL="0" indent="0" algn="l" defTabSz="914400">
                <a:lnSpc>
                  <a:spcPct val="120000"/>
                </a:lnSpc>
                <a:spcBef>
                  <a:spcPts val="200"/>
                </a:spcBef>
                <a:buClr>
                  <a:schemeClr val="tx2"/>
                </a:buClr>
                <a:buSzPct val="100000"/>
                <a:buFont typeface="Arial" panose="020B0604020202020204" pitchFamily="34" charset="0"/>
                <a:buNone/>
              </a:pPr>
              <a:r>
                <a:rPr lang="en-US" sz="1050"/>
                <a:t>Safe zone</a:t>
              </a:r>
            </a:p>
          </p:txBody>
        </p:sp>
        <p:cxnSp>
          <p:nvCxnSpPr>
            <p:cNvPr id="171" name="Straight Arrow Connector 170">
              <a:extLst>
                <a:ext uri="{FF2B5EF4-FFF2-40B4-BE49-F238E27FC236}">
                  <a16:creationId xmlns:a16="http://schemas.microsoft.com/office/drawing/2014/main" id="{9BD67516-3606-FF42-BF2C-613E58799753}"/>
                </a:ext>
              </a:extLst>
            </p:cNvPr>
            <p:cNvCxnSpPr/>
            <p:nvPr userDrawn="1"/>
          </p:nvCxnSpPr>
          <p:spPr>
            <a:xfrm>
              <a:off x="474651" y="1455311"/>
              <a:ext cx="0" cy="174504"/>
            </a:xfrm>
            <a:prstGeom prst="straightConnector1">
              <a:avLst/>
            </a:prstGeom>
            <a:ln w="12700">
              <a:solidFill>
                <a:schemeClr val="accent5"/>
              </a:solidFill>
              <a:tailEnd type="arrow"/>
            </a:ln>
          </p:spPr>
          <p:style>
            <a:lnRef idx="1">
              <a:schemeClr val="accent1"/>
            </a:lnRef>
            <a:fillRef idx="0">
              <a:schemeClr val="accent1"/>
            </a:fillRef>
            <a:effectRef idx="0">
              <a:schemeClr val="accent1"/>
            </a:effectRef>
            <a:fontRef idx="minor">
              <a:schemeClr val="tx1"/>
            </a:fontRef>
          </p:style>
        </p:cxnSp>
        <p:sp>
          <p:nvSpPr>
            <p:cNvPr id="172" name="TextBox 171">
              <a:extLst>
                <a:ext uri="{FF2B5EF4-FFF2-40B4-BE49-F238E27FC236}">
                  <a16:creationId xmlns:a16="http://schemas.microsoft.com/office/drawing/2014/main" id="{4E864EDE-9D5F-984C-A44E-2B8534B762A2}"/>
                </a:ext>
              </a:extLst>
            </p:cNvPr>
            <p:cNvSpPr txBox="1"/>
            <p:nvPr userDrawn="1"/>
          </p:nvSpPr>
          <p:spPr>
            <a:xfrm>
              <a:off x="579276" y="1484894"/>
              <a:ext cx="3517997" cy="174504"/>
            </a:xfrm>
            <a:prstGeom prst="rect">
              <a:avLst/>
            </a:prstGeom>
            <a:noFill/>
          </p:spPr>
          <p:txBody>
            <a:bodyPr wrap="none" lIns="0" tIns="0" rIns="0" bIns="0" rtlCol="0">
              <a:normAutofit/>
            </a:bodyPr>
            <a:lstStyle/>
            <a:p>
              <a:pPr marL="0" indent="0" algn="l" defTabSz="914400">
                <a:lnSpc>
                  <a:spcPct val="120000"/>
                </a:lnSpc>
                <a:spcBef>
                  <a:spcPts val="200"/>
                </a:spcBef>
                <a:buClr>
                  <a:schemeClr val="tx2"/>
                </a:buClr>
                <a:buSzPct val="100000"/>
                <a:buFont typeface="Arial" panose="020B0604020202020204" pitchFamily="34" charset="0"/>
                <a:buNone/>
              </a:pPr>
              <a:r>
                <a:rPr lang="en-US" sz="1050"/>
                <a:t>Safe zone with sub-title</a:t>
              </a:r>
            </a:p>
          </p:txBody>
        </p:sp>
        <p:cxnSp>
          <p:nvCxnSpPr>
            <p:cNvPr id="8" name="Straight Connector 7">
              <a:extLst>
                <a:ext uri="{FF2B5EF4-FFF2-40B4-BE49-F238E27FC236}">
                  <a16:creationId xmlns:a16="http://schemas.microsoft.com/office/drawing/2014/main" id="{11BD3366-59E4-7A48-9F82-4F24D0C736CB}"/>
                </a:ext>
              </a:extLst>
            </p:cNvPr>
            <p:cNvCxnSpPr>
              <a:cxnSpLocks/>
            </p:cNvCxnSpPr>
            <p:nvPr userDrawn="1"/>
          </p:nvCxnSpPr>
          <p:spPr>
            <a:xfrm>
              <a:off x="300227" y="1455311"/>
              <a:ext cx="11586972" cy="0"/>
            </a:xfrm>
            <a:prstGeom prst="line">
              <a:avLst/>
            </a:prstGeom>
            <a:noFill/>
            <a:ln>
              <a:solidFill>
                <a:schemeClr val="accent5">
                  <a:lumMod val="60000"/>
                  <a:lumOff val="40000"/>
                </a:schemeClr>
              </a:solidFill>
              <a:prstDash val="dash"/>
            </a:ln>
          </p:spPr>
          <p:style>
            <a:lnRef idx="2">
              <a:schemeClr val="accent6"/>
            </a:lnRef>
            <a:fillRef idx="1">
              <a:schemeClr val="lt1"/>
            </a:fillRef>
            <a:effectRef idx="0">
              <a:schemeClr val="accent6"/>
            </a:effectRef>
            <a:fontRef idx="minor">
              <a:schemeClr val="dk1"/>
            </a:fontRef>
          </p:style>
        </p:cxnSp>
      </p:grpSp>
      <p:grpSp>
        <p:nvGrpSpPr>
          <p:cNvPr id="16" name="Group 15">
            <a:extLst>
              <a:ext uri="{FF2B5EF4-FFF2-40B4-BE49-F238E27FC236}">
                <a16:creationId xmlns:a16="http://schemas.microsoft.com/office/drawing/2014/main" id="{69B2DC8A-7A6F-9644-8D71-F808322A48E6}"/>
              </a:ext>
            </a:extLst>
          </p:cNvPr>
          <p:cNvGrpSpPr/>
          <p:nvPr userDrawn="1"/>
        </p:nvGrpSpPr>
        <p:grpSpPr>
          <a:xfrm>
            <a:off x="2083982" y="1584073"/>
            <a:ext cx="8024037" cy="1628059"/>
            <a:chOff x="2105247" y="1591161"/>
            <a:chExt cx="8024037" cy="1628059"/>
          </a:xfrm>
        </p:grpSpPr>
        <p:pic>
          <p:nvPicPr>
            <p:cNvPr id="180" name="Picture 179">
              <a:extLst>
                <a:ext uri="{FF2B5EF4-FFF2-40B4-BE49-F238E27FC236}">
                  <a16:creationId xmlns:a16="http://schemas.microsoft.com/office/drawing/2014/main" id="{7DE60FB9-62FE-9C46-B40B-0229DBC6F0D9}"/>
                </a:ext>
              </a:extLst>
            </p:cNvPr>
            <p:cNvPicPr>
              <a:picLocks noChangeAspect="1"/>
            </p:cNvPicPr>
            <p:nvPr userDrawn="1"/>
          </p:nvPicPr>
          <p:blipFill>
            <a:blip r:embed="rId2" cstate="screen">
              <a:duotone>
                <a:prstClr val="black"/>
                <a:schemeClr val="accent5">
                  <a:tint val="45000"/>
                  <a:satMod val="400000"/>
                </a:schemeClr>
              </a:duotone>
              <a:extLst>
                <a:ext uri="{28A0092B-C50C-407E-A947-70E740481C1C}">
                  <a14:useLocalDpi xmlns:a14="http://schemas.microsoft.com/office/drawing/2010/main"/>
                </a:ext>
              </a:extLst>
            </a:blip>
            <a:stretch>
              <a:fillRect/>
            </a:stretch>
          </p:blipFill>
          <p:spPr>
            <a:xfrm>
              <a:off x="3874331" y="1591161"/>
              <a:ext cx="4443338" cy="1542319"/>
            </a:xfrm>
            <a:prstGeom prst="rect">
              <a:avLst/>
            </a:prstGeom>
          </p:spPr>
        </p:pic>
        <p:sp>
          <p:nvSpPr>
            <p:cNvPr id="179" name="Parallelogram 178">
              <a:extLst>
                <a:ext uri="{FF2B5EF4-FFF2-40B4-BE49-F238E27FC236}">
                  <a16:creationId xmlns:a16="http://schemas.microsoft.com/office/drawing/2014/main" id="{C604ECB2-C049-5D43-9BEB-15DEE7EE1A1E}"/>
                </a:ext>
              </a:extLst>
            </p:cNvPr>
            <p:cNvSpPr>
              <a:spLocks/>
            </p:cNvSpPr>
            <p:nvPr userDrawn="1"/>
          </p:nvSpPr>
          <p:spPr bwMode="auto">
            <a:xfrm>
              <a:off x="2105247" y="1611455"/>
              <a:ext cx="8024037" cy="1607765"/>
            </a:xfrm>
            <a:prstGeom prst="parallelogram">
              <a:avLst>
                <a:gd name="adj" fmla="val 31844"/>
              </a:avLst>
            </a:prstGeom>
            <a:noFill/>
            <a:ln w="6350" cap="flat" cmpd="sng" algn="ctr">
              <a:solidFill>
                <a:schemeClr val="accent5">
                  <a:lumMod val="60000"/>
                  <a:lumOff val="4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14400" eaLnBrk="0" fontAlgn="base" hangingPunct="0">
                <a:spcBef>
                  <a:spcPct val="0"/>
                </a:spcBef>
                <a:spcAft>
                  <a:spcPct val="0"/>
                </a:spcAft>
              </a:pPr>
              <a:r>
                <a:rPr lang="en-US" sz="1800">
                  <a:latin typeface="Arial" pitchFamily="124" charset="0"/>
                </a:rPr>
                <a:t>     </a:t>
              </a:r>
            </a:p>
          </p:txBody>
        </p:sp>
        <p:cxnSp>
          <p:nvCxnSpPr>
            <p:cNvPr id="14" name="Straight Connector 13">
              <a:extLst>
                <a:ext uri="{FF2B5EF4-FFF2-40B4-BE49-F238E27FC236}">
                  <a16:creationId xmlns:a16="http://schemas.microsoft.com/office/drawing/2014/main" id="{995298F5-F7FE-A248-809C-3B79A412B130}"/>
                </a:ext>
              </a:extLst>
            </p:cNvPr>
            <p:cNvCxnSpPr/>
            <p:nvPr userDrawn="1"/>
          </p:nvCxnSpPr>
          <p:spPr>
            <a:xfrm flipV="1">
              <a:off x="6265284" y="1611455"/>
              <a:ext cx="516531" cy="1607765"/>
            </a:xfrm>
            <a:prstGeom prst="line">
              <a:avLst/>
            </a:prstGeom>
            <a:noFill/>
            <a:ln w="6350" cap="flat" cmpd="sng" algn="ctr">
              <a:solidFill>
                <a:schemeClr val="accent5">
                  <a:lumMod val="60000"/>
                  <a:lumOff val="40000"/>
                </a:schemeClr>
              </a:solidFill>
              <a:prstDash val="solid"/>
              <a:round/>
              <a:headEnd type="none" w="med" len="med"/>
              <a:tailEnd type="none" w="med" len="med"/>
            </a:ln>
            <a:effectLst/>
          </p:spPr>
        </p:cxnSp>
        <p:sp>
          <p:nvSpPr>
            <p:cNvPr id="186" name="TextBox 185">
              <a:extLst>
                <a:ext uri="{FF2B5EF4-FFF2-40B4-BE49-F238E27FC236}">
                  <a16:creationId xmlns:a16="http://schemas.microsoft.com/office/drawing/2014/main" id="{2E915A16-BE94-8648-888A-1C89BAA886EB}"/>
                </a:ext>
              </a:extLst>
            </p:cNvPr>
            <p:cNvSpPr txBox="1"/>
            <p:nvPr userDrawn="1"/>
          </p:nvSpPr>
          <p:spPr>
            <a:xfrm>
              <a:off x="2682698" y="2296374"/>
              <a:ext cx="873729" cy="174504"/>
            </a:xfrm>
            <a:prstGeom prst="rect">
              <a:avLst/>
            </a:prstGeom>
            <a:noFill/>
          </p:spPr>
          <p:txBody>
            <a:bodyPr wrap="none" lIns="0" tIns="0" rIns="0" bIns="0" rtlCol="0">
              <a:normAutofit/>
            </a:bodyPr>
            <a:lstStyle/>
            <a:p>
              <a:pPr marL="0" indent="0" algn="ctr" defTabSz="914400">
                <a:lnSpc>
                  <a:spcPct val="120000"/>
                </a:lnSpc>
                <a:spcBef>
                  <a:spcPts val="200"/>
                </a:spcBef>
                <a:buClr>
                  <a:schemeClr val="tx2"/>
                </a:buClr>
                <a:buSzPct val="100000"/>
                <a:buFont typeface="Arial" panose="020B0604020202020204" pitchFamily="34" charset="0"/>
                <a:buNone/>
              </a:pPr>
              <a:r>
                <a:rPr lang="en-US" sz="1050"/>
                <a:t>Angle Guide</a:t>
              </a:r>
            </a:p>
          </p:txBody>
        </p:sp>
        <p:sp>
          <p:nvSpPr>
            <p:cNvPr id="187" name="TextBox 186">
              <a:extLst>
                <a:ext uri="{FF2B5EF4-FFF2-40B4-BE49-F238E27FC236}">
                  <a16:creationId xmlns:a16="http://schemas.microsoft.com/office/drawing/2014/main" id="{E5BD1D51-69A2-4F40-9366-6263E56C9410}"/>
                </a:ext>
              </a:extLst>
            </p:cNvPr>
            <p:cNvSpPr txBox="1"/>
            <p:nvPr userDrawn="1"/>
          </p:nvSpPr>
          <p:spPr>
            <a:xfrm>
              <a:off x="8580213" y="2296374"/>
              <a:ext cx="873729" cy="174504"/>
            </a:xfrm>
            <a:prstGeom prst="rect">
              <a:avLst/>
            </a:prstGeom>
            <a:noFill/>
          </p:spPr>
          <p:txBody>
            <a:bodyPr wrap="none" lIns="0" tIns="0" rIns="0" bIns="0" rtlCol="0">
              <a:normAutofit/>
            </a:bodyPr>
            <a:lstStyle/>
            <a:p>
              <a:pPr marL="0" indent="0" algn="ctr" defTabSz="914400">
                <a:lnSpc>
                  <a:spcPct val="120000"/>
                </a:lnSpc>
                <a:spcBef>
                  <a:spcPts val="200"/>
                </a:spcBef>
                <a:buClr>
                  <a:schemeClr val="tx2"/>
                </a:buClr>
                <a:buSzPct val="100000"/>
                <a:buFont typeface="Arial" panose="020B0604020202020204" pitchFamily="34" charset="0"/>
                <a:buNone/>
              </a:pPr>
              <a:r>
                <a:rPr lang="en-US" sz="1050"/>
                <a:t>Angle Guide</a:t>
              </a:r>
            </a:p>
          </p:txBody>
        </p:sp>
        <p:cxnSp>
          <p:nvCxnSpPr>
            <p:cNvPr id="189" name="Straight Connector 188">
              <a:extLst>
                <a:ext uri="{FF2B5EF4-FFF2-40B4-BE49-F238E27FC236}">
                  <a16:creationId xmlns:a16="http://schemas.microsoft.com/office/drawing/2014/main" id="{C216DAF5-4369-B241-B946-0ED9F3E7EC5D}"/>
                </a:ext>
              </a:extLst>
            </p:cNvPr>
            <p:cNvCxnSpPr/>
            <p:nvPr userDrawn="1"/>
          </p:nvCxnSpPr>
          <p:spPr>
            <a:xfrm flipV="1">
              <a:off x="3649675" y="1611455"/>
              <a:ext cx="516531" cy="1607765"/>
            </a:xfrm>
            <a:prstGeom prst="line">
              <a:avLst/>
            </a:prstGeom>
            <a:noFill/>
            <a:ln w="6350" cap="flat" cmpd="sng" algn="ctr">
              <a:solidFill>
                <a:schemeClr val="accent5">
                  <a:lumMod val="60000"/>
                  <a:lumOff val="40000"/>
                </a:schemeClr>
              </a:solidFill>
              <a:prstDash val="solid"/>
              <a:round/>
              <a:headEnd type="none" w="med" len="med"/>
              <a:tailEnd type="none" w="med" len="med"/>
            </a:ln>
            <a:effectLst/>
          </p:spPr>
        </p:cxnSp>
        <p:cxnSp>
          <p:nvCxnSpPr>
            <p:cNvPr id="190" name="Straight Connector 189">
              <a:extLst>
                <a:ext uri="{FF2B5EF4-FFF2-40B4-BE49-F238E27FC236}">
                  <a16:creationId xmlns:a16="http://schemas.microsoft.com/office/drawing/2014/main" id="{8E1CD583-1C76-814A-860F-230F9D23AD6A}"/>
                </a:ext>
              </a:extLst>
            </p:cNvPr>
            <p:cNvCxnSpPr/>
            <p:nvPr userDrawn="1"/>
          </p:nvCxnSpPr>
          <p:spPr>
            <a:xfrm flipV="1">
              <a:off x="7921380" y="1611455"/>
              <a:ext cx="516531" cy="1607765"/>
            </a:xfrm>
            <a:prstGeom prst="line">
              <a:avLst/>
            </a:prstGeom>
            <a:noFill/>
            <a:ln w="6350" cap="flat" cmpd="sng" algn="ctr">
              <a:solidFill>
                <a:schemeClr val="accent5">
                  <a:lumMod val="60000"/>
                  <a:lumOff val="40000"/>
                </a:schemeClr>
              </a:solidFill>
              <a:prstDash val="solid"/>
              <a:round/>
              <a:headEnd type="none" w="med" len="med"/>
              <a:tailEnd type="none" w="med" len="med"/>
            </a:ln>
            <a:effectLst/>
          </p:spPr>
        </p:cxnSp>
      </p:grpSp>
      <p:grpSp>
        <p:nvGrpSpPr>
          <p:cNvPr id="181" name="Group 180">
            <a:extLst>
              <a:ext uri="{FF2B5EF4-FFF2-40B4-BE49-F238E27FC236}">
                <a16:creationId xmlns:a16="http://schemas.microsoft.com/office/drawing/2014/main" id="{17B7CBAA-697B-9947-AD1C-C40235244B0F}"/>
              </a:ext>
            </a:extLst>
          </p:cNvPr>
          <p:cNvGrpSpPr/>
          <p:nvPr userDrawn="1"/>
        </p:nvGrpSpPr>
        <p:grpSpPr>
          <a:xfrm>
            <a:off x="3963407" y="3336768"/>
            <a:ext cx="304800" cy="304800"/>
            <a:chOff x="4748283" y="3386554"/>
            <a:chExt cx="548640" cy="548640"/>
          </a:xfrm>
        </p:grpSpPr>
        <p:sp>
          <p:nvSpPr>
            <p:cNvPr id="182" name="Rectangle 181">
              <a:extLst>
                <a:ext uri="{FF2B5EF4-FFF2-40B4-BE49-F238E27FC236}">
                  <a16:creationId xmlns:a16="http://schemas.microsoft.com/office/drawing/2014/main" id="{A88E0141-6287-F149-9F46-2D66A8545A01}"/>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183" name="Rectangle 182">
              <a:extLst>
                <a:ext uri="{FF2B5EF4-FFF2-40B4-BE49-F238E27FC236}">
                  <a16:creationId xmlns:a16="http://schemas.microsoft.com/office/drawing/2014/main" id="{53551AF9-97A5-3B4E-AA4D-60D4753217F4}"/>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184" name="Rectangle 183">
              <a:extLst>
                <a:ext uri="{FF2B5EF4-FFF2-40B4-BE49-F238E27FC236}">
                  <a16:creationId xmlns:a16="http://schemas.microsoft.com/office/drawing/2014/main" id="{5985A5AB-159C-6143-9CC0-F93C575653B7}"/>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185" name="Rectangle 184">
              <a:extLst>
                <a:ext uri="{FF2B5EF4-FFF2-40B4-BE49-F238E27FC236}">
                  <a16:creationId xmlns:a16="http://schemas.microsoft.com/office/drawing/2014/main" id="{298D322F-20C0-4E4A-B870-32AA6455F639}"/>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188" name="Group 187">
            <a:extLst>
              <a:ext uri="{FF2B5EF4-FFF2-40B4-BE49-F238E27FC236}">
                <a16:creationId xmlns:a16="http://schemas.microsoft.com/office/drawing/2014/main" id="{D2D85B8E-D7B2-0945-9AB6-7468F6721FA3}"/>
              </a:ext>
            </a:extLst>
          </p:cNvPr>
          <p:cNvGrpSpPr/>
          <p:nvPr userDrawn="1"/>
        </p:nvGrpSpPr>
        <p:grpSpPr>
          <a:xfrm>
            <a:off x="7924800" y="3336768"/>
            <a:ext cx="304800" cy="304800"/>
            <a:chOff x="4748283" y="3386554"/>
            <a:chExt cx="548640" cy="548640"/>
          </a:xfrm>
        </p:grpSpPr>
        <p:sp>
          <p:nvSpPr>
            <p:cNvPr id="191" name="Rectangle 190">
              <a:extLst>
                <a:ext uri="{FF2B5EF4-FFF2-40B4-BE49-F238E27FC236}">
                  <a16:creationId xmlns:a16="http://schemas.microsoft.com/office/drawing/2014/main" id="{A975A5EF-01D3-3743-AE47-374A038B61D5}"/>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192" name="Rectangle 191">
              <a:extLst>
                <a:ext uri="{FF2B5EF4-FFF2-40B4-BE49-F238E27FC236}">
                  <a16:creationId xmlns:a16="http://schemas.microsoft.com/office/drawing/2014/main" id="{E95B4873-B22D-4346-A27E-F0AE11F35C65}"/>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193" name="Rectangle 192">
              <a:extLst>
                <a:ext uri="{FF2B5EF4-FFF2-40B4-BE49-F238E27FC236}">
                  <a16:creationId xmlns:a16="http://schemas.microsoft.com/office/drawing/2014/main" id="{7316ECA5-361F-174B-9AA1-C6ADA38E62B2}"/>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194" name="Rectangle 193">
              <a:extLst>
                <a:ext uri="{FF2B5EF4-FFF2-40B4-BE49-F238E27FC236}">
                  <a16:creationId xmlns:a16="http://schemas.microsoft.com/office/drawing/2014/main" id="{7C4536FB-C1EA-B348-A838-B84EFAEBC16E}"/>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195" name="Group 194">
            <a:extLst>
              <a:ext uri="{FF2B5EF4-FFF2-40B4-BE49-F238E27FC236}">
                <a16:creationId xmlns:a16="http://schemas.microsoft.com/office/drawing/2014/main" id="{E76E31F7-947B-F845-8A9D-EEB5C5547986}"/>
              </a:ext>
            </a:extLst>
          </p:cNvPr>
          <p:cNvGrpSpPr/>
          <p:nvPr userDrawn="1"/>
        </p:nvGrpSpPr>
        <p:grpSpPr>
          <a:xfrm>
            <a:off x="9906000" y="3336768"/>
            <a:ext cx="304800" cy="304800"/>
            <a:chOff x="4748283" y="3386554"/>
            <a:chExt cx="548640" cy="548640"/>
          </a:xfrm>
        </p:grpSpPr>
        <p:sp>
          <p:nvSpPr>
            <p:cNvPr id="196" name="Rectangle 195">
              <a:extLst>
                <a:ext uri="{FF2B5EF4-FFF2-40B4-BE49-F238E27FC236}">
                  <a16:creationId xmlns:a16="http://schemas.microsoft.com/office/drawing/2014/main" id="{316090AB-72DB-D541-B2C2-489BC043E2A5}"/>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197" name="Rectangle 196">
              <a:extLst>
                <a:ext uri="{FF2B5EF4-FFF2-40B4-BE49-F238E27FC236}">
                  <a16:creationId xmlns:a16="http://schemas.microsoft.com/office/drawing/2014/main" id="{1C58D423-9C9B-0645-8B5E-DFE1512BF945}"/>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198" name="Rectangle 197">
              <a:extLst>
                <a:ext uri="{FF2B5EF4-FFF2-40B4-BE49-F238E27FC236}">
                  <a16:creationId xmlns:a16="http://schemas.microsoft.com/office/drawing/2014/main" id="{D5D367F0-F94B-C047-BCC6-C662CD0E3116}"/>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199" name="Rectangle 198">
              <a:extLst>
                <a:ext uri="{FF2B5EF4-FFF2-40B4-BE49-F238E27FC236}">
                  <a16:creationId xmlns:a16="http://schemas.microsoft.com/office/drawing/2014/main" id="{6644CC31-CD99-5148-A6B5-480C5986B28D}"/>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200" name="Group 199">
            <a:extLst>
              <a:ext uri="{FF2B5EF4-FFF2-40B4-BE49-F238E27FC236}">
                <a16:creationId xmlns:a16="http://schemas.microsoft.com/office/drawing/2014/main" id="{84639A96-D1F9-394C-8893-9264021E1873}"/>
              </a:ext>
            </a:extLst>
          </p:cNvPr>
          <p:cNvGrpSpPr/>
          <p:nvPr userDrawn="1"/>
        </p:nvGrpSpPr>
        <p:grpSpPr>
          <a:xfrm>
            <a:off x="11887200" y="3336768"/>
            <a:ext cx="304800" cy="304800"/>
            <a:chOff x="4748283" y="3386554"/>
            <a:chExt cx="548640" cy="548640"/>
          </a:xfrm>
        </p:grpSpPr>
        <p:sp>
          <p:nvSpPr>
            <p:cNvPr id="201" name="Rectangle 200">
              <a:extLst>
                <a:ext uri="{FF2B5EF4-FFF2-40B4-BE49-F238E27FC236}">
                  <a16:creationId xmlns:a16="http://schemas.microsoft.com/office/drawing/2014/main" id="{26CE27B7-D33C-7C4E-8A41-A84A8332E0EF}"/>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02" name="Rectangle 201">
              <a:extLst>
                <a:ext uri="{FF2B5EF4-FFF2-40B4-BE49-F238E27FC236}">
                  <a16:creationId xmlns:a16="http://schemas.microsoft.com/office/drawing/2014/main" id="{1B1358A7-AEA5-094F-84EF-501CF65DAA64}"/>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03" name="Rectangle 202">
              <a:extLst>
                <a:ext uri="{FF2B5EF4-FFF2-40B4-BE49-F238E27FC236}">
                  <a16:creationId xmlns:a16="http://schemas.microsoft.com/office/drawing/2014/main" id="{734C809D-6E20-4C4B-B459-5AE47AD263B1}"/>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04" name="Rectangle 203">
              <a:extLst>
                <a:ext uri="{FF2B5EF4-FFF2-40B4-BE49-F238E27FC236}">
                  <a16:creationId xmlns:a16="http://schemas.microsoft.com/office/drawing/2014/main" id="{56A56238-E627-0743-8485-6A2EA0E310FB}"/>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205" name="Group 204">
            <a:extLst>
              <a:ext uri="{FF2B5EF4-FFF2-40B4-BE49-F238E27FC236}">
                <a16:creationId xmlns:a16="http://schemas.microsoft.com/office/drawing/2014/main" id="{04709478-0306-0A4E-9E3D-2285947433B1}"/>
              </a:ext>
            </a:extLst>
          </p:cNvPr>
          <p:cNvGrpSpPr/>
          <p:nvPr userDrawn="1"/>
        </p:nvGrpSpPr>
        <p:grpSpPr>
          <a:xfrm>
            <a:off x="5943600" y="3336768"/>
            <a:ext cx="304800" cy="304800"/>
            <a:chOff x="4748283" y="3386554"/>
            <a:chExt cx="548640" cy="548640"/>
          </a:xfrm>
        </p:grpSpPr>
        <p:sp>
          <p:nvSpPr>
            <p:cNvPr id="206" name="Rectangle 205">
              <a:extLst>
                <a:ext uri="{FF2B5EF4-FFF2-40B4-BE49-F238E27FC236}">
                  <a16:creationId xmlns:a16="http://schemas.microsoft.com/office/drawing/2014/main" id="{4C8FF7EF-2E4F-FD4F-A3A0-75ABC31D9367}"/>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07" name="Rectangle 206">
              <a:extLst>
                <a:ext uri="{FF2B5EF4-FFF2-40B4-BE49-F238E27FC236}">
                  <a16:creationId xmlns:a16="http://schemas.microsoft.com/office/drawing/2014/main" id="{E4423001-18F4-8747-A453-1E555B4DB433}"/>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08" name="Rectangle 207">
              <a:extLst>
                <a:ext uri="{FF2B5EF4-FFF2-40B4-BE49-F238E27FC236}">
                  <a16:creationId xmlns:a16="http://schemas.microsoft.com/office/drawing/2014/main" id="{43CFB934-922B-CA44-B4A3-B5D1EBFF6679}"/>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09" name="Rectangle 208">
              <a:extLst>
                <a:ext uri="{FF2B5EF4-FFF2-40B4-BE49-F238E27FC236}">
                  <a16:creationId xmlns:a16="http://schemas.microsoft.com/office/drawing/2014/main" id="{D3111098-443F-2E42-918A-9F46F3B6FC25}"/>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210" name="Group 209">
            <a:extLst>
              <a:ext uri="{FF2B5EF4-FFF2-40B4-BE49-F238E27FC236}">
                <a16:creationId xmlns:a16="http://schemas.microsoft.com/office/drawing/2014/main" id="{057BE225-E017-EA44-B680-33434BD63A6F}"/>
              </a:ext>
            </a:extLst>
          </p:cNvPr>
          <p:cNvGrpSpPr/>
          <p:nvPr userDrawn="1"/>
        </p:nvGrpSpPr>
        <p:grpSpPr>
          <a:xfrm>
            <a:off x="1980193" y="3336768"/>
            <a:ext cx="304800" cy="304800"/>
            <a:chOff x="4748283" y="3386554"/>
            <a:chExt cx="548640" cy="548640"/>
          </a:xfrm>
        </p:grpSpPr>
        <p:sp>
          <p:nvSpPr>
            <p:cNvPr id="211" name="Rectangle 210">
              <a:extLst>
                <a:ext uri="{FF2B5EF4-FFF2-40B4-BE49-F238E27FC236}">
                  <a16:creationId xmlns:a16="http://schemas.microsoft.com/office/drawing/2014/main" id="{05058B38-A7D0-B143-8B3C-BEFC28FA8F38}"/>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12" name="Rectangle 211">
              <a:extLst>
                <a:ext uri="{FF2B5EF4-FFF2-40B4-BE49-F238E27FC236}">
                  <a16:creationId xmlns:a16="http://schemas.microsoft.com/office/drawing/2014/main" id="{77CF3B45-6662-4146-986C-179EC7AFF7CF}"/>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13" name="Rectangle 212">
              <a:extLst>
                <a:ext uri="{FF2B5EF4-FFF2-40B4-BE49-F238E27FC236}">
                  <a16:creationId xmlns:a16="http://schemas.microsoft.com/office/drawing/2014/main" id="{6FE86D6C-6C45-7848-B1D5-BF0D1DEC280D}"/>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14" name="Rectangle 213">
              <a:extLst>
                <a:ext uri="{FF2B5EF4-FFF2-40B4-BE49-F238E27FC236}">
                  <a16:creationId xmlns:a16="http://schemas.microsoft.com/office/drawing/2014/main" id="{8CC16F0D-A051-7A49-91A5-5DA02E04F221}"/>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215" name="Group 214">
            <a:extLst>
              <a:ext uri="{FF2B5EF4-FFF2-40B4-BE49-F238E27FC236}">
                <a16:creationId xmlns:a16="http://schemas.microsoft.com/office/drawing/2014/main" id="{D99BC775-8E39-C444-BCEA-DDA72473D4EC}"/>
              </a:ext>
            </a:extLst>
          </p:cNvPr>
          <p:cNvGrpSpPr/>
          <p:nvPr userDrawn="1"/>
        </p:nvGrpSpPr>
        <p:grpSpPr>
          <a:xfrm>
            <a:off x="0" y="4022568"/>
            <a:ext cx="304800" cy="304800"/>
            <a:chOff x="4748283" y="3386554"/>
            <a:chExt cx="548640" cy="548640"/>
          </a:xfrm>
        </p:grpSpPr>
        <p:sp>
          <p:nvSpPr>
            <p:cNvPr id="216" name="Rectangle 215">
              <a:extLst>
                <a:ext uri="{FF2B5EF4-FFF2-40B4-BE49-F238E27FC236}">
                  <a16:creationId xmlns:a16="http://schemas.microsoft.com/office/drawing/2014/main" id="{F9977F6A-6B9E-1C4E-AAC2-46D0DD34D901}"/>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17" name="Rectangle 216">
              <a:extLst>
                <a:ext uri="{FF2B5EF4-FFF2-40B4-BE49-F238E27FC236}">
                  <a16:creationId xmlns:a16="http://schemas.microsoft.com/office/drawing/2014/main" id="{72F6DFE7-8D4C-3A47-ABCA-77D6942BC114}"/>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18" name="Rectangle 217">
              <a:extLst>
                <a:ext uri="{FF2B5EF4-FFF2-40B4-BE49-F238E27FC236}">
                  <a16:creationId xmlns:a16="http://schemas.microsoft.com/office/drawing/2014/main" id="{898CAABC-824D-8B40-81D5-DB5C7B85FBD3}"/>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19" name="Rectangle 218">
              <a:extLst>
                <a:ext uri="{FF2B5EF4-FFF2-40B4-BE49-F238E27FC236}">
                  <a16:creationId xmlns:a16="http://schemas.microsoft.com/office/drawing/2014/main" id="{401A11D4-F512-4E44-B4EE-35F179DA9F87}"/>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220" name="Group 219">
            <a:extLst>
              <a:ext uri="{FF2B5EF4-FFF2-40B4-BE49-F238E27FC236}">
                <a16:creationId xmlns:a16="http://schemas.microsoft.com/office/drawing/2014/main" id="{700A9315-40A9-D84F-9AB7-D39B3E5B9A0F}"/>
              </a:ext>
            </a:extLst>
          </p:cNvPr>
          <p:cNvGrpSpPr/>
          <p:nvPr userDrawn="1"/>
        </p:nvGrpSpPr>
        <p:grpSpPr>
          <a:xfrm>
            <a:off x="11887200" y="4022568"/>
            <a:ext cx="304800" cy="304800"/>
            <a:chOff x="4748283" y="3386554"/>
            <a:chExt cx="548640" cy="548640"/>
          </a:xfrm>
        </p:grpSpPr>
        <p:sp>
          <p:nvSpPr>
            <p:cNvPr id="221" name="Rectangle 220">
              <a:extLst>
                <a:ext uri="{FF2B5EF4-FFF2-40B4-BE49-F238E27FC236}">
                  <a16:creationId xmlns:a16="http://schemas.microsoft.com/office/drawing/2014/main" id="{1DDA8EB4-69B8-454B-A0A8-51EB6909CABF}"/>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22" name="Rectangle 221">
              <a:extLst>
                <a:ext uri="{FF2B5EF4-FFF2-40B4-BE49-F238E27FC236}">
                  <a16:creationId xmlns:a16="http://schemas.microsoft.com/office/drawing/2014/main" id="{C98D2229-52B2-4141-9486-B54FFDBC4976}"/>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23" name="Rectangle 222">
              <a:extLst>
                <a:ext uri="{FF2B5EF4-FFF2-40B4-BE49-F238E27FC236}">
                  <a16:creationId xmlns:a16="http://schemas.microsoft.com/office/drawing/2014/main" id="{97C4CC21-6416-2143-96C8-F6F25E2B1AC7}"/>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24" name="Rectangle 223">
              <a:extLst>
                <a:ext uri="{FF2B5EF4-FFF2-40B4-BE49-F238E27FC236}">
                  <a16:creationId xmlns:a16="http://schemas.microsoft.com/office/drawing/2014/main" id="{1C12B847-D2B4-884C-8313-F6C7514ABD4F}"/>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225" name="Group 224">
            <a:extLst>
              <a:ext uri="{FF2B5EF4-FFF2-40B4-BE49-F238E27FC236}">
                <a16:creationId xmlns:a16="http://schemas.microsoft.com/office/drawing/2014/main" id="{B23162C8-AA87-234C-8BFA-54E95C1CB7D8}"/>
              </a:ext>
            </a:extLst>
          </p:cNvPr>
          <p:cNvGrpSpPr/>
          <p:nvPr userDrawn="1"/>
        </p:nvGrpSpPr>
        <p:grpSpPr>
          <a:xfrm>
            <a:off x="0" y="5942808"/>
            <a:ext cx="304800" cy="304800"/>
            <a:chOff x="4748283" y="3386554"/>
            <a:chExt cx="548640" cy="548640"/>
          </a:xfrm>
        </p:grpSpPr>
        <p:sp>
          <p:nvSpPr>
            <p:cNvPr id="226" name="Rectangle 225">
              <a:extLst>
                <a:ext uri="{FF2B5EF4-FFF2-40B4-BE49-F238E27FC236}">
                  <a16:creationId xmlns:a16="http://schemas.microsoft.com/office/drawing/2014/main" id="{843E3B4D-34D5-464E-ACDC-6FA951C726CF}"/>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27" name="Rectangle 226">
              <a:extLst>
                <a:ext uri="{FF2B5EF4-FFF2-40B4-BE49-F238E27FC236}">
                  <a16:creationId xmlns:a16="http://schemas.microsoft.com/office/drawing/2014/main" id="{45072EF5-19DE-E444-AAA3-70EA825EF3A6}"/>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28" name="Rectangle 227">
              <a:extLst>
                <a:ext uri="{FF2B5EF4-FFF2-40B4-BE49-F238E27FC236}">
                  <a16:creationId xmlns:a16="http://schemas.microsoft.com/office/drawing/2014/main" id="{45B8AFE6-D81D-334A-A0DE-108DEC4FE9E4}"/>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29" name="Rectangle 228">
              <a:extLst>
                <a:ext uri="{FF2B5EF4-FFF2-40B4-BE49-F238E27FC236}">
                  <a16:creationId xmlns:a16="http://schemas.microsoft.com/office/drawing/2014/main" id="{DD7B1247-C4D0-8345-A044-77842C853636}"/>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230" name="Group 229">
            <a:extLst>
              <a:ext uri="{FF2B5EF4-FFF2-40B4-BE49-F238E27FC236}">
                <a16:creationId xmlns:a16="http://schemas.microsoft.com/office/drawing/2014/main" id="{4FAF1564-23C7-014C-8813-95E58171A851}"/>
              </a:ext>
            </a:extLst>
          </p:cNvPr>
          <p:cNvGrpSpPr/>
          <p:nvPr userDrawn="1"/>
        </p:nvGrpSpPr>
        <p:grpSpPr>
          <a:xfrm>
            <a:off x="11887200" y="5942808"/>
            <a:ext cx="304800" cy="304800"/>
            <a:chOff x="4748283" y="3386554"/>
            <a:chExt cx="548640" cy="548640"/>
          </a:xfrm>
        </p:grpSpPr>
        <p:sp>
          <p:nvSpPr>
            <p:cNvPr id="231" name="Rectangle 230">
              <a:extLst>
                <a:ext uri="{FF2B5EF4-FFF2-40B4-BE49-F238E27FC236}">
                  <a16:creationId xmlns:a16="http://schemas.microsoft.com/office/drawing/2014/main" id="{3B76C84A-88F8-3C45-A239-5651976DD66D}"/>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32" name="Rectangle 231">
              <a:extLst>
                <a:ext uri="{FF2B5EF4-FFF2-40B4-BE49-F238E27FC236}">
                  <a16:creationId xmlns:a16="http://schemas.microsoft.com/office/drawing/2014/main" id="{845DC494-BE64-A745-8CD0-81E051547230}"/>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33" name="Rectangle 232">
              <a:extLst>
                <a:ext uri="{FF2B5EF4-FFF2-40B4-BE49-F238E27FC236}">
                  <a16:creationId xmlns:a16="http://schemas.microsoft.com/office/drawing/2014/main" id="{FBD3DA86-F239-BD49-8C62-C34D450A6C60}"/>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34" name="Rectangle 233">
              <a:extLst>
                <a:ext uri="{FF2B5EF4-FFF2-40B4-BE49-F238E27FC236}">
                  <a16:creationId xmlns:a16="http://schemas.microsoft.com/office/drawing/2014/main" id="{3BCD5E29-B820-2F4C-9158-81957BD5C79F}"/>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235" name="Group 234">
            <a:extLst>
              <a:ext uri="{FF2B5EF4-FFF2-40B4-BE49-F238E27FC236}">
                <a16:creationId xmlns:a16="http://schemas.microsoft.com/office/drawing/2014/main" id="{BC4339DB-0A78-4D4F-ACC7-B6BCF9BCF895}"/>
              </a:ext>
            </a:extLst>
          </p:cNvPr>
          <p:cNvGrpSpPr/>
          <p:nvPr userDrawn="1"/>
        </p:nvGrpSpPr>
        <p:grpSpPr>
          <a:xfrm>
            <a:off x="5943600" y="5942808"/>
            <a:ext cx="304800" cy="304800"/>
            <a:chOff x="4748283" y="3386554"/>
            <a:chExt cx="548640" cy="548640"/>
          </a:xfrm>
        </p:grpSpPr>
        <p:sp>
          <p:nvSpPr>
            <p:cNvPr id="236" name="Rectangle 235">
              <a:extLst>
                <a:ext uri="{FF2B5EF4-FFF2-40B4-BE49-F238E27FC236}">
                  <a16:creationId xmlns:a16="http://schemas.microsoft.com/office/drawing/2014/main" id="{66EE9A13-5940-B04E-BB5C-B092EBAD5D48}"/>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37" name="Rectangle 236">
              <a:extLst>
                <a:ext uri="{FF2B5EF4-FFF2-40B4-BE49-F238E27FC236}">
                  <a16:creationId xmlns:a16="http://schemas.microsoft.com/office/drawing/2014/main" id="{28A2D025-B1E2-ED4E-9B87-D697E3816D54}"/>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38" name="Rectangle 237">
              <a:extLst>
                <a:ext uri="{FF2B5EF4-FFF2-40B4-BE49-F238E27FC236}">
                  <a16:creationId xmlns:a16="http://schemas.microsoft.com/office/drawing/2014/main" id="{0391AC68-8EC3-FA49-9143-A349248317DD}"/>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39" name="Rectangle 238">
              <a:extLst>
                <a:ext uri="{FF2B5EF4-FFF2-40B4-BE49-F238E27FC236}">
                  <a16:creationId xmlns:a16="http://schemas.microsoft.com/office/drawing/2014/main" id="{E3C4D852-4913-CF46-BC3B-94FA8DC3ED68}"/>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240" name="Group 239">
            <a:extLst>
              <a:ext uri="{FF2B5EF4-FFF2-40B4-BE49-F238E27FC236}">
                <a16:creationId xmlns:a16="http://schemas.microsoft.com/office/drawing/2014/main" id="{C1C44CFA-8AE5-7C40-B170-B3FC77FAF595}"/>
              </a:ext>
            </a:extLst>
          </p:cNvPr>
          <p:cNvGrpSpPr/>
          <p:nvPr userDrawn="1"/>
        </p:nvGrpSpPr>
        <p:grpSpPr>
          <a:xfrm>
            <a:off x="0" y="4653504"/>
            <a:ext cx="304800" cy="304800"/>
            <a:chOff x="4748283" y="3386554"/>
            <a:chExt cx="548640" cy="548640"/>
          </a:xfrm>
        </p:grpSpPr>
        <p:sp>
          <p:nvSpPr>
            <p:cNvPr id="241" name="Rectangle 240">
              <a:extLst>
                <a:ext uri="{FF2B5EF4-FFF2-40B4-BE49-F238E27FC236}">
                  <a16:creationId xmlns:a16="http://schemas.microsoft.com/office/drawing/2014/main" id="{31B9B98A-2259-5E45-B29F-3130A3054D8B}"/>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42" name="Rectangle 241">
              <a:extLst>
                <a:ext uri="{FF2B5EF4-FFF2-40B4-BE49-F238E27FC236}">
                  <a16:creationId xmlns:a16="http://schemas.microsoft.com/office/drawing/2014/main" id="{6015B817-B7B4-824C-8B3F-348D0346093A}"/>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43" name="Rectangle 242">
              <a:extLst>
                <a:ext uri="{FF2B5EF4-FFF2-40B4-BE49-F238E27FC236}">
                  <a16:creationId xmlns:a16="http://schemas.microsoft.com/office/drawing/2014/main" id="{D93EDFDC-3D94-CE4B-B39F-A6DDA54EE3D4}"/>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44" name="Rectangle 243">
              <a:extLst>
                <a:ext uri="{FF2B5EF4-FFF2-40B4-BE49-F238E27FC236}">
                  <a16:creationId xmlns:a16="http://schemas.microsoft.com/office/drawing/2014/main" id="{435ADABB-6E70-3C41-B0FD-DAA5B1F750F5}"/>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245" name="Group 244">
            <a:extLst>
              <a:ext uri="{FF2B5EF4-FFF2-40B4-BE49-F238E27FC236}">
                <a16:creationId xmlns:a16="http://schemas.microsoft.com/office/drawing/2014/main" id="{3399A56C-B83E-7643-A12B-4EA65A03C522}"/>
              </a:ext>
            </a:extLst>
          </p:cNvPr>
          <p:cNvGrpSpPr/>
          <p:nvPr userDrawn="1"/>
        </p:nvGrpSpPr>
        <p:grpSpPr>
          <a:xfrm>
            <a:off x="11887200" y="4653504"/>
            <a:ext cx="304800" cy="304800"/>
            <a:chOff x="4748283" y="3386554"/>
            <a:chExt cx="548640" cy="548640"/>
          </a:xfrm>
        </p:grpSpPr>
        <p:sp>
          <p:nvSpPr>
            <p:cNvPr id="246" name="Rectangle 245">
              <a:extLst>
                <a:ext uri="{FF2B5EF4-FFF2-40B4-BE49-F238E27FC236}">
                  <a16:creationId xmlns:a16="http://schemas.microsoft.com/office/drawing/2014/main" id="{FB972310-8E11-5640-81BC-CD5D32201139}"/>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47" name="Rectangle 246">
              <a:extLst>
                <a:ext uri="{FF2B5EF4-FFF2-40B4-BE49-F238E27FC236}">
                  <a16:creationId xmlns:a16="http://schemas.microsoft.com/office/drawing/2014/main" id="{912CC259-0F2E-E84A-A6A3-85D77CC9D1E0}"/>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48" name="Rectangle 247">
              <a:extLst>
                <a:ext uri="{FF2B5EF4-FFF2-40B4-BE49-F238E27FC236}">
                  <a16:creationId xmlns:a16="http://schemas.microsoft.com/office/drawing/2014/main" id="{52F77FD8-0431-184A-9695-981B4C5D8544}"/>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49" name="Rectangle 248">
              <a:extLst>
                <a:ext uri="{FF2B5EF4-FFF2-40B4-BE49-F238E27FC236}">
                  <a16:creationId xmlns:a16="http://schemas.microsoft.com/office/drawing/2014/main" id="{36E6A796-48F0-E043-9031-7E2821EF66B4}"/>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250" name="Group 249">
            <a:extLst>
              <a:ext uri="{FF2B5EF4-FFF2-40B4-BE49-F238E27FC236}">
                <a16:creationId xmlns:a16="http://schemas.microsoft.com/office/drawing/2014/main" id="{3EDF014D-88EC-1F47-AC20-387EE0C92025}"/>
              </a:ext>
            </a:extLst>
          </p:cNvPr>
          <p:cNvGrpSpPr/>
          <p:nvPr userDrawn="1"/>
        </p:nvGrpSpPr>
        <p:grpSpPr>
          <a:xfrm>
            <a:off x="5943600" y="4653504"/>
            <a:ext cx="304800" cy="304800"/>
            <a:chOff x="4748283" y="3386554"/>
            <a:chExt cx="548640" cy="548640"/>
          </a:xfrm>
        </p:grpSpPr>
        <p:sp>
          <p:nvSpPr>
            <p:cNvPr id="251" name="Rectangle 250">
              <a:extLst>
                <a:ext uri="{FF2B5EF4-FFF2-40B4-BE49-F238E27FC236}">
                  <a16:creationId xmlns:a16="http://schemas.microsoft.com/office/drawing/2014/main" id="{A74667D0-5DDF-9A4B-AB47-D1E4277760AF}"/>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52" name="Rectangle 251">
              <a:extLst>
                <a:ext uri="{FF2B5EF4-FFF2-40B4-BE49-F238E27FC236}">
                  <a16:creationId xmlns:a16="http://schemas.microsoft.com/office/drawing/2014/main" id="{6C83533B-6095-FB43-B52C-64A467E82A40}"/>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53" name="Rectangle 252">
              <a:extLst>
                <a:ext uri="{FF2B5EF4-FFF2-40B4-BE49-F238E27FC236}">
                  <a16:creationId xmlns:a16="http://schemas.microsoft.com/office/drawing/2014/main" id="{738327B2-A959-BA4B-86DA-0106C58C404B}"/>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54" name="Rectangle 253">
              <a:extLst>
                <a:ext uri="{FF2B5EF4-FFF2-40B4-BE49-F238E27FC236}">
                  <a16:creationId xmlns:a16="http://schemas.microsoft.com/office/drawing/2014/main" id="{F4E92AB0-7BFA-2746-B207-200F1CAA027B}"/>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255" name="Group 254">
            <a:extLst>
              <a:ext uri="{FF2B5EF4-FFF2-40B4-BE49-F238E27FC236}">
                <a16:creationId xmlns:a16="http://schemas.microsoft.com/office/drawing/2014/main" id="{5CA4096E-5973-6A47-B708-CE3BB13BB51A}"/>
              </a:ext>
            </a:extLst>
          </p:cNvPr>
          <p:cNvGrpSpPr/>
          <p:nvPr userDrawn="1"/>
        </p:nvGrpSpPr>
        <p:grpSpPr>
          <a:xfrm>
            <a:off x="0" y="5302728"/>
            <a:ext cx="304800" cy="304800"/>
            <a:chOff x="4748283" y="3386554"/>
            <a:chExt cx="548640" cy="548640"/>
          </a:xfrm>
        </p:grpSpPr>
        <p:sp>
          <p:nvSpPr>
            <p:cNvPr id="256" name="Rectangle 255">
              <a:extLst>
                <a:ext uri="{FF2B5EF4-FFF2-40B4-BE49-F238E27FC236}">
                  <a16:creationId xmlns:a16="http://schemas.microsoft.com/office/drawing/2014/main" id="{498E62DC-BC0A-B04A-84CF-17BFBB579E34}"/>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57" name="Rectangle 256">
              <a:extLst>
                <a:ext uri="{FF2B5EF4-FFF2-40B4-BE49-F238E27FC236}">
                  <a16:creationId xmlns:a16="http://schemas.microsoft.com/office/drawing/2014/main" id="{89047A1C-E0AC-1847-9DFA-91C547516170}"/>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58" name="Rectangle 257">
              <a:extLst>
                <a:ext uri="{FF2B5EF4-FFF2-40B4-BE49-F238E27FC236}">
                  <a16:creationId xmlns:a16="http://schemas.microsoft.com/office/drawing/2014/main" id="{E4618B3D-BC20-364E-B6F2-A86023EA0AEA}"/>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59" name="Rectangle 258">
              <a:extLst>
                <a:ext uri="{FF2B5EF4-FFF2-40B4-BE49-F238E27FC236}">
                  <a16:creationId xmlns:a16="http://schemas.microsoft.com/office/drawing/2014/main" id="{080F8D48-1993-EE43-AA8A-B844279EE18E}"/>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260" name="Group 259">
            <a:extLst>
              <a:ext uri="{FF2B5EF4-FFF2-40B4-BE49-F238E27FC236}">
                <a16:creationId xmlns:a16="http://schemas.microsoft.com/office/drawing/2014/main" id="{572295DF-BFD7-2844-ACBC-57AF6670E7FC}"/>
              </a:ext>
            </a:extLst>
          </p:cNvPr>
          <p:cNvGrpSpPr/>
          <p:nvPr userDrawn="1"/>
        </p:nvGrpSpPr>
        <p:grpSpPr>
          <a:xfrm>
            <a:off x="3962399" y="5297033"/>
            <a:ext cx="304800" cy="304800"/>
            <a:chOff x="4748283" y="3386554"/>
            <a:chExt cx="548640" cy="548640"/>
          </a:xfrm>
        </p:grpSpPr>
        <p:sp>
          <p:nvSpPr>
            <p:cNvPr id="261" name="Rectangle 260">
              <a:extLst>
                <a:ext uri="{FF2B5EF4-FFF2-40B4-BE49-F238E27FC236}">
                  <a16:creationId xmlns:a16="http://schemas.microsoft.com/office/drawing/2014/main" id="{9531D9D3-9807-2D41-98AF-C233F2A345C4}"/>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62" name="Rectangle 261">
              <a:extLst>
                <a:ext uri="{FF2B5EF4-FFF2-40B4-BE49-F238E27FC236}">
                  <a16:creationId xmlns:a16="http://schemas.microsoft.com/office/drawing/2014/main" id="{FF063361-13F3-9743-812C-C457478D9E7E}"/>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63" name="Rectangle 262">
              <a:extLst>
                <a:ext uri="{FF2B5EF4-FFF2-40B4-BE49-F238E27FC236}">
                  <a16:creationId xmlns:a16="http://schemas.microsoft.com/office/drawing/2014/main" id="{F0D5479E-2297-724A-AD87-20AB7317BF5B}"/>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64" name="Rectangle 263">
              <a:extLst>
                <a:ext uri="{FF2B5EF4-FFF2-40B4-BE49-F238E27FC236}">
                  <a16:creationId xmlns:a16="http://schemas.microsoft.com/office/drawing/2014/main" id="{A39C6D45-EBF9-304D-979C-07284B5D6D96}"/>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265" name="Group 264">
            <a:extLst>
              <a:ext uri="{FF2B5EF4-FFF2-40B4-BE49-F238E27FC236}">
                <a16:creationId xmlns:a16="http://schemas.microsoft.com/office/drawing/2014/main" id="{4020775E-E0AB-0642-B4D8-AAEF53F6BDED}"/>
              </a:ext>
            </a:extLst>
          </p:cNvPr>
          <p:cNvGrpSpPr/>
          <p:nvPr userDrawn="1"/>
        </p:nvGrpSpPr>
        <p:grpSpPr>
          <a:xfrm>
            <a:off x="7924800" y="5297033"/>
            <a:ext cx="304800" cy="304800"/>
            <a:chOff x="4748283" y="3386554"/>
            <a:chExt cx="548640" cy="548640"/>
          </a:xfrm>
        </p:grpSpPr>
        <p:sp>
          <p:nvSpPr>
            <p:cNvPr id="266" name="Rectangle 265">
              <a:extLst>
                <a:ext uri="{FF2B5EF4-FFF2-40B4-BE49-F238E27FC236}">
                  <a16:creationId xmlns:a16="http://schemas.microsoft.com/office/drawing/2014/main" id="{34D64D5A-03A1-9E4E-8525-EFCF850C87F9}"/>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67" name="Rectangle 266">
              <a:extLst>
                <a:ext uri="{FF2B5EF4-FFF2-40B4-BE49-F238E27FC236}">
                  <a16:creationId xmlns:a16="http://schemas.microsoft.com/office/drawing/2014/main" id="{853D0987-81A4-F24F-8C13-13357AE58484}"/>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68" name="Rectangle 267">
              <a:extLst>
                <a:ext uri="{FF2B5EF4-FFF2-40B4-BE49-F238E27FC236}">
                  <a16:creationId xmlns:a16="http://schemas.microsoft.com/office/drawing/2014/main" id="{50958379-F8C2-8F40-8180-29E43012C72B}"/>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69" name="Rectangle 268">
              <a:extLst>
                <a:ext uri="{FF2B5EF4-FFF2-40B4-BE49-F238E27FC236}">
                  <a16:creationId xmlns:a16="http://schemas.microsoft.com/office/drawing/2014/main" id="{A0538587-EC49-2249-956F-027FCD163C3C}"/>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270" name="Group 269">
            <a:extLst>
              <a:ext uri="{FF2B5EF4-FFF2-40B4-BE49-F238E27FC236}">
                <a16:creationId xmlns:a16="http://schemas.microsoft.com/office/drawing/2014/main" id="{850696AE-914F-7240-B26D-ABE8A6AA6FCC}"/>
              </a:ext>
            </a:extLst>
          </p:cNvPr>
          <p:cNvGrpSpPr/>
          <p:nvPr userDrawn="1"/>
        </p:nvGrpSpPr>
        <p:grpSpPr>
          <a:xfrm>
            <a:off x="11887200" y="5297033"/>
            <a:ext cx="304800" cy="304800"/>
            <a:chOff x="4748283" y="3386554"/>
            <a:chExt cx="548640" cy="548640"/>
          </a:xfrm>
        </p:grpSpPr>
        <p:sp>
          <p:nvSpPr>
            <p:cNvPr id="271" name="Rectangle 270">
              <a:extLst>
                <a:ext uri="{FF2B5EF4-FFF2-40B4-BE49-F238E27FC236}">
                  <a16:creationId xmlns:a16="http://schemas.microsoft.com/office/drawing/2014/main" id="{1B8E2C2E-369C-8D41-ACAD-0950C62A7FE2}"/>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72" name="Rectangle 271">
              <a:extLst>
                <a:ext uri="{FF2B5EF4-FFF2-40B4-BE49-F238E27FC236}">
                  <a16:creationId xmlns:a16="http://schemas.microsoft.com/office/drawing/2014/main" id="{C9B33D44-E58A-4246-9893-47FFB6D61815}"/>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73" name="Rectangle 272">
              <a:extLst>
                <a:ext uri="{FF2B5EF4-FFF2-40B4-BE49-F238E27FC236}">
                  <a16:creationId xmlns:a16="http://schemas.microsoft.com/office/drawing/2014/main" id="{6A5A6A88-23E5-DA43-AC87-60030C15C2DB}"/>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74" name="Rectangle 273">
              <a:extLst>
                <a:ext uri="{FF2B5EF4-FFF2-40B4-BE49-F238E27FC236}">
                  <a16:creationId xmlns:a16="http://schemas.microsoft.com/office/drawing/2014/main" id="{825EC81F-0A84-3B46-87A3-DEBA90A7D292}"/>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275" name="Group 274">
            <a:extLst>
              <a:ext uri="{FF2B5EF4-FFF2-40B4-BE49-F238E27FC236}">
                <a16:creationId xmlns:a16="http://schemas.microsoft.com/office/drawing/2014/main" id="{0981C3F5-4084-184F-A7A7-043851635784}"/>
              </a:ext>
            </a:extLst>
          </p:cNvPr>
          <p:cNvGrpSpPr/>
          <p:nvPr userDrawn="1"/>
        </p:nvGrpSpPr>
        <p:grpSpPr>
          <a:xfrm>
            <a:off x="2377440" y="4022568"/>
            <a:ext cx="304800" cy="304800"/>
            <a:chOff x="4748283" y="3386554"/>
            <a:chExt cx="548640" cy="548640"/>
          </a:xfrm>
        </p:grpSpPr>
        <p:sp>
          <p:nvSpPr>
            <p:cNvPr id="276" name="Rectangle 275">
              <a:extLst>
                <a:ext uri="{FF2B5EF4-FFF2-40B4-BE49-F238E27FC236}">
                  <a16:creationId xmlns:a16="http://schemas.microsoft.com/office/drawing/2014/main" id="{16970939-B084-EA40-959C-9BCB17415C25}"/>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77" name="Rectangle 276">
              <a:extLst>
                <a:ext uri="{FF2B5EF4-FFF2-40B4-BE49-F238E27FC236}">
                  <a16:creationId xmlns:a16="http://schemas.microsoft.com/office/drawing/2014/main" id="{4563899D-79C0-BB42-9BB5-F0FB724E0A29}"/>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78" name="Rectangle 277">
              <a:extLst>
                <a:ext uri="{FF2B5EF4-FFF2-40B4-BE49-F238E27FC236}">
                  <a16:creationId xmlns:a16="http://schemas.microsoft.com/office/drawing/2014/main" id="{84B38BD6-26C0-514D-8037-ED779AACAFAD}"/>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79" name="Rectangle 278">
              <a:extLst>
                <a:ext uri="{FF2B5EF4-FFF2-40B4-BE49-F238E27FC236}">
                  <a16:creationId xmlns:a16="http://schemas.microsoft.com/office/drawing/2014/main" id="{A8D6370A-8137-7F4F-AA30-ECFF43FB1BBC}"/>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280" name="Group 279">
            <a:extLst>
              <a:ext uri="{FF2B5EF4-FFF2-40B4-BE49-F238E27FC236}">
                <a16:creationId xmlns:a16="http://schemas.microsoft.com/office/drawing/2014/main" id="{B01EF6DD-5F1D-2B43-832A-A93A1408CC38}"/>
              </a:ext>
            </a:extLst>
          </p:cNvPr>
          <p:cNvGrpSpPr/>
          <p:nvPr userDrawn="1"/>
        </p:nvGrpSpPr>
        <p:grpSpPr>
          <a:xfrm>
            <a:off x="4754880" y="4022568"/>
            <a:ext cx="304800" cy="304800"/>
            <a:chOff x="4748283" y="3386554"/>
            <a:chExt cx="548640" cy="548640"/>
          </a:xfrm>
        </p:grpSpPr>
        <p:sp>
          <p:nvSpPr>
            <p:cNvPr id="281" name="Rectangle 280">
              <a:extLst>
                <a:ext uri="{FF2B5EF4-FFF2-40B4-BE49-F238E27FC236}">
                  <a16:creationId xmlns:a16="http://schemas.microsoft.com/office/drawing/2014/main" id="{E3450CDA-3FFE-864E-B8DC-5EA790172A47}"/>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82" name="Rectangle 281">
              <a:extLst>
                <a:ext uri="{FF2B5EF4-FFF2-40B4-BE49-F238E27FC236}">
                  <a16:creationId xmlns:a16="http://schemas.microsoft.com/office/drawing/2014/main" id="{BAFA33DA-5652-FC4E-B0BF-E058340B6B83}"/>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83" name="Rectangle 282">
              <a:extLst>
                <a:ext uri="{FF2B5EF4-FFF2-40B4-BE49-F238E27FC236}">
                  <a16:creationId xmlns:a16="http://schemas.microsoft.com/office/drawing/2014/main" id="{65304518-B1A6-674E-95CF-C03E4B41C4E7}"/>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84" name="Rectangle 283">
              <a:extLst>
                <a:ext uri="{FF2B5EF4-FFF2-40B4-BE49-F238E27FC236}">
                  <a16:creationId xmlns:a16="http://schemas.microsoft.com/office/drawing/2014/main" id="{1193FEB8-221F-374A-8DA9-1F6418F61176}"/>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285" name="Group 284">
            <a:extLst>
              <a:ext uri="{FF2B5EF4-FFF2-40B4-BE49-F238E27FC236}">
                <a16:creationId xmlns:a16="http://schemas.microsoft.com/office/drawing/2014/main" id="{4C0FF9B2-32A0-7446-B44A-A30E93EBA764}"/>
              </a:ext>
            </a:extLst>
          </p:cNvPr>
          <p:cNvGrpSpPr/>
          <p:nvPr userDrawn="1"/>
        </p:nvGrpSpPr>
        <p:grpSpPr>
          <a:xfrm>
            <a:off x="7132320" y="4022568"/>
            <a:ext cx="304800" cy="304800"/>
            <a:chOff x="4748283" y="3386554"/>
            <a:chExt cx="548640" cy="548640"/>
          </a:xfrm>
        </p:grpSpPr>
        <p:sp>
          <p:nvSpPr>
            <p:cNvPr id="286" name="Rectangle 285">
              <a:extLst>
                <a:ext uri="{FF2B5EF4-FFF2-40B4-BE49-F238E27FC236}">
                  <a16:creationId xmlns:a16="http://schemas.microsoft.com/office/drawing/2014/main" id="{79DDF252-792F-D141-9164-5305CBE3CFE8}"/>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87" name="Rectangle 286">
              <a:extLst>
                <a:ext uri="{FF2B5EF4-FFF2-40B4-BE49-F238E27FC236}">
                  <a16:creationId xmlns:a16="http://schemas.microsoft.com/office/drawing/2014/main" id="{A05803F2-CE5F-B846-878D-C5A7BCF34EF2}"/>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88" name="Rectangle 287">
              <a:extLst>
                <a:ext uri="{FF2B5EF4-FFF2-40B4-BE49-F238E27FC236}">
                  <a16:creationId xmlns:a16="http://schemas.microsoft.com/office/drawing/2014/main" id="{570DFCA3-0A0A-7949-91E2-25B051A71FA6}"/>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89" name="Rectangle 288">
              <a:extLst>
                <a:ext uri="{FF2B5EF4-FFF2-40B4-BE49-F238E27FC236}">
                  <a16:creationId xmlns:a16="http://schemas.microsoft.com/office/drawing/2014/main" id="{2BF2C611-54CD-1D47-BFE3-BE450D6B5F77}"/>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290" name="Group 289">
            <a:extLst>
              <a:ext uri="{FF2B5EF4-FFF2-40B4-BE49-F238E27FC236}">
                <a16:creationId xmlns:a16="http://schemas.microsoft.com/office/drawing/2014/main" id="{0FAF98C5-6AD8-7244-ABCC-FF8DBDFC1869}"/>
              </a:ext>
            </a:extLst>
          </p:cNvPr>
          <p:cNvGrpSpPr/>
          <p:nvPr userDrawn="1"/>
        </p:nvGrpSpPr>
        <p:grpSpPr>
          <a:xfrm>
            <a:off x="9509760" y="4022568"/>
            <a:ext cx="304800" cy="304800"/>
            <a:chOff x="4748283" y="3386554"/>
            <a:chExt cx="548640" cy="548640"/>
          </a:xfrm>
        </p:grpSpPr>
        <p:sp>
          <p:nvSpPr>
            <p:cNvPr id="291" name="Rectangle 290">
              <a:extLst>
                <a:ext uri="{FF2B5EF4-FFF2-40B4-BE49-F238E27FC236}">
                  <a16:creationId xmlns:a16="http://schemas.microsoft.com/office/drawing/2014/main" id="{B09B8B01-D074-AA4E-82C0-885DEE388DE2}"/>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92" name="Rectangle 291">
              <a:extLst>
                <a:ext uri="{FF2B5EF4-FFF2-40B4-BE49-F238E27FC236}">
                  <a16:creationId xmlns:a16="http://schemas.microsoft.com/office/drawing/2014/main" id="{F204C474-6963-B54C-A1BC-CFDC1FDC7044}"/>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93" name="Rectangle 292">
              <a:extLst>
                <a:ext uri="{FF2B5EF4-FFF2-40B4-BE49-F238E27FC236}">
                  <a16:creationId xmlns:a16="http://schemas.microsoft.com/office/drawing/2014/main" id="{A47065FD-73A9-9843-8B94-250376C3FB36}"/>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94" name="Rectangle 293">
              <a:extLst>
                <a:ext uri="{FF2B5EF4-FFF2-40B4-BE49-F238E27FC236}">
                  <a16:creationId xmlns:a16="http://schemas.microsoft.com/office/drawing/2014/main" id="{4143DC2B-E40E-A043-A084-B601C1D25F3B}"/>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295" name="Group 294">
            <a:extLst>
              <a:ext uri="{FF2B5EF4-FFF2-40B4-BE49-F238E27FC236}">
                <a16:creationId xmlns:a16="http://schemas.microsoft.com/office/drawing/2014/main" id="{29E0A699-6AD5-8F46-BD5E-39D99DC9BE89}"/>
              </a:ext>
            </a:extLst>
          </p:cNvPr>
          <p:cNvGrpSpPr/>
          <p:nvPr userDrawn="1"/>
        </p:nvGrpSpPr>
        <p:grpSpPr>
          <a:xfrm>
            <a:off x="2971800" y="4653504"/>
            <a:ext cx="304800" cy="304800"/>
            <a:chOff x="4748283" y="3386554"/>
            <a:chExt cx="548640" cy="548640"/>
          </a:xfrm>
        </p:grpSpPr>
        <p:sp>
          <p:nvSpPr>
            <p:cNvPr id="296" name="Rectangle 295">
              <a:extLst>
                <a:ext uri="{FF2B5EF4-FFF2-40B4-BE49-F238E27FC236}">
                  <a16:creationId xmlns:a16="http://schemas.microsoft.com/office/drawing/2014/main" id="{9FC9E2B0-E09C-7A43-9945-02E44B917CAF}"/>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97" name="Rectangle 296">
              <a:extLst>
                <a:ext uri="{FF2B5EF4-FFF2-40B4-BE49-F238E27FC236}">
                  <a16:creationId xmlns:a16="http://schemas.microsoft.com/office/drawing/2014/main" id="{77E6256A-CE6E-DE4E-A7CD-1C6EF1C31E29}"/>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98" name="Rectangle 297">
              <a:extLst>
                <a:ext uri="{FF2B5EF4-FFF2-40B4-BE49-F238E27FC236}">
                  <a16:creationId xmlns:a16="http://schemas.microsoft.com/office/drawing/2014/main" id="{E5C93033-80B8-7944-B34C-18221A61793A}"/>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99" name="Rectangle 298">
              <a:extLst>
                <a:ext uri="{FF2B5EF4-FFF2-40B4-BE49-F238E27FC236}">
                  <a16:creationId xmlns:a16="http://schemas.microsoft.com/office/drawing/2014/main" id="{1DA62BC5-03FF-2C49-8D42-D0AC0B48C9D0}"/>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00" name="Group 299">
            <a:extLst>
              <a:ext uri="{FF2B5EF4-FFF2-40B4-BE49-F238E27FC236}">
                <a16:creationId xmlns:a16="http://schemas.microsoft.com/office/drawing/2014/main" id="{413738E8-2C55-3047-8443-F0A7CD809578}"/>
              </a:ext>
            </a:extLst>
          </p:cNvPr>
          <p:cNvGrpSpPr/>
          <p:nvPr userDrawn="1"/>
        </p:nvGrpSpPr>
        <p:grpSpPr>
          <a:xfrm>
            <a:off x="8915400" y="4653504"/>
            <a:ext cx="304800" cy="304800"/>
            <a:chOff x="4748283" y="3386554"/>
            <a:chExt cx="548640" cy="548640"/>
          </a:xfrm>
        </p:grpSpPr>
        <p:sp>
          <p:nvSpPr>
            <p:cNvPr id="301" name="Rectangle 300">
              <a:extLst>
                <a:ext uri="{FF2B5EF4-FFF2-40B4-BE49-F238E27FC236}">
                  <a16:creationId xmlns:a16="http://schemas.microsoft.com/office/drawing/2014/main" id="{E4BD1A93-3E1B-BB4F-A223-02769F784568}"/>
                </a:ext>
              </a:extLst>
            </p:cNvPr>
            <p:cNvSpPr/>
            <p:nvPr userDrawn="1"/>
          </p:nvSpPr>
          <p:spPr>
            <a:xfrm>
              <a:off x="5022603" y="366087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02" name="Rectangle 301">
              <a:extLst>
                <a:ext uri="{FF2B5EF4-FFF2-40B4-BE49-F238E27FC236}">
                  <a16:creationId xmlns:a16="http://schemas.microsoft.com/office/drawing/2014/main" id="{F1BDEAE0-847B-8F47-8827-F9568F8D44AB}"/>
                </a:ext>
              </a:extLst>
            </p:cNvPr>
            <p:cNvSpPr/>
            <p:nvPr userDrawn="1"/>
          </p:nvSpPr>
          <p:spPr>
            <a:xfrm>
              <a:off x="4748283" y="366087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03" name="Rectangle 302">
              <a:extLst>
                <a:ext uri="{FF2B5EF4-FFF2-40B4-BE49-F238E27FC236}">
                  <a16:creationId xmlns:a16="http://schemas.microsoft.com/office/drawing/2014/main" id="{AF8DC815-56D0-AC49-B9C8-FA9335E2EABB}"/>
                </a:ext>
              </a:extLst>
            </p:cNvPr>
            <p:cNvSpPr/>
            <p:nvPr userDrawn="1"/>
          </p:nvSpPr>
          <p:spPr>
            <a:xfrm>
              <a:off x="5022603" y="3386554"/>
              <a:ext cx="274320" cy="274320"/>
            </a:xfrm>
            <a:prstGeom prst="rect">
              <a:avLst/>
            </a:prstGeom>
            <a:solidFill>
              <a:schemeClr val="tx2">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04" name="Rectangle 303">
              <a:extLst>
                <a:ext uri="{FF2B5EF4-FFF2-40B4-BE49-F238E27FC236}">
                  <a16:creationId xmlns:a16="http://schemas.microsoft.com/office/drawing/2014/main" id="{043191BE-FBCB-EB41-AA68-DBA4FFEF9362}"/>
                </a:ext>
              </a:extLst>
            </p:cNvPr>
            <p:cNvSpPr/>
            <p:nvPr userDrawn="1"/>
          </p:nvSpPr>
          <p:spPr>
            <a:xfrm>
              <a:off x="4748283" y="3386554"/>
              <a:ext cx="274320" cy="274320"/>
            </a:xfrm>
            <a:prstGeom prst="rect">
              <a:avLst/>
            </a:prstGeom>
            <a:solidFill>
              <a:schemeClr val="tx2">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spTree>
    <p:extLst>
      <p:ext uri="{BB962C8B-B14F-4D97-AF65-F5344CB8AC3E}">
        <p14:creationId xmlns:p14="http://schemas.microsoft.com/office/powerpoint/2010/main" val="42640270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1" y="304799"/>
            <a:ext cx="9753600" cy="381001"/>
          </a:xfrm>
          <a:prstGeom prst="rect">
            <a:avLst/>
          </a:prstGeom>
        </p:spPr>
        <p:txBody>
          <a:bodyPr vert="horz" wrap="square" lIns="0" tIns="0" rIns="0" bIns="0" rtlCol="0" anchor="t" anchorCtr="0">
            <a:noAutofit/>
          </a:bodyPr>
          <a:lstStyle/>
          <a:p>
            <a:r>
              <a:rPr lang="en-US"/>
              <a:t>Slide title [28pt Arial Bold]</a:t>
            </a:r>
          </a:p>
        </p:txBody>
      </p:sp>
      <p:grpSp>
        <p:nvGrpSpPr>
          <p:cNvPr id="7" name="Group 6">
            <a:extLst>
              <a:ext uri="{FF2B5EF4-FFF2-40B4-BE49-F238E27FC236}">
                <a16:creationId xmlns:a16="http://schemas.microsoft.com/office/drawing/2014/main" id="{C54DB860-41E2-E04B-ABD0-6BA4D570E7A0}"/>
              </a:ext>
            </a:extLst>
          </p:cNvPr>
          <p:cNvGrpSpPr/>
          <p:nvPr userDrawn="1"/>
        </p:nvGrpSpPr>
        <p:grpSpPr>
          <a:xfrm>
            <a:off x="10295372" y="0"/>
            <a:ext cx="1591826" cy="694426"/>
            <a:chOff x="-20628" y="0"/>
            <a:chExt cx="2488951" cy="1085792"/>
          </a:xfrm>
        </p:grpSpPr>
        <p:sp>
          <p:nvSpPr>
            <p:cNvPr id="8" name="Parallelogram 7">
              <a:extLst>
                <a:ext uri="{FF2B5EF4-FFF2-40B4-BE49-F238E27FC236}">
                  <a16:creationId xmlns:a16="http://schemas.microsoft.com/office/drawing/2014/main" id="{A441B466-B52D-0443-BF86-D267F733A465}"/>
                </a:ext>
              </a:extLst>
            </p:cNvPr>
            <p:cNvSpPr/>
            <p:nvPr userDrawn="1"/>
          </p:nvSpPr>
          <p:spPr bwMode="auto">
            <a:xfrm>
              <a:off x="-20628" y="0"/>
              <a:ext cx="2488951" cy="1085792"/>
            </a:xfrm>
            <a:prstGeom prst="parallelogram">
              <a:avLst>
                <a:gd name="adj" fmla="val 0"/>
              </a:avLst>
            </a:prstGeom>
            <a:solidFill>
              <a:srgbClr val="E71314"/>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sz="1800">
                  <a:latin typeface="Arial" pitchFamily="124" charset="0"/>
                </a:rPr>
                <a:t>               </a:t>
              </a:r>
            </a:p>
          </p:txBody>
        </p:sp>
        <p:pic>
          <p:nvPicPr>
            <p:cNvPr id="9" name="Picture 8">
              <a:extLst>
                <a:ext uri="{FF2B5EF4-FFF2-40B4-BE49-F238E27FC236}">
                  <a16:creationId xmlns:a16="http://schemas.microsoft.com/office/drawing/2014/main" id="{2CE94B44-7208-0848-80E7-7165E7D106A8}"/>
                </a:ext>
              </a:extLst>
            </p:cNvPr>
            <p:cNvPicPr>
              <a:picLocks noChangeAspect="1"/>
            </p:cNvPicPr>
            <p:nvPr userDrawn="1"/>
          </p:nvPicPr>
          <p:blipFill>
            <a:blip r:embed="rId18" cstate="screen">
              <a:extLst>
                <a:ext uri="{28A0092B-C50C-407E-A947-70E740481C1C}">
                  <a14:useLocalDpi xmlns:a14="http://schemas.microsoft.com/office/drawing/2010/main"/>
                </a:ext>
              </a:extLst>
            </a:blip>
            <a:stretch>
              <a:fillRect/>
            </a:stretch>
          </p:blipFill>
          <p:spPr>
            <a:xfrm>
              <a:off x="135820" y="154984"/>
              <a:ext cx="2178058" cy="756021"/>
            </a:xfrm>
            <a:prstGeom prst="rect">
              <a:avLst/>
            </a:prstGeom>
          </p:spPr>
        </p:pic>
      </p:grpSp>
      <p:sp>
        <p:nvSpPr>
          <p:cNvPr id="17" name="Slide Number Placeholder 16">
            <a:extLst>
              <a:ext uri="{FF2B5EF4-FFF2-40B4-BE49-F238E27FC236}">
                <a16:creationId xmlns:a16="http://schemas.microsoft.com/office/drawing/2014/main" id="{F0B13DE1-DE5F-D844-BE5C-AEBBEC35CBB8}"/>
              </a:ext>
            </a:extLst>
          </p:cNvPr>
          <p:cNvSpPr>
            <a:spLocks noGrp="1"/>
          </p:cNvSpPr>
          <p:nvPr>
            <p:ph type="sldNum" sz="quarter" idx="4"/>
          </p:nvPr>
        </p:nvSpPr>
        <p:spPr>
          <a:xfrm>
            <a:off x="1" y="6553200"/>
            <a:ext cx="304799" cy="304799"/>
          </a:xfrm>
          <a:prstGeom prst="rect">
            <a:avLst/>
          </a:prstGeom>
        </p:spPr>
        <p:txBody>
          <a:bodyPr vert="horz" lIns="0" tIns="0" rIns="0" bIns="0" rtlCol="0" anchor="ctr"/>
          <a:lstStyle>
            <a:lvl1pPr algn="ctr">
              <a:defRPr sz="1000">
                <a:solidFill>
                  <a:schemeClr val="accent5"/>
                </a:solidFill>
              </a:defRPr>
            </a:lvl1pPr>
          </a:lstStyle>
          <a:p>
            <a:fld id="{89006F1E-66CD-4A4B-9370-B4A3080F0E6C}" type="slidenum">
              <a:rPr lang="en-US" smtClean="0"/>
              <a:pPr/>
              <a:t>‹#›</a:t>
            </a:fld>
            <a:endParaRPr lang="en-US"/>
          </a:p>
        </p:txBody>
      </p:sp>
      <p:sp>
        <p:nvSpPr>
          <p:cNvPr id="3" name="Footer Placeholder 2">
            <a:extLst>
              <a:ext uri="{FF2B5EF4-FFF2-40B4-BE49-F238E27FC236}">
                <a16:creationId xmlns:a16="http://schemas.microsoft.com/office/drawing/2014/main" id="{586EC55D-6678-BB4B-BDDC-58D10FF57EC3}"/>
              </a:ext>
            </a:extLst>
          </p:cNvPr>
          <p:cNvSpPr>
            <a:spLocks noGrp="1"/>
          </p:cNvSpPr>
          <p:nvPr>
            <p:ph type="ftr" sz="quarter" idx="3"/>
          </p:nvPr>
        </p:nvSpPr>
        <p:spPr>
          <a:xfrm>
            <a:off x="304799" y="6553200"/>
            <a:ext cx="7620001" cy="304799"/>
          </a:xfrm>
          <a:prstGeom prst="rect">
            <a:avLst/>
          </a:prstGeom>
        </p:spPr>
        <p:txBody>
          <a:bodyPr vert="horz" lIns="91440" tIns="45720" rIns="91440" bIns="45720" rtlCol="0" anchor="ctr"/>
          <a:lstStyle>
            <a:lvl1pPr algn="l">
              <a:defRPr lang="en-US" sz="800" kern="1200">
                <a:solidFill>
                  <a:schemeClr val="accent5"/>
                </a:solidFill>
                <a:latin typeface="+mn-lt"/>
                <a:ea typeface="+mn-ea"/>
                <a:cs typeface="+mn-cs"/>
              </a:defRPr>
            </a:lvl1pPr>
          </a:lstStyle>
          <a:p>
            <a:r>
              <a:rPr lang="en-US"/>
              <a:t>Proprietary &amp; Confidential |  authoremail@thermofisher.com | 12-January-2022</a:t>
            </a:r>
          </a:p>
        </p:txBody>
      </p:sp>
      <p:sp>
        <p:nvSpPr>
          <p:cNvPr id="4" name="Text Placeholder 3">
            <a:extLst>
              <a:ext uri="{FF2B5EF4-FFF2-40B4-BE49-F238E27FC236}">
                <a16:creationId xmlns:a16="http://schemas.microsoft.com/office/drawing/2014/main" id="{F00A9AC8-05E2-9846-9B67-40D61264EC3C}"/>
              </a:ext>
            </a:extLst>
          </p:cNvPr>
          <p:cNvSpPr>
            <a:spLocks noGrp="1"/>
          </p:cNvSpPr>
          <p:nvPr>
            <p:ph type="body" idx="1"/>
          </p:nvPr>
        </p:nvSpPr>
        <p:spPr>
          <a:xfrm>
            <a:off x="304800" y="876300"/>
            <a:ext cx="11582398" cy="5300663"/>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 </a:t>
            </a:r>
          </a:p>
          <a:p>
            <a:pPr lvl="3"/>
            <a:r>
              <a:rPr lang="en-US"/>
              <a:t>Fourth level</a:t>
            </a:r>
          </a:p>
          <a:p>
            <a:pPr lvl="4"/>
            <a:r>
              <a:rPr lang="en-US"/>
              <a:t>Fifth level</a:t>
            </a:r>
          </a:p>
        </p:txBody>
      </p:sp>
    </p:spTree>
    <p:extLst>
      <p:ext uri="{BB962C8B-B14F-4D97-AF65-F5344CB8AC3E}">
        <p14:creationId xmlns:p14="http://schemas.microsoft.com/office/powerpoint/2010/main" val="557523238"/>
      </p:ext>
    </p:extLst>
  </p:cSld>
  <p:clrMap bg1="lt1" tx1="dk1" bg2="lt2" tx2="dk2" accent1="accent1" accent2="accent2" accent3="accent3" accent4="accent4" accent5="accent5" accent6="accent6" hlink="hlink" folHlink="folHlink"/>
  <p:sldLayoutIdLst>
    <p:sldLayoutId id="2147484052" r:id="rId1"/>
    <p:sldLayoutId id="2147484053" r:id="rId2"/>
    <p:sldLayoutId id="2147484054" r:id="rId3"/>
    <p:sldLayoutId id="2147484055" r:id="rId4"/>
    <p:sldLayoutId id="2147484056" r:id="rId5"/>
    <p:sldLayoutId id="2147484057" r:id="rId6"/>
    <p:sldLayoutId id="2147484058" r:id="rId7"/>
    <p:sldLayoutId id="2147484059" r:id="rId8"/>
    <p:sldLayoutId id="2147484060" r:id="rId9"/>
    <p:sldLayoutId id="2147484061" r:id="rId10"/>
    <p:sldLayoutId id="2147484062" r:id="rId11"/>
    <p:sldLayoutId id="2147484069" r:id="rId12"/>
    <p:sldLayoutId id="2147484064" r:id="rId13"/>
    <p:sldLayoutId id="2147484063" r:id="rId14"/>
    <p:sldLayoutId id="2147484065" r:id="rId15"/>
    <p:sldLayoutId id="2147484068" r:id="rId16"/>
  </p:sldLayoutIdLst>
  <p:hf hdr="0" dt="0"/>
  <p:txStyles>
    <p:titleStyle>
      <a:lvl1pPr algn="l" defTabSz="914400" rtl="0" eaLnBrk="1" latinLnBrk="0" hangingPunct="1">
        <a:lnSpc>
          <a:spcPct val="90000"/>
        </a:lnSpc>
        <a:spcBef>
          <a:spcPct val="0"/>
        </a:spcBef>
        <a:buNone/>
        <a:defRPr sz="2800" b="1" kern="1200">
          <a:solidFill>
            <a:schemeClr val="tx2"/>
          </a:solidFill>
          <a:latin typeface="+mj-lt"/>
          <a:ea typeface="+mj-ea"/>
          <a:cs typeface="+mj-cs"/>
        </a:defRPr>
      </a:lvl1pPr>
    </p:titleStyle>
    <p:bodyStyle>
      <a:lvl1pPr marL="342900" indent="-342900" algn="l" defTabSz="914400" rtl="0" eaLnBrk="1" latinLnBrk="0" hangingPunct="1">
        <a:lnSpc>
          <a:spcPct val="120000"/>
        </a:lnSpc>
        <a:spcBef>
          <a:spcPts val="200"/>
        </a:spcBef>
        <a:buClr>
          <a:schemeClr val="tx2"/>
        </a:buClr>
        <a:buSzPct val="100000"/>
        <a:buFont typeface="Arial" panose="020B0604020202020204" pitchFamily="34" charset="0"/>
        <a:buChar char="•"/>
        <a:tabLst/>
        <a:defRPr sz="2000" b="0" kern="1200">
          <a:solidFill>
            <a:schemeClr val="tx1"/>
          </a:solidFill>
          <a:latin typeface="+mn-lt"/>
          <a:ea typeface="+mn-ea"/>
          <a:cs typeface="+mn-cs"/>
        </a:defRPr>
      </a:lvl1pPr>
      <a:lvl2pPr marL="520700" marR="0" indent="-285750" algn="l" defTabSz="914400" rtl="0" eaLnBrk="1" fontAlgn="auto" latinLnBrk="0" hangingPunct="1">
        <a:lnSpc>
          <a:spcPct val="120000"/>
        </a:lnSpc>
        <a:spcBef>
          <a:spcPts val="200"/>
        </a:spcBef>
        <a:spcAft>
          <a:spcPts val="0"/>
        </a:spcAft>
        <a:buClrTx/>
        <a:buSzPct val="76000"/>
        <a:buFont typeface="Arial" panose="020B0604020202020204" pitchFamily="34" charset="0"/>
        <a:buChar char="•"/>
        <a:tabLst/>
        <a:defRPr sz="1800" b="0" kern="1200">
          <a:solidFill>
            <a:schemeClr val="tx1"/>
          </a:solidFill>
          <a:latin typeface="+mn-lt"/>
          <a:ea typeface="+mn-ea"/>
          <a:cs typeface="+mn-cs"/>
        </a:defRPr>
      </a:lvl2pPr>
      <a:lvl3pPr marL="749300" marR="0" indent="-285750" algn="l" defTabSz="914400" rtl="0" eaLnBrk="1" fontAlgn="auto" latinLnBrk="0" hangingPunct="1">
        <a:lnSpc>
          <a:spcPct val="120000"/>
        </a:lnSpc>
        <a:spcBef>
          <a:spcPts val="200"/>
        </a:spcBef>
        <a:spcAft>
          <a:spcPts val="0"/>
        </a:spcAft>
        <a:buClrTx/>
        <a:buSzPct val="80000"/>
        <a:buFont typeface="Arial" panose="020B0604020202020204" pitchFamily="34" charset="0"/>
        <a:buChar char="•"/>
        <a:tabLst/>
        <a:defRPr sz="1400" b="0" kern="1200">
          <a:solidFill>
            <a:schemeClr val="tx1"/>
          </a:solidFill>
          <a:latin typeface="+mn-lt"/>
          <a:ea typeface="+mn-ea"/>
          <a:cs typeface="+mn-cs"/>
        </a:defRPr>
      </a:lvl3pPr>
      <a:lvl4pPr marL="862013" marR="0" indent="-171450" algn="l" defTabSz="914400" rtl="0" eaLnBrk="1" fontAlgn="auto" latinLnBrk="0" hangingPunct="1">
        <a:lnSpc>
          <a:spcPct val="120000"/>
        </a:lnSpc>
        <a:spcBef>
          <a:spcPts val="200"/>
        </a:spcBef>
        <a:spcAft>
          <a:spcPts val="0"/>
        </a:spcAft>
        <a:buClrTx/>
        <a:buSzPct val="80000"/>
        <a:buFont typeface="Arial" panose="020B0604020202020204" pitchFamily="34" charset="0"/>
        <a:buChar char="•"/>
        <a:tabLst/>
        <a:defRPr sz="1200" b="0" kern="1200">
          <a:solidFill>
            <a:schemeClr val="tx1"/>
          </a:solidFill>
          <a:latin typeface="+mn-lt"/>
          <a:ea typeface="+mn-ea"/>
          <a:cs typeface="+mn-cs"/>
        </a:defRPr>
      </a:lvl4pPr>
      <a:lvl5pPr marL="1093787" marR="0" indent="-171450" algn="l" defTabSz="914400" rtl="0" eaLnBrk="1" fontAlgn="auto" latinLnBrk="0" hangingPunct="1">
        <a:lnSpc>
          <a:spcPct val="120000"/>
        </a:lnSpc>
        <a:spcBef>
          <a:spcPts val="200"/>
        </a:spcBef>
        <a:spcAft>
          <a:spcPts val="0"/>
        </a:spcAft>
        <a:buClrTx/>
        <a:buSzPct val="80000"/>
        <a:buFont typeface="Arial" panose="020B0604020202020204" pitchFamily="34" charset="0"/>
        <a:buChar char="•"/>
        <a:tabLst/>
        <a:defRPr sz="11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15:clr>
            <a:srgbClr val="F26B43"/>
          </p15:clr>
        </p15:guide>
        <p15:guide id="4" pos="7488">
          <p15:clr>
            <a:srgbClr val="F26B43"/>
          </p15:clr>
        </p15:guide>
        <p15:guide id="7" pos="5184">
          <p15:clr>
            <a:srgbClr val="F26B43"/>
          </p15:clr>
        </p15:guide>
        <p15:guide id="8" pos="2496">
          <p15:clr>
            <a:srgbClr val="F26B43"/>
          </p15:clr>
        </p15:guide>
        <p15:guide id="9" pos="192">
          <p15:clr>
            <a:srgbClr val="F26B43"/>
          </p15:clr>
        </p15:guide>
        <p15:guide id="10" pos="2688">
          <p15:clr>
            <a:srgbClr val="F26B43"/>
          </p15:clr>
        </p15:guide>
        <p15:guide id="11" orient="horz" pos="4128">
          <p15:clr>
            <a:srgbClr val="F26B43"/>
          </p15:clr>
        </p15:guide>
        <p15:guide id="12" pos="3840">
          <p15:clr>
            <a:srgbClr val="F26B43"/>
          </p15:clr>
        </p15:guide>
        <p15:guide id="13" pos="4992">
          <p15:clr>
            <a:srgbClr val="F26B43"/>
          </p15:clr>
        </p15:guide>
        <p15:guide id="14" orient="horz" pos="432">
          <p15:clr>
            <a:srgbClr val="F26B43"/>
          </p15:clr>
        </p15:guide>
        <p15:guide id="15" orient="horz" pos="552">
          <p15:clr>
            <a:srgbClr val="F26B43"/>
          </p15:clr>
        </p15:guide>
        <p15:guide id="16" orient="horz" pos="792">
          <p15:clr>
            <a:srgbClr val="F26B43"/>
          </p15:clr>
        </p15:guide>
        <p15:guide id="17" orient="horz" pos="91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5.jpeg"/><Relationship Id="rId7" Type="http://schemas.openxmlformats.org/officeDocument/2006/relationships/image" Target="../media/image19.emf"/><Relationship Id="rId2" Type="http://schemas.openxmlformats.org/officeDocument/2006/relationships/image" Target="../media/image14.png"/><Relationship Id="rId1" Type="http://schemas.openxmlformats.org/officeDocument/2006/relationships/slideLayout" Target="../slideLayouts/slideLayout6.xml"/><Relationship Id="rId6" Type="http://schemas.openxmlformats.org/officeDocument/2006/relationships/image" Target="../media/image18.emf"/><Relationship Id="rId5" Type="http://schemas.openxmlformats.org/officeDocument/2006/relationships/image" Target="../media/image17.jpeg"/><Relationship Id="rId4" Type="http://schemas.openxmlformats.org/officeDocument/2006/relationships/image" Target="../media/image16.gif"/></Relationships>
</file>

<file path=ppt/slides/_rels/slide2.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emf"/><Relationship Id="rId1" Type="http://schemas.openxmlformats.org/officeDocument/2006/relationships/slideLayout" Target="../slideLayouts/slideLayout6.xml"/><Relationship Id="rId5" Type="http://schemas.openxmlformats.org/officeDocument/2006/relationships/image" Target="../media/image23.emf"/><Relationship Id="rId4" Type="http://schemas.openxmlformats.org/officeDocument/2006/relationships/image" Target="../media/image22.emf"/></Relationships>
</file>

<file path=ppt/slides/_rels/slide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A696E-9A53-4E07-9E86-507C9726B634}"/>
              </a:ext>
            </a:extLst>
          </p:cNvPr>
          <p:cNvSpPr>
            <a:spLocks noGrp="1"/>
          </p:cNvSpPr>
          <p:nvPr>
            <p:ph type="title"/>
          </p:nvPr>
        </p:nvSpPr>
        <p:spPr/>
        <p:txBody>
          <a:bodyPr/>
          <a:lstStyle/>
          <a:p>
            <a:r>
              <a:rPr lang="en-US"/>
              <a:t>Infrastructure Overview</a:t>
            </a:r>
          </a:p>
        </p:txBody>
      </p:sp>
      <p:sp>
        <p:nvSpPr>
          <p:cNvPr id="3" name="Text Placeholder 2">
            <a:extLst>
              <a:ext uri="{FF2B5EF4-FFF2-40B4-BE49-F238E27FC236}">
                <a16:creationId xmlns:a16="http://schemas.microsoft.com/office/drawing/2014/main" id="{748FE2F8-7512-41DE-B9DB-2AF050AB7359}"/>
              </a:ext>
            </a:extLst>
          </p:cNvPr>
          <p:cNvSpPr>
            <a:spLocks noGrp="1"/>
          </p:cNvSpPr>
          <p:nvPr>
            <p:ph type="body" sz="quarter" idx="11"/>
          </p:nvPr>
        </p:nvSpPr>
        <p:spPr/>
        <p:txBody>
          <a:bodyPr/>
          <a:lstStyle/>
          <a:p>
            <a:r>
              <a:rPr lang="en-US"/>
              <a:t>Azure Cloud Environment</a:t>
            </a:r>
          </a:p>
        </p:txBody>
      </p:sp>
      <p:sp>
        <p:nvSpPr>
          <p:cNvPr id="5" name="Slide Number Placeholder 4">
            <a:extLst>
              <a:ext uri="{FF2B5EF4-FFF2-40B4-BE49-F238E27FC236}">
                <a16:creationId xmlns:a16="http://schemas.microsoft.com/office/drawing/2014/main" id="{B63FA034-2F11-4E2D-9B44-5C05F2C5CA3B}"/>
              </a:ext>
            </a:extLst>
          </p:cNvPr>
          <p:cNvSpPr>
            <a:spLocks noGrp="1"/>
          </p:cNvSpPr>
          <p:nvPr>
            <p:ph type="sldNum" sz="quarter" idx="10"/>
          </p:nvPr>
        </p:nvSpPr>
        <p:spPr/>
        <p:txBody>
          <a:bodyPr/>
          <a:lstStyle/>
          <a:p>
            <a:fld id="{89006F1E-66CD-4A4B-9370-B4A3080F0E6C}" type="slidenum">
              <a:rPr lang="en-US" smtClean="0"/>
              <a:pPr/>
              <a:t>1</a:t>
            </a:fld>
            <a:endParaRPr lang="en-US"/>
          </a:p>
        </p:txBody>
      </p:sp>
      <p:sp>
        <p:nvSpPr>
          <p:cNvPr id="6" name="Footer Placeholder 5">
            <a:extLst>
              <a:ext uri="{FF2B5EF4-FFF2-40B4-BE49-F238E27FC236}">
                <a16:creationId xmlns:a16="http://schemas.microsoft.com/office/drawing/2014/main" id="{5DB152BA-BB41-407D-865E-9FC4EF442D0C}"/>
              </a:ext>
            </a:extLst>
          </p:cNvPr>
          <p:cNvSpPr>
            <a:spLocks noGrp="1"/>
          </p:cNvSpPr>
          <p:nvPr>
            <p:ph type="ftr" sz="quarter" idx="13"/>
          </p:nvPr>
        </p:nvSpPr>
        <p:spPr/>
        <p:txBody>
          <a:bodyPr/>
          <a:lstStyle/>
          <a:p>
            <a:r>
              <a:rPr lang="en-US">
                <a:ea typeface="MS PGothic" panose="020B0600070205080204" pitchFamily="34" charset="-128"/>
              </a:rPr>
              <a:t>Proprietary &amp; Confidential |  authoremail@thermofisher.com | 12-January-2022</a:t>
            </a:r>
          </a:p>
        </p:txBody>
      </p:sp>
      <p:grpSp>
        <p:nvGrpSpPr>
          <p:cNvPr id="157" name="Group 156">
            <a:extLst>
              <a:ext uri="{FF2B5EF4-FFF2-40B4-BE49-F238E27FC236}">
                <a16:creationId xmlns:a16="http://schemas.microsoft.com/office/drawing/2014/main" id="{F3D34887-E838-EC21-63F1-BFB63754CCDE}"/>
              </a:ext>
            </a:extLst>
          </p:cNvPr>
          <p:cNvGrpSpPr/>
          <p:nvPr/>
        </p:nvGrpSpPr>
        <p:grpSpPr>
          <a:xfrm>
            <a:off x="756517" y="1634145"/>
            <a:ext cx="10944167" cy="4532908"/>
            <a:chOff x="756517" y="1634145"/>
            <a:chExt cx="10944167" cy="4532908"/>
          </a:xfrm>
        </p:grpSpPr>
        <p:pic>
          <p:nvPicPr>
            <p:cNvPr id="4" name="Picture 3" descr="A drawing of a face&#10;&#10;Description automatically generated">
              <a:extLst>
                <a:ext uri="{FF2B5EF4-FFF2-40B4-BE49-F238E27FC236}">
                  <a16:creationId xmlns:a16="http://schemas.microsoft.com/office/drawing/2014/main" id="{C5B0E09F-1D22-90DB-3C54-CD0655A23842}"/>
                </a:ext>
              </a:extLst>
            </p:cNvPr>
            <p:cNvPicPr>
              <a:picLocks noChangeAspect="1"/>
            </p:cNvPicPr>
            <p:nvPr/>
          </p:nvPicPr>
          <p:blipFill>
            <a:blip r:embed="rId2">
              <a:duotone>
                <a:schemeClr val="accent1">
                  <a:shade val="45000"/>
                  <a:satMod val="135000"/>
                </a:schemeClr>
                <a:prstClr val="white"/>
              </a:duotone>
            </a:blip>
            <a:stretch>
              <a:fillRect/>
            </a:stretch>
          </p:blipFill>
          <p:spPr>
            <a:xfrm>
              <a:off x="3457622" y="2402340"/>
              <a:ext cx="457200" cy="868681"/>
            </a:xfrm>
            <a:prstGeom prst="rect">
              <a:avLst/>
            </a:prstGeom>
          </p:spPr>
        </p:pic>
        <p:pic>
          <p:nvPicPr>
            <p:cNvPr id="8" name="Picture 7" descr="A drawing of a face&#10;&#10;Description automatically generated">
              <a:extLst>
                <a:ext uri="{FF2B5EF4-FFF2-40B4-BE49-F238E27FC236}">
                  <a16:creationId xmlns:a16="http://schemas.microsoft.com/office/drawing/2014/main" id="{FB3C0E52-61EE-9491-0108-EFE153913F5E}"/>
                </a:ext>
              </a:extLst>
            </p:cNvPr>
            <p:cNvPicPr>
              <a:picLocks noChangeAspect="1"/>
            </p:cNvPicPr>
            <p:nvPr/>
          </p:nvPicPr>
          <p:blipFill>
            <a:blip r:embed="rId2">
              <a:duotone>
                <a:schemeClr val="accent1">
                  <a:shade val="45000"/>
                  <a:satMod val="135000"/>
                </a:schemeClr>
                <a:prstClr val="white"/>
              </a:duotone>
            </a:blip>
            <a:stretch>
              <a:fillRect/>
            </a:stretch>
          </p:blipFill>
          <p:spPr>
            <a:xfrm>
              <a:off x="3457622" y="4546973"/>
              <a:ext cx="457200" cy="868681"/>
            </a:xfrm>
            <a:prstGeom prst="rect">
              <a:avLst/>
            </a:prstGeom>
          </p:spPr>
        </p:pic>
        <p:pic>
          <p:nvPicPr>
            <p:cNvPr id="12" name="Picture 11" descr="A drawing of a face&#10;&#10;Description automatically generated">
              <a:extLst>
                <a:ext uri="{FF2B5EF4-FFF2-40B4-BE49-F238E27FC236}">
                  <a16:creationId xmlns:a16="http://schemas.microsoft.com/office/drawing/2014/main" id="{993FE3C7-7EEA-7973-E65A-C29540B18D6E}"/>
                </a:ext>
              </a:extLst>
            </p:cNvPr>
            <p:cNvPicPr>
              <a:picLocks noChangeAspect="1"/>
            </p:cNvPicPr>
            <p:nvPr/>
          </p:nvPicPr>
          <p:blipFill>
            <a:blip r:embed="rId2">
              <a:duotone>
                <a:schemeClr val="accent1">
                  <a:shade val="45000"/>
                  <a:satMod val="135000"/>
                </a:schemeClr>
                <a:prstClr val="white"/>
              </a:duotone>
            </a:blip>
            <a:stretch>
              <a:fillRect/>
            </a:stretch>
          </p:blipFill>
          <p:spPr>
            <a:xfrm>
              <a:off x="6124622" y="4565635"/>
              <a:ext cx="457200" cy="868681"/>
            </a:xfrm>
            <a:prstGeom prst="rect">
              <a:avLst/>
            </a:prstGeom>
          </p:spPr>
        </p:pic>
        <p:pic>
          <p:nvPicPr>
            <p:cNvPr id="19" name="Picture 18" descr="A drawing of a face&#10;&#10;Description automatically generated">
              <a:extLst>
                <a:ext uri="{FF2B5EF4-FFF2-40B4-BE49-F238E27FC236}">
                  <a16:creationId xmlns:a16="http://schemas.microsoft.com/office/drawing/2014/main" id="{826B6519-9F2A-7E3B-6117-0C9149430A92}"/>
                </a:ext>
              </a:extLst>
            </p:cNvPr>
            <p:cNvPicPr>
              <a:picLocks noChangeAspect="1"/>
            </p:cNvPicPr>
            <p:nvPr/>
          </p:nvPicPr>
          <p:blipFill>
            <a:blip r:embed="rId2">
              <a:duotone>
                <a:schemeClr val="accent1">
                  <a:shade val="45000"/>
                  <a:satMod val="135000"/>
                </a:schemeClr>
                <a:prstClr val="white"/>
              </a:duotone>
            </a:blip>
            <a:stretch>
              <a:fillRect/>
            </a:stretch>
          </p:blipFill>
          <p:spPr>
            <a:xfrm>
              <a:off x="6063025" y="2402340"/>
              <a:ext cx="457200" cy="868681"/>
            </a:xfrm>
            <a:prstGeom prst="rect">
              <a:avLst/>
            </a:prstGeom>
          </p:spPr>
        </p:pic>
        <p:grpSp>
          <p:nvGrpSpPr>
            <p:cNvPr id="21" name="Group 20">
              <a:extLst>
                <a:ext uri="{FF2B5EF4-FFF2-40B4-BE49-F238E27FC236}">
                  <a16:creationId xmlns:a16="http://schemas.microsoft.com/office/drawing/2014/main" id="{3009F16F-20C6-377C-2F4B-659A598D38F3}"/>
                </a:ext>
              </a:extLst>
            </p:cNvPr>
            <p:cNvGrpSpPr/>
            <p:nvPr/>
          </p:nvGrpSpPr>
          <p:grpSpPr>
            <a:xfrm>
              <a:off x="989204" y="3471572"/>
              <a:ext cx="651926" cy="869537"/>
              <a:chOff x="8221147" y="883063"/>
              <a:chExt cx="651926" cy="869537"/>
            </a:xfrm>
          </p:grpSpPr>
          <p:pic>
            <p:nvPicPr>
              <p:cNvPr id="22" name="Picture 21" descr="A drawing of a face&#10;&#10;Description automatically generated">
                <a:extLst>
                  <a:ext uri="{FF2B5EF4-FFF2-40B4-BE49-F238E27FC236}">
                    <a16:creationId xmlns:a16="http://schemas.microsoft.com/office/drawing/2014/main" id="{A1DB7777-0670-A3FB-FF98-0BCAE23DD170}"/>
                  </a:ext>
                </a:extLst>
              </p:cNvPr>
              <p:cNvPicPr>
                <a:picLocks noChangeAspect="1"/>
              </p:cNvPicPr>
              <p:nvPr/>
            </p:nvPicPr>
            <p:blipFill>
              <a:blip r:embed="rId2">
                <a:duotone>
                  <a:schemeClr val="accent1">
                    <a:shade val="45000"/>
                    <a:satMod val="135000"/>
                  </a:schemeClr>
                  <a:prstClr val="white"/>
                </a:duotone>
              </a:blip>
              <a:stretch>
                <a:fillRect/>
              </a:stretch>
            </p:blipFill>
            <p:spPr>
              <a:xfrm>
                <a:off x="8221147" y="883063"/>
                <a:ext cx="457200" cy="868681"/>
              </a:xfrm>
              <a:prstGeom prst="rect">
                <a:avLst/>
              </a:prstGeom>
            </p:spPr>
          </p:pic>
          <p:sp>
            <p:nvSpPr>
              <p:cNvPr id="23" name="Oval 22">
                <a:extLst>
                  <a:ext uri="{FF2B5EF4-FFF2-40B4-BE49-F238E27FC236}">
                    <a16:creationId xmlns:a16="http://schemas.microsoft.com/office/drawing/2014/main" id="{B528D119-41D0-6899-DC0E-608074B8FDDB}"/>
                  </a:ext>
                </a:extLst>
              </p:cNvPr>
              <p:cNvSpPr/>
              <p:nvPr/>
            </p:nvSpPr>
            <p:spPr bwMode="auto">
              <a:xfrm>
                <a:off x="8521977" y="1397000"/>
                <a:ext cx="351096" cy="354744"/>
              </a:xfrm>
              <a:prstGeom prst="ellipse">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lang="en-GB" sz="1800">
                  <a:latin typeface="Arial" pitchFamily="124" charset="0"/>
                </a:endParaRPr>
              </a:p>
            </p:txBody>
          </p:sp>
          <p:sp>
            <p:nvSpPr>
              <p:cNvPr id="30" name="Freeform 1385">
                <a:extLst>
                  <a:ext uri="{FF2B5EF4-FFF2-40B4-BE49-F238E27FC236}">
                    <a16:creationId xmlns:a16="http://schemas.microsoft.com/office/drawing/2014/main" id="{529307EE-9F20-2A77-5F28-9C19758E9DCE}"/>
                  </a:ext>
                </a:extLst>
              </p:cNvPr>
              <p:cNvSpPr>
                <a:spLocks noEditPoints="1"/>
              </p:cNvSpPr>
              <p:nvPr/>
            </p:nvSpPr>
            <p:spPr bwMode="auto">
              <a:xfrm>
                <a:off x="8549084" y="1397000"/>
                <a:ext cx="312738" cy="355600"/>
              </a:xfrm>
              <a:custGeom>
                <a:avLst/>
                <a:gdLst>
                  <a:gd name="T0" fmla="*/ 88 w 177"/>
                  <a:gd name="T1" fmla="*/ 158 h 202"/>
                  <a:gd name="T2" fmla="*/ 1 w 177"/>
                  <a:gd name="T3" fmla="*/ 141 h 202"/>
                  <a:gd name="T4" fmla="*/ 0 w 177"/>
                  <a:gd name="T5" fmla="*/ 144 h 202"/>
                  <a:gd name="T6" fmla="*/ 0 w 177"/>
                  <a:gd name="T7" fmla="*/ 179 h 202"/>
                  <a:gd name="T8" fmla="*/ 88 w 177"/>
                  <a:gd name="T9" fmla="*/ 202 h 202"/>
                  <a:gd name="T10" fmla="*/ 177 w 177"/>
                  <a:gd name="T11" fmla="*/ 179 h 202"/>
                  <a:gd name="T12" fmla="*/ 177 w 177"/>
                  <a:gd name="T13" fmla="*/ 144 h 202"/>
                  <a:gd name="T14" fmla="*/ 175 w 177"/>
                  <a:gd name="T15" fmla="*/ 141 h 202"/>
                  <a:gd name="T16" fmla="*/ 88 w 177"/>
                  <a:gd name="T17" fmla="*/ 158 h 202"/>
                  <a:gd name="T18" fmla="*/ 88 w 177"/>
                  <a:gd name="T19" fmla="*/ 98 h 202"/>
                  <a:gd name="T20" fmla="*/ 1 w 177"/>
                  <a:gd name="T21" fmla="*/ 80 h 202"/>
                  <a:gd name="T22" fmla="*/ 0 w 177"/>
                  <a:gd name="T23" fmla="*/ 84 h 202"/>
                  <a:gd name="T24" fmla="*/ 0 w 177"/>
                  <a:gd name="T25" fmla="*/ 119 h 202"/>
                  <a:gd name="T26" fmla="*/ 88 w 177"/>
                  <a:gd name="T27" fmla="*/ 142 h 202"/>
                  <a:gd name="T28" fmla="*/ 177 w 177"/>
                  <a:gd name="T29" fmla="*/ 119 h 202"/>
                  <a:gd name="T30" fmla="*/ 177 w 177"/>
                  <a:gd name="T31" fmla="*/ 84 h 202"/>
                  <a:gd name="T32" fmla="*/ 175 w 177"/>
                  <a:gd name="T33" fmla="*/ 80 h 202"/>
                  <a:gd name="T34" fmla="*/ 88 w 177"/>
                  <a:gd name="T35" fmla="*/ 98 h 202"/>
                  <a:gd name="T36" fmla="*/ 177 w 177"/>
                  <a:gd name="T37" fmla="*/ 24 h 202"/>
                  <a:gd name="T38" fmla="*/ 177 w 177"/>
                  <a:gd name="T39" fmla="*/ 58 h 202"/>
                  <a:gd name="T40" fmla="*/ 88 w 177"/>
                  <a:gd name="T41" fmla="*/ 82 h 202"/>
                  <a:gd name="T42" fmla="*/ 0 w 177"/>
                  <a:gd name="T43" fmla="*/ 58 h 202"/>
                  <a:gd name="T44" fmla="*/ 0 w 177"/>
                  <a:gd name="T45" fmla="*/ 24 h 202"/>
                  <a:gd name="T46" fmla="*/ 88 w 177"/>
                  <a:gd name="T47" fmla="*/ 0 h 202"/>
                  <a:gd name="T48" fmla="*/ 177 w 177"/>
                  <a:gd name="T49" fmla="*/ 24 h 202"/>
                  <a:gd name="T50" fmla="*/ 126 w 177"/>
                  <a:gd name="T51" fmla="*/ 19 h 202"/>
                  <a:gd name="T52" fmla="*/ 88 w 177"/>
                  <a:gd name="T53" fmla="*/ 12 h 202"/>
                  <a:gd name="T54" fmla="*/ 50 w 177"/>
                  <a:gd name="T55" fmla="*/ 19 h 202"/>
                  <a:gd name="T56" fmla="*/ 88 w 177"/>
                  <a:gd name="T57" fmla="*/ 26 h 202"/>
                  <a:gd name="T58" fmla="*/ 126 w 177"/>
                  <a:gd name="T59" fmla="*/ 19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77" h="202">
                    <a:moveTo>
                      <a:pt x="88" y="158"/>
                    </a:moveTo>
                    <a:cubicBezTo>
                      <a:pt x="24" y="158"/>
                      <a:pt x="1" y="141"/>
                      <a:pt x="1" y="141"/>
                    </a:cubicBezTo>
                    <a:cubicBezTo>
                      <a:pt x="1" y="141"/>
                      <a:pt x="0" y="143"/>
                      <a:pt x="0" y="144"/>
                    </a:cubicBezTo>
                    <a:cubicBezTo>
                      <a:pt x="0" y="179"/>
                      <a:pt x="0" y="179"/>
                      <a:pt x="0" y="179"/>
                    </a:cubicBezTo>
                    <a:cubicBezTo>
                      <a:pt x="0" y="191"/>
                      <a:pt x="39" y="202"/>
                      <a:pt x="88" y="202"/>
                    </a:cubicBezTo>
                    <a:cubicBezTo>
                      <a:pt x="137" y="202"/>
                      <a:pt x="177" y="191"/>
                      <a:pt x="177" y="179"/>
                    </a:cubicBezTo>
                    <a:cubicBezTo>
                      <a:pt x="177" y="144"/>
                      <a:pt x="177" y="144"/>
                      <a:pt x="177" y="144"/>
                    </a:cubicBezTo>
                    <a:cubicBezTo>
                      <a:pt x="177" y="143"/>
                      <a:pt x="175" y="141"/>
                      <a:pt x="175" y="141"/>
                    </a:cubicBezTo>
                    <a:cubicBezTo>
                      <a:pt x="175" y="141"/>
                      <a:pt x="152" y="158"/>
                      <a:pt x="88" y="158"/>
                    </a:cubicBezTo>
                    <a:close/>
                    <a:moveTo>
                      <a:pt x="88" y="98"/>
                    </a:moveTo>
                    <a:cubicBezTo>
                      <a:pt x="23" y="98"/>
                      <a:pt x="1" y="80"/>
                      <a:pt x="1" y="80"/>
                    </a:cubicBezTo>
                    <a:cubicBezTo>
                      <a:pt x="1" y="80"/>
                      <a:pt x="0" y="83"/>
                      <a:pt x="0" y="84"/>
                    </a:cubicBezTo>
                    <a:cubicBezTo>
                      <a:pt x="0" y="119"/>
                      <a:pt x="0" y="119"/>
                      <a:pt x="0" y="119"/>
                    </a:cubicBezTo>
                    <a:cubicBezTo>
                      <a:pt x="0" y="130"/>
                      <a:pt x="39" y="142"/>
                      <a:pt x="88" y="142"/>
                    </a:cubicBezTo>
                    <a:cubicBezTo>
                      <a:pt x="137" y="142"/>
                      <a:pt x="177" y="130"/>
                      <a:pt x="177" y="119"/>
                    </a:cubicBezTo>
                    <a:cubicBezTo>
                      <a:pt x="177" y="84"/>
                      <a:pt x="177" y="84"/>
                      <a:pt x="177" y="84"/>
                    </a:cubicBezTo>
                    <a:cubicBezTo>
                      <a:pt x="177" y="83"/>
                      <a:pt x="175" y="80"/>
                      <a:pt x="175" y="80"/>
                    </a:cubicBezTo>
                    <a:cubicBezTo>
                      <a:pt x="175" y="80"/>
                      <a:pt x="153" y="98"/>
                      <a:pt x="88" y="98"/>
                    </a:cubicBezTo>
                    <a:close/>
                    <a:moveTo>
                      <a:pt x="177" y="24"/>
                    </a:moveTo>
                    <a:cubicBezTo>
                      <a:pt x="177" y="58"/>
                      <a:pt x="177" y="58"/>
                      <a:pt x="177" y="58"/>
                    </a:cubicBezTo>
                    <a:cubicBezTo>
                      <a:pt x="177" y="69"/>
                      <a:pt x="137" y="82"/>
                      <a:pt x="88" y="82"/>
                    </a:cubicBezTo>
                    <a:cubicBezTo>
                      <a:pt x="39" y="82"/>
                      <a:pt x="0" y="69"/>
                      <a:pt x="0" y="58"/>
                    </a:cubicBezTo>
                    <a:cubicBezTo>
                      <a:pt x="0" y="24"/>
                      <a:pt x="0" y="24"/>
                      <a:pt x="0" y="24"/>
                    </a:cubicBezTo>
                    <a:cubicBezTo>
                      <a:pt x="0" y="13"/>
                      <a:pt x="39" y="0"/>
                      <a:pt x="88" y="0"/>
                    </a:cubicBezTo>
                    <a:cubicBezTo>
                      <a:pt x="137" y="0"/>
                      <a:pt x="177" y="13"/>
                      <a:pt x="177" y="24"/>
                    </a:cubicBezTo>
                    <a:moveTo>
                      <a:pt x="126" y="19"/>
                    </a:moveTo>
                    <a:cubicBezTo>
                      <a:pt x="126" y="15"/>
                      <a:pt x="109" y="12"/>
                      <a:pt x="88" y="12"/>
                    </a:cubicBezTo>
                    <a:cubicBezTo>
                      <a:pt x="67" y="12"/>
                      <a:pt x="50" y="15"/>
                      <a:pt x="50" y="19"/>
                    </a:cubicBezTo>
                    <a:cubicBezTo>
                      <a:pt x="50" y="22"/>
                      <a:pt x="67" y="26"/>
                      <a:pt x="88" y="26"/>
                    </a:cubicBezTo>
                    <a:cubicBezTo>
                      <a:pt x="109" y="26"/>
                      <a:pt x="126" y="22"/>
                      <a:pt x="126" y="19"/>
                    </a:cubicBezTo>
                  </a:path>
                </a:pathLst>
              </a:custGeom>
              <a:solidFill>
                <a:schemeClr val="accent5">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grpSp>
        <p:cxnSp>
          <p:nvCxnSpPr>
            <p:cNvPr id="34" name="Straight Arrow Connector 33">
              <a:extLst>
                <a:ext uri="{FF2B5EF4-FFF2-40B4-BE49-F238E27FC236}">
                  <a16:creationId xmlns:a16="http://schemas.microsoft.com/office/drawing/2014/main" id="{7CC3B673-3F61-5E85-97E3-554F1CD53C5A}"/>
                </a:ext>
              </a:extLst>
            </p:cNvPr>
            <p:cNvCxnSpPr>
              <a:cxnSpLocks/>
              <a:stCxn id="22" idx="3"/>
              <a:endCxn id="4" idx="1"/>
            </p:cNvCxnSpPr>
            <p:nvPr/>
          </p:nvCxnSpPr>
          <p:spPr bwMode="auto">
            <a:xfrm flipV="1">
              <a:off x="1446404" y="2836681"/>
              <a:ext cx="2011218" cy="1069232"/>
            </a:xfrm>
            <a:prstGeom prst="straightConnector1">
              <a:avLst/>
            </a:prstGeom>
            <a:solidFill>
              <a:schemeClr val="accent1"/>
            </a:solidFill>
            <a:ln w="9525" cap="flat" cmpd="sng" algn="ctr">
              <a:solidFill>
                <a:schemeClr val="tx1"/>
              </a:solidFill>
              <a:prstDash val="solid"/>
              <a:round/>
              <a:headEnd type="triangle"/>
              <a:tailEnd type="triangle"/>
            </a:ln>
            <a:effectLst/>
          </p:spPr>
        </p:cxnSp>
        <p:cxnSp>
          <p:nvCxnSpPr>
            <p:cNvPr id="36" name="Straight Arrow Connector 35">
              <a:extLst>
                <a:ext uri="{FF2B5EF4-FFF2-40B4-BE49-F238E27FC236}">
                  <a16:creationId xmlns:a16="http://schemas.microsoft.com/office/drawing/2014/main" id="{968F93DC-5FEC-86F0-0688-CE82868131E5}"/>
                </a:ext>
              </a:extLst>
            </p:cNvPr>
            <p:cNvCxnSpPr>
              <a:cxnSpLocks/>
              <a:stCxn id="8" idx="3"/>
              <a:endCxn id="103" idx="24"/>
            </p:cNvCxnSpPr>
            <p:nvPr/>
          </p:nvCxnSpPr>
          <p:spPr bwMode="auto">
            <a:xfrm flipV="1">
              <a:off x="3914822" y="3990970"/>
              <a:ext cx="810718" cy="990344"/>
            </a:xfrm>
            <a:prstGeom prst="straightConnector1">
              <a:avLst/>
            </a:prstGeom>
            <a:solidFill>
              <a:schemeClr val="accent1"/>
            </a:solidFill>
            <a:ln w="9525" cap="flat" cmpd="sng" algn="ctr">
              <a:solidFill>
                <a:schemeClr val="tx1"/>
              </a:solidFill>
              <a:prstDash val="solid"/>
              <a:round/>
              <a:headEnd type="triangle"/>
              <a:tailEnd type="triangle"/>
            </a:ln>
            <a:effectLst/>
          </p:spPr>
        </p:cxnSp>
        <p:cxnSp>
          <p:nvCxnSpPr>
            <p:cNvPr id="38" name="Straight Arrow Connector 37">
              <a:extLst>
                <a:ext uri="{FF2B5EF4-FFF2-40B4-BE49-F238E27FC236}">
                  <a16:creationId xmlns:a16="http://schemas.microsoft.com/office/drawing/2014/main" id="{679CB55D-E61D-970E-E97E-6C95883B2736}"/>
                </a:ext>
              </a:extLst>
            </p:cNvPr>
            <p:cNvCxnSpPr>
              <a:cxnSpLocks/>
              <a:stCxn id="4" idx="3"/>
              <a:endCxn id="103" idx="0"/>
            </p:cNvCxnSpPr>
            <p:nvPr/>
          </p:nvCxnSpPr>
          <p:spPr bwMode="auto">
            <a:xfrm>
              <a:off x="3914822" y="2836681"/>
              <a:ext cx="791588" cy="938751"/>
            </a:xfrm>
            <a:prstGeom prst="straightConnector1">
              <a:avLst/>
            </a:prstGeom>
            <a:solidFill>
              <a:schemeClr val="accent1"/>
            </a:solidFill>
            <a:ln w="9525" cap="flat" cmpd="sng" algn="ctr">
              <a:solidFill>
                <a:schemeClr val="tx1"/>
              </a:solidFill>
              <a:prstDash val="solid"/>
              <a:round/>
              <a:headEnd type="triangle"/>
              <a:tailEnd type="triangle"/>
            </a:ln>
            <a:effectLst/>
          </p:spPr>
        </p:cxnSp>
        <p:cxnSp>
          <p:nvCxnSpPr>
            <p:cNvPr id="42" name="Straight Arrow Connector 41">
              <a:extLst>
                <a:ext uri="{FF2B5EF4-FFF2-40B4-BE49-F238E27FC236}">
                  <a16:creationId xmlns:a16="http://schemas.microsoft.com/office/drawing/2014/main" id="{C420C101-F898-8F48-4BE1-BE4441BD2147}"/>
                </a:ext>
              </a:extLst>
            </p:cNvPr>
            <p:cNvCxnSpPr>
              <a:cxnSpLocks/>
              <a:stCxn id="103" idx="14"/>
              <a:endCxn id="19" idx="1"/>
            </p:cNvCxnSpPr>
            <p:nvPr/>
          </p:nvCxnSpPr>
          <p:spPr bwMode="auto">
            <a:xfrm flipV="1">
              <a:off x="5315378" y="2836681"/>
              <a:ext cx="747647" cy="938751"/>
            </a:xfrm>
            <a:prstGeom prst="straightConnector1">
              <a:avLst/>
            </a:prstGeom>
            <a:solidFill>
              <a:schemeClr val="accent1"/>
            </a:solidFill>
            <a:ln w="9525" cap="flat" cmpd="sng" algn="ctr">
              <a:solidFill>
                <a:schemeClr val="tx1"/>
              </a:solidFill>
              <a:prstDash val="solid"/>
              <a:round/>
              <a:headEnd type="triangle"/>
              <a:tailEnd type="triangle"/>
            </a:ln>
            <a:effectLst/>
          </p:spPr>
        </p:cxnSp>
        <p:cxnSp>
          <p:nvCxnSpPr>
            <p:cNvPr id="47" name="Straight Arrow Connector 46">
              <a:extLst>
                <a:ext uri="{FF2B5EF4-FFF2-40B4-BE49-F238E27FC236}">
                  <a16:creationId xmlns:a16="http://schemas.microsoft.com/office/drawing/2014/main" id="{818868E0-F19E-89EF-185E-A80FFACF6042}"/>
                </a:ext>
              </a:extLst>
            </p:cNvPr>
            <p:cNvCxnSpPr>
              <a:cxnSpLocks/>
              <a:stCxn id="22" idx="3"/>
              <a:endCxn id="8" idx="1"/>
            </p:cNvCxnSpPr>
            <p:nvPr/>
          </p:nvCxnSpPr>
          <p:spPr bwMode="auto">
            <a:xfrm>
              <a:off x="1446404" y="3905913"/>
              <a:ext cx="2011218" cy="1075401"/>
            </a:xfrm>
            <a:prstGeom prst="straightConnector1">
              <a:avLst/>
            </a:prstGeom>
            <a:solidFill>
              <a:schemeClr val="accent1"/>
            </a:solidFill>
            <a:ln w="9525" cap="flat" cmpd="sng" algn="ctr">
              <a:solidFill>
                <a:schemeClr val="tx1"/>
              </a:solidFill>
              <a:prstDash val="solid"/>
              <a:round/>
              <a:headEnd type="triangle"/>
              <a:tailEnd type="triangle"/>
            </a:ln>
            <a:effectLst/>
          </p:spPr>
        </p:cxnSp>
        <p:cxnSp>
          <p:nvCxnSpPr>
            <p:cNvPr id="48" name="Straight Arrow Connector 47">
              <a:extLst>
                <a:ext uri="{FF2B5EF4-FFF2-40B4-BE49-F238E27FC236}">
                  <a16:creationId xmlns:a16="http://schemas.microsoft.com/office/drawing/2014/main" id="{78BB8247-50D0-EAF4-1268-009EB0DE7DCB}"/>
                </a:ext>
              </a:extLst>
            </p:cNvPr>
            <p:cNvCxnSpPr>
              <a:cxnSpLocks/>
              <a:stCxn id="103" idx="11"/>
              <a:endCxn id="12" idx="1"/>
            </p:cNvCxnSpPr>
            <p:nvPr/>
          </p:nvCxnSpPr>
          <p:spPr bwMode="auto">
            <a:xfrm>
              <a:off x="5356826" y="4035655"/>
              <a:ext cx="767796" cy="964321"/>
            </a:xfrm>
            <a:prstGeom prst="straightConnector1">
              <a:avLst/>
            </a:prstGeom>
            <a:solidFill>
              <a:schemeClr val="accent1"/>
            </a:solidFill>
            <a:ln w="9525" cap="flat" cmpd="sng" algn="ctr">
              <a:solidFill>
                <a:schemeClr val="tx1"/>
              </a:solidFill>
              <a:prstDash val="solid"/>
              <a:round/>
              <a:headEnd type="triangle"/>
              <a:tailEnd type="triangle"/>
            </a:ln>
            <a:effectLst/>
          </p:spPr>
        </p:cxnSp>
        <p:grpSp>
          <p:nvGrpSpPr>
            <p:cNvPr id="49" name="Group 48">
              <a:extLst>
                <a:ext uri="{FF2B5EF4-FFF2-40B4-BE49-F238E27FC236}">
                  <a16:creationId xmlns:a16="http://schemas.microsoft.com/office/drawing/2014/main" id="{E000B3DD-6744-E05E-9E02-4EF1B2808A8B}"/>
                </a:ext>
              </a:extLst>
            </p:cNvPr>
            <p:cNvGrpSpPr/>
            <p:nvPr/>
          </p:nvGrpSpPr>
          <p:grpSpPr>
            <a:xfrm>
              <a:off x="7098289" y="3701741"/>
              <a:ext cx="691864" cy="490973"/>
              <a:chOff x="6908608" y="2826394"/>
              <a:chExt cx="691864" cy="490973"/>
            </a:xfrm>
          </p:grpSpPr>
          <p:sp>
            <p:nvSpPr>
              <p:cNvPr id="50" name="Freeform 942">
                <a:extLst>
                  <a:ext uri="{FF2B5EF4-FFF2-40B4-BE49-F238E27FC236}">
                    <a16:creationId xmlns:a16="http://schemas.microsoft.com/office/drawing/2014/main" id="{EBCFA99C-ED48-7B0A-D03B-1DC8DC9AFED8}"/>
                  </a:ext>
                </a:extLst>
              </p:cNvPr>
              <p:cNvSpPr>
                <a:spLocks noEditPoints="1"/>
              </p:cNvSpPr>
              <p:nvPr/>
            </p:nvSpPr>
            <p:spPr bwMode="auto">
              <a:xfrm rot="16200000">
                <a:off x="7039001" y="2755897"/>
                <a:ext cx="431077" cy="691864"/>
              </a:xfrm>
              <a:custGeom>
                <a:avLst/>
                <a:gdLst>
                  <a:gd name="T0" fmla="*/ 151 w 164"/>
                  <a:gd name="T1" fmla="*/ 13 h 217"/>
                  <a:gd name="T2" fmla="*/ 53 w 164"/>
                  <a:gd name="T3" fmla="*/ 1 h 217"/>
                  <a:gd name="T4" fmla="*/ 47 w 164"/>
                  <a:gd name="T5" fmla="*/ 1 h 217"/>
                  <a:gd name="T6" fmla="*/ 47 w 164"/>
                  <a:gd name="T7" fmla="*/ 1 h 217"/>
                  <a:gd name="T8" fmla="*/ 8 w 164"/>
                  <a:gd name="T9" fmla="*/ 13 h 217"/>
                  <a:gd name="T10" fmla="*/ 0 w 164"/>
                  <a:gd name="T11" fmla="*/ 24 h 217"/>
                  <a:gd name="T12" fmla="*/ 0 w 164"/>
                  <a:gd name="T13" fmla="*/ 193 h 217"/>
                  <a:gd name="T14" fmla="*/ 8 w 164"/>
                  <a:gd name="T15" fmla="*/ 204 h 217"/>
                  <a:gd name="T16" fmla="*/ 47 w 164"/>
                  <a:gd name="T17" fmla="*/ 216 h 217"/>
                  <a:gd name="T18" fmla="*/ 50 w 164"/>
                  <a:gd name="T19" fmla="*/ 217 h 217"/>
                  <a:gd name="T20" fmla="*/ 50 w 164"/>
                  <a:gd name="T21" fmla="*/ 216 h 217"/>
                  <a:gd name="T22" fmla="*/ 52 w 164"/>
                  <a:gd name="T23" fmla="*/ 217 h 217"/>
                  <a:gd name="T24" fmla="*/ 52 w 164"/>
                  <a:gd name="T25" fmla="*/ 217 h 217"/>
                  <a:gd name="T26" fmla="*/ 53 w 164"/>
                  <a:gd name="T27" fmla="*/ 216 h 217"/>
                  <a:gd name="T28" fmla="*/ 151 w 164"/>
                  <a:gd name="T29" fmla="*/ 204 h 217"/>
                  <a:gd name="T30" fmla="*/ 164 w 164"/>
                  <a:gd name="T31" fmla="*/ 189 h 217"/>
                  <a:gd name="T32" fmla="*/ 164 w 164"/>
                  <a:gd name="T33" fmla="*/ 28 h 217"/>
                  <a:gd name="T34" fmla="*/ 151 w 164"/>
                  <a:gd name="T35" fmla="*/ 13 h 217"/>
                  <a:gd name="T36" fmla="*/ 150 w 164"/>
                  <a:gd name="T37" fmla="*/ 181 h 217"/>
                  <a:gd name="T38" fmla="*/ 142 w 164"/>
                  <a:gd name="T39" fmla="*/ 190 h 217"/>
                  <a:gd name="T40" fmla="*/ 69 w 164"/>
                  <a:gd name="T41" fmla="*/ 198 h 217"/>
                  <a:gd name="T42" fmla="*/ 69 w 164"/>
                  <a:gd name="T43" fmla="*/ 198 h 217"/>
                  <a:gd name="T44" fmla="*/ 61 w 164"/>
                  <a:gd name="T45" fmla="*/ 190 h 217"/>
                  <a:gd name="T46" fmla="*/ 61 w 164"/>
                  <a:gd name="T47" fmla="*/ 26 h 217"/>
                  <a:gd name="T48" fmla="*/ 69 w 164"/>
                  <a:gd name="T49" fmla="*/ 19 h 217"/>
                  <a:gd name="T50" fmla="*/ 69 w 164"/>
                  <a:gd name="T51" fmla="*/ 19 h 217"/>
                  <a:gd name="T52" fmla="*/ 142 w 164"/>
                  <a:gd name="T53" fmla="*/ 27 h 217"/>
                  <a:gd name="T54" fmla="*/ 150 w 164"/>
                  <a:gd name="T55" fmla="*/ 36 h 217"/>
                  <a:gd name="T56" fmla="*/ 150 w 164"/>
                  <a:gd name="T57" fmla="*/ 181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64" h="217">
                    <a:moveTo>
                      <a:pt x="151" y="13"/>
                    </a:moveTo>
                    <a:cubicBezTo>
                      <a:pt x="53" y="1"/>
                      <a:pt x="53" y="1"/>
                      <a:pt x="53" y="1"/>
                    </a:cubicBezTo>
                    <a:cubicBezTo>
                      <a:pt x="51" y="0"/>
                      <a:pt x="49" y="1"/>
                      <a:pt x="47" y="1"/>
                    </a:cubicBezTo>
                    <a:cubicBezTo>
                      <a:pt x="47" y="1"/>
                      <a:pt x="47" y="1"/>
                      <a:pt x="47" y="1"/>
                    </a:cubicBezTo>
                    <a:cubicBezTo>
                      <a:pt x="8" y="13"/>
                      <a:pt x="8" y="13"/>
                      <a:pt x="8" y="13"/>
                    </a:cubicBezTo>
                    <a:cubicBezTo>
                      <a:pt x="4" y="14"/>
                      <a:pt x="0" y="19"/>
                      <a:pt x="0" y="24"/>
                    </a:cubicBezTo>
                    <a:cubicBezTo>
                      <a:pt x="0" y="193"/>
                      <a:pt x="0" y="193"/>
                      <a:pt x="0" y="193"/>
                    </a:cubicBezTo>
                    <a:cubicBezTo>
                      <a:pt x="0" y="198"/>
                      <a:pt x="4" y="202"/>
                      <a:pt x="8" y="204"/>
                    </a:cubicBezTo>
                    <a:cubicBezTo>
                      <a:pt x="47" y="216"/>
                      <a:pt x="47" y="216"/>
                      <a:pt x="47" y="216"/>
                    </a:cubicBezTo>
                    <a:cubicBezTo>
                      <a:pt x="48" y="216"/>
                      <a:pt x="49" y="217"/>
                      <a:pt x="50" y="217"/>
                    </a:cubicBezTo>
                    <a:cubicBezTo>
                      <a:pt x="50" y="217"/>
                      <a:pt x="50" y="216"/>
                      <a:pt x="50" y="216"/>
                    </a:cubicBezTo>
                    <a:cubicBezTo>
                      <a:pt x="51" y="217"/>
                      <a:pt x="51" y="217"/>
                      <a:pt x="52" y="217"/>
                    </a:cubicBezTo>
                    <a:cubicBezTo>
                      <a:pt x="52" y="217"/>
                      <a:pt x="52" y="217"/>
                      <a:pt x="52" y="217"/>
                    </a:cubicBezTo>
                    <a:cubicBezTo>
                      <a:pt x="52" y="217"/>
                      <a:pt x="53" y="217"/>
                      <a:pt x="53" y="216"/>
                    </a:cubicBezTo>
                    <a:cubicBezTo>
                      <a:pt x="151" y="204"/>
                      <a:pt x="151" y="204"/>
                      <a:pt x="151" y="204"/>
                    </a:cubicBezTo>
                    <a:cubicBezTo>
                      <a:pt x="159" y="203"/>
                      <a:pt x="164" y="196"/>
                      <a:pt x="164" y="189"/>
                    </a:cubicBezTo>
                    <a:cubicBezTo>
                      <a:pt x="164" y="28"/>
                      <a:pt x="164" y="28"/>
                      <a:pt x="164" y="28"/>
                    </a:cubicBezTo>
                    <a:cubicBezTo>
                      <a:pt x="164" y="20"/>
                      <a:pt x="159" y="14"/>
                      <a:pt x="151" y="13"/>
                    </a:cubicBezTo>
                    <a:close/>
                    <a:moveTo>
                      <a:pt x="150" y="181"/>
                    </a:moveTo>
                    <a:cubicBezTo>
                      <a:pt x="150" y="185"/>
                      <a:pt x="146" y="189"/>
                      <a:pt x="142" y="190"/>
                    </a:cubicBezTo>
                    <a:cubicBezTo>
                      <a:pt x="69" y="198"/>
                      <a:pt x="69" y="198"/>
                      <a:pt x="69" y="198"/>
                    </a:cubicBezTo>
                    <a:cubicBezTo>
                      <a:pt x="69" y="198"/>
                      <a:pt x="69" y="198"/>
                      <a:pt x="69" y="198"/>
                    </a:cubicBezTo>
                    <a:cubicBezTo>
                      <a:pt x="65" y="198"/>
                      <a:pt x="61" y="194"/>
                      <a:pt x="61" y="190"/>
                    </a:cubicBezTo>
                    <a:cubicBezTo>
                      <a:pt x="61" y="26"/>
                      <a:pt x="61" y="26"/>
                      <a:pt x="61" y="26"/>
                    </a:cubicBezTo>
                    <a:cubicBezTo>
                      <a:pt x="61" y="22"/>
                      <a:pt x="65" y="19"/>
                      <a:pt x="69" y="19"/>
                    </a:cubicBezTo>
                    <a:cubicBezTo>
                      <a:pt x="69" y="19"/>
                      <a:pt x="69" y="19"/>
                      <a:pt x="69" y="19"/>
                    </a:cubicBezTo>
                    <a:cubicBezTo>
                      <a:pt x="142" y="27"/>
                      <a:pt x="142" y="27"/>
                      <a:pt x="142" y="27"/>
                    </a:cubicBezTo>
                    <a:cubicBezTo>
                      <a:pt x="146" y="27"/>
                      <a:pt x="150" y="31"/>
                      <a:pt x="150" y="36"/>
                    </a:cubicBezTo>
                    <a:lnTo>
                      <a:pt x="150" y="181"/>
                    </a:lnTo>
                    <a:close/>
                  </a:path>
                </a:pathLst>
              </a:custGeom>
              <a:solidFill>
                <a:schemeClr val="accent5">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51" name="Group 50">
                <a:extLst>
                  <a:ext uri="{FF2B5EF4-FFF2-40B4-BE49-F238E27FC236}">
                    <a16:creationId xmlns:a16="http://schemas.microsoft.com/office/drawing/2014/main" id="{A4DB7E08-B43F-ABC9-A420-15C8D804AD21}"/>
                  </a:ext>
                </a:extLst>
              </p:cNvPr>
              <p:cNvGrpSpPr/>
              <p:nvPr/>
            </p:nvGrpSpPr>
            <p:grpSpPr>
              <a:xfrm rot="16794169">
                <a:off x="6962377" y="2885344"/>
                <a:ext cx="334429" cy="265947"/>
                <a:chOff x="6218306" y="810361"/>
                <a:chExt cx="334429" cy="265947"/>
              </a:xfrm>
              <a:solidFill>
                <a:schemeClr val="tx1"/>
              </a:solidFill>
            </p:grpSpPr>
            <p:sp>
              <p:nvSpPr>
                <p:cNvPr id="67" name="Freeform 66">
                  <a:extLst>
                    <a:ext uri="{FF2B5EF4-FFF2-40B4-BE49-F238E27FC236}">
                      <a16:creationId xmlns:a16="http://schemas.microsoft.com/office/drawing/2014/main" id="{EAF06BF9-9CA7-8A27-A735-F97AF6E1EEFD}"/>
                    </a:ext>
                  </a:extLst>
                </p:cNvPr>
                <p:cNvSpPr>
                  <a:spLocks/>
                </p:cNvSpPr>
                <p:nvPr/>
              </p:nvSpPr>
              <p:spPr bwMode="auto">
                <a:xfrm>
                  <a:off x="6218306" y="918215"/>
                  <a:ext cx="161319" cy="158093"/>
                </a:xfrm>
                <a:custGeom>
                  <a:avLst/>
                  <a:gdLst>
                    <a:gd name="T0" fmla="*/ 54 w 91"/>
                    <a:gd name="T1" fmla="*/ 8 h 90"/>
                    <a:gd name="T2" fmla="*/ 26 w 91"/>
                    <a:gd name="T3" fmla="*/ 36 h 90"/>
                    <a:gd name="T4" fmla="*/ 10 w 91"/>
                    <a:gd name="T5" fmla="*/ 20 h 90"/>
                    <a:gd name="T6" fmla="*/ 4 w 91"/>
                    <a:gd name="T7" fmla="*/ 19 h 90"/>
                    <a:gd name="T8" fmla="*/ 0 w 91"/>
                    <a:gd name="T9" fmla="*/ 24 h 90"/>
                    <a:gd name="T10" fmla="*/ 0 w 91"/>
                    <a:gd name="T11" fmla="*/ 84 h 90"/>
                    <a:gd name="T12" fmla="*/ 2 w 91"/>
                    <a:gd name="T13" fmla="*/ 88 h 90"/>
                    <a:gd name="T14" fmla="*/ 6 w 91"/>
                    <a:gd name="T15" fmla="*/ 90 h 90"/>
                    <a:gd name="T16" fmla="*/ 66 w 91"/>
                    <a:gd name="T17" fmla="*/ 90 h 90"/>
                    <a:gd name="T18" fmla="*/ 72 w 91"/>
                    <a:gd name="T19" fmla="*/ 87 h 90"/>
                    <a:gd name="T20" fmla="*/ 70 w 91"/>
                    <a:gd name="T21" fmla="*/ 80 h 90"/>
                    <a:gd name="T22" fmla="*/ 55 w 91"/>
                    <a:gd name="T23" fmla="*/ 65 h 90"/>
                    <a:gd name="T24" fmla="*/ 83 w 91"/>
                    <a:gd name="T25" fmla="*/ 37 h 90"/>
                    <a:gd name="T26" fmla="*/ 83 w 91"/>
                    <a:gd name="T27" fmla="*/ 8 h 90"/>
                    <a:gd name="T28" fmla="*/ 54 w 91"/>
                    <a:gd name="T29" fmla="*/ 8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1" h="90">
                      <a:moveTo>
                        <a:pt x="54" y="8"/>
                      </a:moveTo>
                      <a:cubicBezTo>
                        <a:pt x="26" y="36"/>
                        <a:pt x="26" y="36"/>
                        <a:pt x="26" y="36"/>
                      </a:cubicBezTo>
                      <a:cubicBezTo>
                        <a:pt x="10" y="20"/>
                        <a:pt x="10" y="20"/>
                        <a:pt x="10" y="20"/>
                      </a:cubicBezTo>
                      <a:cubicBezTo>
                        <a:pt x="8" y="18"/>
                        <a:pt x="6" y="18"/>
                        <a:pt x="4" y="19"/>
                      </a:cubicBezTo>
                      <a:cubicBezTo>
                        <a:pt x="2" y="20"/>
                        <a:pt x="0" y="22"/>
                        <a:pt x="0" y="24"/>
                      </a:cubicBezTo>
                      <a:cubicBezTo>
                        <a:pt x="0" y="84"/>
                        <a:pt x="0" y="84"/>
                        <a:pt x="0" y="84"/>
                      </a:cubicBezTo>
                      <a:cubicBezTo>
                        <a:pt x="0" y="86"/>
                        <a:pt x="1" y="87"/>
                        <a:pt x="2" y="88"/>
                      </a:cubicBezTo>
                      <a:cubicBezTo>
                        <a:pt x="3" y="89"/>
                        <a:pt x="4" y="90"/>
                        <a:pt x="6" y="90"/>
                      </a:cubicBezTo>
                      <a:cubicBezTo>
                        <a:pt x="66" y="90"/>
                        <a:pt x="66" y="90"/>
                        <a:pt x="66" y="90"/>
                      </a:cubicBezTo>
                      <a:cubicBezTo>
                        <a:pt x="69" y="90"/>
                        <a:pt x="71" y="89"/>
                        <a:pt x="72" y="87"/>
                      </a:cubicBezTo>
                      <a:cubicBezTo>
                        <a:pt x="72" y="84"/>
                        <a:pt x="72" y="82"/>
                        <a:pt x="70" y="80"/>
                      </a:cubicBezTo>
                      <a:cubicBezTo>
                        <a:pt x="55" y="65"/>
                        <a:pt x="55" y="65"/>
                        <a:pt x="55" y="65"/>
                      </a:cubicBezTo>
                      <a:cubicBezTo>
                        <a:pt x="83" y="37"/>
                        <a:pt x="83" y="37"/>
                        <a:pt x="83" y="37"/>
                      </a:cubicBezTo>
                      <a:cubicBezTo>
                        <a:pt x="91" y="29"/>
                        <a:pt x="91" y="16"/>
                        <a:pt x="83" y="8"/>
                      </a:cubicBezTo>
                      <a:cubicBezTo>
                        <a:pt x="75" y="0"/>
                        <a:pt x="62" y="0"/>
                        <a:pt x="5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2" name="Freeform 67">
                  <a:extLst>
                    <a:ext uri="{FF2B5EF4-FFF2-40B4-BE49-F238E27FC236}">
                      <a16:creationId xmlns:a16="http://schemas.microsoft.com/office/drawing/2014/main" id="{DA1B195F-F6DB-FC6B-FB04-493BBC6B36B9}"/>
                    </a:ext>
                  </a:extLst>
                </p:cNvPr>
                <p:cNvSpPr>
                  <a:spLocks/>
                </p:cNvSpPr>
                <p:nvPr/>
              </p:nvSpPr>
              <p:spPr bwMode="auto">
                <a:xfrm>
                  <a:off x="6393029" y="810361"/>
                  <a:ext cx="159706" cy="156480"/>
                </a:xfrm>
                <a:custGeom>
                  <a:avLst/>
                  <a:gdLst>
                    <a:gd name="T0" fmla="*/ 91 w 91"/>
                    <a:gd name="T1" fmla="*/ 65 h 89"/>
                    <a:gd name="T2" fmla="*/ 91 w 91"/>
                    <a:gd name="T3" fmla="*/ 6 h 89"/>
                    <a:gd name="T4" fmla="*/ 85 w 91"/>
                    <a:gd name="T5" fmla="*/ 0 h 89"/>
                    <a:gd name="T6" fmla="*/ 25 w 91"/>
                    <a:gd name="T7" fmla="*/ 0 h 89"/>
                    <a:gd name="T8" fmla="*/ 20 w 91"/>
                    <a:gd name="T9" fmla="*/ 4 h 89"/>
                    <a:gd name="T10" fmla="*/ 21 w 91"/>
                    <a:gd name="T11" fmla="*/ 10 h 89"/>
                    <a:gd name="T12" fmla="*/ 37 w 91"/>
                    <a:gd name="T13" fmla="*/ 26 h 89"/>
                    <a:gd name="T14" fmla="*/ 9 w 91"/>
                    <a:gd name="T15" fmla="*/ 54 h 89"/>
                    <a:gd name="T16" fmla="*/ 9 w 91"/>
                    <a:gd name="T17" fmla="*/ 83 h 89"/>
                    <a:gd name="T18" fmla="*/ 23 w 91"/>
                    <a:gd name="T19" fmla="*/ 89 h 89"/>
                    <a:gd name="T20" fmla="*/ 38 w 91"/>
                    <a:gd name="T21" fmla="*/ 83 h 89"/>
                    <a:gd name="T22" fmla="*/ 66 w 91"/>
                    <a:gd name="T23" fmla="*/ 55 h 89"/>
                    <a:gd name="T24" fmla="*/ 81 w 91"/>
                    <a:gd name="T25" fmla="*/ 70 h 89"/>
                    <a:gd name="T26" fmla="*/ 85 w 91"/>
                    <a:gd name="T27" fmla="*/ 72 h 89"/>
                    <a:gd name="T28" fmla="*/ 85 w 91"/>
                    <a:gd name="T29" fmla="*/ 72 h 89"/>
                    <a:gd name="T30" fmla="*/ 91 w 91"/>
                    <a:gd name="T31" fmla="*/ 66 h 89"/>
                    <a:gd name="T32" fmla="*/ 91 w 91"/>
                    <a:gd name="T33" fmla="*/ 65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1" h="89">
                      <a:moveTo>
                        <a:pt x="91" y="65"/>
                      </a:moveTo>
                      <a:cubicBezTo>
                        <a:pt x="91" y="6"/>
                        <a:pt x="91" y="6"/>
                        <a:pt x="91" y="6"/>
                      </a:cubicBezTo>
                      <a:cubicBezTo>
                        <a:pt x="91" y="3"/>
                        <a:pt x="88" y="0"/>
                        <a:pt x="85" y="0"/>
                      </a:cubicBezTo>
                      <a:cubicBezTo>
                        <a:pt x="25" y="0"/>
                        <a:pt x="25" y="0"/>
                        <a:pt x="25" y="0"/>
                      </a:cubicBezTo>
                      <a:cubicBezTo>
                        <a:pt x="23" y="0"/>
                        <a:pt x="21" y="2"/>
                        <a:pt x="20" y="4"/>
                      </a:cubicBezTo>
                      <a:cubicBezTo>
                        <a:pt x="19" y="6"/>
                        <a:pt x="19" y="8"/>
                        <a:pt x="21" y="10"/>
                      </a:cubicBezTo>
                      <a:cubicBezTo>
                        <a:pt x="37" y="26"/>
                        <a:pt x="37" y="26"/>
                        <a:pt x="37" y="26"/>
                      </a:cubicBezTo>
                      <a:cubicBezTo>
                        <a:pt x="9" y="54"/>
                        <a:pt x="9" y="54"/>
                        <a:pt x="9" y="54"/>
                      </a:cubicBezTo>
                      <a:cubicBezTo>
                        <a:pt x="0" y="62"/>
                        <a:pt x="0" y="75"/>
                        <a:pt x="9" y="83"/>
                      </a:cubicBezTo>
                      <a:cubicBezTo>
                        <a:pt x="13" y="87"/>
                        <a:pt x="18" y="89"/>
                        <a:pt x="23" y="89"/>
                      </a:cubicBezTo>
                      <a:cubicBezTo>
                        <a:pt x="28" y="89"/>
                        <a:pt x="34" y="87"/>
                        <a:pt x="38" y="83"/>
                      </a:cubicBezTo>
                      <a:cubicBezTo>
                        <a:pt x="66" y="55"/>
                        <a:pt x="66" y="55"/>
                        <a:pt x="66" y="55"/>
                      </a:cubicBezTo>
                      <a:cubicBezTo>
                        <a:pt x="81" y="70"/>
                        <a:pt x="81" y="70"/>
                        <a:pt x="81" y="70"/>
                      </a:cubicBezTo>
                      <a:cubicBezTo>
                        <a:pt x="82" y="71"/>
                        <a:pt x="84" y="72"/>
                        <a:pt x="85" y="72"/>
                      </a:cubicBezTo>
                      <a:cubicBezTo>
                        <a:pt x="85" y="72"/>
                        <a:pt x="85" y="72"/>
                        <a:pt x="85" y="72"/>
                      </a:cubicBezTo>
                      <a:cubicBezTo>
                        <a:pt x="89" y="72"/>
                        <a:pt x="91" y="70"/>
                        <a:pt x="91" y="66"/>
                      </a:cubicBezTo>
                      <a:cubicBezTo>
                        <a:pt x="91" y="66"/>
                        <a:pt x="91" y="66"/>
                        <a:pt x="91" y="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56" name="Group 55">
                <a:extLst>
                  <a:ext uri="{FF2B5EF4-FFF2-40B4-BE49-F238E27FC236}">
                    <a16:creationId xmlns:a16="http://schemas.microsoft.com/office/drawing/2014/main" id="{776F78D3-7B57-BDF0-1CC4-129D708728E6}"/>
                  </a:ext>
                </a:extLst>
              </p:cNvPr>
              <p:cNvGrpSpPr/>
              <p:nvPr/>
            </p:nvGrpSpPr>
            <p:grpSpPr>
              <a:xfrm rot="16794169">
                <a:off x="7190929" y="2860635"/>
                <a:ext cx="334429" cy="265947"/>
                <a:chOff x="6218306" y="810361"/>
                <a:chExt cx="334429" cy="265947"/>
              </a:xfrm>
              <a:solidFill>
                <a:schemeClr val="tx1"/>
              </a:solidFill>
            </p:grpSpPr>
            <p:sp>
              <p:nvSpPr>
                <p:cNvPr id="58" name="Freeform 66">
                  <a:extLst>
                    <a:ext uri="{FF2B5EF4-FFF2-40B4-BE49-F238E27FC236}">
                      <a16:creationId xmlns:a16="http://schemas.microsoft.com/office/drawing/2014/main" id="{C877B559-37F7-59D3-E843-D6F3F34815A5}"/>
                    </a:ext>
                  </a:extLst>
                </p:cNvPr>
                <p:cNvSpPr>
                  <a:spLocks/>
                </p:cNvSpPr>
                <p:nvPr/>
              </p:nvSpPr>
              <p:spPr bwMode="auto">
                <a:xfrm>
                  <a:off x="6218306" y="918215"/>
                  <a:ext cx="161319" cy="158093"/>
                </a:xfrm>
                <a:custGeom>
                  <a:avLst/>
                  <a:gdLst>
                    <a:gd name="T0" fmla="*/ 54 w 91"/>
                    <a:gd name="T1" fmla="*/ 8 h 90"/>
                    <a:gd name="T2" fmla="*/ 26 w 91"/>
                    <a:gd name="T3" fmla="*/ 36 h 90"/>
                    <a:gd name="T4" fmla="*/ 10 w 91"/>
                    <a:gd name="T5" fmla="*/ 20 h 90"/>
                    <a:gd name="T6" fmla="*/ 4 w 91"/>
                    <a:gd name="T7" fmla="*/ 19 h 90"/>
                    <a:gd name="T8" fmla="*/ 0 w 91"/>
                    <a:gd name="T9" fmla="*/ 24 h 90"/>
                    <a:gd name="T10" fmla="*/ 0 w 91"/>
                    <a:gd name="T11" fmla="*/ 84 h 90"/>
                    <a:gd name="T12" fmla="*/ 2 w 91"/>
                    <a:gd name="T13" fmla="*/ 88 h 90"/>
                    <a:gd name="T14" fmla="*/ 6 w 91"/>
                    <a:gd name="T15" fmla="*/ 90 h 90"/>
                    <a:gd name="T16" fmla="*/ 66 w 91"/>
                    <a:gd name="T17" fmla="*/ 90 h 90"/>
                    <a:gd name="T18" fmla="*/ 72 w 91"/>
                    <a:gd name="T19" fmla="*/ 87 h 90"/>
                    <a:gd name="T20" fmla="*/ 70 w 91"/>
                    <a:gd name="T21" fmla="*/ 80 h 90"/>
                    <a:gd name="T22" fmla="*/ 55 w 91"/>
                    <a:gd name="T23" fmla="*/ 65 h 90"/>
                    <a:gd name="T24" fmla="*/ 83 w 91"/>
                    <a:gd name="T25" fmla="*/ 37 h 90"/>
                    <a:gd name="T26" fmla="*/ 83 w 91"/>
                    <a:gd name="T27" fmla="*/ 8 h 90"/>
                    <a:gd name="T28" fmla="*/ 54 w 91"/>
                    <a:gd name="T29" fmla="*/ 8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1" h="90">
                      <a:moveTo>
                        <a:pt x="54" y="8"/>
                      </a:moveTo>
                      <a:cubicBezTo>
                        <a:pt x="26" y="36"/>
                        <a:pt x="26" y="36"/>
                        <a:pt x="26" y="36"/>
                      </a:cubicBezTo>
                      <a:cubicBezTo>
                        <a:pt x="10" y="20"/>
                        <a:pt x="10" y="20"/>
                        <a:pt x="10" y="20"/>
                      </a:cubicBezTo>
                      <a:cubicBezTo>
                        <a:pt x="8" y="18"/>
                        <a:pt x="6" y="18"/>
                        <a:pt x="4" y="19"/>
                      </a:cubicBezTo>
                      <a:cubicBezTo>
                        <a:pt x="2" y="20"/>
                        <a:pt x="0" y="22"/>
                        <a:pt x="0" y="24"/>
                      </a:cubicBezTo>
                      <a:cubicBezTo>
                        <a:pt x="0" y="84"/>
                        <a:pt x="0" y="84"/>
                        <a:pt x="0" y="84"/>
                      </a:cubicBezTo>
                      <a:cubicBezTo>
                        <a:pt x="0" y="86"/>
                        <a:pt x="1" y="87"/>
                        <a:pt x="2" y="88"/>
                      </a:cubicBezTo>
                      <a:cubicBezTo>
                        <a:pt x="3" y="89"/>
                        <a:pt x="4" y="90"/>
                        <a:pt x="6" y="90"/>
                      </a:cubicBezTo>
                      <a:cubicBezTo>
                        <a:pt x="66" y="90"/>
                        <a:pt x="66" y="90"/>
                        <a:pt x="66" y="90"/>
                      </a:cubicBezTo>
                      <a:cubicBezTo>
                        <a:pt x="69" y="90"/>
                        <a:pt x="71" y="89"/>
                        <a:pt x="72" y="87"/>
                      </a:cubicBezTo>
                      <a:cubicBezTo>
                        <a:pt x="72" y="84"/>
                        <a:pt x="72" y="82"/>
                        <a:pt x="70" y="80"/>
                      </a:cubicBezTo>
                      <a:cubicBezTo>
                        <a:pt x="55" y="65"/>
                        <a:pt x="55" y="65"/>
                        <a:pt x="55" y="65"/>
                      </a:cubicBezTo>
                      <a:cubicBezTo>
                        <a:pt x="83" y="37"/>
                        <a:pt x="83" y="37"/>
                        <a:pt x="83" y="37"/>
                      </a:cubicBezTo>
                      <a:cubicBezTo>
                        <a:pt x="91" y="29"/>
                        <a:pt x="91" y="16"/>
                        <a:pt x="83" y="8"/>
                      </a:cubicBezTo>
                      <a:cubicBezTo>
                        <a:pt x="75" y="0"/>
                        <a:pt x="62" y="0"/>
                        <a:pt x="5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Freeform 67">
                  <a:extLst>
                    <a:ext uri="{FF2B5EF4-FFF2-40B4-BE49-F238E27FC236}">
                      <a16:creationId xmlns:a16="http://schemas.microsoft.com/office/drawing/2014/main" id="{8693961B-808B-C4E3-9374-6C2E87FABA4C}"/>
                    </a:ext>
                  </a:extLst>
                </p:cNvPr>
                <p:cNvSpPr>
                  <a:spLocks/>
                </p:cNvSpPr>
                <p:nvPr/>
              </p:nvSpPr>
              <p:spPr bwMode="auto">
                <a:xfrm>
                  <a:off x="6393029" y="810361"/>
                  <a:ext cx="159706" cy="156480"/>
                </a:xfrm>
                <a:custGeom>
                  <a:avLst/>
                  <a:gdLst>
                    <a:gd name="T0" fmla="*/ 91 w 91"/>
                    <a:gd name="T1" fmla="*/ 65 h 89"/>
                    <a:gd name="T2" fmla="*/ 91 w 91"/>
                    <a:gd name="T3" fmla="*/ 6 h 89"/>
                    <a:gd name="T4" fmla="*/ 85 w 91"/>
                    <a:gd name="T5" fmla="*/ 0 h 89"/>
                    <a:gd name="T6" fmla="*/ 25 w 91"/>
                    <a:gd name="T7" fmla="*/ 0 h 89"/>
                    <a:gd name="T8" fmla="*/ 20 w 91"/>
                    <a:gd name="T9" fmla="*/ 4 h 89"/>
                    <a:gd name="T10" fmla="*/ 21 w 91"/>
                    <a:gd name="T11" fmla="*/ 10 h 89"/>
                    <a:gd name="T12" fmla="*/ 37 w 91"/>
                    <a:gd name="T13" fmla="*/ 26 h 89"/>
                    <a:gd name="T14" fmla="*/ 9 w 91"/>
                    <a:gd name="T15" fmla="*/ 54 h 89"/>
                    <a:gd name="T16" fmla="*/ 9 w 91"/>
                    <a:gd name="T17" fmla="*/ 83 h 89"/>
                    <a:gd name="T18" fmla="*/ 23 w 91"/>
                    <a:gd name="T19" fmla="*/ 89 h 89"/>
                    <a:gd name="T20" fmla="*/ 38 w 91"/>
                    <a:gd name="T21" fmla="*/ 83 h 89"/>
                    <a:gd name="T22" fmla="*/ 66 w 91"/>
                    <a:gd name="T23" fmla="*/ 55 h 89"/>
                    <a:gd name="T24" fmla="*/ 81 w 91"/>
                    <a:gd name="T25" fmla="*/ 70 h 89"/>
                    <a:gd name="T26" fmla="*/ 85 w 91"/>
                    <a:gd name="T27" fmla="*/ 72 h 89"/>
                    <a:gd name="T28" fmla="*/ 85 w 91"/>
                    <a:gd name="T29" fmla="*/ 72 h 89"/>
                    <a:gd name="T30" fmla="*/ 91 w 91"/>
                    <a:gd name="T31" fmla="*/ 66 h 89"/>
                    <a:gd name="T32" fmla="*/ 91 w 91"/>
                    <a:gd name="T33" fmla="*/ 65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1" h="89">
                      <a:moveTo>
                        <a:pt x="91" y="65"/>
                      </a:moveTo>
                      <a:cubicBezTo>
                        <a:pt x="91" y="6"/>
                        <a:pt x="91" y="6"/>
                        <a:pt x="91" y="6"/>
                      </a:cubicBezTo>
                      <a:cubicBezTo>
                        <a:pt x="91" y="3"/>
                        <a:pt x="88" y="0"/>
                        <a:pt x="85" y="0"/>
                      </a:cubicBezTo>
                      <a:cubicBezTo>
                        <a:pt x="25" y="0"/>
                        <a:pt x="25" y="0"/>
                        <a:pt x="25" y="0"/>
                      </a:cubicBezTo>
                      <a:cubicBezTo>
                        <a:pt x="23" y="0"/>
                        <a:pt x="21" y="2"/>
                        <a:pt x="20" y="4"/>
                      </a:cubicBezTo>
                      <a:cubicBezTo>
                        <a:pt x="19" y="6"/>
                        <a:pt x="19" y="8"/>
                        <a:pt x="21" y="10"/>
                      </a:cubicBezTo>
                      <a:cubicBezTo>
                        <a:pt x="37" y="26"/>
                        <a:pt x="37" y="26"/>
                        <a:pt x="37" y="26"/>
                      </a:cubicBezTo>
                      <a:cubicBezTo>
                        <a:pt x="9" y="54"/>
                        <a:pt x="9" y="54"/>
                        <a:pt x="9" y="54"/>
                      </a:cubicBezTo>
                      <a:cubicBezTo>
                        <a:pt x="0" y="62"/>
                        <a:pt x="0" y="75"/>
                        <a:pt x="9" y="83"/>
                      </a:cubicBezTo>
                      <a:cubicBezTo>
                        <a:pt x="13" y="87"/>
                        <a:pt x="18" y="89"/>
                        <a:pt x="23" y="89"/>
                      </a:cubicBezTo>
                      <a:cubicBezTo>
                        <a:pt x="28" y="89"/>
                        <a:pt x="34" y="87"/>
                        <a:pt x="38" y="83"/>
                      </a:cubicBezTo>
                      <a:cubicBezTo>
                        <a:pt x="66" y="55"/>
                        <a:pt x="66" y="55"/>
                        <a:pt x="66" y="55"/>
                      </a:cubicBezTo>
                      <a:cubicBezTo>
                        <a:pt x="81" y="70"/>
                        <a:pt x="81" y="70"/>
                        <a:pt x="81" y="70"/>
                      </a:cubicBezTo>
                      <a:cubicBezTo>
                        <a:pt x="82" y="71"/>
                        <a:pt x="84" y="72"/>
                        <a:pt x="85" y="72"/>
                      </a:cubicBezTo>
                      <a:cubicBezTo>
                        <a:pt x="85" y="72"/>
                        <a:pt x="85" y="72"/>
                        <a:pt x="85" y="72"/>
                      </a:cubicBezTo>
                      <a:cubicBezTo>
                        <a:pt x="89" y="72"/>
                        <a:pt x="91" y="70"/>
                        <a:pt x="91" y="66"/>
                      </a:cubicBezTo>
                      <a:cubicBezTo>
                        <a:pt x="91" y="66"/>
                        <a:pt x="91" y="66"/>
                        <a:pt x="91" y="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74" name="Group 73">
              <a:extLst>
                <a:ext uri="{FF2B5EF4-FFF2-40B4-BE49-F238E27FC236}">
                  <a16:creationId xmlns:a16="http://schemas.microsoft.com/office/drawing/2014/main" id="{92399B68-9432-9CD6-6248-51B44DC3F737}"/>
                </a:ext>
              </a:extLst>
            </p:cNvPr>
            <p:cNvGrpSpPr/>
            <p:nvPr/>
          </p:nvGrpSpPr>
          <p:grpSpPr>
            <a:xfrm>
              <a:off x="9375318" y="3783293"/>
              <a:ext cx="541268" cy="469927"/>
              <a:chOff x="8839200" y="3592451"/>
              <a:chExt cx="590231" cy="543112"/>
            </a:xfrm>
          </p:grpSpPr>
          <p:sp>
            <p:nvSpPr>
              <p:cNvPr id="76" name="Freeform 198">
                <a:extLst>
                  <a:ext uri="{FF2B5EF4-FFF2-40B4-BE49-F238E27FC236}">
                    <a16:creationId xmlns:a16="http://schemas.microsoft.com/office/drawing/2014/main" id="{D0DCF7C3-9403-2ADF-A189-5C570223741B}"/>
                  </a:ext>
                </a:extLst>
              </p:cNvPr>
              <p:cNvSpPr>
                <a:spLocks noEditPoints="1"/>
              </p:cNvSpPr>
              <p:nvPr/>
            </p:nvSpPr>
            <p:spPr bwMode="auto">
              <a:xfrm>
                <a:off x="8839200" y="3592451"/>
                <a:ext cx="590231" cy="543112"/>
              </a:xfrm>
              <a:custGeom>
                <a:avLst/>
                <a:gdLst>
                  <a:gd name="T0" fmla="*/ 136 w 214"/>
                  <a:gd name="T1" fmla="*/ 46 h 197"/>
                  <a:gd name="T2" fmla="*/ 115 w 214"/>
                  <a:gd name="T3" fmla="*/ 70 h 197"/>
                  <a:gd name="T4" fmla="*/ 115 w 214"/>
                  <a:gd name="T5" fmla="*/ 73 h 197"/>
                  <a:gd name="T6" fmla="*/ 141 w 214"/>
                  <a:gd name="T7" fmla="*/ 96 h 197"/>
                  <a:gd name="T8" fmla="*/ 143 w 214"/>
                  <a:gd name="T9" fmla="*/ 94 h 197"/>
                  <a:gd name="T10" fmla="*/ 138 w 214"/>
                  <a:gd name="T11" fmla="*/ 47 h 197"/>
                  <a:gd name="T12" fmla="*/ 131 w 214"/>
                  <a:gd name="T13" fmla="*/ 40 h 197"/>
                  <a:gd name="T14" fmla="*/ 72 w 214"/>
                  <a:gd name="T15" fmla="*/ 48 h 197"/>
                  <a:gd name="T16" fmla="*/ 102 w 214"/>
                  <a:gd name="T17" fmla="*/ 113 h 197"/>
                  <a:gd name="T18" fmla="*/ 104 w 214"/>
                  <a:gd name="T19" fmla="*/ 110 h 197"/>
                  <a:gd name="T20" fmla="*/ 104 w 214"/>
                  <a:gd name="T21" fmla="*/ 74 h 197"/>
                  <a:gd name="T22" fmla="*/ 130 w 214"/>
                  <a:gd name="T23" fmla="*/ 42 h 197"/>
                  <a:gd name="T24" fmla="*/ 114 w 214"/>
                  <a:gd name="T25" fmla="*/ 81 h 197"/>
                  <a:gd name="T26" fmla="*/ 111 w 214"/>
                  <a:gd name="T27" fmla="*/ 83 h 197"/>
                  <a:gd name="T28" fmla="*/ 113 w 214"/>
                  <a:gd name="T29" fmla="*/ 113 h 197"/>
                  <a:gd name="T30" fmla="*/ 135 w 214"/>
                  <a:gd name="T31" fmla="*/ 104 h 197"/>
                  <a:gd name="T32" fmla="*/ 135 w 214"/>
                  <a:gd name="T33" fmla="*/ 100 h 197"/>
                  <a:gd name="T34" fmla="*/ 164 w 214"/>
                  <a:gd name="T35" fmla="*/ 189 h 197"/>
                  <a:gd name="T36" fmla="*/ 139 w 214"/>
                  <a:gd name="T37" fmla="*/ 169 h 197"/>
                  <a:gd name="T38" fmla="*/ 74 w 214"/>
                  <a:gd name="T39" fmla="*/ 163 h 197"/>
                  <a:gd name="T40" fmla="*/ 50 w 214"/>
                  <a:gd name="T41" fmla="*/ 189 h 197"/>
                  <a:gd name="T42" fmla="*/ 50 w 214"/>
                  <a:gd name="T43" fmla="*/ 197 h 197"/>
                  <a:gd name="T44" fmla="*/ 168 w 214"/>
                  <a:gd name="T45" fmla="*/ 194 h 197"/>
                  <a:gd name="T46" fmla="*/ 194 w 214"/>
                  <a:gd name="T47" fmla="*/ 0 h 197"/>
                  <a:gd name="T48" fmla="*/ 0 w 214"/>
                  <a:gd name="T49" fmla="*/ 19 h 197"/>
                  <a:gd name="T50" fmla="*/ 20 w 214"/>
                  <a:gd name="T51" fmla="*/ 153 h 197"/>
                  <a:gd name="T52" fmla="*/ 214 w 214"/>
                  <a:gd name="T53" fmla="*/ 133 h 197"/>
                  <a:gd name="T54" fmla="*/ 194 w 214"/>
                  <a:gd name="T55" fmla="*/ 0 h 197"/>
                  <a:gd name="T56" fmla="*/ 192 w 214"/>
                  <a:gd name="T57" fmla="*/ 69 h 197"/>
                  <a:gd name="T58" fmla="*/ 188 w 214"/>
                  <a:gd name="T59" fmla="*/ 122 h 197"/>
                  <a:gd name="T60" fmla="*/ 21 w 214"/>
                  <a:gd name="T61" fmla="*/ 118 h 197"/>
                  <a:gd name="T62" fmla="*/ 21 w 214"/>
                  <a:gd name="T63" fmla="*/ 69 h 197"/>
                  <a:gd name="T64" fmla="*/ 25 w 214"/>
                  <a:gd name="T65" fmla="*/ 22 h 197"/>
                  <a:gd name="T66" fmla="*/ 193 w 214"/>
                  <a:gd name="T67" fmla="*/ 26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4" h="197">
                    <a:moveTo>
                      <a:pt x="136" y="46"/>
                    </a:moveTo>
                    <a:cubicBezTo>
                      <a:pt x="136" y="46"/>
                      <a:pt x="136" y="46"/>
                      <a:pt x="136" y="46"/>
                    </a:cubicBezTo>
                    <a:cubicBezTo>
                      <a:pt x="136" y="46"/>
                      <a:pt x="135" y="46"/>
                      <a:pt x="135" y="47"/>
                    </a:cubicBezTo>
                    <a:cubicBezTo>
                      <a:pt x="115" y="70"/>
                      <a:pt x="115" y="70"/>
                      <a:pt x="115" y="70"/>
                    </a:cubicBezTo>
                    <a:cubicBezTo>
                      <a:pt x="114" y="71"/>
                      <a:pt x="114" y="72"/>
                      <a:pt x="115" y="73"/>
                    </a:cubicBezTo>
                    <a:cubicBezTo>
                      <a:pt x="115" y="73"/>
                      <a:pt x="115" y="73"/>
                      <a:pt x="115" y="73"/>
                    </a:cubicBezTo>
                    <a:cubicBezTo>
                      <a:pt x="139" y="95"/>
                      <a:pt x="139" y="95"/>
                      <a:pt x="139" y="95"/>
                    </a:cubicBezTo>
                    <a:cubicBezTo>
                      <a:pt x="140" y="95"/>
                      <a:pt x="140" y="96"/>
                      <a:pt x="141" y="96"/>
                    </a:cubicBezTo>
                    <a:cubicBezTo>
                      <a:pt x="141" y="96"/>
                      <a:pt x="141" y="96"/>
                      <a:pt x="141" y="96"/>
                    </a:cubicBezTo>
                    <a:cubicBezTo>
                      <a:pt x="142" y="95"/>
                      <a:pt x="143" y="95"/>
                      <a:pt x="143" y="94"/>
                    </a:cubicBezTo>
                    <a:cubicBezTo>
                      <a:pt x="147" y="88"/>
                      <a:pt x="149" y="81"/>
                      <a:pt x="149" y="74"/>
                    </a:cubicBezTo>
                    <a:cubicBezTo>
                      <a:pt x="149" y="64"/>
                      <a:pt x="145" y="54"/>
                      <a:pt x="138" y="47"/>
                    </a:cubicBezTo>
                    <a:cubicBezTo>
                      <a:pt x="138" y="46"/>
                      <a:pt x="137" y="46"/>
                      <a:pt x="136" y="46"/>
                    </a:cubicBezTo>
                    <a:close/>
                    <a:moveTo>
                      <a:pt x="131" y="40"/>
                    </a:moveTo>
                    <a:cubicBezTo>
                      <a:pt x="131" y="40"/>
                      <a:pt x="130" y="39"/>
                      <a:pt x="130" y="39"/>
                    </a:cubicBezTo>
                    <a:cubicBezTo>
                      <a:pt x="111" y="25"/>
                      <a:pt x="86" y="29"/>
                      <a:pt x="72" y="48"/>
                    </a:cubicBezTo>
                    <a:cubicBezTo>
                      <a:pt x="67" y="55"/>
                      <a:pt x="65" y="63"/>
                      <a:pt x="65" y="72"/>
                    </a:cubicBezTo>
                    <a:cubicBezTo>
                      <a:pt x="64" y="93"/>
                      <a:pt x="80" y="111"/>
                      <a:pt x="102" y="113"/>
                    </a:cubicBezTo>
                    <a:cubicBezTo>
                      <a:pt x="102" y="113"/>
                      <a:pt x="102" y="113"/>
                      <a:pt x="102" y="113"/>
                    </a:cubicBezTo>
                    <a:cubicBezTo>
                      <a:pt x="103" y="113"/>
                      <a:pt x="104" y="111"/>
                      <a:pt x="104" y="110"/>
                    </a:cubicBezTo>
                    <a:cubicBezTo>
                      <a:pt x="104" y="110"/>
                      <a:pt x="104" y="110"/>
                      <a:pt x="104" y="110"/>
                    </a:cubicBezTo>
                    <a:cubicBezTo>
                      <a:pt x="104" y="74"/>
                      <a:pt x="104" y="74"/>
                      <a:pt x="104" y="74"/>
                    </a:cubicBezTo>
                    <a:cubicBezTo>
                      <a:pt x="104" y="72"/>
                      <a:pt x="105" y="71"/>
                      <a:pt x="106" y="70"/>
                    </a:cubicBezTo>
                    <a:cubicBezTo>
                      <a:pt x="106" y="69"/>
                      <a:pt x="130" y="42"/>
                      <a:pt x="130" y="42"/>
                    </a:cubicBezTo>
                    <a:cubicBezTo>
                      <a:pt x="130" y="42"/>
                      <a:pt x="131" y="41"/>
                      <a:pt x="131" y="40"/>
                    </a:cubicBezTo>
                    <a:close/>
                    <a:moveTo>
                      <a:pt x="114" y="81"/>
                    </a:moveTo>
                    <a:cubicBezTo>
                      <a:pt x="114" y="80"/>
                      <a:pt x="113" y="80"/>
                      <a:pt x="112" y="80"/>
                    </a:cubicBezTo>
                    <a:cubicBezTo>
                      <a:pt x="111" y="81"/>
                      <a:pt x="111" y="82"/>
                      <a:pt x="111" y="83"/>
                    </a:cubicBezTo>
                    <a:cubicBezTo>
                      <a:pt x="111" y="110"/>
                      <a:pt x="111" y="110"/>
                      <a:pt x="111" y="110"/>
                    </a:cubicBezTo>
                    <a:cubicBezTo>
                      <a:pt x="111" y="111"/>
                      <a:pt x="112" y="113"/>
                      <a:pt x="113" y="113"/>
                    </a:cubicBezTo>
                    <a:cubicBezTo>
                      <a:pt x="114" y="113"/>
                      <a:pt x="114" y="113"/>
                      <a:pt x="114" y="113"/>
                    </a:cubicBezTo>
                    <a:cubicBezTo>
                      <a:pt x="121" y="112"/>
                      <a:pt x="129" y="109"/>
                      <a:pt x="135" y="104"/>
                    </a:cubicBezTo>
                    <a:cubicBezTo>
                      <a:pt x="136" y="103"/>
                      <a:pt x="136" y="101"/>
                      <a:pt x="135" y="100"/>
                    </a:cubicBezTo>
                    <a:cubicBezTo>
                      <a:pt x="135" y="100"/>
                      <a:pt x="135" y="100"/>
                      <a:pt x="135" y="100"/>
                    </a:cubicBezTo>
                    <a:lnTo>
                      <a:pt x="114" y="81"/>
                    </a:lnTo>
                    <a:close/>
                    <a:moveTo>
                      <a:pt x="164" y="189"/>
                    </a:moveTo>
                    <a:cubicBezTo>
                      <a:pt x="163" y="189"/>
                      <a:pt x="163" y="189"/>
                      <a:pt x="163" y="189"/>
                    </a:cubicBezTo>
                    <a:cubicBezTo>
                      <a:pt x="152" y="187"/>
                      <a:pt x="140" y="182"/>
                      <a:pt x="139" y="169"/>
                    </a:cubicBezTo>
                    <a:cubicBezTo>
                      <a:pt x="139" y="166"/>
                      <a:pt x="139" y="164"/>
                      <a:pt x="139" y="163"/>
                    </a:cubicBezTo>
                    <a:cubicBezTo>
                      <a:pt x="74" y="163"/>
                      <a:pt x="74" y="163"/>
                      <a:pt x="74" y="163"/>
                    </a:cubicBezTo>
                    <a:cubicBezTo>
                      <a:pt x="74" y="169"/>
                      <a:pt x="74" y="169"/>
                      <a:pt x="74" y="169"/>
                    </a:cubicBezTo>
                    <a:cubicBezTo>
                      <a:pt x="74" y="183"/>
                      <a:pt x="59" y="188"/>
                      <a:pt x="50" y="189"/>
                    </a:cubicBezTo>
                    <a:cubicBezTo>
                      <a:pt x="47" y="190"/>
                      <a:pt x="45" y="192"/>
                      <a:pt x="45" y="194"/>
                    </a:cubicBezTo>
                    <a:cubicBezTo>
                      <a:pt x="46" y="195"/>
                      <a:pt x="47" y="197"/>
                      <a:pt x="50" y="197"/>
                    </a:cubicBezTo>
                    <a:cubicBezTo>
                      <a:pt x="163" y="197"/>
                      <a:pt x="163" y="197"/>
                      <a:pt x="163" y="197"/>
                    </a:cubicBezTo>
                    <a:cubicBezTo>
                      <a:pt x="166" y="197"/>
                      <a:pt x="168" y="195"/>
                      <a:pt x="168" y="194"/>
                    </a:cubicBezTo>
                    <a:cubicBezTo>
                      <a:pt x="168" y="192"/>
                      <a:pt x="167" y="190"/>
                      <a:pt x="164" y="189"/>
                    </a:cubicBezTo>
                    <a:close/>
                    <a:moveTo>
                      <a:pt x="194" y="0"/>
                    </a:moveTo>
                    <a:cubicBezTo>
                      <a:pt x="20" y="0"/>
                      <a:pt x="20" y="0"/>
                      <a:pt x="20" y="0"/>
                    </a:cubicBezTo>
                    <a:cubicBezTo>
                      <a:pt x="9" y="0"/>
                      <a:pt x="0" y="8"/>
                      <a:pt x="0" y="19"/>
                    </a:cubicBezTo>
                    <a:cubicBezTo>
                      <a:pt x="0" y="133"/>
                      <a:pt x="0" y="133"/>
                      <a:pt x="0" y="133"/>
                    </a:cubicBezTo>
                    <a:cubicBezTo>
                      <a:pt x="0" y="144"/>
                      <a:pt x="9" y="153"/>
                      <a:pt x="20" y="153"/>
                    </a:cubicBezTo>
                    <a:cubicBezTo>
                      <a:pt x="194" y="153"/>
                      <a:pt x="194" y="153"/>
                      <a:pt x="194" y="153"/>
                    </a:cubicBezTo>
                    <a:cubicBezTo>
                      <a:pt x="205" y="153"/>
                      <a:pt x="214" y="144"/>
                      <a:pt x="214" y="133"/>
                    </a:cubicBezTo>
                    <a:cubicBezTo>
                      <a:pt x="214" y="19"/>
                      <a:pt x="214" y="19"/>
                      <a:pt x="214" y="19"/>
                    </a:cubicBezTo>
                    <a:cubicBezTo>
                      <a:pt x="214" y="8"/>
                      <a:pt x="205" y="0"/>
                      <a:pt x="194" y="0"/>
                    </a:cubicBezTo>
                    <a:close/>
                    <a:moveTo>
                      <a:pt x="193" y="69"/>
                    </a:moveTo>
                    <a:cubicBezTo>
                      <a:pt x="192" y="69"/>
                      <a:pt x="192" y="69"/>
                      <a:pt x="192" y="69"/>
                    </a:cubicBezTo>
                    <a:cubicBezTo>
                      <a:pt x="192" y="118"/>
                      <a:pt x="192" y="118"/>
                      <a:pt x="192" y="118"/>
                    </a:cubicBezTo>
                    <a:cubicBezTo>
                      <a:pt x="192" y="120"/>
                      <a:pt x="191" y="122"/>
                      <a:pt x="188" y="122"/>
                    </a:cubicBezTo>
                    <a:cubicBezTo>
                      <a:pt x="25" y="122"/>
                      <a:pt x="25" y="122"/>
                      <a:pt x="25" y="122"/>
                    </a:cubicBezTo>
                    <a:cubicBezTo>
                      <a:pt x="23" y="122"/>
                      <a:pt x="21" y="120"/>
                      <a:pt x="21" y="118"/>
                    </a:cubicBezTo>
                    <a:cubicBezTo>
                      <a:pt x="21" y="69"/>
                      <a:pt x="21" y="69"/>
                      <a:pt x="21" y="69"/>
                    </a:cubicBezTo>
                    <a:cubicBezTo>
                      <a:pt x="21" y="69"/>
                      <a:pt x="21" y="69"/>
                      <a:pt x="21" y="69"/>
                    </a:cubicBezTo>
                    <a:cubicBezTo>
                      <a:pt x="21" y="26"/>
                      <a:pt x="21" y="26"/>
                      <a:pt x="21" y="26"/>
                    </a:cubicBezTo>
                    <a:cubicBezTo>
                      <a:pt x="21" y="23"/>
                      <a:pt x="23" y="22"/>
                      <a:pt x="25" y="22"/>
                    </a:cubicBezTo>
                    <a:cubicBezTo>
                      <a:pt x="189" y="22"/>
                      <a:pt x="189" y="22"/>
                      <a:pt x="189" y="22"/>
                    </a:cubicBezTo>
                    <a:cubicBezTo>
                      <a:pt x="191" y="22"/>
                      <a:pt x="193" y="23"/>
                      <a:pt x="193" y="26"/>
                    </a:cubicBezTo>
                    <a:lnTo>
                      <a:pt x="193" y="69"/>
                    </a:lnTo>
                    <a:close/>
                  </a:path>
                </a:pathLst>
              </a:custGeom>
              <a:solidFill>
                <a:schemeClr val="accent5">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7" name="Rectangle: Rounded Corners 76">
                <a:extLst>
                  <a:ext uri="{FF2B5EF4-FFF2-40B4-BE49-F238E27FC236}">
                    <a16:creationId xmlns:a16="http://schemas.microsoft.com/office/drawing/2014/main" id="{BAF4CDF1-C971-FAA1-C931-79F12228AF09}"/>
                  </a:ext>
                </a:extLst>
              </p:cNvPr>
              <p:cNvSpPr/>
              <p:nvPr/>
            </p:nvSpPr>
            <p:spPr bwMode="auto">
              <a:xfrm>
                <a:off x="8915400" y="3657600"/>
                <a:ext cx="400369" cy="274320"/>
              </a:xfrm>
              <a:prstGeom prst="round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lang="en-GB" sz="1800">
                  <a:latin typeface="Arial" pitchFamily="124" charset="0"/>
                </a:endParaRPr>
              </a:p>
            </p:txBody>
          </p:sp>
        </p:grpSp>
        <p:sp>
          <p:nvSpPr>
            <p:cNvPr id="79" name="Rectangle: Rounded Corners 78">
              <a:extLst>
                <a:ext uri="{FF2B5EF4-FFF2-40B4-BE49-F238E27FC236}">
                  <a16:creationId xmlns:a16="http://schemas.microsoft.com/office/drawing/2014/main" id="{C6758DC5-4F1E-584E-56BF-4F7C7899B83E}"/>
                </a:ext>
              </a:extLst>
            </p:cNvPr>
            <p:cNvSpPr/>
            <p:nvPr/>
          </p:nvSpPr>
          <p:spPr bwMode="auto">
            <a:xfrm>
              <a:off x="1656986" y="2055109"/>
              <a:ext cx="5441302" cy="1416463"/>
            </a:xfrm>
            <a:prstGeom prst="roundRect">
              <a:avLst/>
            </a:prstGeom>
            <a:noFill/>
            <a:ln w="38100" cap="flat" cmpd="sng" algn="ctr">
              <a:solidFill>
                <a:schemeClr val="accent6"/>
              </a:solidFill>
              <a:prstDash val="lgDashDotDot"/>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lang="en-GB" sz="1800">
                <a:latin typeface="Arial" pitchFamily="124" charset="0"/>
              </a:endParaRPr>
            </a:p>
          </p:txBody>
        </p:sp>
        <p:sp>
          <p:nvSpPr>
            <p:cNvPr id="81" name="Rectangle: Rounded Corners 80">
              <a:extLst>
                <a:ext uri="{FF2B5EF4-FFF2-40B4-BE49-F238E27FC236}">
                  <a16:creationId xmlns:a16="http://schemas.microsoft.com/office/drawing/2014/main" id="{8C3ABBEB-B553-EBC2-01FF-83F9306C3A53}"/>
                </a:ext>
              </a:extLst>
            </p:cNvPr>
            <p:cNvSpPr/>
            <p:nvPr/>
          </p:nvSpPr>
          <p:spPr bwMode="auto">
            <a:xfrm>
              <a:off x="1656986" y="4341108"/>
              <a:ext cx="5441302" cy="1416463"/>
            </a:xfrm>
            <a:prstGeom prst="roundRect">
              <a:avLst/>
            </a:prstGeom>
            <a:noFill/>
            <a:ln w="38100" cap="flat" cmpd="sng" algn="ctr">
              <a:solidFill>
                <a:schemeClr val="accent6"/>
              </a:solidFill>
              <a:prstDash val="lgDashDotDot"/>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lang="en-GB" sz="1800">
                <a:latin typeface="Arial" pitchFamily="124" charset="0"/>
              </a:endParaRPr>
            </a:p>
          </p:txBody>
        </p:sp>
        <p:cxnSp>
          <p:nvCxnSpPr>
            <p:cNvPr id="83" name="Straight Arrow Connector 82">
              <a:extLst>
                <a:ext uri="{FF2B5EF4-FFF2-40B4-BE49-F238E27FC236}">
                  <a16:creationId xmlns:a16="http://schemas.microsoft.com/office/drawing/2014/main" id="{C5B8B9A9-7C58-86D5-78C6-810D7A765FA4}"/>
                </a:ext>
              </a:extLst>
            </p:cNvPr>
            <p:cNvCxnSpPr>
              <a:stCxn id="12" idx="3"/>
              <a:endCxn id="50" idx="5"/>
            </p:cNvCxnSpPr>
            <p:nvPr/>
          </p:nvCxnSpPr>
          <p:spPr bwMode="auto">
            <a:xfrm flipV="1">
              <a:off x="6581822" y="4192715"/>
              <a:ext cx="592987" cy="807261"/>
            </a:xfrm>
            <a:prstGeom prst="straightConnector1">
              <a:avLst/>
            </a:prstGeom>
            <a:solidFill>
              <a:schemeClr val="accent1"/>
            </a:solidFill>
            <a:ln w="9525" cap="flat" cmpd="sng" algn="ctr">
              <a:solidFill>
                <a:schemeClr val="tx1"/>
              </a:solidFill>
              <a:prstDash val="solid"/>
              <a:round/>
              <a:headEnd type="triangle"/>
              <a:tailEnd type="triangle"/>
            </a:ln>
            <a:effectLst/>
          </p:spPr>
        </p:cxnSp>
        <p:cxnSp>
          <p:nvCxnSpPr>
            <p:cNvPr id="86" name="Straight Arrow Connector 85">
              <a:extLst>
                <a:ext uri="{FF2B5EF4-FFF2-40B4-BE49-F238E27FC236}">
                  <a16:creationId xmlns:a16="http://schemas.microsoft.com/office/drawing/2014/main" id="{EF21E67F-6CC6-99CE-A527-FBC0FD4B0421}"/>
                </a:ext>
              </a:extLst>
            </p:cNvPr>
            <p:cNvCxnSpPr>
              <a:cxnSpLocks/>
              <a:stCxn id="19" idx="3"/>
              <a:endCxn id="50" idx="0"/>
            </p:cNvCxnSpPr>
            <p:nvPr/>
          </p:nvCxnSpPr>
          <p:spPr bwMode="auto">
            <a:xfrm>
              <a:off x="6520225" y="2836681"/>
              <a:ext cx="619512" cy="959128"/>
            </a:xfrm>
            <a:prstGeom prst="straightConnector1">
              <a:avLst/>
            </a:prstGeom>
            <a:solidFill>
              <a:schemeClr val="accent1"/>
            </a:solidFill>
            <a:ln w="9525" cap="flat" cmpd="sng" algn="ctr">
              <a:solidFill>
                <a:schemeClr val="tx1"/>
              </a:solidFill>
              <a:prstDash val="solid"/>
              <a:round/>
              <a:headEnd type="triangle"/>
              <a:tailEnd type="triangle"/>
            </a:ln>
            <a:effectLst/>
          </p:spPr>
        </p:cxnSp>
        <p:sp>
          <p:nvSpPr>
            <p:cNvPr id="87" name="TextBox 86">
              <a:extLst>
                <a:ext uri="{FF2B5EF4-FFF2-40B4-BE49-F238E27FC236}">
                  <a16:creationId xmlns:a16="http://schemas.microsoft.com/office/drawing/2014/main" id="{0949242F-8047-F768-25F5-B1536629B52D}"/>
                </a:ext>
              </a:extLst>
            </p:cNvPr>
            <p:cNvSpPr txBox="1"/>
            <p:nvPr/>
          </p:nvSpPr>
          <p:spPr>
            <a:xfrm>
              <a:off x="2153367" y="2063102"/>
              <a:ext cx="4495800" cy="276999"/>
            </a:xfrm>
            <a:prstGeom prst="rect">
              <a:avLst/>
            </a:prstGeom>
            <a:noFill/>
          </p:spPr>
          <p:txBody>
            <a:bodyPr wrap="square" rtlCol="0">
              <a:spAutoFit/>
            </a:bodyPr>
            <a:lstStyle/>
            <a:p>
              <a:pPr algn="ctr"/>
              <a:r>
                <a:rPr lang="en-GB" sz="1200">
                  <a:solidFill>
                    <a:schemeClr val="accent6"/>
                  </a:solidFill>
                </a:rPr>
                <a:t>Availability Zone A</a:t>
              </a:r>
            </a:p>
          </p:txBody>
        </p:sp>
        <p:sp>
          <p:nvSpPr>
            <p:cNvPr id="88" name="TextBox 87">
              <a:extLst>
                <a:ext uri="{FF2B5EF4-FFF2-40B4-BE49-F238E27FC236}">
                  <a16:creationId xmlns:a16="http://schemas.microsoft.com/office/drawing/2014/main" id="{D443C845-0A74-E437-7F2A-20843CAFCFA2}"/>
                </a:ext>
              </a:extLst>
            </p:cNvPr>
            <p:cNvSpPr txBox="1"/>
            <p:nvPr/>
          </p:nvSpPr>
          <p:spPr>
            <a:xfrm>
              <a:off x="2314787" y="5465637"/>
              <a:ext cx="4178040" cy="276999"/>
            </a:xfrm>
            <a:prstGeom prst="rect">
              <a:avLst/>
            </a:prstGeom>
            <a:noFill/>
          </p:spPr>
          <p:txBody>
            <a:bodyPr wrap="square" rtlCol="0">
              <a:spAutoFit/>
            </a:bodyPr>
            <a:lstStyle/>
            <a:p>
              <a:pPr algn="ctr"/>
              <a:r>
                <a:rPr lang="en-GB" sz="1200">
                  <a:solidFill>
                    <a:schemeClr val="accent6"/>
                  </a:solidFill>
                </a:rPr>
                <a:t>Availability Zone B</a:t>
              </a:r>
            </a:p>
          </p:txBody>
        </p:sp>
        <p:sp>
          <p:nvSpPr>
            <p:cNvPr id="89" name="Rectangle: Rounded Corners 88">
              <a:extLst>
                <a:ext uri="{FF2B5EF4-FFF2-40B4-BE49-F238E27FC236}">
                  <a16:creationId xmlns:a16="http://schemas.microsoft.com/office/drawing/2014/main" id="{313A8D8B-0E77-C04B-0697-0DBDD061A65E}"/>
                </a:ext>
              </a:extLst>
            </p:cNvPr>
            <p:cNvSpPr/>
            <p:nvPr/>
          </p:nvSpPr>
          <p:spPr bwMode="auto">
            <a:xfrm>
              <a:off x="806894" y="1634984"/>
              <a:ext cx="7137673" cy="4462229"/>
            </a:xfrm>
            <a:prstGeom prst="roundRect">
              <a:avLst/>
            </a:prstGeom>
            <a:noFill/>
            <a:ln w="222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lang="en-GB" sz="1800">
                <a:latin typeface="Arial" pitchFamily="124" charset="0"/>
              </a:endParaRPr>
            </a:p>
          </p:txBody>
        </p:sp>
        <p:sp>
          <p:nvSpPr>
            <p:cNvPr id="92" name="Rectangle: Rounded Corners 91">
              <a:extLst>
                <a:ext uri="{FF2B5EF4-FFF2-40B4-BE49-F238E27FC236}">
                  <a16:creationId xmlns:a16="http://schemas.microsoft.com/office/drawing/2014/main" id="{CE0565D7-E448-55BF-99A0-DF4CB3F4B04F}"/>
                </a:ext>
              </a:extLst>
            </p:cNvPr>
            <p:cNvSpPr/>
            <p:nvPr/>
          </p:nvSpPr>
          <p:spPr bwMode="auto">
            <a:xfrm>
              <a:off x="8819897" y="1634145"/>
              <a:ext cx="1528901" cy="4463067"/>
            </a:xfrm>
            <a:prstGeom prst="roundRect">
              <a:avLst/>
            </a:prstGeom>
            <a:noFill/>
            <a:ln w="222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lang="en-GB" sz="1800">
                <a:latin typeface="Arial" pitchFamily="124" charset="0"/>
              </a:endParaRPr>
            </a:p>
          </p:txBody>
        </p:sp>
        <p:sp>
          <p:nvSpPr>
            <p:cNvPr id="93" name="TextBox 92">
              <a:extLst>
                <a:ext uri="{FF2B5EF4-FFF2-40B4-BE49-F238E27FC236}">
                  <a16:creationId xmlns:a16="http://schemas.microsoft.com/office/drawing/2014/main" id="{F1AC89AC-14DB-BE9E-06A5-20E8D7024450}"/>
                </a:ext>
              </a:extLst>
            </p:cNvPr>
            <p:cNvSpPr txBox="1"/>
            <p:nvPr/>
          </p:nvSpPr>
          <p:spPr>
            <a:xfrm>
              <a:off x="9130134" y="4328120"/>
              <a:ext cx="1078738" cy="261610"/>
            </a:xfrm>
            <a:prstGeom prst="rect">
              <a:avLst/>
            </a:prstGeom>
            <a:noFill/>
          </p:spPr>
          <p:txBody>
            <a:bodyPr wrap="square" rtlCol="0">
              <a:spAutoFit/>
            </a:bodyPr>
            <a:lstStyle/>
            <a:p>
              <a:pPr algn="ctr"/>
              <a:r>
                <a:rPr lang="en-GB" sz="1100">
                  <a:solidFill>
                    <a:schemeClr val="accent5"/>
                  </a:solidFill>
                </a:rPr>
                <a:t>D</a:t>
              </a:r>
              <a:r>
                <a:rPr lang="en-US" altLang="zh-CN" sz="1100">
                  <a:solidFill>
                    <a:schemeClr val="accent5"/>
                  </a:solidFill>
                </a:rPr>
                <a:t>esktop</a:t>
              </a:r>
              <a:r>
                <a:rPr lang="en-GB" sz="1100">
                  <a:solidFill>
                    <a:schemeClr val="accent5"/>
                  </a:solidFill>
                </a:rPr>
                <a:t> client</a:t>
              </a:r>
            </a:p>
          </p:txBody>
        </p:sp>
        <p:sp>
          <p:nvSpPr>
            <p:cNvPr id="94" name="TextBox 93">
              <a:extLst>
                <a:ext uri="{FF2B5EF4-FFF2-40B4-BE49-F238E27FC236}">
                  <a16:creationId xmlns:a16="http://schemas.microsoft.com/office/drawing/2014/main" id="{6D6F0D35-B3A1-EA13-070F-7579A2E19414}"/>
                </a:ext>
              </a:extLst>
            </p:cNvPr>
            <p:cNvSpPr txBox="1"/>
            <p:nvPr/>
          </p:nvSpPr>
          <p:spPr>
            <a:xfrm>
              <a:off x="1128612" y="1644801"/>
              <a:ext cx="1533287" cy="307777"/>
            </a:xfrm>
            <a:prstGeom prst="rect">
              <a:avLst/>
            </a:prstGeom>
            <a:noFill/>
          </p:spPr>
          <p:txBody>
            <a:bodyPr wrap="square" rtlCol="0">
              <a:spAutoFit/>
            </a:bodyPr>
            <a:lstStyle/>
            <a:p>
              <a:pPr algn="ctr"/>
              <a:r>
                <a:rPr lang="en-GB" sz="1400">
                  <a:solidFill>
                    <a:schemeClr val="accent5"/>
                  </a:solidFill>
                </a:rPr>
                <a:t>Virtual Network</a:t>
              </a:r>
            </a:p>
          </p:txBody>
        </p:sp>
        <p:sp>
          <p:nvSpPr>
            <p:cNvPr id="96" name="TextBox 95">
              <a:extLst>
                <a:ext uri="{FF2B5EF4-FFF2-40B4-BE49-F238E27FC236}">
                  <a16:creationId xmlns:a16="http://schemas.microsoft.com/office/drawing/2014/main" id="{C777496F-B9B3-905E-9667-7E9B22D6C8B0}"/>
                </a:ext>
              </a:extLst>
            </p:cNvPr>
            <p:cNvSpPr txBox="1"/>
            <p:nvPr/>
          </p:nvSpPr>
          <p:spPr>
            <a:xfrm>
              <a:off x="6851513" y="3268909"/>
              <a:ext cx="1170713" cy="430887"/>
            </a:xfrm>
            <a:prstGeom prst="rect">
              <a:avLst/>
            </a:prstGeom>
            <a:noFill/>
          </p:spPr>
          <p:txBody>
            <a:bodyPr wrap="square" rtlCol="0">
              <a:spAutoFit/>
            </a:bodyPr>
            <a:lstStyle/>
            <a:p>
              <a:pPr algn="ctr"/>
              <a:r>
                <a:rPr lang="en-GB" sz="1100">
                  <a:solidFill>
                    <a:schemeClr val="accent5"/>
                  </a:solidFill>
                </a:rPr>
                <a:t>Application Load Balancer</a:t>
              </a:r>
            </a:p>
          </p:txBody>
        </p:sp>
        <p:sp>
          <p:nvSpPr>
            <p:cNvPr id="97" name="TextBox 96">
              <a:extLst>
                <a:ext uri="{FF2B5EF4-FFF2-40B4-BE49-F238E27FC236}">
                  <a16:creationId xmlns:a16="http://schemas.microsoft.com/office/drawing/2014/main" id="{B3B64065-1E22-67DB-E235-26E7551D7421}"/>
                </a:ext>
              </a:extLst>
            </p:cNvPr>
            <p:cNvSpPr txBox="1"/>
            <p:nvPr/>
          </p:nvSpPr>
          <p:spPr>
            <a:xfrm>
              <a:off x="756517" y="3159398"/>
              <a:ext cx="925308" cy="261610"/>
            </a:xfrm>
            <a:prstGeom prst="rect">
              <a:avLst/>
            </a:prstGeom>
            <a:noFill/>
          </p:spPr>
          <p:txBody>
            <a:bodyPr wrap="square" rtlCol="0">
              <a:spAutoFit/>
            </a:bodyPr>
            <a:lstStyle/>
            <a:p>
              <a:pPr algn="ctr"/>
              <a:r>
                <a:rPr lang="en-GB" sz="1100">
                  <a:solidFill>
                    <a:schemeClr val="accent5"/>
                  </a:solidFill>
                </a:rPr>
                <a:t>Azure SQL</a:t>
              </a:r>
            </a:p>
          </p:txBody>
        </p:sp>
        <p:sp>
          <p:nvSpPr>
            <p:cNvPr id="98" name="TextBox 97">
              <a:extLst>
                <a:ext uri="{FF2B5EF4-FFF2-40B4-BE49-F238E27FC236}">
                  <a16:creationId xmlns:a16="http://schemas.microsoft.com/office/drawing/2014/main" id="{9AF670DC-F67A-B8E2-2CEE-AA02E17C31C7}"/>
                </a:ext>
              </a:extLst>
            </p:cNvPr>
            <p:cNvSpPr txBox="1"/>
            <p:nvPr/>
          </p:nvSpPr>
          <p:spPr>
            <a:xfrm>
              <a:off x="1787990" y="2178817"/>
              <a:ext cx="1199109" cy="261610"/>
            </a:xfrm>
            <a:prstGeom prst="rect">
              <a:avLst/>
            </a:prstGeom>
            <a:noFill/>
          </p:spPr>
          <p:txBody>
            <a:bodyPr wrap="square" rtlCol="0">
              <a:spAutoFit/>
            </a:bodyPr>
            <a:lstStyle/>
            <a:p>
              <a:pPr algn="ctr"/>
              <a:r>
                <a:rPr lang="en-GB" sz="1100">
                  <a:solidFill>
                    <a:schemeClr val="accent5"/>
                  </a:solidFill>
                </a:rPr>
                <a:t>License S</a:t>
              </a:r>
              <a:r>
                <a:rPr lang="en-US" altLang="zh-CN" sz="1100" err="1">
                  <a:solidFill>
                    <a:schemeClr val="accent5"/>
                  </a:solidFill>
                </a:rPr>
                <a:t>erver</a:t>
              </a:r>
              <a:r>
                <a:rPr lang="en-US" altLang="zh-CN" sz="1100">
                  <a:solidFill>
                    <a:schemeClr val="accent5"/>
                  </a:solidFill>
                </a:rPr>
                <a:t> </a:t>
              </a:r>
              <a:endParaRPr lang="en-GB" sz="1100">
                <a:solidFill>
                  <a:schemeClr val="accent5"/>
                </a:solidFill>
              </a:endParaRPr>
            </a:p>
          </p:txBody>
        </p:sp>
        <p:sp>
          <p:nvSpPr>
            <p:cNvPr id="99" name="TextBox 98">
              <a:extLst>
                <a:ext uri="{FF2B5EF4-FFF2-40B4-BE49-F238E27FC236}">
                  <a16:creationId xmlns:a16="http://schemas.microsoft.com/office/drawing/2014/main" id="{96C33864-8574-EB04-96BE-88EC65C20170}"/>
                </a:ext>
              </a:extLst>
            </p:cNvPr>
            <p:cNvSpPr txBox="1"/>
            <p:nvPr/>
          </p:nvSpPr>
          <p:spPr>
            <a:xfrm>
              <a:off x="6221080" y="2197214"/>
              <a:ext cx="1211303" cy="430887"/>
            </a:xfrm>
            <a:prstGeom prst="rect">
              <a:avLst/>
            </a:prstGeom>
            <a:noFill/>
          </p:spPr>
          <p:txBody>
            <a:bodyPr wrap="square" rtlCol="0">
              <a:spAutoFit/>
            </a:bodyPr>
            <a:lstStyle/>
            <a:p>
              <a:pPr algn="ctr"/>
              <a:r>
                <a:rPr lang="en-GB" sz="1100">
                  <a:solidFill>
                    <a:schemeClr val="accent5"/>
                  </a:solidFill>
                </a:rPr>
                <a:t>W</a:t>
              </a:r>
              <a:r>
                <a:rPr lang="en-US" altLang="zh-CN" sz="1100">
                  <a:solidFill>
                    <a:schemeClr val="accent5"/>
                  </a:solidFill>
                </a:rPr>
                <a:t>eb </a:t>
              </a:r>
            </a:p>
            <a:p>
              <a:pPr algn="ctr"/>
              <a:r>
                <a:rPr lang="en-US" altLang="zh-CN" sz="1100">
                  <a:solidFill>
                    <a:schemeClr val="accent5"/>
                  </a:solidFill>
                </a:rPr>
                <a:t>Server1</a:t>
              </a:r>
              <a:endParaRPr lang="en-GB" sz="1100">
                <a:solidFill>
                  <a:schemeClr val="accent5"/>
                </a:solidFill>
              </a:endParaRPr>
            </a:p>
          </p:txBody>
        </p:sp>
        <p:sp>
          <p:nvSpPr>
            <p:cNvPr id="100" name="TextBox 99">
              <a:extLst>
                <a:ext uri="{FF2B5EF4-FFF2-40B4-BE49-F238E27FC236}">
                  <a16:creationId xmlns:a16="http://schemas.microsoft.com/office/drawing/2014/main" id="{F131BC17-D985-50FA-12B6-416426678F27}"/>
                </a:ext>
              </a:extLst>
            </p:cNvPr>
            <p:cNvSpPr txBox="1"/>
            <p:nvPr/>
          </p:nvSpPr>
          <p:spPr>
            <a:xfrm>
              <a:off x="8838113" y="2132650"/>
              <a:ext cx="1492467" cy="307777"/>
            </a:xfrm>
            <a:prstGeom prst="rect">
              <a:avLst/>
            </a:prstGeom>
            <a:noFill/>
          </p:spPr>
          <p:txBody>
            <a:bodyPr wrap="square" rtlCol="0">
              <a:spAutoFit/>
            </a:bodyPr>
            <a:lstStyle/>
            <a:p>
              <a:pPr algn="ctr"/>
              <a:r>
                <a:rPr lang="en-US" altLang="zh-CN" sz="1400">
                  <a:solidFill>
                    <a:schemeClr val="accent5"/>
                  </a:solidFill>
                </a:rPr>
                <a:t>Workspace</a:t>
              </a:r>
              <a:endParaRPr lang="en-GB" sz="1400">
                <a:solidFill>
                  <a:schemeClr val="accent5"/>
                </a:solidFill>
              </a:endParaRPr>
            </a:p>
          </p:txBody>
        </p:sp>
        <p:sp>
          <p:nvSpPr>
            <p:cNvPr id="101" name="TextBox 100">
              <a:extLst>
                <a:ext uri="{FF2B5EF4-FFF2-40B4-BE49-F238E27FC236}">
                  <a16:creationId xmlns:a16="http://schemas.microsoft.com/office/drawing/2014/main" id="{39F557EF-A4AE-0703-2C9A-BC75F821A20D}"/>
                </a:ext>
              </a:extLst>
            </p:cNvPr>
            <p:cNvSpPr txBox="1"/>
            <p:nvPr/>
          </p:nvSpPr>
          <p:spPr>
            <a:xfrm>
              <a:off x="6237948" y="5060513"/>
              <a:ext cx="1211303" cy="430887"/>
            </a:xfrm>
            <a:prstGeom prst="rect">
              <a:avLst/>
            </a:prstGeom>
            <a:noFill/>
          </p:spPr>
          <p:txBody>
            <a:bodyPr wrap="square" rtlCol="0">
              <a:spAutoFit/>
            </a:bodyPr>
            <a:lstStyle/>
            <a:p>
              <a:pPr algn="ctr"/>
              <a:r>
                <a:rPr lang="en-GB" sz="1100">
                  <a:solidFill>
                    <a:schemeClr val="accent5"/>
                  </a:solidFill>
                </a:rPr>
                <a:t>W</a:t>
              </a:r>
              <a:r>
                <a:rPr lang="en-US" altLang="zh-CN" sz="1100">
                  <a:solidFill>
                    <a:schemeClr val="accent5"/>
                  </a:solidFill>
                </a:rPr>
                <a:t>eb </a:t>
              </a:r>
            </a:p>
            <a:p>
              <a:pPr algn="ctr"/>
              <a:r>
                <a:rPr lang="en-US" altLang="zh-CN" sz="1100">
                  <a:solidFill>
                    <a:schemeClr val="accent5"/>
                  </a:solidFill>
                </a:rPr>
                <a:t>Server2</a:t>
              </a:r>
              <a:endParaRPr lang="en-GB" sz="1100">
                <a:solidFill>
                  <a:schemeClr val="accent5"/>
                </a:solidFill>
              </a:endParaRPr>
            </a:p>
          </p:txBody>
        </p:sp>
        <p:grpSp>
          <p:nvGrpSpPr>
            <p:cNvPr id="102" name="Group 101">
              <a:extLst>
                <a:ext uri="{FF2B5EF4-FFF2-40B4-BE49-F238E27FC236}">
                  <a16:creationId xmlns:a16="http://schemas.microsoft.com/office/drawing/2014/main" id="{A139CD7E-5AB3-6BB9-1FB4-0E86D9B20E34}"/>
                </a:ext>
              </a:extLst>
            </p:cNvPr>
            <p:cNvGrpSpPr/>
            <p:nvPr/>
          </p:nvGrpSpPr>
          <p:grpSpPr>
            <a:xfrm>
              <a:off x="4664962" y="3681364"/>
              <a:ext cx="691864" cy="490973"/>
              <a:chOff x="6908608" y="2826394"/>
              <a:chExt cx="691864" cy="490973"/>
            </a:xfrm>
          </p:grpSpPr>
          <p:sp>
            <p:nvSpPr>
              <p:cNvPr id="103" name="Freeform 942">
                <a:extLst>
                  <a:ext uri="{FF2B5EF4-FFF2-40B4-BE49-F238E27FC236}">
                    <a16:creationId xmlns:a16="http://schemas.microsoft.com/office/drawing/2014/main" id="{1C02B05A-A22F-0182-812C-A17AA7FFF3E0}"/>
                  </a:ext>
                </a:extLst>
              </p:cNvPr>
              <p:cNvSpPr>
                <a:spLocks noEditPoints="1"/>
              </p:cNvSpPr>
              <p:nvPr/>
            </p:nvSpPr>
            <p:spPr bwMode="auto">
              <a:xfrm rot="16200000">
                <a:off x="7039001" y="2755897"/>
                <a:ext cx="431077" cy="691864"/>
              </a:xfrm>
              <a:custGeom>
                <a:avLst/>
                <a:gdLst>
                  <a:gd name="T0" fmla="*/ 151 w 164"/>
                  <a:gd name="T1" fmla="*/ 13 h 217"/>
                  <a:gd name="T2" fmla="*/ 53 w 164"/>
                  <a:gd name="T3" fmla="*/ 1 h 217"/>
                  <a:gd name="T4" fmla="*/ 47 w 164"/>
                  <a:gd name="T5" fmla="*/ 1 h 217"/>
                  <a:gd name="T6" fmla="*/ 47 w 164"/>
                  <a:gd name="T7" fmla="*/ 1 h 217"/>
                  <a:gd name="T8" fmla="*/ 8 w 164"/>
                  <a:gd name="T9" fmla="*/ 13 h 217"/>
                  <a:gd name="T10" fmla="*/ 0 w 164"/>
                  <a:gd name="T11" fmla="*/ 24 h 217"/>
                  <a:gd name="T12" fmla="*/ 0 w 164"/>
                  <a:gd name="T13" fmla="*/ 193 h 217"/>
                  <a:gd name="T14" fmla="*/ 8 w 164"/>
                  <a:gd name="T15" fmla="*/ 204 h 217"/>
                  <a:gd name="T16" fmla="*/ 47 w 164"/>
                  <a:gd name="T17" fmla="*/ 216 h 217"/>
                  <a:gd name="T18" fmla="*/ 50 w 164"/>
                  <a:gd name="T19" fmla="*/ 217 h 217"/>
                  <a:gd name="T20" fmla="*/ 50 w 164"/>
                  <a:gd name="T21" fmla="*/ 216 h 217"/>
                  <a:gd name="T22" fmla="*/ 52 w 164"/>
                  <a:gd name="T23" fmla="*/ 217 h 217"/>
                  <a:gd name="T24" fmla="*/ 52 w 164"/>
                  <a:gd name="T25" fmla="*/ 217 h 217"/>
                  <a:gd name="T26" fmla="*/ 53 w 164"/>
                  <a:gd name="T27" fmla="*/ 216 h 217"/>
                  <a:gd name="T28" fmla="*/ 151 w 164"/>
                  <a:gd name="T29" fmla="*/ 204 h 217"/>
                  <a:gd name="T30" fmla="*/ 164 w 164"/>
                  <a:gd name="T31" fmla="*/ 189 h 217"/>
                  <a:gd name="T32" fmla="*/ 164 w 164"/>
                  <a:gd name="T33" fmla="*/ 28 h 217"/>
                  <a:gd name="T34" fmla="*/ 151 w 164"/>
                  <a:gd name="T35" fmla="*/ 13 h 217"/>
                  <a:gd name="T36" fmla="*/ 150 w 164"/>
                  <a:gd name="T37" fmla="*/ 181 h 217"/>
                  <a:gd name="T38" fmla="*/ 142 w 164"/>
                  <a:gd name="T39" fmla="*/ 190 h 217"/>
                  <a:gd name="T40" fmla="*/ 69 w 164"/>
                  <a:gd name="T41" fmla="*/ 198 h 217"/>
                  <a:gd name="T42" fmla="*/ 69 w 164"/>
                  <a:gd name="T43" fmla="*/ 198 h 217"/>
                  <a:gd name="T44" fmla="*/ 61 w 164"/>
                  <a:gd name="T45" fmla="*/ 190 h 217"/>
                  <a:gd name="T46" fmla="*/ 61 w 164"/>
                  <a:gd name="T47" fmla="*/ 26 h 217"/>
                  <a:gd name="T48" fmla="*/ 69 w 164"/>
                  <a:gd name="T49" fmla="*/ 19 h 217"/>
                  <a:gd name="T50" fmla="*/ 69 w 164"/>
                  <a:gd name="T51" fmla="*/ 19 h 217"/>
                  <a:gd name="T52" fmla="*/ 142 w 164"/>
                  <a:gd name="T53" fmla="*/ 27 h 217"/>
                  <a:gd name="T54" fmla="*/ 150 w 164"/>
                  <a:gd name="T55" fmla="*/ 36 h 217"/>
                  <a:gd name="T56" fmla="*/ 150 w 164"/>
                  <a:gd name="T57" fmla="*/ 181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64" h="217">
                    <a:moveTo>
                      <a:pt x="151" y="13"/>
                    </a:moveTo>
                    <a:cubicBezTo>
                      <a:pt x="53" y="1"/>
                      <a:pt x="53" y="1"/>
                      <a:pt x="53" y="1"/>
                    </a:cubicBezTo>
                    <a:cubicBezTo>
                      <a:pt x="51" y="0"/>
                      <a:pt x="49" y="1"/>
                      <a:pt x="47" y="1"/>
                    </a:cubicBezTo>
                    <a:cubicBezTo>
                      <a:pt x="47" y="1"/>
                      <a:pt x="47" y="1"/>
                      <a:pt x="47" y="1"/>
                    </a:cubicBezTo>
                    <a:cubicBezTo>
                      <a:pt x="8" y="13"/>
                      <a:pt x="8" y="13"/>
                      <a:pt x="8" y="13"/>
                    </a:cubicBezTo>
                    <a:cubicBezTo>
                      <a:pt x="4" y="14"/>
                      <a:pt x="0" y="19"/>
                      <a:pt x="0" y="24"/>
                    </a:cubicBezTo>
                    <a:cubicBezTo>
                      <a:pt x="0" y="193"/>
                      <a:pt x="0" y="193"/>
                      <a:pt x="0" y="193"/>
                    </a:cubicBezTo>
                    <a:cubicBezTo>
                      <a:pt x="0" y="198"/>
                      <a:pt x="4" y="202"/>
                      <a:pt x="8" y="204"/>
                    </a:cubicBezTo>
                    <a:cubicBezTo>
                      <a:pt x="47" y="216"/>
                      <a:pt x="47" y="216"/>
                      <a:pt x="47" y="216"/>
                    </a:cubicBezTo>
                    <a:cubicBezTo>
                      <a:pt x="48" y="216"/>
                      <a:pt x="49" y="217"/>
                      <a:pt x="50" y="217"/>
                    </a:cubicBezTo>
                    <a:cubicBezTo>
                      <a:pt x="50" y="217"/>
                      <a:pt x="50" y="216"/>
                      <a:pt x="50" y="216"/>
                    </a:cubicBezTo>
                    <a:cubicBezTo>
                      <a:pt x="51" y="217"/>
                      <a:pt x="51" y="217"/>
                      <a:pt x="52" y="217"/>
                    </a:cubicBezTo>
                    <a:cubicBezTo>
                      <a:pt x="52" y="217"/>
                      <a:pt x="52" y="217"/>
                      <a:pt x="52" y="217"/>
                    </a:cubicBezTo>
                    <a:cubicBezTo>
                      <a:pt x="52" y="217"/>
                      <a:pt x="53" y="217"/>
                      <a:pt x="53" y="216"/>
                    </a:cubicBezTo>
                    <a:cubicBezTo>
                      <a:pt x="151" y="204"/>
                      <a:pt x="151" y="204"/>
                      <a:pt x="151" y="204"/>
                    </a:cubicBezTo>
                    <a:cubicBezTo>
                      <a:pt x="159" y="203"/>
                      <a:pt x="164" y="196"/>
                      <a:pt x="164" y="189"/>
                    </a:cubicBezTo>
                    <a:cubicBezTo>
                      <a:pt x="164" y="28"/>
                      <a:pt x="164" y="28"/>
                      <a:pt x="164" y="28"/>
                    </a:cubicBezTo>
                    <a:cubicBezTo>
                      <a:pt x="164" y="20"/>
                      <a:pt x="159" y="14"/>
                      <a:pt x="151" y="13"/>
                    </a:cubicBezTo>
                    <a:close/>
                    <a:moveTo>
                      <a:pt x="150" y="181"/>
                    </a:moveTo>
                    <a:cubicBezTo>
                      <a:pt x="150" y="185"/>
                      <a:pt x="146" y="189"/>
                      <a:pt x="142" y="190"/>
                    </a:cubicBezTo>
                    <a:cubicBezTo>
                      <a:pt x="69" y="198"/>
                      <a:pt x="69" y="198"/>
                      <a:pt x="69" y="198"/>
                    </a:cubicBezTo>
                    <a:cubicBezTo>
                      <a:pt x="69" y="198"/>
                      <a:pt x="69" y="198"/>
                      <a:pt x="69" y="198"/>
                    </a:cubicBezTo>
                    <a:cubicBezTo>
                      <a:pt x="65" y="198"/>
                      <a:pt x="61" y="194"/>
                      <a:pt x="61" y="190"/>
                    </a:cubicBezTo>
                    <a:cubicBezTo>
                      <a:pt x="61" y="26"/>
                      <a:pt x="61" y="26"/>
                      <a:pt x="61" y="26"/>
                    </a:cubicBezTo>
                    <a:cubicBezTo>
                      <a:pt x="61" y="22"/>
                      <a:pt x="65" y="19"/>
                      <a:pt x="69" y="19"/>
                    </a:cubicBezTo>
                    <a:cubicBezTo>
                      <a:pt x="69" y="19"/>
                      <a:pt x="69" y="19"/>
                      <a:pt x="69" y="19"/>
                    </a:cubicBezTo>
                    <a:cubicBezTo>
                      <a:pt x="142" y="27"/>
                      <a:pt x="142" y="27"/>
                      <a:pt x="142" y="27"/>
                    </a:cubicBezTo>
                    <a:cubicBezTo>
                      <a:pt x="146" y="27"/>
                      <a:pt x="150" y="31"/>
                      <a:pt x="150" y="36"/>
                    </a:cubicBezTo>
                    <a:lnTo>
                      <a:pt x="150" y="181"/>
                    </a:lnTo>
                    <a:close/>
                  </a:path>
                </a:pathLst>
              </a:custGeom>
              <a:solidFill>
                <a:schemeClr val="accent5">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104" name="Group 103">
                <a:extLst>
                  <a:ext uri="{FF2B5EF4-FFF2-40B4-BE49-F238E27FC236}">
                    <a16:creationId xmlns:a16="http://schemas.microsoft.com/office/drawing/2014/main" id="{6047354D-7CBA-B558-09FC-8432E67649FC}"/>
                  </a:ext>
                </a:extLst>
              </p:cNvPr>
              <p:cNvGrpSpPr/>
              <p:nvPr/>
            </p:nvGrpSpPr>
            <p:grpSpPr>
              <a:xfrm rot="16794169">
                <a:off x="6962377" y="2885344"/>
                <a:ext cx="334429" cy="265947"/>
                <a:chOff x="6218306" y="810361"/>
                <a:chExt cx="334429" cy="265947"/>
              </a:xfrm>
              <a:solidFill>
                <a:schemeClr val="tx1"/>
              </a:solidFill>
            </p:grpSpPr>
            <p:sp>
              <p:nvSpPr>
                <p:cNvPr id="108" name="Freeform 66">
                  <a:extLst>
                    <a:ext uri="{FF2B5EF4-FFF2-40B4-BE49-F238E27FC236}">
                      <a16:creationId xmlns:a16="http://schemas.microsoft.com/office/drawing/2014/main" id="{C76E4ED4-43B3-4EE8-70F8-F1DFDF1D012D}"/>
                    </a:ext>
                  </a:extLst>
                </p:cNvPr>
                <p:cNvSpPr>
                  <a:spLocks/>
                </p:cNvSpPr>
                <p:nvPr/>
              </p:nvSpPr>
              <p:spPr bwMode="auto">
                <a:xfrm>
                  <a:off x="6218306" y="918215"/>
                  <a:ext cx="161319" cy="158093"/>
                </a:xfrm>
                <a:custGeom>
                  <a:avLst/>
                  <a:gdLst>
                    <a:gd name="T0" fmla="*/ 54 w 91"/>
                    <a:gd name="T1" fmla="*/ 8 h 90"/>
                    <a:gd name="T2" fmla="*/ 26 w 91"/>
                    <a:gd name="T3" fmla="*/ 36 h 90"/>
                    <a:gd name="T4" fmla="*/ 10 w 91"/>
                    <a:gd name="T5" fmla="*/ 20 h 90"/>
                    <a:gd name="T6" fmla="*/ 4 w 91"/>
                    <a:gd name="T7" fmla="*/ 19 h 90"/>
                    <a:gd name="T8" fmla="*/ 0 w 91"/>
                    <a:gd name="T9" fmla="*/ 24 h 90"/>
                    <a:gd name="T10" fmla="*/ 0 w 91"/>
                    <a:gd name="T11" fmla="*/ 84 h 90"/>
                    <a:gd name="T12" fmla="*/ 2 w 91"/>
                    <a:gd name="T13" fmla="*/ 88 h 90"/>
                    <a:gd name="T14" fmla="*/ 6 w 91"/>
                    <a:gd name="T15" fmla="*/ 90 h 90"/>
                    <a:gd name="T16" fmla="*/ 66 w 91"/>
                    <a:gd name="T17" fmla="*/ 90 h 90"/>
                    <a:gd name="T18" fmla="*/ 72 w 91"/>
                    <a:gd name="T19" fmla="*/ 87 h 90"/>
                    <a:gd name="T20" fmla="*/ 70 w 91"/>
                    <a:gd name="T21" fmla="*/ 80 h 90"/>
                    <a:gd name="T22" fmla="*/ 55 w 91"/>
                    <a:gd name="T23" fmla="*/ 65 h 90"/>
                    <a:gd name="T24" fmla="*/ 83 w 91"/>
                    <a:gd name="T25" fmla="*/ 37 h 90"/>
                    <a:gd name="T26" fmla="*/ 83 w 91"/>
                    <a:gd name="T27" fmla="*/ 8 h 90"/>
                    <a:gd name="T28" fmla="*/ 54 w 91"/>
                    <a:gd name="T29" fmla="*/ 8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1" h="90">
                      <a:moveTo>
                        <a:pt x="54" y="8"/>
                      </a:moveTo>
                      <a:cubicBezTo>
                        <a:pt x="26" y="36"/>
                        <a:pt x="26" y="36"/>
                        <a:pt x="26" y="36"/>
                      </a:cubicBezTo>
                      <a:cubicBezTo>
                        <a:pt x="10" y="20"/>
                        <a:pt x="10" y="20"/>
                        <a:pt x="10" y="20"/>
                      </a:cubicBezTo>
                      <a:cubicBezTo>
                        <a:pt x="8" y="18"/>
                        <a:pt x="6" y="18"/>
                        <a:pt x="4" y="19"/>
                      </a:cubicBezTo>
                      <a:cubicBezTo>
                        <a:pt x="2" y="20"/>
                        <a:pt x="0" y="22"/>
                        <a:pt x="0" y="24"/>
                      </a:cubicBezTo>
                      <a:cubicBezTo>
                        <a:pt x="0" y="84"/>
                        <a:pt x="0" y="84"/>
                        <a:pt x="0" y="84"/>
                      </a:cubicBezTo>
                      <a:cubicBezTo>
                        <a:pt x="0" y="86"/>
                        <a:pt x="1" y="87"/>
                        <a:pt x="2" y="88"/>
                      </a:cubicBezTo>
                      <a:cubicBezTo>
                        <a:pt x="3" y="89"/>
                        <a:pt x="4" y="90"/>
                        <a:pt x="6" y="90"/>
                      </a:cubicBezTo>
                      <a:cubicBezTo>
                        <a:pt x="66" y="90"/>
                        <a:pt x="66" y="90"/>
                        <a:pt x="66" y="90"/>
                      </a:cubicBezTo>
                      <a:cubicBezTo>
                        <a:pt x="69" y="90"/>
                        <a:pt x="71" y="89"/>
                        <a:pt x="72" y="87"/>
                      </a:cubicBezTo>
                      <a:cubicBezTo>
                        <a:pt x="72" y="84"/>
                        <a:pt x="72" y="82"/>
                        <a:pt x="70" y="80"/>
                      </a:cubicBezTo>
                      <a:cubicBezTo>
                        <a:pt x="55" y="65"/>
                        <a:pt x="55" y="65"/>
                        <a:pt x="55" y="65"/>
                      </a:cubicBezTo>
                      <a:cubicBezTo>
                        <a:pt x="83" y="37"/>
                        <a:pt x="83" y="37"/>
                        <a:pt x="83" y="37"/>
                      </a:cubicBezTo>
                      <a:cubicBezTo>
                        <a:pt x="91" y="29"/>
                        <a:pt x="91" y="16"/>
                        <a:pt x="83" y="8"/>
                      </a:cubicBezTo>
                      <a:cubicBezTo>
                        <a:pt x="75" y="0"/>
                        <a:pt x="62" y="0"/>
                        <a:pt x="5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9" name="Freeform 67">
                  <a:extLst>
                    <a:ext uri="{FF2B5EF4-FFF2-40B4-BE49-F238E27FC236}">
                      <a16:creationId xmlns:a16="http://schemas.microsoft.com/office/drawing/2014/main" id="{54C45A88-1174-19A3-C650-DF5A705DBDBA}"/>
                    </a:ext>
                  </a:extLst>
                </p:cNvPr>
                <p:cNvSpPr>
                  <a:spLocks/>
                </p:cNvSpPr>
                <p:nvPr/>
              </p:nvSpPr>
              <p:spPr bwMode="auto">
                <a:xfrm>
                  <a:off x="6393029" y="810361"/>
                  <a:ext cx="159706" cy="156480"/>
                </a:xfrm>
                <a:custGeom>
                  <a:avLst/>
                  <a:gdLst>
                    <a:gd name="T0" fmla="*/ 91 w 91"/>
                    <a:gd name="T1" fmla="*/ 65 h 89"/>
                    <a:gd name="T2" fmla="*/ 91 w 91"/>
                    <a:gd name="T3" fmla="*/ 6 h 89"/>
                    <a:gd name="T4" fmla="*/ 85 w 91"/>
                    <a:gd name="T5" fmla="*/ 0 h 89"/>
                    <a:gd name="T6" fmla="*/ 25 w 91"/>
                    <a:gd name="T7" fmla="*/ 0 h 89"/>
                    <a:gd name="T8" fmla="*/ 20 w 91"/>
                    <a:gd name="T9" fmla="*/ 4 h 89"/>
                    <a:gd name="T10" fmla="*/ 21 w 91"/>
                    <a:gd name="T11" fmla="*/ 10 h 89"/>
                    <a:gd name="T12" fmla="*/ 37 w 91"/>
                    <a:gd name="T13" fmla="*/ 26 h 89"/>
                    <a:gd name="T14" fmla="*/ 9 w 91"/>
                    <a:gd name="T15" fmla="*/ 54 h 89"/>
                    <a:gd name="T16" fmla="*/ 9 w 91"/>
                    <a:gd name="T17" fmla="*/ 83 h 89"/>
                    <a:gd name="T18" fmla="*/ 23 w 91"/>
                    <a:gd name="T19" fmla="*/ 89 h 89"/>
                    <a:gd name="T20" fmla="*/ 38 w 91"/>
                    <a:gd name="T21" fmla="*/ 83 h 89"/>
                    <a:gd name="T22" fmla="*/ 66 w 91"/>
                    <a:gd name="T23" fmla="*/ 55 h 89"/>
                    <a:gd name="T24" fmla="*/ 81 w 91"/>
                    <a:gd name="T25" fmla="*/ 70 h 89"/>
                    <a:gd name="T26" fmla="*/ 85 w 91"/>
                    <a:gd name="T27" fmla="*/ 72 h 89"/>
                    <a:gd name="T28" fmla="*/ 85 w 91"/>
                    <a:gd name="T29" fmla="*/ 72 h 89"/>
                    <a:gd name="T30" fmla="*/ 91 w 91"/>
                    <a:gd name="T31" fmla="*/ 66 h 89"/>
                    <a:gd name="T32" fmla="*/ 91 w 91"/>
                    <a:gd name="T33" fmla="*/ 65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1" h="89">
                      <a:moveTo>
                        <a:pt x="91" y="65"/>
                      </a:moveTo>
                      <a:cubicBezTo>
                        <a:pt x="91" y="6"/>
                        <a:pt x="91" y="6"/>
                        <a:pt x="91" y="6"/>
                      </a:cubicBezTo>
                      <a:cubicBezTo>
                        <a:pt x="91" y="3"/>
                        <a:pt x="88" y="0"/>
                        <a:pt x="85" y="0"/>
                      </a:cubicBezTo>
                      <a:cubicBezTo>
                        <a:pt x="25" y="0"/>
                        <a:pt x="25" y="0"/>
                        <a:pt x="25" y="0"/>
                      </a:cubicBezTo>
                      <a:cubicBezTo>
                        <a:pt x="23" y="0"/>
                        <a:pt x="21" y="2"/>
                        <a:pt x="20" y="4"/>
                      </a:cubicBezTo>
                      <a:cubicBezTo>
                        <a:pt x="19" y="6"/>
                        <a:pt x="19" y="8"/>
                        <a:pt x="21" y="10"/>
                      </a:cubicBezTo>
                      <a:cubicBezTo>
                        <a:pt x="37" y="26"/>
                        <a:pt x="37" y="26"/>
                        <a:pt x="37" y="26"/>
                      </a:cubicBezTo>
                      <a:cubicBezTo>
                        <a:pt x="9" y="54"/>
                        <a:pt x="9" y="54"/>
                        <a:pt x="9" y="54"/>
                      </a:cubicBezTo>
                      <a:cubicBezTo>
                        <a:pt x="0" y="62"/>
                        <a:pt x="0" y="75"/>
                        <a:pt x="9" y="83"/>
                      </a:cubicBezTo>
                      <a:cubicBezTo>
                        <a:pt x="13" y="87"/>
                        <a:pt x="18" y="89"/>
                        <a:pt x="23" y="89"/>
                      </a:cubicBezTo>
                      <a:cubicBezTo>
                        <a:pt x="28" y="89"/>
                        <a:pt x="34" y="87"/>
                        <a:pt x="38" y="83"/>
                      </a:cubicBezTo>
                      <a:cubicBezTo>
                        <a:pt x="66" y="55"/>
                        <a:pt x="66" y="55"/>
                        <a:pt x="66" y="55"/>
                      </a:cubicBezTo>
                      <a:cubicBezTo>
                        <a:pt x="81" y="70"/>
                        <a:pt x="81" y="70"/>
                        <a:pt x="81" y="70"/>
                      </a:cubicBezTo>
                      <a:cubicBezTo>
                        <a:pt x="82" y="71"/>
                        <a:pt x="84" y="72"/>
                        <a:pt x="85" y="72"/>
                      </a:cubicBezTo>
                      <a:cubicBezTo>
                        <a:pt x="85" y="72"/>
                        <a:pt x="85" y="72"/>
                        <a:pt x="85" y="72"/>
                      </a:cubicBezTo>
                      <a:cubicBezTo>
                        <a:pt x="89" y="72"/>
                        <a:pt x="91" y="70"/>
                        <a:pt x="91" y="66"/>
                      </a:cubicBezTo>
                      <a:cubicBezTo>
                        <a:pt x="91" y="66"/>
                        <a:pt x="91" y="66"/>
                        <a:pt x="91" y="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05" name="Group 104">
                <a:extLst>
                  <a:ext uri="{FF2B5EF4-FFF2-40B4-BE49-F238E27FC236}">
                    <a16:creationId xmlns:a16="http://schemas.microsoft.com/office/drawing/2014/main" id="{34D8678E-FE87-B2EB-A971-F9E99070A56F}"/>
                  </a:ext>
                </a:extLst>
              </p:cNvPr>
              <p:cNvGrpSpPr/>
              <p:nvPr/>
            </p:nvGrpSpPr>
            <p:grpSpPr>
              <a:xfrm rot="16794169">
                <a:off x="7190929" y="2860635"/>
                <a:ext cx="334429" cy="265947"/>
                <a:chOff x="6218306" y="810361"/>
                <a:chExt cx="334429" cy="265947"/>
              </a:xfrm>
              <a:solidFill>
                <a:schemeClr val="tx1"/>
              </a:solidFill>
            </p:grpSpPr>
            <p:sp>
              <p:nvSpPr>
                <p:cNvPr id="106" name="Freeform 66">
                  <a:extLst>
                    <a:ext uri="{FF2B5EF4-FFF2-40B4-BE49-F238E27FC236}">
                      <a16:creationId xmlns:a16="http://schemas.microsoft.com/office/drawing/2014/main" id="{55878CEE-714A-81E2-7674-86F9D40AA6CD}"/>
                    </a:ext>
                  </a:extLst>
                </p:cNvPr>
                <p:cNvSpPr>
                  <a:spLocks/>
                </p:cNvSpPr>
                <p:nvPr/>
              </p:nvSpPr>
              <p:spPr bwMode="auto">
                <a:xfrm>
                  <a:off x="6218306" y="918215"/>
                  <a:ext cx="161319" cy="158093"/>
                </a:xfrm>
                <a:custGeom>
                  <a:avLst/>
                  <a:gdLst>
                    <a:gd name="T0" fmla="*/ 54 w 91"/>
                    <a:gd name="T1" fmla="*/ 8 h 90"/>
                    <a:gd name="T2" fmla="*/ 26 w 91"/>
                    <a:gd name="T3" fmla="*/ 36 h 90"/>
                    <a:gd name="T4" fmla="*/ 10 w 91"/>
                    <a:gd name="T5" fmla="*/ 20 h 90"/>
                    <a:gd name="T6" fmla="*/ 4 w 91"/>
                    <a:gd name="T7" fmla="*/ 19 h 90"/>
                    <a:gd name="T8" fmla="*/ 0 w 91"/>
                    <a:gd name="T9" fmla="*/ 24 h 90"/>
                    <a:gd name="T10" fmla="*/ 0 w 91"/>
                    <a:gd name="T11" fmla="*/ 84 h 90"/>
                    <a:gd name="T12" fmla="*/ 2 w 91"/>
                    <a:gd name="T13" fmla="*/ 88 h 90"/>
                    <a:gd name="T14" fmla="*/ 6 w 91"/>
                    <a:gd name="T15" fmla="*/ 90 h 90"/>
                    <a:gd name="T16" fmla="*/ 66 w 91"/>
                    <a:gd name="T17" fmla="*/ 90 h 90"/>
                    <a:gd name="T18" fmla="*/ 72 w 91"/>
                    <a:gd name="T19" fmla="*/ 87 h 90"/>
                    <a:gd name="T20" fmla="*/ 70 w 91"/>
                    <a:gd name="T21" fmla="*/ 80 h 90"/>
                    <a:gd name="T22" fmla="*/ 55 w 91"/>
                    <a:gd name="T23" fmla="*/ 65 h 90"/>
                    <a:gd name="T24" fmla="*/ 83 w 91"/>
                    <a:gd name="T25" fmla="*/ 37 h 90"/>
                    <a:gd name="T26" fmla="*/ 83 w 91"/>
                    <a:gd name="T27" fmla="*/ 8 h 90"/>
                    <a:gd name="T28" fmla="*/ 54 w 91"/>
                    <a:gd name="T29" fmla="*/ 8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1" h="90">
                      <a:moveTo>
                        <a:pt x="54" y="8"/>
                      </a:moveTo>
                      <a:cubicBezTo>
                        <a:pt x="26" y="36"/>
                        <a:pt x="26" y="36"/>
                        <a:pt x="26" y="36"/>
                      </a:cubicBezTo>
                      <a:cubicBezTo>
                        <a:pt x="10" y="20"/>
                        <a:pt x="10" y="20"/>
                        <a:pt x="10" y="20"/>
                      </a:cubicBezTo>
                      <a:cubicBezTo>
                        <a:pt x="8" y="18"/>
                        <a:pt x="6" y="18"/>
                        <a:pt x="4" y="19"/>
                      </a:cubicBezTo>
                      <a:cubicBezTo>
                        <a:pt x="2" y="20"/>
                        <a:pt x="0" y="22"/>
                        <a:pt x="0" y="24"/>
                      </a:cubicBezTo>
                      <a:cubicBezTo>
                        <a:pt x="0" y="84"/>
                        <a:pt x="0" y="84"/>
                        <a:pt x="0" y="84"/>
                      </a:cubicBezTo>
                      <a:cubicBezTo>
                        <a:pt x="0" y="86"/>
                        <a:pt x="1" y="87"/>
                        <a:pt x="2" y="88"/>
                      </a:cubicBezTo>
                      <a:cubicBezTo>
                        <a:pt x="3" y="89"/>
                        <a:pt x="4" y="90"/>
                        <a:pt x="6" y="90"/>
                      </a:cubicBezTo>
                      <a:cubicBezTo>
                        <a:pt x="66" y="90"/>
                        <a:pt x="66" y="90"/>
                        <a:pt x="66" y="90"/>
                      </a:cubicBezTo>
                      <a:cubicBezTo>
                        <a:pt x="69" y="90"/>
                        <a:pt x="71" y="89"/>
                        <a:pt x="72" y="87"/>
                      </a:cubicBezTo>
                      <a:cubicBezTo>
                        <a:pt x="72" y="84"/>
                        <a:pt x="72" y="82"/>
                        <a:pt x="70" y="80"/>
                      </a:cubicBezTo>
                      <a:cubicBezTo>
                        <a:pt x="55" y="65"/>
                        <a:pt x="55" y="65"/>
                        <a:pt x="55" y="65"/>
                      </a:cubicBezTo>
                      <a:cubicBezTo>
                        <a:pt x="83" y="37"/>
                        <a:pt x="83" y="37"/>
                        <a:pt x="83" y="37"/>
                      </a:cubicBezTo>
                      <a:cubicBezTo>
                        <a:pt x="91" y="29"/>
                        <a:pt x="91" y="16"/>
                        <a:pt x="83" y="8"/>
                      </a:cubicBezTo>
                      <a:cubicBezTo>
                        <a:pt x="75" y="0"/>
                        <a:pt x="62" y="0"/>
                        <a:pt x="5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7" name="Freeform 67">
                  <a:extLst>
                    <a:ext uri="{FF2B5EF4-FFF2-40B4-BE49-F238E27FC236}">
                      <a16:creationId xmlns:a16="http://schemas.microsoft.com/office/drawing/2014/main" id="{3935EF6D-D833-7641-E179-11F370C454C1}"/>
                    </a:ext>
                  </a:extLst>
                </p:cNvPr>
                <p:cNvSpPr>
                  <a:spLocks/>
                </p:cNvSpPr>
                <p:nvPr/>
              </p:nvSpPr>
              <p:spPr bwMode="auto">
                <a:xfrm>
                  <a:off x="6393029" y="810361"/>
                  <a:ext cx="159706" cy="156480"/>
                </a:xfrm>
                <a:custGeom>
                  <a:avLst/>
                  <a:gdLst>
                    <a:gd name="T0" fmla="*/ 91 w 91"/>
                    <a:gd name="T1" fmla="*/ 65 h 89"/>
                    <a:gd name="T2" fmla="*/ 91 w 91"/>
                    <a:gd name="T3" fmla="*/ 6 h 89"/>
                    <a:gd name="T4" fmla="*/ 85 w 91"/>
                    <a:gd name="T5" fmla="*/ 0 h 89"/>
                    <a:gd name="T6" fmla="*/ 25 w 91"/>
                    <a:gd name="T7" fmla="*/ 0 h 89"/>
                    <a:gd name="T8" fmla="*/ 20 w 91"/>
                    <a:gd name="T9" fmla="*/ 4 h 89"/>
                    <a:gd name="T10" fmla="*/ 21 w 91"/>
                    <a:gd name="T11" fmla="*/ 10 h 89"/>
                    <a:gd name="T12" fmla="*/ 37 w 91"/>
                    <a:gd name="T13" fmla="*/ 26 h 89"/>
                    <a:gd name="T14" fmla="*/ 9 w 91"/>
                    <a:gd name="T15" fmla="*/ 54 h 89"/>
                    <a:gd name="T16" fmla="*/ 9 w 91"/>
                    <a:gd name="T17" fmla="*/ 83 h 89"/>
                    <a:gd name="T18" fmla="*/ 23 w 91"/>
                    <a:gd name="T19" fmla="*/ 89 h 89"/>
                    <a:gd name="T20" fmla="*/ 38 w 91"/>
                    <a:gd name="T21" fmla="*/ 83 h 89"/>
                    <a:gd name="T22" fmla="*/ 66 w 91"/>
                    <a:gd name="T23" fmla="*/ 55 h 89"/>
                    <a:gd name="T24" fmla="*/ 81 w 91"/>
                    <a:gd name="T25" fmla="*/ 70 h 89"/>
                    <a:gd name="T26" fmla="*/ 85 w 91"/>
                    <a:gd name="T27" fmla="*/ 72 h 89"/>
                    <a:gd name="T28" fmla="*/ 85 w 91"/>
                    <a:gd name="T29" fmla="*/ 72 h 89"/>
                    <a:gd name="T30" fmla="*/ 91 w 91"/>
                    <a:gd name="T31" fmla="*/ 66 h 89"/>
                    <a:gd name="T32" fmla="*/ 91 w 91"/>
                    <a:gd name="T33" fmla="*/ 65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1" h="89">
                      <a:moveTo>
                        <a:pt x="91" y="65"/>
                      </a:moveTo>
                      <a:cubicBezTo>
                        <a:pt x="91" y="6"/>
                        <a:pt x="91" y="6"/>
                        <a:pt x="91" y="6"/>
                      </a:cubicBezTo>
                      <a:cubicBezTo>
                        <a:pt x="91" y="3"/>
                        <a:pt x="88" y="0"/>
                        <a:pt x="85" y="0"/>
                      </a:cubicBezTo>
                      <a:cubicBezTo>
                        <a:pt x="25" y="0"/>
                        <a:pt x="25" y="0"/>
                        <a:pt x="25" y="0"/>
                      </a:cubicBezTo>
                      <a:cubicBezTo>
                        <a:pt x="23" y="0"/>
                        <a:pt x="21" y="2"/>
                        <a:pt x="20" y="4"/>
                      </a:cubicBezTo>
                      <a:cubicBezTo>
                        <a:pt x="19" y="6"/>
                        <a:pt x="19" y="8"/>
                        <a:pt x="21" y="10"/>
                      </a:cubicBezTo>
                      <a:cubicBezTo>
                        <a:pt x="37" y="26"/>
                        <a:pt x="37" y="26"/>
                        <a:pt x="37" y="26"/>
                      </a:cubicBezTo>
                      <a:cubicBezTo>
                        <a:pt x="9" y="54"/>
                        <a:pt x="9" y="54"/>
                        <a:pt x="9" y="54"/>
                      </a:cubicBezTo>
                      <a:cubicBezTo>
                        <a:pt x="0" y="62"/>
                        <a:pt x="0" y="75"/>
                        <a:pt x="9" y="83"/>
                      </a:cubicBezTo>
                      <a:cubicBezTo>
                        <a:pt x="13" y="87"/>
                        <a:pt x="18" y="89"/>
                        <a:pt x="23" y="89"/>
                      </a:cubicBezTo>
                      <a:cubicBezTo>
                        <a:pt x="28" y="89"/>
                        <a:pt x="34" y="87"/>
                        <a:pt x="38" y="83"/>
                      </a:cubicBezTo>
                      <a:cubicBezTo>
                        <a:pt x="66" y="55"/>
                        <a:pt x="66" y="55"/>
                        <a:pt x="66" y="55"/>
                      </a:cubicBezTo>
                      <a:cubicBezTo>
                        <a:pt x="81" y="70"/>
                        <a:pt x="81" y="70"/>
                        <a:pt x="81" y="70"/>
                      </a:cubicBezTo>
                      <a:cubicBezTo>
                        <a:pt x="82" y="71"/>
                        <a:pt x="84" y="72"/>
                        <a:pt x="85" y="72"/>
                      </a:cubicBezTo>
                      <a:cubicBezTo>
                        <a:pt x="85" y="72"/>
                        <a:pt x="85" y="72"/>
                        <a:pt x="85" y="72"/>
                      </a:cubicBezTo>
                      <a:cubicBezTo>
                        <a:pt x="89" y="72"/>
                        <a:pt x="91" y="70"/>
                        <a:pt x="91" y="66"/>
                      </a:cubicBezTo>
                      <a:cubicBezTo>
                        <a:pt x="91" y="66"/>
                        <a:pt x="91" y="66"/>
                        <a:pt x="91" y="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sp>
          <p:nvSpPr>
            <p:cNvPr id="110" name="TextBox 109">
              <a:extLst>
                <a:ext uri="{FF2B5EF4-FFF2-40B4-BE49-F238E27FC236}">
                  <a16:creationId xmlns:a16="http://schemas.microsoft.com/office/drawing/2014/main" id="{69EC3938-420B-2133-FF24-FCD5FEC614F5}"/>
                </a:ext>
              </a:extLst>
            </p:cNvPr>
            <p:cNvSpPr txBox="1"/>
            <p:nvPr/>
          </p:nvSpPr>
          <p:spPr>
            <a:xfrm>
              <a:off x="4425538" y="3257947"/>
              <a:ext cx="1170713" cy="430887"/>
            </a:xfrm>
            <a:prstGeom prst="rect">
              <a:avLst/>
            </a:prstGeom>
            <a:noFill/>
          </p:spPr>
          <p:txBody>
            <a:bodyPr wrap="square" rtlCol="0">
              <a:spAutoFit/>
            </a:bodyPr>
            <a:lstStyle/>
            <a:p>
              <a:pPr algn="ctr"/>
              <a:r>
                <a:rPr lang="en-GB" sz="1100">
                  <a:solidFill>
                    <a:schemeClr val="accent5"/>
                  </a:solidFill>
                </a:rPr>
                <a:t>Network Load Balancer</a:t>
              </a:r>
            </a:p>
          </p:txBody>
        </p:sp>
        <p:sp>
          <p:nvSpPr>
            <p:cNvPr id="111" name="TextBox 110">
              <a:extLst>
                <a:ext uri="{FF2B5EF4-FFF2-40B4-BE49-F238E27FC236}">
                  <a16:creationId xmlns:a16="http://schemas.microsoft.com/office/drawing/2014/main" id="{F6FC20F0-25AB-1409-3A24-67BA9A9EB984}"/>
                </a:ext>
              </a:extLst>
            </p:cNvPr>
            <p:cNvSpPr txBox="1"/>
            <p:nvPr/>
          </p:nvSpPr>
          <p:spPr>
            <a:xfrm>
              <a:off x="3914822" y="4911096"/>
              <a:ext cx="834204" cy="430887"/>
            </a:xfrm>
            <a:prstGeom prst="rect">
              <a:avLst/>
            </a:prstGeom>
            <a:noFill/>
          </p:spPr>
          <p:txBody>
            <a:bodyPr wrap="square" rtlCol="0">
              <a:spAutoFit/>
            </a:bodyPr>
            <a:lstStyle/>
            <a:p>
              <a:pPr algn="ctr"/>
              <a:r>
                <a:rPr lang="en-US" sz="1100">
                  <a:solidFill>
                    <a:schemeClr val="accent5"/>
                  </a:solidFill>
                </a:rPr>
                <a:t>A</a:t>
              </a:r>
              <a:r>
                <a:rPr lang="en-US" altLang="zh-CN" sz="1100">
                  <a:solidFill>
                    <a:schemeClr val="accent5"/>
                  </a:solidFill>
                </a:rPr>
                <a:t>pp</a:t>
              </a:r>
            </a:p>
            <a:p>
              <a:pPr algn="ctr"/>
              <a:r>
                <a:rPr lang="en-US" altLang="zh-CN" sz="1100">
                  <a:solidFill>
                    <a:schemeClr val="accent5"/>
                  </a:solidFill>
                </a:rPr>
                <a:t>Server2</a:t>
              </a:r>
              <a:endParaRPr lang="en-GB" sz="1100">
                <a:solidFill>
                  <a:schemeClr val="accent5"/>
                </a:solidFill>
              </a:endParaRPr>
            </a:p>
          </p:txBody>
        </p:sp>
        <p:sp>
          <p:nvSpPr>
            <p:cNvPr id="112" name="TextBox 111">
              <a:extLst>
                <a:ext uri="{FF2B5EF4-FFF2-40B4-BE49-F238E27FC236}">
                  <a16:creationId xmlns:a16="http://schemas.microsoft.com/office/drawing/2014/main" id="{87E40F0C-DBA0-6467-EBF8-3FBA85D7A336}"/>
                </a:ext>
              </a:extLst>
            </p:cNvPr>
            <p:cNvSpPr txBox="1"/>
            <p:nvPr/>
          </p:nvSpPr>
          <p:spPr>
            <a:xfrm>
              <a:off x="3891336" y="2356825"/>
              <a:ext cx="834204" cy="430887"/>
            </a:xfrm>
            <a:prstGeom prst="rect">
              <a:avLst/>
            </a:prstGeom>
            <a:noFill/>
          </p:spPr>
          <p:txBody>
            <a:bodyPr wrap="square" rtlCol="0">
              <a:spAutoFit/>
            </a:bodyPr>
            <a:lstStyle/>
            <a:p>
              <a:pPr algn="ctr"/>
              <a:r>
                <a:rPr lang="en-US" sz="1100">
                  <a:solidFill>
                    <a:schemeClr val="accent5"/>
                  </a:solidFill>
                </a:rPr>
                <a:t>A</a:t>
              </a:r>
              <a:r>
                <a:rPr lang="en-US" altLang="zh-CN" sz="1100">
                  <a:solidFill>
                    <a:schemeClr val="accent5"/>
                  </a:solidFill>
                </a:rPr>
                <a:t>pp</a:t>
              </a:r>
            </a:p>
            <a:p>
              <a:pPr algn="ctr"/>
              <a:r>
                <a:rPr lang="en-US" altLang="zh-CN" sz="1100">
                  <a:solidFill>
                    <a:schemeClr val="accent5"/>
                  </a:solidFill>
                </a:rPr>
                <a:t>Server1</a:t>
              </a:r>
              <a:endParaRPr lang="en-GB" sz="1100">
                <a:solidFill>
                  <a:schemeClr val="accent5"/>
                </a:solidFill>
              </a:endParaRPr>
            </a:p>
          </p:txBody>
        </p:sp>
        <p:pic>
          <p:nvPicPr>
            <p:cNvPr id="113" name="Picture 112" descr="A drawing of a face&#10;&#10;Description automatically generated">
              <a:extLst>
                <a:ext uri="{FF2B5EF4-FFF2-40B4-BE49-F238E27FC236}">
                  <a16:creationId xmlns:a16="http://schemas.microsoft.com/office/drawing/2014/main" id="{D58DA627-F0EC-47B2-68E8-84143F22D397}"/>
                </a:ext>
              </a:extLst>
            </p:cNvPr>
            <p:cNvPicPr>
              <a:picLocks noChangeAspect="1"/>
            </p:cNvPicPr>
            <p:nvPr/>
          </p:nvPicPr>
          <p:blipFill>
            <a:blip r:embed="rId2">
              <a:duotone>
                <a:schemeClr val="accent1">
                  <a:shade val="45000"/>
                  <a:satMod val="135000"/>
                </a:schemeClr>
                <a:prstClr val="white"/>
              </a:duotone>
            </a:blip>
            <a:stretch>
              <a:fillRect/>
            </a:stretch>
          </p:blipFill>
          <p:spPr>
            <a:xfrm>
              <a:off x="2174771" y="2415853"/>
              <a:ext cx="457200" cy="868681"/>
            </a:xfrm>
            <a:prstGeom prst="rect">
              <a:avLst/>
            </a:prstGeom>
          </p:spPr>
        </p:pic>
        <p:cxnSp>
          <p:nvCxnSpPr>
            <p:cNvPr id="114" name="Connector: Elbow 113">
              <a:extLst>
                <a:ext uri="{FF2B5EF4-FFF2-40B4-BE49-F238E27FC236}">
                  <a16:creationId xmlns:a16="http://schemas.microsoft.com/office/drawing/2014/main" id="{42F08ACC-7183-4078-F1FE-73099BB044D5}"/>
                </a:ext>
              </a:extLst>
            </p:cNvPr>
            <p:cNvCxnSpPr>
              <a:cxnSpLocks/>
              <a:endCxn id="108" idx="8"/>
            </p:cNvCxnSpPr>
            <p:nvPr/>
          </p:nvCxnSpPr>
          <p:spPr bwMode="auto">
            <a:xfrm rot="10800000">
              <a:off x="5008302" y="3945623"/>
              <a:ext cx="4267750" cy="8773"/>
            </a:xfrm>
            <a:prstGeom prst="bentConnector4">
              <a:avLst>
                <a:gd name="adj1" fmla="val 18622"/>
                <a:gd name="adj2" fmla="val -22580303"/>
              </a:avLst>
            </a:prstGeom>
            <a:solidFill>
              <a:schemeClr val="accent1"/>
            </a:solidFill>
            <a:ln w="9525" cap="flat" cmpd="sng" algn="ctr">
              <a:solidFill>
                <a:schemeClr val="tx1"/>
              </a:solidFill>
              <a:prstDash val="solid"/>
              <a:round/>
              <a:headEnd type="triangle"/>
              <a:tailEnd type="triangle"/>
            </a:ln>
            <a:effectLst/>
          </p:spPr>
        </p:cxnSp>
        <p:cxnSp>
          <p:nvCxnSpPr>
            <p:cNvPr id="115" name="Straight Arrow Connector 114">
              <a:extLst>
                <a:ext uri="{FF2B5EF4-FFF2-40B4-BE49-F238E27FC236}">
                  <a16:creationId xmlns:a16="http://schemas.microsoft.com/office/drawing/2014/main" id="{6BCDBAE4-3141-5E67-BB20-0616CEE3CEFE}"/>
                </a:ext>
              </a:extLst>
            </p:cNvPr>
            <p:cNvCxnSpPr>
              <a:cxnSpLocks/>
              <a:stCxn id="113" idx="3"/>
              <a:endCxn id="4" idx="1"/>
            </p:cNvCxnSpPr>
            <p:nvPr/>
          </p:nvCxnSpPr>
          <p:spPr bwMode="auto">
            <a:xfrm flipV="1">
              <a:off x="2631971" y="2836681"/>
              <a:ext cx="825651" cy="13513"/>
            </a:xfrm>
            <a:prstGeom prst="straightConnector1">
              <a:avLst/>
            </a:prstGeom>
            <a:solidFill>
              <a:schemeClr val="accent1"/>
            </a:solidFill>
            <a:ln w="12700" cap="flat" cmpd="sng" algn="ctr">
              <a:solidFill>
                <a:schemeClr val="accent1"/>
              </a:solidFill>
              <a:prstDash val="dash"/>
              <a:round/>
              <a:headEnd type="triangle"/>
              <a:tailEnd type="triangle"/>
            </a:ln>
            <a:effectLst/>
          </p:spPr>
        </p:cxnSp>
        <p:cxnSp>
          <p:nvCxnSpPr>
            <p:cNvPr id="116" name="Straight Arrow Connector 115">
              <a:extLst>
                <a:ext uri="{FF2B5EF4-FFF2-40B4-BE49-F238E27FC236}">
                  <a16:creationId xmlns:a16="http://schemas.microsoft.com/office/drawing/2014/main" id="{6C588062-CDE9-B171-4F5B-E0C3557AAF9B}"/>
                </a:ext>
              </a:extLst>
            </p:cNvPr>
            <p:cNvCxnSpPr>
              <a:cxnSpLocks/>
              <a:stCxn id="113" idx="3"/>
              <a:endCxn id="8" idx="1"/>
            </p:cNvCxnSpPr>
            <p:nvPr/>
          </p:nvCxnSpPr>
          <p:spPr bwMode="auto">
            <a:xfrm>
              <a:off x="2631971" y="2850194"/>
              <a:ext cx="825651" cy="2131120"/>
            </a:xfrm>
            <a:prstGeom prst="straightConnector1">
              <a:avLst/>
            </a:prstGeom>
            <a:solidFill>
              <a:schemeClr val="accent1"/>
            </a:solidFill>
            <a:ln w="12700" cap="flat" cmpd="sng" algn="ctr">
              <a:solidFill>
                <a:schemeClr val="accent1"/>
              </a:solidFill>
              <a:prstDash val="dash"/>
              <a:round/>
              <a:headEnd type="triangle"/>
              <a:tailEnd type="triangle"/>
            </a:ln>
            <a:effectLst/>
          </p:spPr>
        </p:cxnSp>
        <p:pic>
          <p:nvPicPr>
            <p:cNvPr id="117" name="Picture 2">
              <a:extLst>
                <a:ext uri="{FF2B5EF4-FFF2-40B4-BE49-F238E27FC236}">
                  <a16:creationId xmlns:a16="http://schemas.microsoft.com/office/drawing/2014/main" id="{47003429-51E0-DAB1-D07F-C912506FBF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67413" y="2771024"/>
              <a:ext cx="446374" cy="446374"/>
            </a:xfrm>
            <a:prstGeom prst="rect">
              <a:avLst/>
            </a:prstGeom>
            <a:noFill/>
            <a:extLst>
              <a:ext uri="{909E8E84-426E-40DD-AFC4-6F175D3DCCD1}">
                <a14:hiddenFill xmlns:a14="http://schemas.microsoft.com/office/drawing/2010/main">
                  <a:solidFill>
                    <a:srgbClr val="FFFFFF"/>
                  </a:solidFill>
                </a14:hiddenFill>
              </a:ext>
            </a:extLst>
          </p:spPr>
        </p:pic>
        <p:pic>
          <p:nvPicPr>
            <p:cNvPr id="118" name="Picture 4">
              <a:extLst>
                <a:ext uri="{FF2B5EF4-FFF2-40B4-BE49-F238E27FC236}">
                  <a16:creationId xmlns:a16="http://schemas.microsoft.com/office/drawing/2014/main" id="{662AEEDA-656F-21D1-FAA7-9654892792E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91172" y="3796928"/>
              <a:ext cx="38100" cy="76200"/>
            </a:xfrm>
            <a:prstGeom prst="rect">
              <a:avLst/>
            </a:prstGeom>
            <a:noFill/>
            <a:extLst>
              <a:ext uri="{909E8E84-426E-40DD-AFC4-6F175D3DCCD1}">
                <a14:hiddenFill xmlns:a14="http://schemas.microsoft.com/office/drawing/2010/main">
                  <a:solidFill>
                    <a:srgbClr val="FFFFFF"/>
                  </a:solidFill>
                </a14:hiddenFill>
              </a:ext>
            </a:extLst>
          </p:spPr>
        </p:pic>
        <p:pic>
          <p:nvPicPr>
            <p:cNvPr id="119" name="Picture 6">
              <a:extLst>
                <a:ext uri="{FF2B5EF4-FFF2-40B4-BE49-F238E27FC236}">
                  <a16:creationId xmlns:a16="http://schemas.microsoft.com/office/drawing/2014/main" id="{F812E71E-9AA3-B263-84B0-909D81471C8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663032" y="2771024"/>
              <a:ext cx="553835" cy="446374"/>
            </a:xfrm>
            <a:prstGeom prst="rect">
              <a:avLst/>
            </a:prstGeom>
            <a:noFill/>
            <a:extLst>
              <a:ext uri="{909E8E84-426E-40DD-AFC4-6F175D3DCCD1}">
                <a14:hiddenFill xmlns:a14="http://schemas.microsoft.com/office/drawing/2010/main">
                  <a:solidFill>
                    <a:srgbClr val="FFFFFF"/>
                  </a:solidFill>
                </a14:hiddenFill>
              </a:ext>
            </a:extLst>
          </p:spPr>
        </p:pic>
        <p:sp>
          <p:nvSpPr>
            <p:cNvPr id="120" name="TextBox 119">
              <a:extLst>
                <a:ext uri="{FF2B5EF4-FFF2-40B4-BE49-F238E27FC236}">
                  <a16:creationId xmlns:a16="http://schemas.microsoft.com/office/drawing/2014/main" id="{DF48F416-D152-4BF8-29B4-394105AE3062}"/>
                </a:ext>
              </a:extLst>
            </p:cNvPr>
            <p:cNvSpPr txBox="1"/>
            <p:nvPr/>
          </p:nvSpPr>
          <p:spPr>
            <a:xfrm>
              <a:off x="9164066" y="3257947"/>
              <a:ext cx="997932" cy="261610"/>
            </a:xfrm>
            <a:prstGeom prst="rect">
              <a:avLst/>
            </a:prstGeom>
            <a:noFill/>
          </p:spPr>
          <p:txBody>
            <a:bodyPr wrap="square" rtlCol="0">
              <a:spAutoFit/>
            </a:bodyPr>
            <a:lstStyle/>
            <a:p>
              <a:pPr algn="ctr"/>
              <a:r>
                <a:rPr lang="en-US" sz="1100">
                  <a:solidFill>
                    <a:schemeClr val="accent5"/>
                  </a:solidFill>
                </a:rPr>
                <a:t>Browse</a:t>
              </a:r>
              <a:endParaRPr lang="en-GB" sz="1100">
                <a:solidFill>
                  <a:schemeClr val="accent5"/>
                </a:solidFill>
              </a:endParaRPr>
            </a:p>
          </p:txBody>
        </p:sp>
        <p:cxnSp>
          <p:nvCxnSpPr>
            <p:cNvPr id="121" name="Connector: Elbow 120">
              <a:extLst>
                <a:ext uri="{FF2B5EF4-FFF2-40B4-BE49-F238E27FC236}">
                  <a16:creationId xmlns:a16="http://schemas.microsoft.com/office/drawing/2014/main" id="{DA8BA417-2E59-E395-E188-B44F89FFE15F}"/>
                </a:ext>
              </a:extLst>
            </p:cNvPr>
            <p:cNvCxnSpPr>
              <a:endCxn id="117" idx="1"/>
            </p:cNvCxnSpPr>
            <p:nvPr/>
          </p:nvCxnSpPr>
          <p:spPr bwMode="auto">
            <a:xfrm flipV="1">
              <a:off x="7790153" y="2994211"/>
              <a:ext cx="1377260" cy="911702"/>
            </a:xfrm>
            <a:prstGeom prst="bentConnector3">
              <a:avLst/>
            </a:prstGeom>
            <a:solidFill>
              <a:schemeClr val="accent1"/>
            </a:solidFill>
            <a:ln w="9525" cap="flat" cmpd="sng" algn="ctr">
              <a:solidFill>
                <a:schemeClr val="tx1"/>
              </a:solidFill>
              <a:prstDash val="solid"/>
              <a:round/>
              <a:headEnd type="triangle"/>
              <a:tailEnd type="triangle"/>
            </a:ln>
            <a:effectLst/>
          </p:spPr>
        </p:cxnSp>
        <p:grpSp>
          <p:nvGrpSpPr>
            <p:cNvPr id="127" name="Group 126">
              <a:extLst>
                <a:ext uri="{FF2B5EF4-FFF2-40B4-BE49-F238E27FC236}">
                  <a16:creationId xmlns:a16="http://schemas.microsoft.com/office/drawing/2014/main" id="{9CBC46F3-AC73-B4DC-8CF4-A7CBF6215E91}"/>
                </a:ext>
              </a:extLst>
            </p:cNvPr>
            <p:cNvGrpSpPr/>
            <p:nvPr/>
          </p:nvGrpSpPr>
          <p:grpSpPr>
            <a:xfrm>
              <a:off x="9375965" y="4911096"/>
              <a:ext cx="541268" cy="469927"/>
              <a:chOff x="8839200" y="3592451"/>
              <a:chExt cx="590231" cy="543112"/>
            </a:xfrm>
          </p:grpSpPr>
          <p:sp>
            <p:nvSpPr>
              <p:cNvPr id="128" name="Freeform 198">
                <a:extLst>
                  <a:ext uri="{FF2B5EF4-FFF2-40B4-BE49-F238E27FC236}">
                    <a16:creationId xmlns:a16="http://schemas.microsoft.com/office/drawing/2014/main" id="{17D5D65F-59EF-A65F-C329-5B974C872CE4}"/>
                  </a:ext>
                </a:extLst>
              </p:cNvPr>
              <p:cNvSpPr>
                <a:spLocks noEditPoints="1"/>
              </p:cNvSpPr>
              <p:nvPr/>
            </p:nvSpPr>
            <p:spPr bwMode="auto">
              <a:xfrm>
                <a:off x="8839200" y="3592451"/>
                <a:ext cx="590231" cy="543112"/>
              </a:xfrm>
              <a:custGeom>
                <a:avLst/>
                <a:gdLst>
                  <a:gd name="T0" fmla="*/ 136 w 214"/>
                  <a:gd name="T1" fmla="*/ 46 h 197"/>
                  <a:gd name="T2" fmla="*/ 115 w 214"/>
                  <a:gd name="T3" fmla="*/ 70 h 197"/>
                  <a:gd name="T4" fmla="*/ 115 w 214"/>
                  <a:gd name="T5" fmla="*/ 73 h 197"/>
                  <a:gd name="T6" fmla="*/ 141 w 214"/>
                  <a:gd name="T7" fmla="*/ 96 h 197"/>
                  <a:gd name="T8" fmla="*/ 143 w 214"/>
                  <a:gd name="T9" fmla="*/ 94 h 197"/>
                  <a:gd name="T10" fmla="*/ 138 w 214"/>
                  <a:gd name="T11" fmla="*/ 47 h 197"/>
                  <a:gd name="T12" fmla="*/ 131 w 214"/>
                  <a:gd name="T13" fmla="*/ 40 h 197"/>
                  <a:gd name="T14" fmla="*/ 72 w 214"/>
                  <a:gd name="T15" fmla="*/ 48 h 197"/>
                  <a:gd name="T16" fmla="*/ 102 w 214"/>
                  <a:gd name="T17" fmla="*/ 113 h 197"/>
                  <a:gd name="T18" fmla="*/ 104 w 214"/>
                  <a:gd name="T19" fmla="*/ 110 h 197"/>
                  <a:gd name="T20" fmla="*/ 104 w 214"/>
                  <a:gd name="T21" fmla="*/ 74 h 197"/>
                  <a:gd name="T22" fmla="*/ 130 w 214"/>
                  <a:gd name="T23" fmla="*/ 42 h 197"/>
                  <a:gd name="T24" fmla="*/ 114 w 214"/>
                  <a:gd name="T25" fmla="*/ 81 h 197"/>
                  <a:gd name="T26" fmla="*/ 111 w 214"/>
                  <a:gd name="T27" fmla="*/ 83 h 197"/>
                  <a:gd name="T28" fmla="*/ 113 w 214"/>
                  <a:gd name="T29" fmla="*/ 113 h 197"/>
                  <a:gd name="T30" fmla="*/ 135 w 214"/>
                  <a:gd name="T31" fmla="*/ 104 h 197"/>
                  <a:gd name="T32" fmla="*/ 135 w 214"/>
                  <a:gd name="T33" fmla="*/ 100 h 197"/>
                  <a:gd name="T34" fmla="*/ 164 w 214"/>
                  <a:gd name="T35" fmla="*/ 189 h 197"/>
                  <a:gd name="T36" fmla="*/ 139 w 214"/>
                  <a:gd name="T37" fmla="*/ 169 h 197"/>
                  <a:gd name="T38" fmla="*/ 74 w 214"/>
                  <a:gd name="T39" fmla="*/ 163 h 197"/>
                  <a:gd name="T40" fmla="*/ 50 w 214"/>
                  <a:gd name="T41" fmla="*/ 189 h 197"/>
                  <a:gd name="T42" fmla="*/ 50 w 214"/>
                  <a:gd name="T43" fmla="*/ 197 h 197"/>
                  <a:gd name="T44" fmla="*/ 168 w 214"/>
                  <a:gd name="T45" fmla="*/ 194 h 197"/>
                  <a:gd name="T46" fmla="*/ 194 w 214"/>
                  <a:gd name="T47" fmla="*/ 0 h 197"/>
                  <a:gd name="T48" fmla="*/ 0 w 214"/>
                  <a:gd name="T49" fmla="*/ 19 h 197"/>
                  <a:gd name="T50" fmla="*/ 20 w 214"/>
                  <a:gd name="T51" fmla="*/ 153 h 197"/>
                  <a:gd name="T52" fmla="*/ 214 w 214"/>
                  <a:gd name="T53" fmla="*/ 133 h 197"/>
                  <a:gd name="T54" fmla="*/ 194 w 214"/>
                  <a:gd name="T55" fmla="*/ 0 h 197"/>
                  <a:gd name="T56" fmla="*/ 192 w 214"/>
                  <a:gd name="T57" fmla="*/ 69 h 197"/>
                  <a:gd name="T58" fmla="*/ 188 w 214"/>
                  <a:gd name="T59" fmla="*/ 122 h 197"/>
                  <a:gd name="T60" fmla="*/ 21 w 214"/>
                  <a:gd name="T61" fmla="*/ 118 h 197"/>
                  <a:gd name="T62" fmla="*/ 21 w 214"/>
                  <a:gd name="T63" fmla="*/ 69 h 197"/>
                  <a:gd name="T64" fmla="*/ 25 w 214"/>
                  <a:gd name="T65" fmla="*/ 22 h 197"/>
                  <a:gd name="T66" fmla="*/ 193 w 214"/>
                  <a:gd name="T67" fmla="*/ 26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4" h="197">
                    <a:moveTo>
                      <a:pt x="136" y="46"/>
                    </a:moveTo>
                    <a:cubicBezTo>
                      <a:pt x="136" y="46"/>
                      <a:pt x="136" y="46"/>
                      <a:pt x="136" y="46"/>
                    </a:cubicBezTo>
                    <a:cubicBezTo>
                      <a:pt x="136" y="46"/>
                      <a:pt x="135" y="46"/>
                      <a:pt x="135" y="47"/>
                    </a:cubicBezTo>
                    <a:cubicBezTo>
                      <a:pt x="115" y="70"/>
                      <a:pt x="115" y="70"/>
                      <a:pt x="115" y="70"/>
                    </a:cubicBezTo>
                    <a:cubicBezTo>
                      <a:pt x="114" y="71"/>
                      <a:pt x="114" y="72"/>
                      <a:pt x="115" y="73"/>
                    </a:cubicBezTo>
                    <a:cubicBezTo>
                      <a:pt x="115" y="73"/>
                      <a:pt x="115" y="73"/>
                      <a:pt x="115" y="73"/>
                    </a:cubicBezTo>
                    <a:cubicBezTo>
                      <a:pt x="139" y="95"/>
                      <a:pt x="139" y="95"/>
                      <a:pt x="139" y="95"/>
                    </a:cubicBezTo>
                    <a:cubicBezTo>
                      <a:pt x="140" y="95"/>
                      <a:pt x="140" y="96"/>
                      <a:pt x="141" y="96"/>
                    </a:cubicBezTo>
                    <a:cubicBezTo>
                      <a:pt x="141" y="96"/>
                      <a:pt x="141" y="96"/>
                      <a:pt x="141" y="96"/>
                    </a:cubicBezTo>
                    <a:cubicBezTo>
                      <a:pt x="142" y="95"/>
                      <a:pt x="143" y="95"/>
                      <a:pt x="143" y="94"/>
                    </a:cubicBezTo>
                    <a:cubicBezTo>
                      <a:pt x="147" y="88"/>
                      <a:pt x="149" y="81"/>
                      <a:pt x="149" y="74"/>
                    </a:cubicBezTo>
                    <a:cubicBezTo>
                      <a:pt x="149" y="64"/>
                      <a:pt x="145" y="54"/>
                      <a:pt x="138" y="47"/>
                    </a:cubicBezTo>
                    <a:cubicBezTo>
                      <a:pt x="138" y="46"/>
                      <a:pt x="137" y="46"/>
                      <a:pt x="136" y="46"/>
                    </a:cubicBezTo>
                    <a:close/>
                    <a:moveTo>
                      <a:pt x="131" y="40"/>
                    </a:moveTo>
                    <a:cubicBezTo>
                      <a:pt x="131" y="40"/>
                      <a:pt x="130" y="39"/>
                      <a:pt x="130" y="39"/>
                    </a:cubicBezTo>
                    <a:cubicBezTo>
                      <a:pt x="111" y="25"/>
                      <a:pt x="86" y="29"/>
                      <a:pt x="72" y="48"/>
                    </a:cubicBezTo>
                    <a:cubicBezTo>
                      <a:pt x="67" y="55"/>
                      <a:pt x="65" y="63"/>
                      <a:pt x="65" y="72"/>
                    </a:cubicBezTo>
                    <a:cubicBezTo>
                      <a:pt x="64" y="93"/>
                      <a:pt x="80" y="111"/>
                      <a:pt x="102" y="113"/>
                    </a:cubicBezTo>
                    <a:cubicBezTo>
                      <a:pt x="102" y="113"/>
                      <a:pt x="102" y="113"/>
                      <a:pt x="102" y="113"/>
                    </a:cubicBezTo>
                    <a:cubicBezTo>
                      <a:pt x="103" y="113"/>
                      <a:pt x="104" y="111"/>
                      <a:pt x="104" y="110"/>
                    </a:cubicBezTo>
                    <a:cubicBezTo>
                      <a:pt x="104" y="110"/>
                      <a:pt x="104" y="110"/>
                      <a:pt x="104" y="110"/>
                    </a:cubicBezTo>
                    <a:cubicBezTo>
                      <a:pt x="104" y="74"/>
                      <a:pt x="104" y="74"/>
                      <a:pt x="104" y="74"/>
                    </a:cubicBezTo>
                    <a:cubicBezTo>
                      <a:pt x="104" y="72"/>
                      <a:pt x="105" y="71"/>
                      <a:pt x="106" y="70"/>
                    </a:cubicBezTo>
                    <a:cubicBezTo>
                      <a:pt x="106" y="69"/>
                      <a:pt x="130" y="42"/>
                      <a:pt x="130" y="42"/>
                    </a:cubicBezTo>
                    <a:cubicBezTo>
                      <a:pt x="130" y="42"/>
                      <a:pt x="131" y="41"/>
                      <a:pt x="131" y="40"/>
                    </a:cubicBezTo>
                    <a:close/>
                    <a:moveTo>
                      <a:pt x="114" y="81"/>
                    </a:moveTo>
                    <a:cubicBezTo>
                      <a:pt x="114" y="80"/>
                      <a:pt x="113" y="80"/>
                      <a:pt x="112" y="80"/>
                    </a:cubicBezTo>
                    <a:cubicBezTo>
                      <a:pt x="111" y="81"/>
                      <a:pt x="111" y="82"/>
                      <a:pt x="111" y="83"/>
                    </a:cubicBezTo>
                    <a:cubicBezTo>
                      <a:pt x="111" y="110"/>
                      <a:pt x="111" y="110"/>
                      <a:pt x="111" y="110"/>
                    </a:cubicBezTo>
                    <a:cubicBezTo>
                      <a:pt x="111" y="111"/>
                      <a:pt x="112" y="113"/>
                      <a:pt x="113" y="113"/>
                    </a:cubicBezTo>
                    <a:cubicBezTo>
                      <a:pt x="114" y="113"/>
                      <a:pt x="114" y="113"/>
                      <a:pt x="114" y="113"/>
                    </a:cubicBezTo>
                    <a:cubicBezTo>
                      <a:pt x="121" y="112"/>
                      <a:pt x="129" y="109"/>
                      <a:pt x="135" y="104"/>
                    </a:cubicBezTo>
                    <a:cubicBezTo>
                      <a:pt x="136" y="103"/>
                      <a:pt x="136" y="101"/>
                      <a:pt x="135" y="100"/>
                    </a:cubicBezTo>
                    <a:cubicBezTo>
                      <a:pt x="135" y="100"/>
                      <a:pt x="135" y="100"/>
                      <a:pt x="135" y="100"/>
                    </a:cubicBezTo>
                    <a:lnTo>
                      <a:pt x="114" y="81"/>
                    </a:lnTo>
                    <a:close/>
                    <a:moveTo>
                      <a:pt x="164" y="189"/>
                    </a:moveTo>
                    <a:cubicBezTo>
                      <a:pt x="163" y="189"/>
                      <a:pt x="163" y="189"/>
                      <a:pt x="163" y="189"/>
                    </a:cubicBezTo>
                    <a:cubicBezTo>
                      <a:pt x="152" y="187"/>
                      <a:pt x="140" y="182"/>
                      <a:pt x="139" y="169"/>
                    </a:cubicBezTo>
                    <a:cubicBezTo>
                      <a:pt x="139" y="166"/>
                      <a:pt x="139" y="164"/>
                      <a:pt x="139" y="163"/>
                    </a:cubicBezTo>
                    <a:cubicBezTo>
                      <a:pt x="74" y="163"/>
                      <a:pt x="74" y="163"/>
                      <a:pt x="74" y="163"/>
                    </a:cubicBezTo>
                    <a:cubicBezTo>
                      <a:pt x="74" y="169"/>
                      <a:pt x="74" y="169"/>
                      <a:pt x="74" y="169"/>
                    </a:cubicBezTo>
                    <a:cubicBezTo>
                      <a:pt x="74" y="183"/>
                      <a:pt x="59" y="188"/>
                      <a:pt x="50" y="189"/>
                    </a:cubicBezTo>
                    <a:cubicBezTo>
                      <a:pt x="47" y="190"/>
                      <a:pt x="45" y="192"/>
                      <a:pt x="45" y="194"/>
                    </a:cubicBezTo>
                    <a:cubicBezTo>
                      <a:pt x="46" y="195"/>
                      <a:pt x="47" y="197"/>
                      <a:pt x="50" y="197"/>
                    </a:cubicBezTo>
                    <a:cubicBezTo>
                      <a:pt x="163" y="197"/>
                      <a:pt x="163" y="197"/>
                      <a:pt x="163" y="197"/>
                    </a:cubicBezTo>
                    <a:cubicBezTo>
                      <a:pt x="166" y="197"/>
                      <a:pt x="168" y="195"/>
                      <a:pt x="168" y="194"/>
                    </a:cubicBezTo>
                    <a:cubicBezTo>
                      <a:pt x="168" y="192"/>
                      <a:pt x="167" y="190"/>
                      <a:pt x="164" y="189"/>
                    </a:cubicBezTo>
                    <a:close/>
                    <a:moveTo>
                      <a:pt x="194" y="0"/>
                    </a:moveTo>
                    <a:cubicBezTo>
                      <a:pt x="20" y="0"/>
                      <a:pt x="20" y="0"/>
                      <a:pt x="20" y="0"/>
                    </a:cubicBezTo>
                    <a:cubicBezTo>
                      <a:pt x="9" y="0"/>
                      <a:pt x="0" y="8"/>
                      <a:pt x="0" y="19"/>
                    </a:cubicBezTo>
                    <a:cubicBezTo>
                      <a:pt x="0" y="133"/>
                      <a:pt x="0" y="133"/>
                      <a:pt x="0" y="133"/>
                    </a:cubicBezTo>
                    <a:cubicBezTo>
                      <a:pt x="0" y="144"/>
                      <a:pt x="9" y="153"/>
                      <a:pt x="20" y="153"/>
                    </a:cubicBezTo>
                    <a:cubicBezTo>
                      <a:pt x="194" y="153"/>
                      <a:pt x="194" y="153"/>
                      <a:pt x="194" y="153"/>
                    </a:cubicBezTo>
                    <a:cubicBezTo>
                      <a:pt x="205" y="153"/>
                      <a:pt x="214" y="144"/>
                      <a:pt x="214" y="133"/>
                    </a:cubicBezTo>
                    <a:cubicBezTo>
                      <a:pt x="214" y="19"/>
                      <a:pt x="214" y="19"/>
                      <a:pt x="214" y="19"/>
                    </a:cubicBezTo>
                    <a:cubicBezTo>
                      <a:pt x="214" y="8"/>
                      <a:pt x="205" y="0"/>
                      <a:pt x="194" y="0"/>
                    </a:cubicBezTo>
                    <a:close/>
                    <a:moveTo>
                      <a:pt x="193" y="69"/>
                    </a:moveTo>
                    <a:cubicBezTo>
                      <a:pt x="192" y="69"/>
                      <a:pt x="192" y="69"/>
                      <a:pt x="192" y="69"/>
                    </a:cubicBezTo>
                    <a:cubicBezTo>
                      <a:pt x="192" y="118"/>
                      <a:pt x="192" y="118"/>
                      <a:pt x="192" y="118"/>
                    </a:cubicBezTo>
                    <a:cubicBezTo>
                      <a:pt x="192" y="120"/>
                      <a:pt x="191" y="122"/>
                      <a:pt x="188" y="122"/>
                    </a:cubicBezTo>
                    <a:cubicBezTo>
                      <a:pt x="25" y="122"/>
                      <a:pt x="25" y="122"/>
                      <a:pt x="25" y="122"/>
                    </a:cubicBezTo>
                    <a:cubicBezTo>
                      <a:pt x="23" y="122"/>
                      <a:pt x="21" y="120"/>
                      <a:pt x="21" y="118"/>
                    </a:cubicBezTo>
                    <a:cubicBezTo>
                      <a:pt x="21" y="69"/>
                      <a:pt x="21" y="69"/>
                      <a:pt x="21" y="69"/>
                    </a:cubicBezTo>
                    <a:cubicBezTo>
                      <a:pt x="21" y="69"/>
                      <a:pt x="21" y="69"/>
                      <a:pt x="21" y="69"/>
                    </a:cubicBezTo>
                    <a:cubicBezTo>
                      <a:pt x="21" y="26"/>
                      <a:pt x="21" y="26"/>
                      <a:pt x="21" y="26"/>
                    </a:cubicBezTo>
                    <a:cubicBezTo>
                      <a:pt x="21" y="23"/>
                      <a:pt x="23" y="22"/>
                      <a:pt x="25" y="22"/>
                    </a:cubicBezTo>
                    <a:cubicBezTo>
                      <a:pt x="189" y="22"/>
                      <a:pt x="189" y="22"/>
                      <a:pt x="189" y="22"/>
                    </a:cubicBezTo>
                    <a:cubicBezTo>
                      <a:pt x="191" y="22"/>
                      <a:pt x="193" y="23"/>
                      <a:pt x="193" y="26"/>
                    </a:cubicBezTo>
                    <a:lnTo>
                      <a:pt x="193" y="69"/>
                    </a:lnTo>
                    <a:close/>
                  </a:path>
                </a:pathLst>
              </a:custGeom>
              <a:solidFill>
                <a:schemeClr val="accent5">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9" name="Rectangle: Rounded Corners 128">
                <a:extLst>
                  <a:ext uri="{FF2B5EF4-FFF2-40B4-BE49-F238E27FC236}">
                    <a16:creationId xmlns:a16="http://schemas.microsoft.com/office/drawing/2014/main" id="{19E57CAC-7599-FB68-7F6E-E4CAFB88D70C}"/>
                  </a:ext>
                </a:extLst>
              </p:cNvPr>
              <p:cNvSpPr/>
              <p:nvPr/>
            </p:nvSpPr>
            <p:spPr bwMode="auto">
              <a:xfrm>
                <a:off x="8915400" y="3657600"/>
                <a:ext cx="400369" cy="274320"/>
              </a:xfrm>
              <a:prstGeom prst="round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lang="en-GB" sz="1800">
                  <a:latin typeface="Arial" pitchFamily="124" charset="0"/>
                </a:endParaRPr>
              </a:p>
            </p:txBody>
          </p:sp>
        </p:grpSp>
        <p:sp>
          <p:nvSpPr>
            <p:cNvPr id="130" name="TextBox 129">
              <a:extLst>
                <a:ext uri="{FF2B5EF4-FFF2-40B4-BE49-F238E27FC236}">
                  <a16:creationId xmlns:a16="http://schemas.microsoft.com/office/drawing/2014/main" id="{A3CF50BC-E8FD-1E89-1EE0-1021B989F74B}"/>
                </a:ext>
              </a:extLst>
            </p:cNvPr>
            <p:cNvSpPr txBox="1"/>
            <p:nvPr/>
          </p:nvSpPr>
          <p:spPr>
            <a:xfrm>
              <a:off x="9130781" y="5455923"/>
              <a:ext cx="1078738" cy="261610"/>
            </a:xfrm>
            <a:prstGeom prst="rect">
              <a:avLst/>
            </a:prstGeom>
            <a:noFill/>
          </p:spPr>
          <p:txBody>
            <a:bodyPr wrap="square" rtlCol="0">
              <a:spAutoFit/>
            </a:bodyPr>
            <a:lstStyle/>
            <a:p>
              <a:pPr algn="ctr"/>
              <a:r>
                <a:rPr lang="en-US" sz="1100">
                  <a:solidFill>
                    <a:schemeClr val="accent5"/>
                  </a:solidFill>
                </a:rPr>
                <a:t>Laptop Server</a:t>
              </a:r>
              <a:endParaRPr lang="en-GB" sz="1100">
                <a:solidFill>
                  <a:schemeClr val="accent5"/>
                </a:solidFill>
              </a:endParaRPr>
            </a:p>
          </p:txBody>
        </p:sp>
        <p:cxnSp>
          <p:nvCxnSpPr>
            <p:cNvPr id="132" name="Connector: Elbow 131">
              <a:extLst>
                <a:ext uri="{FF2B5EF4-FFF2-40B4-BE49-F238E27FC236}">
                  <a16:creationId xmlns:a16="http://schemas.microsoft.com/office/drawing/2014/main" id="{5546A7DD-2378-9F9F-39BE-C1EC23268EAB}"/>
                </a:ext>
              </a:extLst>
            </p:cNvPr>
            <p:cNvCxnSpPr>
              <a:cxnSpLocks/>
            </p:cNvCxnSpPr>
            <p:nvPr/>
          </p:nvCxnSpPr>
          <p:spPr>
            <a:xfrm rot="16200000" flipH="1">
              <a:off x="6610783" y="2447922"/>
              <a:ext cx="1110299" cy="4315260"/>
            </a:xfrm>
            <a:prstGeom prst="bentConnector4">
              <a:avLst>
                <a:gd name="adj1" fmla="val 169975"/>
                <a:gd name="adj2" fmla="val 8048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48" name="Picture 147">
              <a:extLst>
                <a:ext uri="{FF2B5EF4-FFF2-40B4-BE49-F238E27FC236}">
                  <a16:creationId xmlns:a16="http://schemas.microsoft.com/office/drawing/2014/main" id="{FCF3FEEF-C555-2E1C-56F8-2FCC91685C71}"/>
                </a:ext>
              </a:extLst>
            </p:cNvPr>
            <p:cNvPicPr>
              <a:picLocks noChangeAspect="1"/>
            </p:cNvPicPr>
            <p:nvPr/>
          </p:nvPicPr>
          <p:blipFill>
            <a:blip r:embed="rId6"/>
            <a:stretch>
              <a:fillRect/>
            </a:stretch>
          </p:blipFill>
          <p:spPr>
            <a:xfrm>
              <a:off x="11043153" y="4706439"/>
              <a:ext cx="361950" cy="342900"/>
            </a:xfrm>
            <a:prstGeom prst="rect">
              <a:avLst/>
            </a:prstGeom>
          </p:spPr>
        </p:pic>
        <p:pic>
          <p:nvPicPr>
            <p:cNvPr id="150" name="Picture 149">
              <a:extLst>
                <a:ext uri="{FF2B5EF4-FFF2-40B4-BE49-F238E27FC236}">
                  <a16:creationId xmlns:a16="http://schemas.microsoft.com/office/drawing/2014/main" id="{46009530-C0C2-7F15-1806-604FB2B251A7}"/>
                </a:ext>
              </a:extLst>
            </p:cNvPr>
            <p:cNvPicPr>
              <a:picLocks noChangeAspect="1"/>
            </p:cNvPicPr>
            <p:nvPr/>
          </p:nvPicPr>
          <p:blipFill>
            <a:blip r:embed="rId7"/>
            <a:stretch>
              <a:fillRect/>
            </a:stretch>
          </p:blipFill>
          <p:spPr>
            <a:xfrm>
              <a:off x="11043153" y="5466274"/>
              <a:ext cx="428625" cy="333375"/>
            </a:xfrm>
            <a:prstGeom prst="rect">
              <a:avLst/>
            </a:prstGeom>
          </p:spPr>
        </p:pic>
        <p:sp>
          <p:nvSpPr>
            <p:cNvPr id="151" name="TextBox 150">
              <a:extLst>
                <a:ext uri="{FF2B5EF4-FFF2-40B4-BE49-F238E27FC236}">
                  <a16:creationId xmlns:a16="http://schemas.microsoft.com/office/drawing/2014/main" id="{41A65A34-9976-921A-12FB-64240F08DA70}"/>
                </a:ext>
              </a:extLst>
            </p:cNvPr>
            <p:cNvSpPr txBox="1"/>
            <p:nvPr/>
          </p:nvSpPr>
          <p:spPr>
            <a:xfrm>
              <a:off x="11035650" y="5082800"/>
              <a:ext cx="383995" cy="184167"/>
            </a:xfrm>
            <a:prstGeom prst="rect">
              <a:avLst/>
            </a:prstGeom>
            <a:noFill/>
          </p:spPr>
          <p:txBody>
            <a:bodyPr wrap="none" lIns="0" tIns="0" rIns="0" bIns="0" rtlCol="0">
              <a:normAutofit/>
            </a:bodyPr>
            <a:lstStyle/>
            <a:p>
              <a:pPr algn="l" defTabSz="914400">
                <a:lnSpc>
                  <a:spcPct val="120000"/>
                </a:lnSpc>
                <a:spcBef>
                  <a:spcPts val="200"/>
                </a:spcBef>
                <a:buClr>
                  <a:schemeClr val="tx2"/>
                </a:buClr>
                <a:buSzPct val="100000"/>
              </a:pPr>
              <a:r>
                <a:rPr lang="en-US" sz="800"/>
                <a:t>Printers</a:t>
              </a:r>
            </a:p>
          </p:txBody>
        </p:sp>
        <p:sp>
          <p:nvSpPr>
            <p:cNvPr id="152" name="TextBox 151">
              <a:extLst>
                <a:ext uri="{FF2B5EF4-FFF2-40B4-BE49-F238E27FC236}">
                  <a16:creationId xmlns:a16="http://schemas.microsoft.com/office/drawing/2014/main" id="{7CED323E-4F0F-4F17-2729-8C6A2CF8F014}"/>
                </a:ext>
              </a:extLst>
            </p:cNvPr>
            <p:cNvSpPr txBox="1"/>
            <p:nvPr/>
          </p:nvSpPr>
          <p:spPr>
            <a:xfrm>
              <a:off x="10814246" y="5833678"/>
              <a:ext cx="886438" cy="333375"/>
            </a:xfrm>
            <a:prstGeom prst="rect">
              <a:avLst/>
            </a:prstGeom>
            <a:noFill/>
          </p:spPr>
          <p:txBody>
            <a:bodyPr wrap="none" lIns="0" tIns="0" rIns="0" bIns="0" rtlCol="0">
              <a:normAutofit/>
            </a:bodyPr>
            <a:lstStyle/>
            <a:p>
              <a:pPr algn="ctr" defTabSz="914400">
                <a:lnSpc>
                  <a:spcPct val="120000"/>
                </a:lnSpc>
                <a:spcBef>
                  <a:spcPts val="200"/>
                </a:spcBef>
                <a:buClr>
                  <a:schemeClr val="tx2"/>
                </a:buClr>
                <a:buSzPct val="100000"/>
              </a:pPr>
              <a:r>
                <a:rPr lang="en-US" sz="800"/>
                <a:t>Shared </a:t>
              </a:r>
            </a:p>
            <a:p>
              <a:pPr algn="ctr" defTabSz="914400">
                <a:lnSpc>
                  <a:spcPct val="120000"/>
                </a:lnSpc>
                <a:spcBef>
                  <a:spcPts val="200"/>
                </a:spcBef>
                <a:buClr>
                  <a:schemeClr val="tx2"/>
                </a:buClr>
                <a:buSzPct val="100000"/>
              </a:pPr>
              <a:r>
                <a:rPr lang="en-US" sz="800"/>
                <a:t>Instrument Files</a:t>
              </a:r>
            </a:p>
          </p:txBody>
        </p:sp>
        <p:cxnSp>
          <p:nvCxnSpPr>
            <p:cNvPr id="154" name="Connector: Elbow 153">
              <a:extLst>
                <a:ext uri="{FF2B5EF4-FFF2-40B4-BE49-F238E27FC236}">
                  <a16:creationId xmlns:a16="http://schemas.microsoft.com/office/drawing/2014/main" id="{0D8AD790-3DD4-C8CB-9DFD-12CF29C366B1}"/>
                </a:ext>
              </a:extLst>
            </p:cNvPr>
            <p:cNvCxnSpPr>
              <a:stCxn id="128" idx="26"/>
              <a:endCxn id="148" idx="1"/>
            </p:cNvCxnSpPr>
            <p:nvPr/>
          </p:nvCxnSpPr>
          <p:spPr>
            <a:xfrm flipV="1">
              <a:off x="9917233" y="4877889"/>
              <a:ext cx="1125920" cy="35046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6" name="Connector: Elbow 155">
              <a:extLst>
                <a:ext uri="{FF2B5EF4-FFF2-40B4-BE49-F238E27FC236}">
                  <a16:creationId xmlns:a16="http://schemas.microsoft.com/office/drawing/2014/main" id="{B227BF31-46F5-3659-A53C-5930C498A9A0}"/>
                </a:ext>
              </a:extLst>
            </p:cNvPr>
            <p:cNvCxnSpPr>
              <a:stCxn id="128" idx="26"/>
              <a:endCxn id="150" idx="1"/>
            </p:cNvCxnSpPr>
            <p:nvPr/>
          </p:nvCxnSpPr>
          <p:spPr>
            <a:xfrm>
              <a:off x="9917233" y="5228356"/>
              <a:ext cx="1125920" cy="404606"/>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39231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A696E-9A53-4E07-9E86-507C9726B634}"/>
              </a:ext>
            </a:extLst>
          </p:cNvPr>
          <p:cNvSpPr>
            <a:spLocks noGrp="1"/>
          </p:cNvSpPr>
          <p:nvPr>
            <p:ph type="title"/>
          </p:nvPr>
        </p:nvSpPr>
        <p:spPr/>
        <p:txBody>
          <a:bodyPr/>
          <a:lstStyle/>
          <a:p>
            <a:r>
              <a:rPr lang="en-US"/>
              <a:t>Infrastructure Overview</a:t>
            </a:r>
          </a:p>
        </p:txBody>
      </p:sp>
      <p:sp>
        <p:nvSpPr>
          <p:cNvPr id="3" name="Text Placeholder 2">
            <a:extLst>
              <a:ext uri="{FF2B5EF4-FFF2-40B4-BE49-F238E27FC236}">
                <a16:creationId xmlns:a16="http://schemas.microsoft.com/office/drawing/2014/main" id="{748FE2F8-7512-41DE-B9DB-2AF050AB7359}"/>
              </a:ext>
            </a:extLst>
          </p:cNvPr>
          <p:cNvSpPr>
            <a:spLocks noGrp="1"/>
          </p:cNvSpPr>
          <p:nvPr>
            <p:ph type="body" sz="quarter" idx="11"/>
          </p:nvPr>
        </p:nvSpPr>
        <p:spPr/>
        <p:txBody>
          <a:bodyPr/>
          <a:lstStyle/>
          <a:p>
            <a:r>
              <a:rPr lang="en-US"/>
              <a:t>Application Layer</a:t>
            </a:r>
          </a:p>
        </p:txBody>
      </p:sp>
      <p:sp>
        <p:nvSpPr>
          <p:cNvPr id="5" name="Slide Number Placeholder 4">
            <a:extLst>
              <a:ext uri="{FF2B5EF4-FFF2-40B4-BE49-F238E27FC236}">
                <a16:creationId xmlns:a16="http://schemas.microsoft.com/office/drawing/2014/main" id="{B63FA034-2F11-4E2D-9B44-5C05F2C5CA3B}"/>
              </a:ext>
            </a:extLst>
          </p:cNvPr>
          <p:cNvSpPr>
            <a:spLocks noGrp="1"/>
          </p:cNvSpPr>
          <p:nvPr>
            <p:ph type="sldNum" sz="quarter" idx="10"/>
          </p:nvPr>
        </p:nvSpPr>
        <p:spPr/>
        <p:txBody>
          <a:bodyPr/>
          <a:lstStyle/>
          <a:p>
            <a:fld id="{89006F1E-66CD-4A4B-9370-B4A3080F0E6C}" type="slidenum">
              <a:rPr lang="en-US" smtClean="0"/>
              <a:pPr/>
              <a:t>2</a:t>
            </a:fld>
            <a:endParaRPr lang="en-US"/>
          </a:p>
        </p:txBody>
      </p:sp>
      <p:sp>
        <p:nvSpPr>
          <p:cNvPr id="6" name="Footer Placeholder 5">
            <a:extLst>
              <a:ext uri="{FF2B5EF4-FFF2-40B4-BE49-F238E27FC236}">
                <a16:creationId xmlns:a16="http://schemas.microsoft.com/office/drawing/2014/main" id="{5DB152BA-BB41-407D-865E-9FC4EF442D0C}"/>
              </a:ext>
            </a:extLst>
          </p:cNvPr>
          <p:cNvSpPr>
            <a:spLocks noGrp="1"/>
          </p:cNvSpPr>
          <p:nvPr>
            <p:ph type="ftr" sz="quarter" idx="13"/>
          </p:nvPr>
        </p:nvSpPr>
        <p:spPr/>
        <p:txBody>
          <a:bodyPr/>
          <a:lstStyle/>
          <a:p>
            <a:r>
              <a:rPr lang="en-US">
                <a:ea typeface="MS PGothic" panose="020B0600070205080204" pitchFamily="34" charset="-128"/>
              </a:rPr>
              <a:t>Proprietary &amp; Confidential |  authoremail@thermofisher.com | 12-January-2022</a:t>
            </a:r>
          </a:p>
        </p:txBody>
      </p:sp>
      <p:sp>
        <p:nvSpPr>
          <p:cNvPr id="85" name="TextBox 84">
            <a:extLst>
              <a:ext uri="{FF2B5EF4-FFF2-40B4-BE49-F238E27FC236}">
                <a16:creationId xmlns:a16="http://schemas.microsoft.com/office/drawing/2014/main" id="{D3F3C2A7-9518-4D73-B214-FD0666A53445}"/>
              </a:ext>
            </a:extLst>
          </p:cNvPr>
          <p:cNvSpPr txBox="1"/>
          <p:nvPr/>
        </p:nvSpPr>
        <p:spPr>
          <a:xfrm>
            <a:off x="304801" y="1680460"/>
            <a:ext cx="4640511" cy="4491173"/>
          </a:xfrm>
          <a:prstGeom prst="rect">
            <a:avLst/>
          </a:prstGeom>
          <a:noFill/>
        </p:spPr>
        <p:txBody>
          <a:bodyPr wrap="square" lIns="0" tIns="0" rIns="0" bIns="0" rtlCol="0">
            <a:noAutofit/>
          </a:bodyPr>
          <a:lstStyle/>
          <a:p>
            <a:pPr marL="171450" indent="-171450" defTabSz="914400">
              <a:lnSpc>
                <a:spcPct val="120000"/>
              </a:lnSpc>
              <a:spcBef>
                <a:spcPts val="200"/>
              </a:spcBef>
              <a:spcAft>
                <a:spcPts val="1200"/>
              </a:spcAft>
              <a:buClr>
                <a:schemeClr val="tx2"/>
              </a:buClr>
              <a:buSzPct val="100000"/>
              <a:buFont typeface="Arial" panose="020B0604020202020204" pitchFamily="34" charset="0"/>
              <a:buChar char="•"/>
            </a:pPr>
            <a:r>
              <a:rPr lang="en-US" sz="1200"/>
              <a:t>The </a:t>
            </a:r>
            <a:r>
              <a:rPr lang="en-US" altLang="zh-CN" sz="1200"/>
              <a:t>primary</a:t>
            </a:r>
            <a:r>
              <a:rPr lang="en-US" sz="1200"/>
              <a:t> server contains </a:t>
            </a:r>
            <a:r>
              <a:rPr lang="en-US" altLang="zh-CN" sz="1200"/>
              <a:t>all</a:t>
            </a:r>
            <a:r>
              <a:rPr lang="en-US" sz="1200"/>
              <a:t> instance files, and the </a:t>
            </a:r>
            <a:r>
              <a:rPr lang="en-US" altLang="zh-CN" sz="1200"/>
              <a:t>work</a:t>
            </a:r>
            <a:r>
              <a:rPr lang="en-US" sz="1200"/>
              <a:t> server</a:t>
            </a:r>
            <a:r>
              <a:rPr lang="en-US" altLang="zh-CN" sz="1200"/>
              <a:t>s</a:t>
            </a:r>
            <a:r>
              <a:rPr lang="en-US" sz="1200"/>
              <a:t> only contain the Exe and Logfile folders necessary for the program. Other files are shared with the primary server.</a:t>
            </a:r>
          </a:p>
          <a:p>
            <a:pPr marL="171450" indent="-171450" defTabSz="914400">
              <a:lnSpc>
                <a:spcPct val="120000"/>
              </a:lnSpc>
              <a:spcBef>
                <a:spcPts val="200"/>
              </a:spcBef>
              <a:spcAft>
                <a:spcPts val="1200"/>
              </a:spcAft>
              <a:buClr>
                <a:schemeClr val="tx2"/>
              </a:buClr>
              <a:buSzPct val="100000"/>
              <a:buFont typeface="Arial" panose="020B0604020202020204" pitchFamily="34" charset="0"/>
              <a:buChar char="•"/>
            </a:pPr>
            <a:r>
              <a:rPr lang="en-US" sz="1200"/>
              <a:t>Additional pods are deployed within the Azure, including</a:t>
            </a:r>
          </a:p>
          <a:p>
            <a:pPr marL="628650" lvl="1" indent="-171450" defTabSz="914400">
              <a:lnSpc>
                <a:spcPct val="120000"/>
              </a:lnSpc>
              <a:spcBef>
                <a:spcPts val="200"/>
              </a:spcBef>
              <a:spcAft>
                <a:spcPts val="1200"/>
              </a:spcAft>
              <a:buClr>
                <a:schemeClr val="tx2"/>
              </a:buClr>
              <a:buSzPct val="100000"/>
              <a:buFont typeface="Arial" panose="020B0604020202020204" pitchFamily="34" charset="0"/>
              <a:buChar char="•"/>
            </a:pPr>
            <a:r>
              <a:rPr lang="en-US" sz="1200"/>
              <a:t>SM Sync – Real-time synchronizes Exe folder files across all SampleManager nodes</a:t>
            </a:r>
          </a:p>
          <a:p>
            <a:pPr marL="628650" lvl="1" indent="-171450" defTabSz="914400">
              <a:lnSpc>
                <a:spcPct val="120000"/>
              </a:lnSpc>
              <a:spcBef>
                <a:spcPts val="200"/>
              </a:spcBef>
              <a:spcAft>
                <a:spcPts val="1200"/>
              </a:spcAft>
              <a:buClr>
                <a:schemeClr val="tx2"/>
              </a:buClr>
              <a:buSzPct val="100000"/>
              <a:buFont typeface="Arial" panose="020B0604020202020204" pitchFamily="34" charset="0"/>
              <a:buChar char="•"/>
            </a:pPr>
            <a:r>
              <a:rPr lang="en-US" sz="1200"/>
              <a:t>Shared Folder - Creating a shared folder for instance resource files</a:t>
            </a:r>
          </a:p>
          <a:p>
            <a:pPr marL="171450" indent="-171450" defTabSz="914400">
              <a:lnSpc>
                <a:spcPct val="120000"/>
              </a:lnSpc>
              <a:spcBef>
                <a:spcPts val="200"/>
              </a:spcBef>
              <a:spcAft>
                <a:spcPts val="1200"/>
              </a:spcAft>
              <a:buClr>
                <a:schemeClr val="tx2"/>
              </a:buClr>
              <a:buSzPct val="100000"/>
              <a:buFont typeface="Arial" panose="020B0604020202020204" pitchFamily="34" charset="0"/>
              <a:buChar char="•"/>
            </a:pPr>
            <a:r>
              <a:rPr lang="en-US" sz="1200"/>
              <a:t>Underlying compute resources scale horizontally to accommodate the customer-requested number of concurrent users. </a:t>
            </a:r>
          </a:p>
          <a:p>
            <a:pPr marL="171450" indent="-171450" defTabSz="914400">
              <a:lnSpc>
                <a:spcPct val="120000"/>
              </a:lnSpc>
              <a:spcBef>
                <a:spcPts val="200"/>
              </a:spcBef>
              <a:spcAft>
                <a:spcPts val="1200"/>
              </a:spcAft>
              <a:buClr>
                <a:schemeClr val="tx2"/>
              </a:buClr>
              <a:buSzPct val="100000"/>
              <a:buFont typeface="Arial" panose="020B0604020202020204" pitchFamily="34" charset="0"/>
              <a:buChar char="•"/>
            </a:pPr>
            <a:r>
              <a:rPr lang="en-US" sz="1200"/>
              <a:t>All users log in to the system through load balancer.</a:t>
            </a:r>
          </a:p>
          <a:p>
            <a:pPr marL="171450" indent="-171450" algn="l" defTabSz="914400">
              <a:lnSpc>
                <a:spcPct val="120000"/>
              </a:lnSpc>
              <a:spcBef>
                <a:spcPts val="200"/>
              </a:spcBef>
              <a:buClr>
                <a:schemeClr val="tx2"/>
              </a:buClr>
              <a:buSzPct val="100000"/>
              <a:buFont typeface="Arial" panose="020B0604020202020204" pitchFamily="34" charset="0"/>
              <a:buChar char="•"/>
            </a:pPr>
            <a:endParaRPr lang="en-US" sz="1200"/>
          </a:p>
        </p:txBody>
      </p:sp>
      <p:sp>
        <p:nvSpPr>
          <p:cNvPr id="79" name="Rectangle 78">
            <a:extLst>
              <a:ext uri="{FF2B5EF4-FFF2-40B4-BE49-F238E27FC236}">
                <a16:creationId xmlns:a16="http://schemas.microsoft.com/office/drawing/2014/main" id="{23D1AE5D-2DCC-40EC-BABD-16E2891EC8E2}"/>
              </a:ext>
            </a:extLst>
          </p:cNvPr>
          <p:cNvSpPr/>
          <p:nvPr/>
        </p:nvSpPr>
        <p:spPr bwMode="auto">
          <a:xfrm>
            <a:off x="5947704" y="2015883"/>
            <a:ext cx="5126659" cy="3151599"/>
          </a:xfrm>
          <a:prstGeom prst="rect">
            <a:avLst/>
          </a:prstGeom>
          <a:solidFill>
            <a:schemeClr val="accent2">
              <a:lumMod val="40000"/>
              <a:lumOff val="60000"/>
            </a:schemeClr>
          </a:solidFill>
          <a:ln w="9525" cap="flat" cmpd="sng" algn="ctr">
            <a:solidFill>
              <a:schemeClr val="accent2">
                <a:lumMod val="50000"/>
              </a:schemeClr>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14400" eaLnBrk="0" fontAlgn="base" hangingPunct="0">
              <a:spcBef>
                <a:spcPct val="0"/>
              </a:spcBef>
              <a:spcAft>
                <a:spcPct val="0"/>
              </a:spcAft>
            </a:pPr>
            <a:endParaRPr lang="en-US" sz="1800">
              <a:latin typeface="Arial" pitchFamily="124" charset="0"/>
            </a:endParaRPr>
          </a:p>
        </p:txBody>
      </p:sp>
      <p:sp>
        <p:nvSpPr>
          <p:cNvPr id="81" name="TextBox 80">
            <a:extLst>
              <a:ext uri="{FF2B5EF4-FFF2-40B4-BE49-F238E27FC236}">
                <a16:creationId xmlns:a16="http://schemas.microsoft.com/office/drawing/2014/main" id="{19216611-9472-42F7-AFD2-BE0F0DEAE41F}"/>
              </a:ext>
            </a:extLst>
          </p:cNvPr>
          <p:cNvSpPr txBox="1"/>
          <p:nvPr/>
        </p:nvSpPr>
        <p:spPr>
          <a:xfrm>
            <a:off x="6008228" y="2062562"/>
            <a:ext cx="2982703" cy="219749"/>
          </a:xfrm>
          <a:prstGeom prst="rect">
            <a:avLst/>
          </a:prstGeom>
          <a:noFill/>
        </p:spPr>
        <p:txBody>
          <a:bodyPr wrap="square" lIns="0" tIns="0" rIns="0" bIns="0" rtlCol="0">
            <a:noAutofit/>
          </a:bodyPr>
          <a:lstStyle/>
          <a:p>
            <a:pPr algn="l" defTabSz="914400">
              <a:lnSpc>
                <a:spcPct val="120000"/>
              </a:lnSpc>
              <a:spcBef>
                <a:spcPts val="200"/>
              </a:spcBef>
              <a:buClr>
                <a:schemeClr val="tx2"/>
              </a:buClr>
              <a:buSzPct val="100000"/>
            </a:pPr>
            <a:r>
              <a:rPr lang="en-US" sz="1100" b="1"/>
              <a:t>Application Subnet – Private</a:t>
            </a:r>
          </a:p>
        </p:txBody>
      </p:sp>
      <p:grpSp>
        <p:nvGrpSpPr>
          <p:cNvPr id="71" name="Group 70">
            <a:extLst>
              <a:ext uri="{FF2B5EF4-FFF2-40B4-BE49-F238E27FC236}">
                <a16:creationId xmlns:a16="http://schemas.microsoft.com/office/drawing/2014/main" id="{19B258B3-2B93-3E33-548F-D846A041A1EF}"/>
              </a:ext>
            </a:extLst>
          </p:cNvPr>
          <p:cNvGrpSpPr/>
          <p:nvPr/>
        </p:nvGrpSpPr>
        <p:grpSpPr>
          <a:xfrm>
            <a:off x="6053827" y="3341313"/>
            <a:ext cx="2308911" cy="1655637"/>
            <a:chOff x="5051394" y="2995206"/>
            <a:chExt cx="1763551" cy="1331060"/>
          </a:xfrm>
        </p:grpSpPr>
        <p:grpSp>
          <p:nvGrpSpPr>
            <p:cNvPr id="67" name="Group 66">
              <a:extLst>
                <a:ext uri="{FF2B5EF4-FFF2-40B4-BE49-F238E27FC236}">
                  <a16:creationId xmlns:a16="http://schemas.microsoft.com/office/drawing/2014/main" id="{74091CCD-0DCC-46B8-CB23-DCB216195F30}"/>
                </a:ext>
              </a:extLst>
            </p:cNvPr>
            <p:cNvGrpSpPr/>
            <p:nvPr/>
          </p:nvGrpSpPr>
          <p:grpSpPr>
            <a:xfrm>
              <a:off x="5051394" y="2995206"/>
              <a:ext cx="1763551" cy="1331060"/>
              <a:chOff x="5051394" y="2995206"/>
              <a:chExt cx="1763551" cy="1331060"/>
            </a:xfrm>
          </p:grpSpPr>
          <p:sp>
            <p:nvSpPr>
              <p:cNvPr id="7" name="Rectangle 6">
                <a:extLst>
                  <a:ext uri="{FF2B5EF4-FFF2-40B4-BE49-F238E27FC236}">
                    <a16:creationId xmlns:a16="http://schemas.microsoft.com/office/drawing/2014/main" id="{43C83307-6957-406D-9BE0-6F4DDDBAAC72}"/>
                  </a:ext>
                </a:extLst>
              </p:cNvPr>
              <p:cNvSpPr/>
              <p:nvPr/>
            </p:nvSpPr>
            <p:spPr bwMode="auto">
              <a:xfrm>
                <a:off x="5059594" y="3005071"/>
                <a:ext cx="1755351" cy="1321195"/>
              </a:xfrm>
              <a:prstGeom prst="rect">
                <a:avLst/>
              </a:prstGeom>
              <a:solidFill>
                <a:schemeClr val="accent4">
                  <a:lumMod val="20000"/>
                  <a:lumOff val="80000"/>
                </a:schemeClr>
              </a:solidFill>
              <a:ln w="9525" cap="flat" cmpd="sng" algn="ctr">
                <a:solidFill>
                  <a:schemeClr val="accent4">
                    <a:lumMod val="50000"/>
                  </a:schemeClr>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400" eaLnBrk="0" fontAlgn="base" hangingPunct="0">
                  <a:spcBef>
                    <a:spcPct val="0"/>
                  </a:spcBef>
                  <a:spcAft>
                    <a:spcPct val="0"/>
                  </a:spcAft>
                </a:pPr>
                <a:endParaRPr lang="en-US" sz="1050">
                  <a:latin typeface="Arial" pitchFamily="124" charset="0"/>
                </a:endParaRPr>
              </a:p>
            </p:txBody>
          </p:sp>
          <p:pic>
            <p:nvPicPr>
              <p:cNvPr id="66" name="Picture 65">
                <a:extLst>
                  <a:ext uri="{FF2B5EF4-FFF2-40B4-BE49-F238E27FC236}">
                    <a16:creationId xmlns:a16="http://schemas.microsoft.com/office/drawing/2014/main" id="{9258A577-2A46-FA19-4050-38A3C070EDF4}"/>
                  </a:ext>
                </a:extLst>
              </p:cNvPr>
              <p:cNvPicPr>
                <a:picLocks noChangeAspect="1"/>
              </p:cNvPicPr>
              <p:nvPr/>
            </p:nvPicPr>
            <p:blipFill>
              <a:blip r:embed="rId2"/>
              <a:stretch>
                <a:fillRect/>
              </a:stretch>
            </p:blipFill>
            <p:spPr>
              <a:xfrm>
                <a:off x="5051394" y="2995206"/>
                <a:ext cx="233853" cy="233853"/>
              </a:xfrm>
              <a:prstGeom prst="rect">
                <a:avLst/>
              </a:prstGeom>
            </p:spPr>
          </p:pic>
        </p:grpSp>
        <p:sp>
          <p:nvSpPr>
            <p:cNvPr id="68" name="TextBox 67">
              <a:extLst>
                <a:ext uri="{FF2B5EF4-FFF2-40B4-BE49-F238E27FC236}">
                  <a16:creationId xmlns:a16="http://schemas.microsoft.com/office/drawing/2014/main" id="{A3173F05-4EE9-FE2D-1C6A-AB583870F074}"/>
                </a:ext>
              </a:extLst>
            </p:cNvPr>
            <p:cNvSpPr txBox="1"/>
            <p:nvPr/>
          </p:nvSpPr>
          <p:spPr>
            <a:xfrm>
              <a:off x="5399038" y="3005891"/>
              <a:ext cx="1393921" cy="223168"/>
            </a:xfrm>
            <a:prstGeom prst="rect">
              <a:avLst/>
            </a:prstGeom>
            <a:noFill/>
          </p:spPr>
          <p:txBody>
            <a:bodyPr wrap="none" lIns="0" tIns="0" rIns="0" bIns="0" rtlCol="0">
              <a:normAutofit/>
            </a:bodyPr>
            <a:lstStyle/>
            <a:p>
              <a:pPr algn="l" defTabSz="914400">
                <a:lnSpc>
                  <a:spcPct val="120000"/>
                </a:lnSpc>
                <a:spcBef>
                  <a:spcPts val="200"/>
                </a:spcBef>
                <a:buClr>
                  <a:schemeClr val="tx2"/>
                </a:buClr>
                <a:buSzPct val="100000"/>
              </a:pPr>
              <a:r>
                <a:rPr lang="en-US" sz="1100"/>
                <a:t>P</a:t>
              </a:r>
              <a:r>
                <a:rPr lang="en-US" altLang="zh-CN" sz="1100"/>
                <a:t>rimary App Server</a:t>
              </a:r>
              <a:endParaRPr lang="en-US" sz="1100"/>
            </a:p>
          </p:txBody>
        </p:sp>
      </p:grpSp>
      <p:grpSp>
        <p:nvGrpSpPr>
          <p:cNvPr id="83" name="Group 82">
            <a:extLst>
              <a:ext uri="{FF2B5EF4-FFF2-40B4-BE49-F238E27FC236}">
                <a16:creationId xmlns:a16="http://schemas.microsoft.com/office/drawing/2014/main" id="{3FCD2229-CA68-0F77-87E7-DE9CD450C0E5}"/>
              </a:ext>
            </a:extLst>
          </p:cNvPr>
          <p:cNvGrpSpPr/>
          <p:nvPr/>
        </p:nvGrpSpPr>
        <p:grpSpPr>
          <a:xfrm>
            <a:off x="8612367" y="3346246"/>
            <a:ext cx="2308911" cy="1650704"/>
            <a:chOff x="5051394" y="2995206"/>
            <a:chExt cx="1763551" cy="1331060"/>
          </a:xfrm>
        </p:grpSpPr>
        <p:grpSp>
          <p:nvGrpSpPr>
            <p:cNvPr id="84" name="Group 83">
              <a:extLst>
                <a:ext uri="{FF2B5EF4-FFF2-40B4-BE49-F238E27FC236}">
                  <a16:creationId xmlns:a16="http://schemas.microsoft.com/office/drawing/2014/main" id="{AC06E66E-0401-B6F2-6A86-D8C1CDCD264C}"/>
                </a:ext>
              </a:extLst>
            </p:cNvPr>
            <p:cNvGrpSpPr/>
            <p:nvPr/>
          </p:nvGrpSpPr>
          <p:grpSpPr>
            <a:xfrm>
              <a:off x="5051394" y="2995206"/>
              <a:ext cx="1763551" cy="1331060"/>
              <a:chOff x="5051394" y="2995206"/>
              <a:chExt cx="1763551" cy="1331060"/>
            </a:xfrm>
          </p:grpSpPr>
          <p:sp>
            <p:nvSpPr>
              <p:cNvPr id="87" name="Rectangle 86">
                <a:extLst>
                  <a:ext uri="{FF2B5EF4-FFF2-40B4-BE49-F238E27FC236}">
                    <a16:creationId xmlns:a16="http://schemas.microsoft.com/office/drawing/2014/main" id="{81A58F28-7F4A-483A-787D-A88588FB38D6}"/>
                  </a:ext>
                </a:extLst>
              </p:cNvPr>
              <p:cNvSpPr/>
              <p:nvPr/>
            </p:nvSpPr>
            <p:spPr bwMode="auto">
              <a:xfrm>
                <a:off x="5059594" y="3005071"/>
                <a:ext cx="1755351" cy="1321195"/>
              </a:xfrm>
              <a:prstGeom prst="rect">
                <a:avLst/>
              </a:prstGeom>
              <a:solidFill>
                <a:schemeClr val="accent4">
                  <a:lumMod val="20000"/>
                  <a:lumOff val="80000"/>
                </a:schemeClr>
              </a:solidFill>
              <a:ln w="9525" cap="flat" cmpd="sng" algn="ctr">
                <a:solidFill>
                  <a:schemeClr val="accent4">
                    <a:lumMod val="50000"/>
                  </a:schemeClr>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400" eaLnBrk="0" fontAlgn="base" hangingPunct="0">
                  <a:spcBef>
                    <a:spcPct val="0"/>
                  </a:spcBef>
                  <a:spcAft>
                    <a:spcPct val="0"/>
                  </a:spcAft>
                </a:pPr>
                <a:endParaRPr lang="en-US" sz="1050">
                  <a:latin typeface="Arial" pitchFamily="124" charset="0"/>
                </a:endParaRPr>
              </a:p>
            </p:txBody>
          </p:sp>
          <p:pic>
            <p:nvPicPr>
              <p:cNvPr id="88" name="Picture 87">
                <a:extLst>
                  <a:ext uri="{FF2B5EF4-FFF2-40B4-BE49-F238E27FC236}">
                    <a16:creationId xmlns:a16="http://schemas.microsoft.com/office/drawing/2014/main" id="{26A4E13D-BC50-96CE-977B-28E2941035A4}"/>
                  </a:ext>
                </a:extLst>
              </p:cNvPr>
              <p:cNvPicPr>
                <a:picLocks noChangeAspect="1"/>
              </p:cNvPicPr>
              <p:nvPr/>
            </p:nvPicPr>
            <p:blipFill>
              <a:blip r:embed="rId2"/>
              <a:stretch>
                <a:fillRect/>
              </a:stretch>
            </p:blipFill>
            <p:spPr>
              <a:xfrm>
                <a:off x="5051394" y="2995206"/>
                <a:ext cx="233853" cy="233853"/>
              </a:xfrm>
              <a:prstGeom prst="rect">
                <a:avLst/>
              </a:prstGeom>
            </p:spPr>
          </p:pic>
        </p:grpSp>
        <p:sp>
          <p:nvSpPr>
            <p:cNvPr id="86" name="TextBox 85">
              <a:extLst>
                <a:ext uri="{FF2B5EF4-FFF2-40B4-BE49-F238E27FC236}">
                  <a16:creationId xmlns:a16="http://schemas.microsoft.com/office/drawing/2014/main" id="{C903FC83-DDFE-4652-3835-08B93622DC62}"/>
                </a:ext>
              </a:extLst>
            </p:cNvPr>
            <p:cNvSpPr txBox="1"/>
            <p:nvPr/>
          </p:nvSpPr>
          <p:spPr>
            <a:xfrm>
              <a:off x="5399038" y="3005891"/>
              <a:ext cx="1393921" cy="223168"/>
            </a:xfrm>
            <a:prstGeom prst="rect">
              <a:avLst/>
            </a:prstGeom>
            <a:noFill/>
          </p:spPr>
          <p:txBody>
            <a:bodyPr wrap="none" lIns="0" tIns="0" rIns="0" bIns="0" rtlCol="0">
              <a:normAutofit/>
            </a:bodyPr>
            <a:lstStyle/>
            <a:p>
              <a:pPr algn="l" defTabSz="914400">
                <a:lnSpc>
                  <a:spcPct val="120000"/>
                </a:lnSpc>
                <a:spcBef>
                  <a:spcPts val="200"/>
                </a:spcBef>
                <a:buClr>
                  <a:schemeClr val="tx2"/>
                </a:buClr>
                <a:buSzPct val="100000"/>
              </a:pPr>
              <a:r>
                <a:rPr lang="en-US" sz="1100"/>
                <a:t>W</a:t>
              </a:r>
              <a:r>
                <a:rPr lang="en-US" altLang="zh-CN" sz="1100"/>
                <a:t>ork App Servers</a:t>
              </a:r>
              <a:endParaRPr lang="en-US" sz="1100"/>
            </a:p>
          </p:txBody>
        </p:sp>
      </p:grpSp>
      <p:pic>
        <p:nvPicPr>
          <p:cNvPr id="94" name="Picture 93">
            <a:extLst>
              <a:ext uri="{FF2B5EF4-FFF2-40B4-BE49-F238E27FC236}">
                <a16:creationId xmlns:a16="http://schemas.microsoft.com/office/drawing/2014/main" id="{3A2975B1-1EFC-C760-2331-2AD215B9EBE6}"/>
              </a:ext>
            </a:extLst>
          </p:cNvPr>
          <p:cNvPicPr>
            <a:picLocks noChangeAspect="1"/>
          </p:cNvPicPr>
          <p:nvPr/>
        </p:nvPicPr>
        <p:blipFill>
          <a:blip r:embed="rId3"/>
          <a:stretch>
            <a:fillRect/>
          </a:stretch>
        </p:blipFill>
        <p:spPr>
          <a:xfrm>
            <a:off x="6359997" y="3699796"/>
            <a:ext cx="1771650" cy="666750"/>
          </a:xfrm>
          <a:prstGeom prst="rect">
            <a:avLst/>
          </a:prstGeom>
        </p:spPr>
      </p:pic>
      <p:pic>
        <p:nvPicPr>
          <p:cNvPr id="96" name="Picture 95">
            <a:extLst>
              <a:ext uri="{FF2B5EF4-FFF2-40B4-BE49-F238E27FC236}">
                <a16:creationId xmlns:a16="http://schemas.microsoft.com/office/drawing/2014/main" id="{25FDEB6F-F8BA-4B87-5165-A9E688A0984C}"/>
              </a:ext>
            </a:extLst>
          </p:cNvPr>
          <p:cNvPicPr>
            <a:picLocks noChangeAspect="1"/>
          </p:cNvPicPr>
          <p:nvPr/>
        </p:nvPicPr>
        <p:blipFill>
          <a:blip r:embed="rId4"/>
          <a:stretch>
            <a:fillRect/>
          </a:stretch>
        </p:blipFill>
        <p:spPr>
          <a:xfrm>
            <a:off x="8088751" y="2447619"/>
            <a:ext cx="800100" cy="666750"/>
          </a:xfrm>
          <a:prstGeom prst="rect">
            <a:avLst/>
          </a:prstGeom>
        </p:spPr>
      </p:pic>
      <p:cxnSp>
        <p:nvCxnSpPr>
          <p:cNvPr id="100" name="Connector: Elbow 99">
            <a:extLst>
              <a:ext uri="{FF2B5EF4-FFF2-40B4-BE49-F238E27FC236}">
                <a16:creationId xmlns:a16="http://schemas.microsoft.com/office/drawing/2014/main" id="{DF337316-A862-1153-AAE7-DEF76DCA3033}"/>
              </a:ext>
            </a:extLst>
          </p:cNvPr>
          <p:cNvCxnSpPr>
            <a:cxnSpLocks/>
            <a:stCxn id="96" idx="1"/>
            <a:endCxn id="68" idx="0"/>
          </p:cNvCxnSpPr>
          <p:nvPr/>
        </p:nvCxnSpPr>
        <p:spPr>
          <a:xfrm rot="10800000" flipV="1">
            <a:off x="7421465" y="2780994"/>
            <a:ext cx="667286" cy="57361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 name="Connector: Elbow 103">
            <a:extLst>
              <a:ext uri="{FF2B5EF4-FFF2-40B4-BE49-F238E27FC236}">
                <a16:creationId xmlns:a16="http://schemas.microsoft.com/office/drawing/2014/main" id="{8920B511-B927-01B4-F201-5DCCE5F98F86}"/>
              </a:ext>
            </a:extLst>
          </p:cNvPr>
          <p:cNvCxnSpPr>
            <a:cxnSpLocks/>
            <a:endCxn id="87" idx="0"/>
          </p:cNvCxnSpPr>
          <p:nvPr/>
        </p:nvCxnSpPr>
        <p:spPr>
          <a:xfrm>
            <a:off x="8888851" y="2801007"/>
            <a:ext cx="883340" cy="55747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pic>
        <p:nvPicPr>
          <p:cNvPr id="108" name="Picture 107">
            <a:extLst>
              <a:ext uri="{FF2B5EF4-FFF2-40B4-BE49-F238E27FC236}">
                <a16:creationId xmlns:a16="http://schemas.microsoft.com/office/drawing/2014/main" id="{DC244C0B-3468-6DE2-2386-C2047F2F6B2B}"/>
              </a:ext>
            </a:extLst>
          </p:cNvPr>
          <p:cNvPicPr>
            <a:picLocks noChangeAspect="1"/>
          </p:cNvPicPr>
          <p:nvPr/>
        </p:nvPicPr>
        <p:blipFill>
          <a:blip r:embed="rId5"/>
          <a:stretch>
            <a:fillRect/>
          </a:stretch>
        </p:blipFill>
        <p:spPr>
          <a:xfrm>
            <a:off x="6787876" y="4241540"/>
            <a:ext cx="838200" cy="762000"/>
          </a:xfrm>
          <a:prstGeom prst="rect">
            <a:avLst/>
          </a:prstGeom>
        </p:spPr>
      </p:pic>
      <p:pic>
        <p:nvPicPr>
          <p:cNvPr id="109" name="Picture 108">
            <a:extLst>
              <a:ext uri="{FF2B5EF4-FFF2-40B4-BE49-F238E27FC236}">
                <a16:creationId xmlns:a16="http://schemas.microsoft.com/office/drawing/2014/main" id="{986E8724-125A-6FBB-D1D6-9E195DD28160}"/>
              </a:ext>
            </a:extLst>
          </p:cNvPr>
          <p:cNvPicPr>
            <a:picLocks noChangeAspect="1"/>
          </p:cNvPicPr>
          <p:nvPr/>
        </p:nvPicPr>
        <p:blipFill>
          <a:blip r:embed="rId3"/>
          <a:stretch>
            <a:fillRect/>
          </a:stretch>
        </p:blipFill>
        <p:spPr>
          <a:xfrm>
            <a:off x="8949501" y="3699796"/>
            <a:ext cx="1771650" cy="666750"/>
          </a:xfrm>
          <a:prstGeom prst="rect">
            <a:avLst/>
          </a:prstGeom>
        </p:spPr>
      </p:pic>
    </p:spTree>
    <p:extLst>
      <p:ext uri="{BB962C8B-B14F-4D97-AF65-F5344CB8AC3E}">
        <p14:creationId xmlns:p14="http://schemas.microsoft.com/office/powerpoint/2010/main" val="307145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007B9-92DB-B85A-9840-8E2B18550966}"/>
              </a:ext>
            </a:extLst>
          </p:cNvPr>
          <p:cNvSpPr>
            <a:spLocks noGrp="1"/>
          </p:cNvSpPr>
          <p:nvPr>
            <p:ph type="title"/>
          </p:nvPr>
        </p:nvSpPr>
        <p:spPr>
          <a:xfrm>
            <a:off x="304801" y="304799"/>
            <a:ext cx="9753600" cy="381001"/>
          </a:xfrm>
        </p:spPr>
        <p:txBody>
          <a:bodyPr wrap="square" anchor="t">
            <a:normAutofit/>
          </a:bodyPr>
          <a:lstStyle/>
          <a:p>
            <a:r>
              <a:rPr lang="en-US" sz="2600"/>
              <a:t>D</a:t>
            </a:r>
            <a:r>
              <a:rPr lang="en-US" altLang="zh-CN" sz="2600"/>
              <a:t>EV Environment</a:t>
            </a:r>
            <a:endParaRPr lang="en-US" sz="2600"/>
          </a:p>
        </p:txBody>
      </p:sp>
      <p:sp>
        <p:nvSpPr>
          <p:cNvPr id="5" name="Slide Number Placeholder 4">
            <a:extLst>
              <a:ext uri="{FF2B5EF4-FFF2-40B4-BE49-F238E27FC236}">
                <a16:creationId xmlns:a16="http://schemas.microsoft.com/office/drawing/2014/main" id="{5CAFCC01-2E97-C5B4-79CE-2AC1D514BA95}"/>
              </a:ext>
            </a:extLst>
          </p:cNvPr>
          <p:cNvSpPr>
            <a:spLocks noGrp="1"/>
          </p:cNvSpPr>
          <p:nvPr>
            <p:ph type="sldNum" sz="quarter" idx="10"/>
          </p:nvPr>
        </p:nvSpPr>
        <p:spPr>
          <a:xfrm>
            <a:off x="1" y="6553200"/>
            <a:ext cx="304799" cy="304799"/>
          </a:xfrm>
        </p:spPr>
        <p:txBody>
          <a:bodyPr anchor="ctr">
            <a:normAutofit/>
          </a:bodyPr>
          <a:lstStyle/>
          <a:p>
            <a:pPr>
              <a:spcAft>
                <a:spcPts val="600"/>
              </a:spcAft>
            </a:pPr>
            <a:fld id="{89006F1E-66CD-4A4B-9370-B4A3080F0E6C}" type="slidenum">
              <a:rPr lang="en-US" smtClean="0"/>
              <a:pPr>
                <a:spcAft>
                  <a:spcPts val="600"/>
                </a:spcAft>
              </a:pPr>
              <a:t>3</a:t>
            </a:fld>
            <a:endParaRPr lang="en-US"/>
          </a:p>
        </p:txBody>
      </p:sp>
      <p:sp>
        <p:nvSpPr>
          <p:cNvPr id="6" name="Footer Placeholder 5">
            <a:extLst>
              <a:ext uri="{FF2B5EF4-FFF2-40B4-BE49-F238E27FC236}">
                <a16:creationId xmlns:a16="http://schemas.microsoft.com/office/drawing/2014/main" id="{80213400-E3B6-BE17-3D1E-DEE130AD7DFF}"/>
              </a:ext>
            </a:extLst>
          </p:cNvPr>
          <p:cNvSpPr>
            <a:spLocks noGrp="1"/>
          </p:cNvSpPr>
          <p:nvPr>
            <p:ph type="ftr" sz="quarter" idx="13"/>
          </p:nvPr>
        </p:nvSpPr>
        <p:spPr>
          <a:xfrm>
            <a:off x="304799" y="6553201"/>
            <a:ext cx="7620001" cy="304800"/>
          </a:xfrm>
        </p:spPr>
        <p:txBody>
          <a:bodyPr anchor="ctr">
            <a:normAutofit/>
          </a:bodyPr>
          <a:lstStyle/>
          <a:p>
            <a:pPr>
              <a:spcAft>
                <a:spcPts val="600"/>
              </a:spcAft>
            </a:pPr>
            <a:r>
              <a:rPr lang="en-US"/>
              <a:t>Proprietary &amp; Confidential |  authoremail@thermofisher.com | 12-January-2022</a:t>
            </a:r>
          </a:p>
        </p:txBody>
      </p:sp>
      <p:sp>
        <p:nvSpPr>
          <p:cNvPr id="71" name="Text Placeholder 4">
            <a:extLst>
              <a:ext uri="{FF2B5EF4-FFF2-40B4-BE49-F238E27FC236}">
                <a16:creationId xmlns:a16="http://schemas.microsoft.com/office/drawing/2014/main" id="{75473789-1077-B540-3600-829F047C987B}"/>
              </a:ext>
            </a:extLst>
          </p:cNvPr>
          <p:cNvSpPr>
            <a:spLocks noGrp="1"/>
          </p:cNvSpPr>
          <p:nvPr>
            <p:ph type="body" sz="quarter" idx="14"/>
          </p:nvPr>
        </p:nvSpPr>
        <p:spPr>
          <a:xfrm>
            <a:off x="304797" y="6055756"/>
            <a:ext cx="11582400" cy="489204"/>
          </a:xfrm>
        </p:spPr>
        <p:txBody>
          <a:bodyPr/>
          <a:lstStyle/>
          <a:p>
            <a:endParaRPr lang="en-US"/>
          </a:p>
        </p:txBody>
      </p:sp>
      <p:sp>
        <p:nvSpPr>
          <p:cNvPr id="73" name="Content Placeholder 5">
            <a:extLst>
              <a:ext uri="{FF2B5EF4-FFF2-40B4-BE49-F238E27FC236}">
                <a16:creationId xmlns:a16="http://schemas.microsoft.com/office/drawing/2014/main" id="{034D1314-8698-3F02-D01D-C64D5F65356A}"/>
              </a:ext>
            </a:extLst>
          </p:cNvPr>
          <p:cNvSpPr>
            <a:spLocks noGrp="1"/>
          </p:cNvSpPr>
          <p:nvPr>
            <p:ph sz="quarter" idx="16"/>
          </p:nvPr>
        </p:nvSpPr>
        <p:spPr>
          <a:xfrm>
            <a:off x="304800" y="1447800"/>
            <a:ext cx="5638796" cy="4607954"/>
          </a:xfrm>
        </p:spPr>
        <p:txBody>
          <a:bodyPr>
            <a:normAutofit/>
          </a:bodyPr>
          <a:lstStyle/>
          <a:p>
            <a:r>
              <a:rPr lang="en-US" altLang="zh-CN" sz="1100"/>
              <a:t>The development environment is mainly used for system development and configuration. It does not require high availability and only needs to meet regular development requirements, such as a Windows environment, network and required ports are opened to each other.</a:t>
            </a:r>
          </a:p>
          <a:p>
            <a:endParaRPr lang="en-US" altLang="zh-CN" sz="1100"/>
          </a:p>
          <a:p>
            <a:r>
              <a:rPr lang="en-US" altLang="zh-CN" sz="1100"/>
              <a:t>The database used in the development environment can be the underlying Azure SQL database or other types of databases supported by the product, such as Oracle and Postgres.</a:t>
            </a:r>
          </a:p>
          <a:p>
            <a:endParaRPr lang="en-US" sz="1100"/>
          </a:p>
          <a:p>
            <a:r>
              <a:rPr lang="en-US" sz="1100"/>
              <a:t>To connect to the local printers and collect local instrument result files, we need to set up a server locally. There are no specific requirements for the server spec, and a common laptop could be enough.</a:t>
            </a:r>
          </a:p>
        </p:txBody>
      </p:sp>
      <p:sp>
        <p:nvSpPr>
          <p:cNvPr id="75" name="Text Placeholder 7">
            <a:extLst>
              <a:ext uri="{FF2B5EF4-FFF2-40B4-BE49-F238E27FC236}">
                <a16:creationId xmlns:a16="http://schemas.microsoft.com/office/drawing/2014/main" id="{25F26DCF-C72F-08C6-BE7E-22482EA2916A}"/>
              </a:ext>
            </a:extLst>
          </p:cNvPr>
          <p:cNvSpPr>
            <a:spLocks noGrp="1"/>
          </p:cNvSpPr>
          <p:nvPr>
            <p:ph type="body" sz="quarter" idx="11"/>
          </p:nvPr>
        </p:nvSpPr>
        <p:spPr>
          <a:xfrm>
            <a:off x="300226" y="893063"/>
            <a:ext cx="11591547" cy="381001"/>
          </a:xfrm>
        </p:spPr>
        <p:txBody>
          <a:bodyPr/>
          <a:lstStyle/>
          <a:p>
            <a:endParaRPr lang="en-US"/>
          </a:p>
        </p:txBody>
      </p:sp>
      <p:pic>
        <p:nvPicPr>
          <p:cNvPr id="70" name="Content Placeholder 69">
            <a:extLst>
              <a:ext uri="{FF2B5EF4-FFF2-40B4-BE49-F238E27FC236}">
                <a16:creationId xmlns:a16="http://schemas.microsoft.com/office/drawing/2014/main" id="{5EDB81AE-0928-6504-832D-82B453AF19FD}"/>
              </a:ext>
            </a:extLst>
          </p:cNvPr>
          <p:cNvPicPr>
            <a:picLocks noGrp="1" noChangeAspect="1"/>
          </p:cNvPicPr>
          <p:nvPr>
            <p:ph sz="quarter" idx="17"/>
          </p:nvPr>
        </p:nvPicPr>
        <p:blipFill>
          <a:blip r:embed="rId2"/>
          <a:stretch>
            <a:fillRect/>
          </a:stretch>
        </p:blipFill>
        <p:spPr>
          <a:xfrm>
            <a:off x="6583792" y="1447800"/>
            <a:ext cx="4968015" cy="4608513"/>
          </a:xfrm>
        </p:spPr>
      </p:pic>
    </p:spTree>
    <p:extLst>
      <p:ext uri="{BB962C8B-B14F-4D97-AF65-F5344CB8AC3E}">
        <p14:creationId xmlns:p14="http://schemas.microsoft.com/office/powerpoint/2010/main" val="40929863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B3C8A-283D-D02C-91C8-627DCD1C2D61}"/>
              </a:ext>
            </a:extLst>
          </p:cNvPr>
          <p:cNvSpPr>
            <a:spLocks noGrp="1"/>
          </p:cNvSpPr>
          <p:nvPr>
            <p:ph type="title"/>
          </p:nvPr>
        </p:nvSpPr>
        <p:spPr/>
        <p:txBody>
          <a:bodyPr/>
          <a:lstStyle/>
          <a:p>
            <a:r>
              <a:rPr lang="en-US"/>
              <a:t>QAS and PRD Environments</a:t>
            </a:r>
          </a:p>
        </p:txBody>
      </p:sp>
      <p:sp>
        <p:nvSpPr>
          <p:cNvPr id="3" name="Slide Number Placeholder 2">
            <a:extLst>
              <a:ext uri="{FF2B5EF4-FFF2-40B4-BE49-F238E27FC236}">
                <a16:creationId xmlns:a16="http://schemas.microsoft.com/office/drawing/2014/main" id="{07109616-312D-0534-80FA-A03823FD2AE9}"/>
              </a:ext>
            </a:extLst>
          </p:cNvPr>
          <p:cNvSpPr>
            <a:spLocks noGrp="1"/>
          </p:cNvSpPr>
          <p:nvPr>
            <p:ph type="sldNum" sz="quarter" idx="10"/>
          </p:nvPr>
        </p:nvSpPr>
        <p:spPr/>
        <p:txBody>
          <a:bodyPr/>
          <a:lstStyle/>
          <a:p>
            <a:fld id="{89006F1E-66CD-4A4B-9370-B4A3080F0E6C}" type="slidenum">
              <a:rPr lang="en-US" smtClean="0"/>
              <a:pPr/>
              <a:t>4</a:t>
            </a:fld>
            <a:endParaRPr lang="en-US"/>
          </a:p>
        </p:txBody>
      </p:sp>
      <p:sp>
        <p:nvSpPr>
          <p:cNvPr id="4" name="Footer Placeholder 3">
            <a:extLst>
              <a:ext uri="{FF2B5EF4-FFF2-40B4-BE49-F238E27FC236}">
                <a16:creationId xmlns:a16="http://schemas.microsoft.com/office/drawing/2014/main" id="{4D14B9F4-526A-F7E7-8006-E84AF0314F1E}"/>
              </a:ext>
            </a:extLst>
          </p:cNvPr>
          <p:cNvSpPr>
            <a:spLocks noGrp="1"/>
          </p:cNvSpPr>
          <p:nvPr>
            <p:ph type="ftr" sz="quarter" idx="13"/>
          </p:nvPr>
        </p:nvSpPr>
        <p:spPr/>
        <p:txBody>
          <a:bodyPr/>
          <a:lstStyle/>
          <a:p>
            <a:r>
              <a:rPr lang="en-US">
                <a:ea typeface="MS PGothic" panose="020B0600070205080204" pitchFamily="34" charset="-128"/>
              </a:rPr>
              <a:t>Proprietary &amp; Confidential |  authoremail@thermofisher.com | 12-January-2022</a:t>
            </a:r>
          </a:p>
        </p:txBody>
      </p:sp>
      <p:sp>
        <p:nvSpPr>
          <p:cNvPr id="5" name="Text Placeholder 4">
            <a:extLst>
              <a:ext uri="{FF2B5EF4-FFF2-40B4-BE49-F238E27FC236}">
                <a16:creationId xmlns:a16="http://schemas.microsoft.com/office/drawing/2014/main" id="{58D6EF4E-4F8A-5B5B-511F-0387A1434340}"/>
              </a:ext>
            </a:extLst>
          </p:cNvPr>
          <p:cNvSpPr>
            <a:spLocks noGrp="1"/>
          </p:cNvSpPr>
          <p:nvPr>
            <p:ph type="body" sz="quarter" idx="14"/>
          </p:nvPr>
        </p:nvSpPr>
        <p:spPr/>
        <p:txBody>
          <a:bodyPr/>
          <a:lstStyle/>
          <a:p>
            <a:r>
              <a:rPr lang="en-US" i="1"/>
              <a:t>By the way, </a:t>
            </a:r>
            <a:r>
              <a:rPr lang="en-US" altLang="zh-CN" i="1"/>
              <a:t>as </a:t>
            </a:r>
            <a:r>
              <a:rPr lang="en-US" i="1"/>
              <a:t>my understanding, the mobile terminal can only use the SampleManager Mobile </a:t>
            </a:r>
            <a:r>
              <a:rPr lang="en-US" altLang="zh-CN" i="1"/>
              <a:t>app</a:t>
            </a:r>
            <a:r>
              <a:rPr lang="en-US" i="1"/>
              <a:t>. The browser version of the mobile terminal is not in the list of compatible software for the web client, so the web server cannot be accessed on the mobile terminal.</a:t>
            </a:r>
          </a:p>
        </p:txBody>
      </p:sp>
      <p:sp>
        <p:nvSpPr>
          <p:cNvPr id="6" name="Content Placeholder 5">
            <a:extLst>
              <a:ext uri="{FF2B5EF4-FFF2-40B4-BE49-F238E27FC236}">
                <a16:creationId xmlns:a16="http://schemas.microsoft.com/office/drawing/2014/main" id="{7C21DBD4-66E6-6FFB-AE16-8252E2574964}"/>
              </a:ext>
            </a:extLst>
          </p:cNvPr>
          <p:cNvSpPr>
            <a:spLocks noGrp="1"/>
          </p:cNvSpPr>
          <p:nvPr>
            <p:ph sz="quarter" idx="16"/>
          </p:nvPr>
        </p:nvSpPr>
        <p:spPr>
          <a:xfrm>
            <a:off x="304800" y="1447800"/>
            <a:ext cx="4544291" cy="4607954"/>
          </a:xfrm>
        </p:spPr>
        <p:txBody>
          <a:bodyPr>
            <a:normAutofit fontScale="47500" lnSpcReduction="20000"/>
          </a:bodyPr>
          <a:lstStyle/>
          <a:p>
            <a:r>
              <a:rPr lang="en-US" altLang="zh-CN"/>
              <a:t>To ensure the reliability of the test results, we recommend setting up the same environment for test environment(QAS) as production environment(PRD).</a:t>
            </a:r>
          </a:p>
          <a:p>
            <a:endParaRPr lang="en-US" altLang="zh-CN"/>
          </a:p>
          <a:p>
            <a:r>
              <a:rPr lang="en-US" altLang="zh-CN"/>
              <a:t>Considering the requirement for continuous running of the PRD environment, we need to consider the high availability of the system:</a:t>
            </a:r>
          </a:p>
          <a:p>
            <a:pPr lvl="1"/>
            <a:r>
              <a:rPr lang="en-US" altLang="zh-CN"/>
              <a:t>Achieve high availability of web and application servers by configuring load balancing of servers in two different availability zones</a:t>
            </a:r>
          </a:p>
          <a:p>
            <a:pPr lvl="1"/>
            <a:r>
              <a:rPr lang="en-US" altLang="zh-CN"/>
              <a:t>Achieve high availability at the database level by using Azure SQL Managed Instance</a:t>
            </a:r>
          </a:p>
          <a:p>
            <a:pPr lvl="1"/>
            <a:endParaRPr lang="en-US" altLang="zh-CN"/>
          </a:p>
          <a:p>
            <a:r>
              <a:rPr lang="en-US" altLang="zh-CN"/>
              <a:t>For the resource file sharing mentioned before, it can be achieved through SMB Azure file, and the shared file folder can be mounted on each application server. We can also use Azure file in combination with Azure file sync service to synchronize the exe folder in the instance file on the local disk of application servers.</a:t>
            </a:r>
          </a:p>
          <a:p>
            <a:endParaRPr lang="en-US" altLang="zh-CN"/>
          </a:p>
          <a:p>
            <a:r>
              <a:rPr lang="en-US" altLang="zh-CN"/>
              <a:t>Combined with the current number of concurrent users, it is completely sufficient to temporarily set up 2 application servers. When other factories continue to join in the future, we can consider adding more worker servers under load balancing to meet performance requirements.</a:t>
            </a:r>
          </a:p>
          <a:p>
            <a:endParaRPr lang="en-US" altLang="zh-CN"/>
          </a:p>
          <a:p>
            <a:r>
              <a:rPr lang="en-US" altLang="zh-CN"/>
              <a:t>Set up a separate license server to achieve license sharing between different factories. In the future, it is possible to consider placing the license server in Europe or other regions with a large number of users.</a:t>
            </a:r>
          </a:p>
          <a:p>
            <a:endParaRPr lang="en-US" altLang="zh-CN"/>
          </a:p>
          <a:p>
            <a:r>
              <a:rPr lang="en-US" altLang="zh-CN"/>
              <a:t>Each factory has a separate on-site server to facilitate the factory to manage the printers and instrument result files of each factory separately.</a:t>
            </a:r>
            <a:endParaRPr lang="en-US" altLang="zh-CN">
              <a:solidFill>
                <a:srgbClr val="161616"/>
              </a:solidFill>
              <a:highlight>
                <a:srgbClr val="FFFFFF"/>
              </a:highlight>
              <a:latin typeface="Segoe UI" panose="020B0502040204020203" pitchFamily="34" charset="0"/>
            </a:endParaRPr>
          </a:p>
        </p:txBody>
      </p:sp>
      <p:sp>
        <p:nvSpPr>
          <p:cNvPr id="8" name="Text Placeholder 7">
            <a:extLst>
              <a:ext uri="{FF2B5EF4-FFF2-40B4-BE49-F238E27FC236}">
                <a16:creationId xmlns:a16="http://schemas.microsoft.com/office/drawing/2014/main" id="{FFC5CF51-8E4E-F3F7-22B7-1B01C518F57F}"/>
              </a:ext>
            </a:extLst>
          </p:cNvPr>
          <p:cNvSpPr>
            <a:spLocks noGrp="1"/>
          </p:cNvSpPr>
          <p:nvPr>
            <p:ph type="body" sz="quarter" idx="11"/>
          </p:nvPr>
        </p:nvSpPr>
        <p:spPr/>
        <p:txBody>
          <a:bodyPr/>
          <a:lstStyle/>
          <a:p>
            <a:endParaRPr lang="en-US"/>
          </a:p>
        </p:txBody>
      </p:sp>
      <p:pic>
        <p:nvPicPr>
          <p:cNvPr id="12" name="Content Placeholder 11">
            <a:extLst>
              <a:ext uri="{FF2B5EF4-FFF2-40B4-BE49-F238E27FC236}">
                <a16:creationId xmlns:a16="http://schemas.microsoft.com/office/drawing/2014/main" id="{CEB74607-D935-D9C8-FB64-AE7B08F597D1}"/>
              </a:ext>
            </a:extLst>
          </p:cNvPr>
          <p:cNvPicPr>
            <a:picLocks noGrp="1" noChangeAspect="1"/>
          </p:cNvPicPr>
          <p:nvPr>
            <p:ph sz="quarter" idx="17"/>
          </p:nvPr>
        </p:nvPicPr>
        <p:blipFill>
          <a:blip r:embed="rId2"/>
          <a:stretch>
            <a:fillRect/>
          </a:stretch>
        </p:blipFill>
        <p:spPr>
          <a:xfrm>
            <a:off x="4915877" y="1445941"/>
            <a:ext cx="6959600" cy="4049523"/>
          </a:xfrm>
        </p:spPr>
      </p:pic>
    </p:spTree>
    <p:extLst>
      <p:ext uri="{BB962C8B-B14F-4D97-AF65-F5344CB8AC3E}">
        <p14:creationId xmlns:p14="http://schemas.microsoft.com/office/powerpoint/2010/main" val="3362854824"/>
      </p:ext>
    </p:extLst>
  </p:cSld>
  <p:clrMapOvr>
    <a:masterClrMapping/>
  </p:clrMapOvr>
</p:sld>
</file>

<file path=ppt/theme/theme1.xml><?xml version="1.0" encoding="utf-8"?>
<a:theme xmlns:a="http://schemas.openxmlformats.org/drawingml/2006/main" name="1_Thermo 1">
  <a:themeElements>
    <a:clrScheme name="Thermo Fisher 2020">
      <a:dk1>
        <a:srgbClr val="222222"/>
      </a:dk1>
      <a:lt1>
        <a:srgbClr val="FFFFFF"/>
      </a:lt1>
      <a:dk2>
        <a:srgbClr val="E71315"/>
      </a:dk2>
      <a:lt2>
        <a:srgbClr val="E2E3E3"/>
      </a:lt2>
      <a:accent1>
        <a:srgbClr val="262160"/>
      </a:accent1>
      <a:accent2>
        <a:srgbClr val="9AD3DC"/>
      </a:accent2>
      <a:accent3>
        <a:srgbClr val="F0B234"/>
      </a:accent3>
      <a:accent4>
        <a:srgbClr val="EA7600"/>
      </a:accent4>
      <a:accent5>
        <a:srgbClr val="545859"/>
      </a:accent5>
      <a:accent6>
        <a:srgbClr val="B4BD01"/>
      </a:accent6>
      <a:hlink>
        <a:srgbClr val="00677F"/>
      </a:hlink>
      <a:folHlink>
        <a:srgbClr val="512C6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tx2"/>
        </a:solidFill>
        <a:ln w="31750" cap="flat" cmpd="sng" algn="ctr">
          <a:noFill/>
          <a:prstDash val="solid"/>
          <a:round/>
          <a:headEnd type="none" w="med" len="med"/>
          <a:tailEnd type="none" w="med" len="med"/>
        </a:ln>
        <a:effectLst/>
      </a:spPr>
      <a:bodyPr vert="horz" wrap="square" lIns="91440" tIns="45720" rIns="91440" bIns="45720" numCol="1" rtlCol="0" anchor="t" anchorCtr="0" compatLnSpc="1">
        <a:prstTxWarp prst="textNoShape">
          <a:avLst/>
        </a:prstTxWarp>
      </a:bodyPr>
      <a:lstStyle>
        <a:defPPr algn="ctr" defTabSz="914400" eaLnBrk="0" fontAlgn="base" hangingPunct="0">
          <a:spcBef>
            <a:spcPct val="0"/>
          </a:spcBef>
          <a:spcAft>
            <a:spcPct val="0"/>
          </a:spcAft>
          <a:defRPr sz="1800" dirty="0">
            <a:latin typeface="Arial" pitchFamily="124" charset="0"/>
          </a:defRPr>
        </a:defPPr>
      </a:lstStyle>
    </a:spDef>
    <a:txDef>
      <a:spPr>
        <a:noFill/>
      </a:spPr>
      <a:bodyPr wrap="square" lIns="0" tIns="0" rIns="0" bIns="0" rtlCol="0">
        <a:normAutofit/>
      </a:bodyPr>
      <a:lstStyle>
        <a:defPPr marL="287338" indent="-287338" algn="l" defTabSz="914400">
          <a:lnSpc>
            <a:spcPct val="120000"/>
          </a:lnSpc>
          <a:spcBef>
            <a:spcPts val="200"/>
          </a:spcBef>
          <a:buClr>
            <a:schemeClr val="tx2"/>
          </a:buClr>
          <a:buSzPct val="100000"/>
          <a:buFont typeface="Arial" panose="020B0604020202020204" pitchFamily="34" charset="0"/>
          <a:buChar char="•"/>
          <a:defRPr sz="2000" dirty="0" smtClean="0"/>
        </a:defPPr>
      </a:lstStyle>
    </a:txDef>
  </a:objectDefaults>
  <a:extraClrSchemeLst/>
  <a:extLst>
    <a:ext uri="{05A4C25C-085E-4340-85A3-A5531E510DB2}">
      <thm15:themeFamily xmlns:thm15="http://schemas.microsoft.com/office/thememl/2012/main" name="Presentation2" id="{0A3AF59E-B783-4B37-B4CA-8AF5E342F910}" vid="{409D2D3A-C389-43EB-946B-D7A0DE524F9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84A73FF-0C65-4359-8F60-8746D6BCE494}">
  <we:reference id="wa104381637" version="1.0.0.0" store="en-US" storeType="OMEX"/>
  <we:alternateReferences>
    <we:reference id="wa104381637" version="1.0.0.0" store="WA104381637"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2A6694D2AC78A48A7C8E53FEF04F831" ma:contentTypeVersion="13" ma:contentTypeDescription="Create a new document." ma:contentTypeScope="" ma:versionID="30f9b76d8783733b786cc5f3ace57ba1">
  <xsd:schema xmlns:xsd="http://www.w3.org/2001/XMLSchema" xmlns:xs="http://www.w3.org/2001/XMLSchema" xmlns:p="http://schemas.microsoft.com/office/2006/metadata/properties" xmlns:ns2="afd156ce-c20c-4333-9016-100ff8d3ce5f" xmlns:ns3="e3de43da-a351-43e5-b7a1-980afc0d19d1" targetNamespace="http://schemas.microsoft.com/office/2006/metadata/properties" ma:root="true" ma:fieldsID="e23fb3ad6cae43d86e0528742ecfbcb8" ns2:_="" ns3:_="">
    <xsd:import namespace="afd156ce-c20c-4333-9016-100ff8d3ce5f"/>
    <xsd:import namespace="e3de43da-a351-43e5-b7a1-980afc0d19d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fd156ce-c20c-4333-9016-100ff8d3ce5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0a21608a-12e9-46d7-aa35-d9915e8fc0e4"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3de43da-a351-43e5-b7a1-980afc0d19d1"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1f82101b-7728-4906-b209-930a224fc08a}" ma:internalName="TaxCatchAll" ma:showField="CatchAllData" ma:web="e3de43da-a351-43e5-b7a1-980afc0d19d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afd156ce-c20c-4333-9016-100ff8d3ce5f">
      <Terms xmlns="http://schemas.microsoft.com/office/infopath/2007/PartnerControls"/>
    </lcf76f155ced4ddcb4097134ff3c332f>
    <TaxCatchAll xmlns="e3de43da-a351-43e5-b7a1-980afc0d19d1"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E92BC46-055A-479C-9815-778EE242FD09}"/>
</file>

<file path=customXml/itemProps2.xml><?xml version="1.0" encoding="utf-8"?>
<ds:datastoreItem xmlns:ds="http://schemas.openxmlformats.org/officeDocument/2006/customXml" ds:itemID="{EFB06BEF-B4F7-4884-BC0B-05374E51E93C}">
  <ds:schemaRefs>
    <ds:schemaRef ds:uri="http://schemas.microsoft.com/office/2006/metadata/properties"/>
    <ds:schemaRef ds:uri="http://schemas.microsoft.com/office/infopath/2007/PartnerControls"/>
    <ds:schemaRef ds:uri="afd156ce-c20c-4333-9016-100ff8d3ce5f"/>
    <ds:schemaRef ds:uri="e3de43da-a351-43e5-b7a1-980afc0d19d1"/>
  </ds:schemaRefs>
</ds:datastoreItem>
</file>

<file path=customXml/itemProps3.xml><?xml version="1.0" encoding="utf-8"?>
<ds:datastoreItem xmlns:ds="http://schemas.openxmlformats.org/officeDocument/2006/customXml" ds:itemID="{1D8E5FD0-3C89-4917-8A1B-B584DABE156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618</Words>
  <Application>Microsoft Office PowerPoint</Application>
  <PresentationFormat>Widescreen</PresentationFormat>
  <Paragraphs>64</Paragraphs>
  <Slides>4</Slides>
  <Notes>0</Notes>
  <HiddenSlides>0</HiddenSlides>
  <MMClips>0</MMClips>
  <ScaleCrop>false</ScaleCrop>
  <HeadingPairs>
    <vt:vector size="4" baseType="variant">
      <vt:variant>
        <vt:lpstr>Theme</vt:lpstr>
      </vt:variant>
      <vt:variant>
        <vt:i4>1</vt:i4>
      </vt:variant>
      <vt:variant>
        <vt:lpstr>Slide Titles</vt:lpstr>
      </vt:variant>
      <vt:variant>
        <vt:i4>4</vt:i4>
      </vt:variant>
    </vt:vector>
  </HeadingPairs>
  <TitlesOfParts>
    <vt:vector size="5" baseType="lpstr">
      <vt:lpstr>1_Thermo 1</vt:lpstr>
      <vt:lpstr>Infrastructure Overview</vt:lpstr>
      <vt:lpstr>Infrastructure Overview</vt:lpstr>
      <vt:lpstr>DEV Environment</vt:lpstr>
      <vt:lpstr>QAS and PRD Environments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Day, Steve H.</dc:creator>
  <cp:lastModifiedBy>Ji, Jason</cp:lastModifiedBy>
  <cp:revision>2</cp:revision>
  <dcterms:created xsi:type="dcterms:W3CDTF">2020-07-14T14:41:16Z</dcterms:created>
  <dcterms:modified xsi:type="dcterms:W3CDTF">2026-01-07T10:51:33Z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0x01010092A6694D2AC78A48A7C8E53FEF04F831</vt:lpwstr>
  </property>
  <property fmtid="{D5CDD505-2E9C-101B-9397-08002B2CF9AE}" pid="3" name="MediaServiceImageTags">
    <vt:lpwstr/>
  </property>
</Properties>
</file>