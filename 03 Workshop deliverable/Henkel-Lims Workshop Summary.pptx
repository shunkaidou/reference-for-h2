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69" r:id="rId4"/>
    <p:sldMasterId id="2147484147" r:id="rId5"/>
  </p:sldMasterIdLst>
  <p:notesMasterIdLst>
    <p:notesMasterId r:id="rId16"/>
  </p:notesMasterIdLst>
  <p:handoutMasterIdLst>
    <p:handoutMasterId r:id="rId17"/>
  </p:handoutMasterIdLst>
  <p:sldIdLst>
    <p:sldId id="2147471006" r:id="rId6"/>
    <p:sldId id="2147470995" r:id="rId7"/>
    <p:sldId id="2147476465" r:id="rId8"/>
    <p:sldId id="2147476466" r:id="rId9"/>
    <p:sldId id="2147476467" r:id="rId10"/>
    <p:sldId id="2147476468" r:id="rId11"/>
    <p:sldId id="2147476470" r:id="rId12"/>
    <p:sldId id="2147476469" r:id="rId13"/>
    <p:sldId id="2145709036" r:id="rId14"/>
    <p:sldId id="2147471001" r:id="rId15"/>
  </p:sldIdLst>
  <p:sldSz cx="9144000" cy="5143500" type="screen16x9"/>
  <p:notesSz cx="9939338" cy="1436846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6A8078A-8128-4724-8DDB-1D0D23A943AF}">
          <p14:sldIdLst>
            <p14:sldId id="2147471006"/>
            <p14:sldId id="2147470995"/>
            <p14:sldId id="2147476465"/>
            <p14:sldId id="2147476466"/>
            <p14:sldId id="2147476467"/>
            <p14:sldId id="2147476468"/>
            <p14:sldId id="2147476470"/>
            <p14:sldId id="2147476469"/>
            <p14:sldId id="2145709036"/>
            <p14:sldId id="2147471001"/>
          </p14:sldIdLst>
        </p14:section>
      </p14:sectionLst>
    </p:ext>
    <p:ext uri="{EFAFB233-063F-42B5-8137-9DF3F51BA10A}">
      <p15:sldGuideLst xmlns:p15="http://schemas.microsoft.com/office/powerpoint/2012/main">
        <p15:guide id="1" orient="horz" pos="1620">
          <p15:clr>
            <a:srgbClr val="A4A3A4"/>
          </p15:clr>
        </p15:guide>
        <p15:guide id="2" orient="horz" pos="599">
          <p15:clr>
            <a:srgbClr val="A4A3A4"/>
          </p15:clr>
        </p15:guide>
        <p15:guide id="3" pos="2880">
          <p15:clr>
            <a:srgbClr val="A4A3A4"/>
          </p15:clr>
        </p15:guide>
        <p15:guide id="4" pos="5602" userDrawn="1">
          <p15:clr>
            <a:srgbClr val="A4A3A4"/>
          </p15:clr>
        </p15:guide>
        <p15:guide id="5" pos="158" userDrawn="1">
          <p15:clr>
            <a:srgbClr val="A4A3A4"/>
          </p15:clr>
        </p15:guide>
      </p15:sldGuideLst>
    </p:ext>
    <p:ext uri="{2D200454-40CA-4A62-9FC3-DE9A4176ACB9}">
      <p15:notesGuideLst xmlns:p15="http://schemas.microsoft.com/office/powerpoint/2012/main">
        <p15:guide id="1" orient="horz" pos="4526" userDrawn="1">
          <p15:clr>
            <a:srgbClr val="A4A3A4"/>
          </p15:clr>
        </p15:guide>
        <p15:guide id="2" pos="313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kiosk/>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EE3134"/>
    <a:srgbClr val="FF33CC"/>
    <a:srgbClr val="FFCCCC"/>
    <a:srgbClr val="897C7C"/>
    <a:srgbClr val="FFFFFF"/>
    <a:srgbClr val="FF5050"/>
    <a:srgbClr val="92D050"/>
    <a:srgbClr val="568AC4"/>
    <a:srgbClr val="F99E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B45384-521B-43EF-B45A-D8ED4A2EAF75}" v="500" dt="2024-06-07T05:48:08.631"/>
    <p1510:client id="{51E152BC-02C8-478A-850F-0EFF2D6301EC}" v="522" dt="2024-06-07T06:48:10.22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20"/>
        <p:guide orient="horz" pos="599"/>
        <p:guide pos="2880"/>
        <p:guide pos="5602"/>
        <p:guide pos="158"/>
      </p:guideLst>
    </p:cSldViewPr>
  </p:slideViewPr>
  <p:notesViewPr>
    <p:cSldViewPr snapToGrid="0">
      <p:cViewPr>
        <p:scale>
          <a:sx n="1" d="2"/>
          <a:sy n="1" d="2"/>
        </p:scale>
        <p:origin x="0" y="0"/>
      </p:cViewPr>
      <p:guideLst>
        <p:guide orient="horz" pos="4526"/>
        <p:guide pos="313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slide" Target="slides/slide10.xml"/><Relationship Id="rId23" Type="http://schemas.microsoft.com/office/2015/10/relationships/revisionInfo" Target="revisionInfo.xml"/><Relationship Id="rId10" Type="http://schemas.openxmlformats.org/officeDocument/2006/relationships/slide" Target="slides/slide5.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uo, Hanni" userId="62744832-41d2-4007-b3e5-0d11d744955f" providerId="ADAL" clId="{51E152BC-02C8-478A-850F-0EFF2D6301EC}"/>
    <pc:docChg chg="undo redo custSel modSld">
      <pc:chgData name="Huo, Hanni" userId="62744832-41d2-4007-b3e5-0d11d744955f" providerId="ADAL" clId="{51E152BC-02C8-478A-850F-0EFF2D6301EC}" dt="2024-06-07T06:48:10.222" v="521" actId="14100"/>
      <pc:docMkLst>
        <pc:docMk/>
      </pc:docMkLst>
      <pc:sldChg chg="delSp modSp mod">
        <pc:chgData name="Huo, Hanni" userId="62744832-41d2-4007-b3e5-0d11d744955f" providerId="ADAL" clId="{51E152BC-02C8-478A-850F-0EFF2D6301EC}" dt="2024-06-07T06:48:10.222" v="521" actId="14100"/>
        <pc:sldMkLst>
          <pc:docMk/>
          <pc:sldMk cId="861375378" sldId="2145709036"/>
        </pc:sldMkLst>
        <pc:spChg chg="del mod">
          <ac:chgData name="Huo, Hanni" userId="62744832-41d2-4007-b3e5-0d11d744955f" providerId="ADAL" clId="{51E152BC-02C8-478A-850F-0EFF2D6301EC}" dt="2024-06-07T06:47:58.416" v="519" actId="478"/>
          <ac:spMkLst>
            <pc:docMk/>
            <pc:sldMk cId="861375378" sldId="2145709036"/>
            <ac:spMk id="17" creationId="{601E77E4-AA8B-9BD3-42DE-B0AAA041D9E4}"/>
          </ac:spMkLst>
        </pc:spChg>
        <pc:graphicFrameChg chg="mod modGraphic">
          <ac:chgData name="Huo, Hanni" userId="62744832-41d2-4007-b3e5-0d11d744955f" providerId="ADAL" clId="{51E152BC-02C8-478A-850F-0EFF2D6301EC}" dt="2024-06-07T06:48:10.222" v="521" actId="14100"/>
          <ac:graphicFrameMkLst>
            <pc:docMk/>
            <pc:sldMk cId="861375378" sldId="2145709036"/>
            <ac:graphicFrameMk id="3" creationId="{E84263F7-4D40-3A1E-EB9F-4BBE0FA9679F}"/>
          </ac:graphicFrameMkLst>
        </pc:graphicFrameChg>
      </pc:sldChg>
      <pc:sldChg chg="modSp mod">
        <pc:chgData name="Huo, Hanni" userId="62744832-41d2-4007-b3e5-0d11d744955f" providerId="ADAL" clId="{51E152BC-02C8-478A-850F-0EFF2D6301EC}" dt="2024-06-07T01:58:55.397" v="516" actId="403"/>
        <pc:sldMkLst>
          <pc:docMk/>
          <pc:sldMk cId="2199188186" sldId="2147476466"/>
        </pc:sldMkLst>
        <pc:spChg chg="mod">
          <ac:chgData name="Huo, Hanni" userId="62744832-41d2-4007-b3e5-0d11d744955f" providerId="ADAL" clId="{51E152BC-02C8-478A-850F-0EFF2D6301EC}" dt="2024-06-07T01:58:55.397" v="516" actId="403"/>
          <ac:spMkLst>
            <pc:docMk/>
            <pc:sldMk cId="2199188186" sldId="2147476466"/>
            <ac:spMk id="5" creationId="{AF378696-8C61-42F5-98E1-83C006AA8E24}"/>
          </ac:spMkLst>
        </pc:spChg>
      </pc:sldChg>
      <pc:sldChg chg="modSp mod">
        <pc:chgData name="Huo, Hanni" userId="62744832-41d2-4007-b3e5-0d11d744955f" providerId="ADAL" clId="{51E152BC-02C8-478A-850F-0EFF2D6301EC}" dt="2024-06-07T01:54:23.096" v="507" actId="12"/>
        <pc:sldMkLst>
          <pc:docMk/>
          <pc:sldMk cId="466213886" sldId="2147476467"/>
        </pc:sldMkLst>
        <pc:spChg chg="mod">
          <ac:chgData name="Huo, Hanni" userId="62744832-41d2-4007-b3e5-0d11d744955f" providerId="ADAL" clId="{51E152BC-02C8-478A-850F-0EFF2D6301EC}" dt="2024-06-07T01:54:06.394" v="503" actId="113"/>
          <ac:spMkLst>
            <pc:docMk/>
            <pc:sldMk cId="466213886" sldId="2147476467"/>
            <ac:spMk id="5" creationId="{AF378696-8C61-42F5-98E1-83C006AA8E24}"/>
          </ac:spMkLst>
        </pc:spChg>
        <pc:spChg chg="mod">
          <ac:chgData name="Huo, Hanni" userId="62744832-41d2-4007-b3e5-0d11d744955f" providerId="ADAL" clId="{51E152BC-02C8-478A-850F-0EFF2D6301EC}" dt="2024-06-07T01:54:23.096" v="507" actId="12"/>
          <ac:spMkLst>
            <pc:docMk/>
            <pc:sldMk cId="466213886" sldId="2147476467"/>
            <ac:spMk id="12" creationId="{48216E65-083E-918B-A99D-3A3CCD7CC6ED}"/>
          </ac:spMkLst>
        </pc:spChg>
      </pc:sldChg>
    </pc:docChg>
  </pc:docChgLst>
  <pc:docChgLst>
    <pc:chgData name="Kozhikkalathil, Nishi" userId="0c188c74-8a9d-4d88-9364-0d549502a5b1" providerId="ADAL" clId="{1FF580A5-139D-4D36-B918-4466925990EF}"/>
    <pc:docChg chg="undo custSel modSld sldOrd delMainMaster modMainMaster">
      <pc:chgData name="Kozhikkalathil, Nishi" userId="0c188c74-8a9d-4d88-9364-0d549502a5b1" providerId="ADAL" clId="{1FF580A5-139D-4D36-B918-4466925990EF}" dt="2024-06-02T08:23:19.014" v="530" actId="20577"/>
      <pc:docMkLst>
        <pc:docMk/>
      </pc:docMkLst>
      <pc:sldChg chg="ord">
        <pc:chgData name="Kozhikkalathil, Nishi" userId="0c188c74-8a9d-4d88-9364-0d549502a5b1" providerId="ADAL" clId="{1FF580A5-139D-4D36-B918-4466925990EF}" dt="2024-06-02T08:15:04.380" v="486"/>
        <pc:sldMkLst>
          <pc:docMk/>
          <pc:sldMk cId="210284878" sldId="307"/>
        </pc:sldMkLst>
      </pc:sldChg>
      <pc:sldChg chg="modSp mod">
        <pc:chgData name="Kozhikkalathil, Nishi" userId="0c188c74-8a9d-4d88-9364-0d549502a5b1" providerId="ADAL" clId="{1FF580A5-139D-4D36-B918-4466925990EF}" dt="2024-06-02T08:07:48.480" v="481" actId="14734"/>
        <pc:sldMkLst>
          <pc:docMk/>
          <pc:sldMk cId="0" sldId="2917"/>
        </pc:sldMkLst>
        <pc:graphicFrameChg chg="modGraphic">
          <ac:chgData name="Kozhikkalathil, Nishi" userId="0c188c74-8a9d-4d88-9364-0d549502a5b1" providerId="ADAL" clId="{1FF580A5-139D-4D36-B918-4466925990EF}" dt="2024-06-02T08:07:48.480" v="481" actId="14734"/>
          <ac:graphicFrameMkLst>
            <pc:docMk/>
            <pc:sldMk cId="0" sldId="2917"/>
            <ac:graphicFrameMk id="5" creationId="{00000000-0000-0000-0000-000000000000}"/>
          </ac:graphicFrameMkLst>
        </pc:graphicFrameChg>
      </pc:sldChg>
      <pc:sldChg chg="ord">
        <pc:chgData name="Kozhikkalathil, Nishi" userId="0c188c74-8a9d-4d88-9364-0d549502a5b1" providerId="ADAL" clId="{1FF580A5-139D-4D36-B918-4466925990EF}" dt="2024-06-02T02:05:16.718" v="1"/>
        <pc:sldMkLst>
          <pc:docMk/>
          <pc:sldMk cId="0" sldId="8097"/>
        </pc:sldMkLst>
      </pc:sldChg>
      <pc:sldChg chg="modNotesTx">
        <pc:chgData name="Kozhikkalathil, Nishi" userId="0c188c74-8a9d-4d88-9364-0d549502a5b1" providerId="ADAL" clId="{1FF580A5-139D-4D36-B918-4466925990EF}" dt="2024-06-02T08:09:42.134" v="482" actId="6549"/>
        <pc:sldMkLst>
          <pc:docMk/>
          <pc:sldMk cId="0" sldId="8098"/>
        </pc:sldMkLst>
      </pc:sldChg>
      <pc:sldChg chg="addSp delSp modSp mod">
        <pc:chgData name="Kozhikkalathil, Nishi" userId="0c188c74-8a9d-4d88-9364-0d549502a5b1" providerId="ADAL" clId="{1FF580A5-139D-4D36-B918-4466925990EF}" dt="2024-06-02T07:13:17.757" v="119" actId="14100"/>
        <pc:sldMkLst>
          <pc:docMk/>
          <pc:sldMk cId="3108547940" sldId="22429"/>
        </pc:sldMkLst>
        <pc:spChg chg="mod">
          <ac:chgData name="Kozhikkalathil, Nishi" userId="0c188c74-8a9d-4d88-9364-0d549502a5b1" providerId="ADAL" clId="{1FF580A5-139D-4D36-B918-4466925990EF}" dt="2024-06-02T07:13:17.757" v="119" actId="14100"/>
          <ac:spMkLst>
            <pc:docMk/>
            <pc:sldMk cId="3108547940" sldId="22429"/>
            <ac:spMk id="18" creationId="{0860A754-BDF9-C08F-901B-315CEA573397}"/>
          </ac:spMkLst>
        </pc:spChg>
        <pc:spChg chg="add del mod">
          <ac:chgData name="Kozhikkalathil, Nishi" userId="0c188c74-8a9d-4d88-9364-0d549502a5b1" providerId="ADAL" clId="{1FF580A5-139D-4D36-B918-4466925990EF}" dt="2024-06-02T07:08:43.463" v="86" actId="478"/>
          <ac:spMkLst>
            <pc:docMk/>
            <pc:sldMk cId="3108547940" sldId="22429"/>
            <ac:spMk id="19" creationId="{23B858C8-7664-C594-036A-CCF0064AEDBA}"/>
          </ac:spMkLst>
        </pc:spChg>
        <pc:spChg chg="mod">
          <ac:chgData name="Kozhikkalathil, Nishi" userId="0c188c74-8a9d-4d88-9364-0d549502a5b1" providerId="ADAL" clId="{1FF580A5-139D-4D36-B918-4466925990EF}" dt="2024-06-02T07:09:06.213" v="97" actId="1038"/>
          <ac:spMkLst>
            <pc:docMk/>
            <pc:sldMk cId="3108547940" sldId="22429"/>
            <ac:spMk id="35" creationId="{A37C2DA5-58F5-62B3-7141-BB414EC642EB}"/>
          </ac:spMkLst>
        </pc:spChg>
        <pc:spChg chg="mod">
          <ac:chgData name="Kozhikkalathil, Nishi" userId="0c188c74-8a9d-4d88-9364-0d549502a5b1" providerId="ADAL" clId="{1FF580A5-139D-4D36-B918-4466925990EF}" dt="2024-06-02T07:12:34.600" v="117" actId="14100"/>
          <ac:spMkLst>
            <pc:docMk/>
            <pc:sldMk cId="3108547940" sldId="22429"/>
            <ac:spMk id="91" creationId="{5B1F580B-3DAF-AAF5-9F7C-C445E7AFB45F}"/>
          </ac:spMkLst>
        </pc:spChg>
      </pc:sldChg>
      <pc:sldChg chg="ord">
        <pc:chgData name="Kozhikkalathil, Nishi" userId="0c188c74-8a9d-4d88-9364-0d549502a5b1" providerId="ADAL" clId="{1FF580A5-139D-4D36-B918-4466925990EF}" dt="2024-06-02T08:15:08.566" v="488"/>
        <pc:sldMkLst>
          <pc:docMk/>
          <pc:sldMk cId="1089217732" sldId="2147470957"/>
        </pc:sldMkLst>
      </pc:sldChg>
      <pc:sldChg chg="modNotesTx">
        <pc:chgData name="Kozhikkalathil, Nishi" userId="0c188c74-8a9d-4d88-9364-0d549502a5b1" providerId="ADAL" clId="{1FF580A5-139D-4D36-B918-4466925990EF}" dt="2024-06-02T02:48:01.323" v="6" actId="20577"/>
        <pc:sldMkLst>
          <pc:docMk/>
          <pc:sldMk cId="1381858524" sldId="2147470962"/>
        </pc:sldMkLst>
      </pc:sldChg>
      <pc:sldChg chg="modNotesTx">
        <pc:chgData name="Kozhikkalathil, Nishi" userId="0c188c74-8a9d-4d88-9364-0d549502a5b1" providerId="ADAL" clId="{1FF580A5-139D-4D36-B918-4466925990EF}" dt="2024-06-02T08:16:00.156" v="491" actId="20577"/>
        <pc:sldMkLst>
          <pc:docMk/>
          <pc:sldMk cId="669040465" sldId="2147470963"/>
        </pc:sldMkLst>
      </pc:sldChg>
      <pc:sldChg chg="modSp mod">
        <pc:chgData name="Kozhikkalathil, Nishi" userId="0c188c74-8a9d-4d88-9364-0d549502a5b1" providerId="ADAL" clId="{1FF580A5-139D-4D36-B918-4466925990EF}" dt="2024-06-02T07:44:00.586" v="224" actId="2711"/>
        <pc:sldMkLst>
          <pc:docMk/>
          <pc:sldMk cId="2581009699" sldId="2147470966"/>
        </pc:sldMkLst>
        <pc:spChg chg="mod">
          <ac:chgData name="Kozhikkalathil, Nishi" userId="0c188c74-8a9d-4d88-9364-0d549502a5b1" providerId="ADAL" clId="{1FF580A5-139D-4D36-B918-4466925990EF}" dt="2024-06-02T07:44:00.586" v="224" actId="2711"/>
          <ac:spMkLst>
            <pc:docMk/>
            <pc:sldMk cId="2581009699" sldId="2147470966"/>
            <ac:spMk id="4" creationId="{567E4E07-87D5-7CD8-B439-C706764E48E3}"/>
          </ac:spMkLst>
        </pc:spChg>
      </pc:sldChg>
      <pc:sldChg chg="modSp mod">
        <pc:chgData name="Kozhikkalathil, Nishi" userId="0c188c74-8a9d-4d88-9364-0d549502a5b1" providerId="ADAL" clId="{1FF580A5-139D-4D36-B918-4466925990EF}" dt="2024-06-02T07:44:18.679" v="225" actId="2711"/>
        <pc:sldMkLst>
          <pc:docMk/>
          <pc:sldMk cId="2896910057" sldId="2147470968"/>
        </pc:sldMkLst>
        <pc:spChg chg="mod">
          <ac:chgData name="Kozhikkalathil, Nishi" userId="0c188c74-8a9d-4d88-9364-0d549502a5b1" providerId="ADAL" clId="{1FF580A5-139D-4D36-B918-4466925990EF}" dt="2024-06-02T07:44:18.679" v="225" actId="2711"/>
          <ac:spMkLst>
            <pc:docMk/>
            <pc:sldMk cId="2896910057" sldId="2147470968"/>
            <ac:spMk id="5" creationId="{2D0EF2D1-41C4-6EE5-A1AD-F3D6C15F54B2}"/>
          </ac:spMkLst>
        </pc:spChg>
      </pc:sldChg>
      <pc:sldChg chg="modSp mod">
        <pc:chgData name="Kozhikkalathil, Nishi" userId="0c188c74-8a9d-4d88-9364-0d549502a5b1" providerId="ADAL" clId="{1FF580A5-139D-4D36-B918-4466925990EF}" dt="2024-06-02T07:44:45.739" v="226" actId="2711"/>
        <pc:sldMkLst>
          <pc:docMk/>
          <pc:sldMk cId="770146690" sldId="2147470983"/>
        </pc:sldMkLst>
        <pc:spChg chg="mod">
          <ac:chgData name="Kozhikkalathil, Nishi" userId="0c188c74-8a9d-4d88-9364-0d549502a5b1" providerId="ADAL" clId="{1FF580A5-139D-4D36-B918-4466925990EF}" dt="2024-06-02T07:44:45.739" v="226" actId="2711"/>
          <ac:spMkLst>
            <pc:docMk/>
            <pc:sldMk cId="770146690" sldId="2147470983"/>
            <ac:spMk id="2" creationId="{F391410C-BE20-4D24-1AD7-97E59F733BD5}"/>
          </ac:spMkLst>
        </pc:spChg>
      </pc:sldChg>
      <pc:sldChg chg="modSp mod">
        <pc:chgData name="Kozhikkalathil, Nishi" userId="0c188c74-8a9d-4d88-9364-0d549502a5b1" providerId="ADAL" clId="{1FF580A5-139D-4D36-B918-4466925990EF}" dt="2024-06-02T08:23:19.014" v="530" actId="20577"/>
        <pc:sldMkLst>
          <pc:docMk/>
          <pc:sldMk cId="2494671928" sldId="2147470985"/>
        </pc:sldMkLst>
        <pc:spChg chg="mod">
          <ac:chgData name="Kozhikkalathil, Nishi" userId="0c188c74-8a9d-4d88-9364-0d549502a5b1" providerId="ADAL" clId="{1FF580A5-139D-4D36-B918-4466925990EF}" dt="2024-06-02T08:23:19.014" v="530" actId="20577"/>
          <ac:spMkLst>
            <pc:docMk/>
            <pc:sldMk cId="2494671928" sldId="2147470985"/>
            <ac:spMk id="3" creationId="{6ABE68E9-B679-8BCA-3425-57742AC2B2FD}"/>
          </ac:spMkLst>
        </pc:spChg>
        <pc:spChg chg="mod">
          <ac:chgData name="Kozhikkalathil, Nishi" userId="0c188c74-8a9d-4d88-9364-0d549502a5b1" providerId="ADAL" clId="{1FF580A5-139D-4D36-B918-4466925990EF}" dt="2024-06-02T07:50:14.972" v="260" actId="2711"/>
          <ac:spMkLst>
            <pc:docMk/>
            <pc:sldMk cId="2494671928" sldId="2147470985"/>
            <ac:spMk id="5" creationId="{FD3FDDF9-2ED9-4282-7444-591D69DD095C}"/>
          </ac:spMkLst>
        </pc:spChg>
        <pc:graphicFrameChg chg="mod">
          <ac:chgData name="Kozhikkalathil, Nishi" userId="0c188c74-8a9d-4d88-9364-0d549502a5b1" providerId="ADAL" clId="{1FF580A5-139D-4D36-B918-4466925990EF}" dt="2024-06-02T07:53:27.231" v="274" actId="20577"/>
          <ac:graphicFrameMkLst>
            <pc:docMk/>
            <pc:sldMk cId="2494671928" sldId="2147470985"/>
            <ac:graphicFrameMk id="4" creationId="{1D3E1B60-69AA-E663-E7ED-1F3A46F04B81}"/>
          </ac:graphicFrameMkLst>
        </pc:graphicFrameChg>
      </pc:sldChg>
      <pc:sldChg chg="modSp mod">
        <pc:chgData name="Kozhikkalathil, Nishi" userId="0c188c74-8a9d-4d88-9364-0d549502a5b1" providerId="ADAL" clId="{1FF580A5-139D-4D36-B918-4466925990EF}" dt="2024-06-02T07:42:23.278" v="223" actId="20577"/>
        <pc:sldMkLst>
          <pc:docMk/>
          <pc:sldMk cId="1207852280" sldId="2147470995"/>
        </pc:sldMkLst>
        <pc:spChg chg="mod">
          <ac:chgData name="Kozhikkalathil, Nishi" userId="0c188c74-8a9d-4d88-9364-0d549502a5b1" providerId="ADAL" clId="{1FF580A5-139D-4D36-B918-4466925990EF}" dt="2024-06-02T07:42:23.278" v="223" actId="20577"/>
          <ac:spMkLst>
            <pc:docMk/>
            <pc:sldMk cId="1207852280" sldId="2147470995"/>
            <ac:spMk id="5" creationId="{AF378696-8C61-42F5-98E1-83C006AA8E24}"/>
          </ac:spMkLst>
        </pc:spChg>
      </pc:sldChg>
      <pc:sldChg chg="modSp mod">
        <pc:chgData name="Kozhikkalathil, Nishi" userId="0c188c74-8a9d-4d88-9364-0d549502a5b1" providerId="ADAL" clId="{1FF580A5-139D-4D36-B918-4466925990EF}" dt="2024-06-02T07:45:20.704" v="229"/>
        <pc:sldMkLst>
          <pc:docMk/>
          <pc:sldMk cId="2712077353" sldId="2147470996"/>
        </pc:sldMkLst>
        <pc:spChg chg="mod">
          <ac:chgData name="Kozhikkalathil, Nishi" userId="0c188c74-8a9d-4d88-9364-0d549502a5b1" providerId="ADAL" clId="{1FF580A5-139D-4D36-B918-4466925990EF}" dt="2024-06-02T07:45:20.704" v="229"/>
          <ac:spMkLst>
            <pc:docMk/>
            <pc:sldMk cId="2712077353" sldId="2147470996"/>
            <ac:spMk id="3" creationId="{7E02D030-A3A3-A80D-C87E-E524D68D718D}"/>
          </ac:spMkLst>
        </pc:spChg>
      </pc:sldChg>
      <pc:sldChg chg="ord">
        <pc:chgData name="Kozhikkalathil, Nishi" userId="0c188c74-8a9d-4d88-9364-0d549502a5b1" providerId="ADAL" clId="{1FF580A5-139D-4D36-B918-4466925990EF}" dt="2024-06-02T08:15:14.381" v="490"/>
        <pc:sldMkLst>
          <pc:docMk/>
          <pc:sldMk cId="3741248778" sldId="2147471004"/>
        </pc:sldMkLst>
      </pc:sldChg>
      <pc:sldChg chg="modSp mod">
        <pc:chgData name="Kozhikkalathil, Nishi" userId="0c188c74-8a9d-4d88-9364-0d549502a5b1" providerId="ADAL" clId="{1FF580A5-139D-4D36-B918-4466925990EF}" dt="2024-06-02T03:17:34.209" v="53" actId="1036"/>
        <pc:sldMkLst>
          <pc:docMk/>
          <pc:sldMk cId="1449044252" sldId="2147471005"/>
        </pc:sldMkLst>
        <pc:spChg chg="mod">
          <ac:chgData name="Kozhikkalathil, Nishi" userId="0c188c74-8a9d-4d88-9364-0d549502a5b1" providerId="ADAL" clId="{1FF580A5-139D-4D36-B918-4466925990EF}" dt="2024-06-02T03:17:34.209" v="53" actId="1036"/>
          <ac:spMkLst>
            <pc:docMk/>
            <pc:sldMk cId="1449044252" sldId="2147471005"/>
            <ac:spMk id="3" creationId="{D3CF698F-3C73-8C54-0CD7-E7C3228E8278}"/>
          </ac:spMkLst>
        </pc:spChg>
        <pc:spChg chg="mod">
          <ac:chgData name="Kozhikkalathil, Nishi" userId="0c188c74-8a9d-4d88-9364-0d549502a5b1" providerId="ADAL" clId="{1FF580A5-139D-4D36-B918-4466925990EF}" dt="2024-06-02T03:17:30.866" v="48" actId="1036"/>
          <ac:spMkLst>
            <pc:docMk/>
            <pc:sldMk cId="1449044252" sldId="2147471005"/>
            <ac:spMk id="20" creationId="{BD7C6EEF-90B0-7C09-296B-4DB4CBB1634B}"/>
          </ac:spMkLst>
        </pc:spChg>
        <pc:cxnChg chg="mod">
          <ac:chgData name="Kozhikkalathil, Nishi" userId="0c188c74-8a9d-4d88-9364-0d549502a5b1" providerId="ADAL" clId="{1FF580A5-139D-4D36-B918-4466925990EF}" dt="2024-06-02T03:17:34.209" v="53" actId="1036"/>
          <ac:cxnSpMkLst>
            <pc:docMk/>
            <pc:sldMk cId="1449044252" sldId="2147471005"/>
            <ac:cxnSpMk id="22" creationId="{A5EE7F11-8F47-3093-2B22-2DC49281B187}"/>
          </ac:cxnSpMkLst>
        </pc:cxnChg>
        <pc:cxnChg chg="mod">
          <ac:chgData name="Kozhikkalathil, Nishi" userId="0c188c74-8a9d-4d88-9364-0d549502a5b1" providerId="ADAL" clId="{1FF580A5-139D-4D36-B918-4466925990EF}" dt="2024-06-02T03:17:34.209" v="53" actId="1036"/>
          <ac:cxnSpMkLst>
            <pc:docMk/>
            <pc:sldMk cId="1449044252" sldId="2147471005"/>
            <ac:cxnSpMk id="94" creationId="{5AF590F2-D1CF-2379-D799-7CD505D0586A}"/>
          </ac:cxnSpMkLst>
        </pc:cxnChg>
      </pc:sldChg>
      <pc:sldChg chg="modSp mod">
        <pc:chgData name="Kozhikkalathil, Nishi" userId="0c188c74-8a9d-4d88-9364-0d549502a5b1" providerId="ADAL" clId="{1FF580A5-139D-4D36-B918-4466925990EF}" dt="2024-06-02T08:20:59.269" v="517" actId="207"/>
        <pc:sldMkLst>
          <pc:docMk/>
          <pc:sldMk cId="1040155934" sldId="2147476459"/>
        </pc:sldMkLst>
        <pc:spChg chg="mod">
          <ac:chgData name="Kozhikkalathil, Nishi" userId="0c188c74-8a9d-4d88-9364-0d549502a5b1" providerId="ADAL" clId="{1FF580A5-139D-4D36-B918-4466925990EF}" dt="2024-06-02T08:20:43.886" v="513" actId="207"/>
          <ac:spMkLst>
            <pc:docMk/>
            <pc:sldMk cId="1040155934" sldId="2147476459"/>
            <ac:spMk id="6" creationId="{7759BB0C-F6E8-DB45-4A3D-FFD459537B0E}"/>
          </ac:spMkLst>
        </pc:spChg>
        <pc:spChg chg="mod">
          <ac:chgData name="Kozhikkalathil, Nishi" userId="0c188c74-8a9d-4d88-9364-0d549502a5b1" providerId="ADAL" clId="{1FF580A5-139D-4D36-B918-4466925990EF}" dt="2024-06-02T08:20:59.269" v="517" actId="207"/>
          <ac:spMkLst>
            <pc:docMk/>
            <pc:sldMk cId="1040155934" sldId="2147476459"/>
            <ac:spMk id="7" creationId="{D58EE1D1-8AD8-A80D-22BB-ED6964686E1A}"/>
          </ac:spMkLst>
        </pc:spChg>
        <pc:spChg chg="mod">
          <ac:chgData name="Kozhikkalathil, Nishi" userId="0c188c74-8a9d-4d88-9364-0d549502a5b1" providerId="ADAL" clId="{1FF580A5-139D-4D36-B918-4466925990EF}" dt="2024-06-02T08:19:18.626" v="497" actId="207"/>
          <ac:spMkLst>
            <pc:docMk/>
            <pc:sldMk cId="1040155934" sldId="2147476459"/>
            <ac:spMk id="8" creationId="{EC75587C-C905-7333-6297-C728680E3797}"/>
          </ac:spMkLst>
        </pc:spChg>
        <pc:spChg chg="mod">
          <ac:chgData name="Kozhikkalathil, Nishi" userId="0c188c74-8a9d-4d88-9364-0d549502a5b1" providerId="ADAL" clId="{1FF580A5-139D-4D36-B918-4466925990EF}" dt="2024-06-02T08:20:22.638" v="508" actId="207"/>
          <ac:spMkLst>
            <pc:docMk/>
            <pc:sldMk cId="1040155934" sldId="2147476459"/>
            <ac:spMk id="9" creationId="{D779F1FD-8242-4BF9-A956-8A35D31D25BC}"/>
          </ac:spMkLst>
        </pc:spChg>
        <pc:spChg chg="mod">
          <ac:chgData name="Kozhikkalathil, Nishi" userId="0c188c74-8a9d-4d88-9364-0d549502a5b1" providerId="ADAL" clId="{1FF580A5-139D-4D36-B918-4466925990EF}" dt="2024-06-02T08:20:26.903" v="509" actId="207"/>
          <ac:spMkLst>
            <pc:docMk/>
            <pc:sldMk cId="1040155934" sldId="2147476459"/>
            <ac:spMk id="11" creationId="{D5C0F1F7-E7A6-5FBC-747C-292F4E26EAA6}"/>
          </ac:spMkLst>
        </pc:spChg>
      </pc:sldChg>
      <pc:sldMasterChg chg="del delSldLayout">
        <pc:chgData name="Kozhikkalathil, Nishi" userId="0c188c74-8a9d-4d88-9364-0d549502a5b1" providerId="ADAL" clId="{1FF580A5-139D-4D36-B918-4466925990EF}" dt="2024-06-02T08:05:42.921" v="388" actId="2696"/>
        <pc:sldMasterMkLst>
          <pc:docMk/>
          <pc:sldMasterMk cId="4022737140" sldId="2147483683"/>
        </pc:sldMasterMkLst>
        <pc:sldLayoutChg chg="del">
          <pc:chgData name="Kozhikkalathil, Nishi" userId="0c188c74-8a9d-4d88-9364-0d549502a5b1" providerId="ADAL" clId="{1FF580A5-139D-4D36-B918-4466925990EF}" dt="2024-06-02T08:05:42.858" v="372" actId="2696"/>
          <pc:sldLayoutMkLst>
            <pc:docMk/>
            <pc:sldMasterMk cId="4022737140" sldId="2147483683"/>
            <pc:sldLayoutMk cId="3218432992" sldId="2147483684"/>
          </pc:sldLayoutMkLst>
        </pc:sldLayoutChg>
        <pc:sldLayoutChg chg="del">
          <pc:chgData name="Kozhikkalathil, Nishi" userId="0c188c74-8a9d-4d88-9364-0d549502a5b1" providerId="ADAL" clId="{1FF580A5-139D-4D36-B918-4466925990EF}" dt="2024-06-02T08:05:42.875" v="375" actId="2696"/>
          <pc:sldLayoutMkLst>
            <pc:docMk/>
            <pc:sldMasterMk cId="4022737140" sldId="2147483683"/>
            <pc:sldLayoutMk cId="3196403103" sldId="2147483685"/>
          </pc:sldLayoutMkLst>
        </pc:sldLayoutChg>
        <pc:sldLayoutChg chg="del">
          <pc:chgData name="Kozhikkalathil, Nishi" userId="0c188c74-8a9d-4d88-9364-0d549502a5b1" providerId="ADAL" clId="{1FF580A5-139D-4D36-B918-4466925990EF}" dt="2024-06-02T08:05:42.882" v="377" actId="2696"/>
          <pc:sldLayoutMkLst>
            <pc:docMk/>
            <pc:sldMasterMk cId="4022737140" sldId="2147483683"/>
            <pc:sldLayoutMk cId="3323933263" sldId="2147483686"/>
          </pc:sldLayoutMkLst>
        </pc:sldLayoutChg>
        <pc:sldLayoutChg chg="del">
          <pc:chgData name="Kozhikkalathil, Nishi" userId="0c188c74-8a9d-4d88-9364-0d549502a5b1" providerId="ADAL" clId="{1FF580A5-139D-4D36-B918-4466925990EF}" dt="2024-06-02T08:05:42.886" v="378" actId="2696"/>
          <pc:sldLayoutMkLst>
            <pc:docMk/>
            <pc:sldMasterMk cId="4022737140" sldId="2147483683"/>
            <pc:sldLayoutMk cId="2841686147" sldId="2147483687"/>
          </pc:sldLayoutMkLst>
        </pc:sldLayoutChg>
        <pc:sldLayoutChg chg="del">
          <pc:chgData name="Kozhikkalathil, Nishi" userId="0c188c74-8a9d-4d88-9364-0d549502a5b1" providerId="ADAL" clId="{1FF580A5-139D-4D36-B918-4466925990EF}" dt="2024-06-02T08:05:42.891" v="379" actId="2696"/>
          <pc:sldLayoutMkLst>
            <pc:docMk/>
            <pc:sldMasterMk cId="4022737140" sldId="2147483683"/>
            <pc:sldLayoutMk cId="1865066353" sldId="2147483688"/>
          </pc:sldLayoutMkLst>
        </pc:sldLayoutChg>
        <pc:sldLayoutChg chg="del">
          <pc:chgData name="Kozhikkalathil, Nishi" userId="0c188c74-8a9d-4d88-9364-0d549502a5b1" providerId="ADAL" clId="{1FF580A5-139D-4D36-B918-4466925990EF}" dt="2024-06-02T08:05:42.892" v="380" actId="2696"/>
          <pc:sldLayoutMkLst>
            <pc:docMk/>
            <pc:sldMasterMk cId="4022737140" sldId="2147483683"/>
            <pc:sldLayoutMk cId="3444168571" sldId="2147483689"/>
          </pc:sldLayoutMkLst>
        </pc:sldLayoutChg>
        <pc:sldLayoutChg chg="del">
          <pc:chgData name="Kozhikkalathil, Nishi" userId="0c188c74-8a9d-4d88-9364-0d549502a5b1" providerId="ADAL" clId="{1FF580A5-139D-4D36-B918-4466925990EF}" dt="2024-06-02T08:05:42.899" v="382" actId="2696"/>
          <pc:sldLayoutMkLst>
            <pc:docMk/>
            <pc:sldMasterMk cId="4022737140" sldId="2147483683"/>
            <pc:sldLayoutMk cId="1274488466" sldId="2147483690"/>
          </pc:sldLayoutMkLst>
        </pc:sldLayoutChg>
        <pc:sldLayoutChg chg="del">
          <pc:chgData name="Kozhikkalathil, Nishi" userId="0c188c74-8a9d-4d88-9364-0d549502a5b1" providerId="ADAL" clId="{1FF580A5-139D-4D36-B918-4466925990EF}" dt="2024-06-02T08:05:42.904" v="383" actId="2696"/>
          <pc:sldLayoutMkLst>
            <pc:docMk/>
            <pc:sldMasterMk cId="4022737140" sldId="2147483683"/>
            <pc:sldLayoutMk cId="3384338848" sldId="2147483691"/>
          </pc:sldLayoutMkLst>
        </pc:sldLayoutChg>
        <pc:sldLayoutChg chg="del">
          <pc:chgData name="Kozhikkalathil, Nishi" userId="0c188c74-8a9d-4d88-9364-0d549502a5b1" providerId="ADAL" clId="{1FF580A5-139D-4D36-B918-4466925990EF}" dt="2024-06-02T08:05:42.908" v="384" actId="2696"/>
          <pc:sldLayoutMkLst>
            <pc:docMk/>
            <pc:sldMasterMk cId="4022737140" sldId="2147483683"/>
            <pc:sldLayoutMk cId="672631760" sldId="2147483692"/>
          </pc:sldLayoutMkLst>
        </pc:sldLayoutChg>
        <pc:sldLayoutChg chg="del">
          <pc:chgData name="Kozhikkalathil, Nishi" userId="0c188c74-8a9d-4d88-9364-0d549502a5b1" providerId="ADAL" clId="{1FF580A5-139D-4D36-B918-4466925990EF}" dt="2024-06-02T08:05:42.911" v="385" actId="2696"/>
          <pc:sldLayoutMkLst>
            <pc:docMk/>
            <pc:sldMasterMk cId="4022737140" sldId="2147483683"/>
            <pc:sldLayoutMk cId="3745895267" sldId="2147483693"/>
          </pc:sldLayoutMkLst>
        </pc:sldLayoutChg>
        <pc:sldLayoutChg chg="del">
          <pc:chgData name="Kozhikkalathil, Nishi" userId="0c188c74-8a9d-4d88-9364-0d549502a5b1" providerId="ADAL" clId="{1FF580A5-139D-4D36-B918-4466925990EF}" dt="2024-06-02T08:05:42.914" v="386" actId="2696"/>
          <pc:sldLayoutMkLst>
            <pc:docMk/>
            <pc:sldMasterMk cId="4022737140" sldId="2147483683"/>
            <pc:sldLayoutMk cId="1120666908" sldId="2147483694"/>
          </pc:sldLayoutMkLst>
        </pc:sldLayoutChg>
        <pc:sldLayoutChg chg="del">
          <pc:chgData name="Kozhikkalathil, Nishi" userId="0c188c74-8a9d-4d88-9364-0d549502a5b1" providerId="ADAL" clId="{1FF580A5-139D-4D36-B918-4466925990EF}" dt="2024-06-02T08:05:42.865" v="373" actId="2696"/>
          <pc:sldLayoutMkLst>
            <pc:docMk/>
            <pc:sldMasterMk cId="4022737140" sldId="2147483683"/>
            <pc:sldLayoutMk cId="518110496" sldId="2147483697"/>
          </pc:sldLayoutMkLst>
        </pc:sldLayoutChg>
        <pc:sldLayoutChg chg="del">
          <pc:chgData name="Kozhikkalathil, Nishi" userId="0c188c74-8a9d-4d88-9364-0d549502a5b1" providerId="ADAL" clId="{1FF580A5-139D-4D36-B918-4466925990EF}" dt="2024-06-02T08:05:42.866" v="374" actId="2696"/>
          <pc:sldLayoutMkLst>
            <pc:docMk/>
            <pc:sldMasterMk cId="4022737140" sldId="2147483683"/>
            <pc:sldLayoutMk cId="729040451" sldId="2147483701"/>
          </pc:sldLayoutMkLst>
        </pc:sldLayoutChg>
        <pc:sldLayoutChg chg="del">
          <pc:chgData name="Kozhikkalathil, Nishi" userId="0c188c74-8a9d-4d88-9364-0d549502a5b1" providerId="ADAL" clId="{1FF580A5-139D-4D36-B918-4466925990EF}" dt="2024-06-02T08:05:42.879" v="376" actId="2696"/>
          <pc:sldLayoutMkLst>
            <pc:docMk/>
            <pc:sldMasterMk cId="4022737140" sldId="2147483683"/>
            <pc:sldLayoutMk cId="3514257415" sldId="2147483705"/>
          </pc:sldLayoutMkLst>
        </pc:sldLayoutChg>
        <pc:sldLayoutChg chg="del">
          <pc:chgData name="Kozhikkalathil, Nishi" userId="0c188c74-8a9d-4d88-9364-0d549502a5b1" providerId="ADAL" clId="{1FF580A5-139D-4D36-B918-4466925990EF}" dt="2024-06-02T08:05:42.896" v="381" actId="2696"/>
          <pc:sldLayoutMkLst>
            <pc:docMk/>
            <pc:sldMasterMk cId="4022737140" sldId="2147483683"/>
            <pc:sldLayoutMk cId="804656633" sldId="2147483858"/>
          </pc:sldLayoutMkLst>
        </pc:sldLayoutChg>
        <pc:sldLayoutChg chg="del">
          <pc:chgData name="Kozhikkalathil, Nishi" userId="0c188c74-8a9d-4d88-9364-0d549502a5b1" providerId="ADAL" clId="{1FF580A5-139D-4D36-B918-4466925990EF}" dt="2024-06-02T08:05:42.918" v="387" actId="2696"/>
          <pc:sldLayoutMkLst>
            <pc:docMk/>
            <pc:sldMasterMk cId="4022737140" sldId="2147483683"/>
            <pc:sldLayoutMk cId="1272854471" sldId="2147483879"/>
          </pc:sldLayoutMkLst>
        </pc:sldLayoutChg>
      </pc:sldMasterChg>
      <pc:sldMasterChg chg="delSp del mod delSldLayout modSldLayout">
        <pc:chgData name="Kozhikkalathil, Nishi" userId="0c188c74-8a9d-4d88-9364-0d549502a5b1" providerId="ADAL" clId="{1FF580A5-139D-4D36-B918-4466925990EF}" dt="2024-06-02T08:05:45.488" v="428" actId="2696"/>
        <pc:sldMasterMkLst>
          <pc:docMk/>
          <pc:sldMasterMk cId="2968426397" sldId="2147483709"/>
        </pc:sldMasterMkLst>
        <pc:picChg chg="del">
          <ac:chgData name="Kozhikkalathil, Nishi" userId="0c188c74-8a9d-4d88-9364-0d549502a5b1" providerId="ADAL" clId="{1FF580A5-139D-4D36-B918-4466925990EF}" dt="2024-06-02T08:02:12.563" v="292" actId="478"/>
          <ac:picMkLst>
            <pc:docMk/>
            <pc:sldMasterMk cId="2968426397" sldId="2147483709"/>
            <ac:picMk id="6" creationId="{1D99F6DE-9351-1240-AACA-180705475965}"/>
          </ac:picMkLst>
        </pc:picChg>
        <pc:sldLayoutChg chg="delSp del mod">
          <pc:chgData name="Kozhikkalathil, Nishi" userId="0c188c74-8a9d-4d88-9364-0d549502a5b1" providerId="ADAL" clId="{1FF580A5-139D-4D36-B918-4466925990EF}" dt="2024-06-02T08:05:45.418" v="405" actId="2696"/>
          <pc:sldLayoutMkLst>
            <pc:docMk/>
            <pc:sldMasterMk cId="2968426397" sldId="2147483709"/>
            <pc:sldLayoutMk cId="995267253" sldId="2147483710"/>
          </pc:sldLayoutMkLst>
          <pc:picChg chg="del">
            <ac:chgData name="Kozhikkalathil, Nishi" userId="0c188c74-8a9d-4d88-9364-0d549502a5b1" providerId="ADAL" clId="{1FF580A5-139D-4D36-B918-4466925990EF}" dt="2024-06-02T08:02:16.301" v="293" actId="478"/>
            <ac:picMkLst>
              <pc:docMk/>
              <pc:sldMasterMk cId="2968426397" sldId="2147483709"/>
              <pc:sldLayoutMk cId="995267253" sldId="2147483710"/>
              <ac:picMk id="10" creationId="{3D0E9AAB-FD72-2643-BFC4-B94B291F6BA4}"/>
            </ac:picMkLst>
          </pc:picChg>
        </pc:sldLayoutChg>
        <pc:sldLayoutChg chg="delSp del mod">
          <pc:chgData name="Kozhikkalathil, Nishi" userId="0c188c74-8a9d-4d88-9364-0d549502a5b1" providerId="ADAL" clId="{1FF580A5-139D-4D36-B918-4466925990EF}" dt="2024-06-02T08:05:45.422" v="406" actId="2696"/>
          <pc:sldLayoutMkLst>
            <pc:docMk/>
            <pc:sldMasterMk cId="2968426397" sldId="2147483709"/>
            <pc:sldLayoutMk cId="2737235371" sldId="2147483711"/>
          </pc:sldLayoutMkLst>
          <pc:picChg chg="del">
            <ac:chgData name="Kozhikkalathil, Nishi" userId="0c188c74-8a9d-4d88-9364-0d549502a5b1" providerId="ADAL" clId="{1FF580A5-139D-4D36-B918-4466925990EF}" dt="2024-06-02T08:02:19.350" v="294" actId="478"/>
            <ac:picMkLst>
              <pc:docMk/>
              <pc:sldMasterMk cId="2968426397" sldId="2147483709"/>
              <pc:sldLayoutMk cId="2737235371" sldId="2147483711"/>
              <ac:picMk id="10" creationId="{A3B9622D-F19E-432D-860A-326029CCE79D}"/>
            </ac:picMkLst>
          </pc:picChg>
        </pc:sldLayoutChg>
        <pc:sldLayoutChg chg="delSp del mod">
          <pc:chgData name="Kozhikkalathil, Nishi" userId="0c188c74-8a9d-4d88-9364-0d549502a5b1" providerId="ADAL" clId="{1FF580A5-139D-4D36-B918-4466925990EF}" dt="2024-06-02T08:05:45.426" v="407" actId="2696"/>
          <pc:sldLayoutMkLst>
            <pc:docMk/>
            <pc:sldMasterMk cId="2968426397" sldId="2147483709"/>
            <pc:sldLayoutMk cId="1078919717" sldId="2147483712"/>
          </pc:sldLayoutMkLst>
          <pc:picChg chg="del">
            <ac:chgData name="Kozhikkalathil, Nishi" userId="0c188c74-8a9d-4d88-9364-0d549502a5b1" providerId="ADAL" clId="{1FF580A5-139D-4D36-B918-4466925990EF}" dt="2024-06-02T08:02:22.465" v="295" actId="478"/>
            <ac:picMkLst>
              <pc:docMk/>
              <pc:sldMasterMk cId="2968426397" sldId="2147483709"/>
              <pc:sldLayoutMk cId="1078919717" sldId="2147483712"/>
              <ac:picMk id="12" creationId="{76C8B3A7-6D79-4B41-84C1-E8DAF3E537D1}"/>
            </ac:picMkLst>
          </pc:picChg>
        </pc:sldLayoutChg>
        <pc:sldLayoutChg chg="del">
          <pc:chgData name="Kozhikkalathil, Nishi" userId="0c188c74-8a9d-4d88-9364-0d549502a5b1" providerId="ADAL" clId="{1FF580A5-139D-4D36-B918-4466925990EF}" dt="2024-06-02T08:05:45.444" v="411" actId="2696"/>
          <pc:sldLayoutMkLst>
            <pc:docMk/>
            <pc:sldMasterMk cId="2968426397" sldId="2147483709"/>
            <pc:sldLayoutMk cId="267527818" sldId="2147483713"/>
          </pc:sldLayoutMkLst>
        </pc:sldLayoutChg>
        <pc:sldLayoutChg chg="del">
          <pc:chgData name="Kozhikkalathil, Nishi" userId="0c188c74-8a9d-4d88-9364-0d549502a5b1" providerId="ADAL" clId="{1FF580A5-139D-4D36-B918-4466925990EF}" dt="2024-06-02T08:05:45.450" v="412" actId="2696"/>
          <pc:sldLayoutMkLst>
            <pc:docMk/>
            <pc:sldMasterMk cId="2968426397" sldId="2147483709"/>
            <pc:sldLayoutMk cId="655591651" sldId="2147483714"/>
          </pc:sldLayoutMkLst>
        </pc:sldLayoutChg>
        <pc:sldLayoutChg chg="del">
          <pc:chgData name="Kozhikkalathil, Nishi" userId="0c188c74-8a9d-4d88-9364-0d549502a5b1" providerId="ADAL" clId="{1FF580A5-139D-4D36-B918-4466925990EF}" dt="2024-06-02T08:05:45.453" v="413" actId="2696"/>
          <pc:sldLayoutMkLst>
            <pc:docMk/>
            <pc:sldMasterMk cId="2968426397" sldId="2147483709"/>
            <pc:sldLayoutMk cId="1998137099" sldId="2147483715"/>
          </pc:sldLayoutMkLst>
        </pc:sldLayoutChg>
        <pc:sldLayoutChg chg="del">
          <pc:chgData name="Kozhikkalathil, Nishi" userId="0c188c74-8a9d-4d88-9364-0d549502a5b1" providerId="ADAL" clId="{1FF580A5-139D-4D36-B918-4466925990EF}" dt="2024-06-02T08:05:45.454" v="414" actId="2696"/>
          <pc:sldLayoutMkLst>
            <pc:docMk/>
            <pc:sldMasterMk cId="2968426397" sldId="2147483709"/>
            <pc:sldLayoutMk cId="117225306" sldId="2147483716"/>
          </pc:sldLayoutMkLst>
        </pc:sldLayoutChg>
        <pc:sldLayoutChg chg="del">
          <pc:chgData name="Kozhikkalathil, Nishi" userId="0c188c74-8a9d-4d88-9364-0d549502a5b1" providerId="ADAL" clId="{1FF580A5-139D-4D36-B918-4466925990EF}" dt="2024-06-02T08:05:45.459" v="415" actId="2696"/>
          <pc:sldLayoutMkLst>
            <pc:docMk/>
            <pc:sldMasterMk cId="2968426397" sldId="2147483709"/>
            <pc:sldLayoutMk cId="4149760717" sldId="2147483717"/>
          </pc:sldLayoutMkLst>
        </pc:sldLayoutChg>
        <pc:sldLayoutChg chg="del">
          <pc:chgData name="Kozhikkalathil, Nishi" userId="0c188c74-8a9d-4d88-9364-0d549502a5b1" providerId="ADAL" clId="{1FF580A5-139D-4D36-B918-4466925990EF}" dt="2024-06-02T08:05:45.459" v="416" actId="2696"/>
          <pc:sldLayoutMkLst>
            <pc:docMk/>
            <pc:sldMasterMk cId="2968426397" sldId="2147483709"/>
            <pc:sldLayoutMk cId="850588577" sldId="2147483718"/>
          </pc:sldLayoutMkLst>
        </pc:sldLayoutChg>
        <pc:sldLayoutChg chg="del">
          <pc:chgData name="Kozhikkalathil, Nishi" userId="0c188c74-8a9d-4d88-9364-0d549502a5b1" providerId="ADAL" clId="{1FF580A5-139D-4D36-B918-4466925990EF}" dt="2024-06-02T08:05:45.463" v="417" actId="2696"/>
          <pc:sldLayoutMkLst>
            <pc:docMk/>
            <pc:sldMasterMk cId="2968426397" sldId="2147483709"/>
            <pc:sldLayoutMk cId="3951072430" sldId="2147483719"/>
          </pc:sldLayoutMkLst>
        </pc:sldLayoutChg>
        <pc:sldLayoutChg chg="del">
          <pc:chgData name="Kozhikkalathil, Nishi" userId="0c188c74-8a9d-4d88-9364-0d549502a5b1" providerId="ADAL" clId="{1FF580A5-139D-4D36-B918-4466925990EF}" dt="2024-06-02T08:05:45.469" v="419" actId="2696"/>
          <pc:sldLayoutMkLst>
            <pc:docMk/>
            <pc:sldMasterMk cId="2968426397" sldId="2147483709"/>
            <pc:sldLayoutMk cId="2235123959" sldId="2147483720"/>
          </pc:sldLayoutMkLst>
        </pc:sldLayoutChg>
        <pc:sldLayoutChg chg="del">
          <pc:chgData name="Kozhikkalathil, Nishi" userId="0c188c74-8a9d-4d88-9364-0d549502a5b1" providerId="ADAL" clId="{1FF580A5-139D-4D36-B918-4466925990EF}" dt="2024-06-02T08:05:45.471" v="420" actId="2696"/>
          <pc:sldLayoutMkLst>
            <pc:docMk/>
            <pc:sldMasterMk cId="2968426397" sldId="2147483709"/>
            <pc:sldLayoutMk cId="3619339810" sldId="2147483721"/>
          </pc:sldLayoutMkLst>
        </pc:sldLayoutChg>
        <pc:sldLayoutChg chg="del">
          <pc:chgData name="Kozhikkalathil, Nishi" userId="0c188c74-8a9d-4d88-9364-0d549502a5b1" providerId="ADAL" clId="{1FF580A5-139D-4D36-B918-4466925990EF}" dt="2024-06-02T08:05:45.473" v="421" actId="2696"/>
          <pc:sldLayoutMkLst>
            <pc:docMk/>
            <pc:sldMasterMk cId="2968426397" sldId="2147483709"/>
            <pc:sldLayoutMk cId="3853952526" sldId="2147483722"/>
          </pc:sldLayoutMkLst>
        </pc:sldLayoutChg>
        <pc:sldLayoutChg chg="del">
          <pc:chgData name="Kozhikkalathil, Nishi" userId="0c188c74-8a9d-4d88-9364-0d549502a5b1" providerId="ADAL" clId="{1FF580A5-139D-4D36-B918-4466925990EF}" dt="2024-06-02T08:05:45.475" v="422" actId="2696"/>
          <pc:sldLayoutMkLst>
            <pc:docMk/>
            <pc:sldMasterMk cId="2968426397" sldId="2147483709"/>
            <pc:sldLayoutMk cId="2294395556" sldId="2147483723"/>
          </pc:sldLayoutMkLst>
        </pc:sldLayoutChg>
        <pc:sldLayoutChg chg="del">
          <pc:chgData name="Kozhikkalathil, Nishi" userId="0c188c74-8a9d-4d88-9364-0d549502a5b1" providerId="ADAL" clId="{1FF580A5-139D-4D36-B918-4466925990EF}" dt="2024-06-02T08:05:45.478" v="423" actId="2696"/>
          <pc:sldLayoutMkLst>
            <pc:docMk/>
            <pc:sldMasterMk cId="2968426397" sldId="2147483709"/>
            <pc:sldLayoutMk cId="377538541" sldId="2147483724"/>
          </pc:sldLayoutMkLst>
        </pc:sldLayoutChg>
        <pc:sldLayoutChg chg="del">
          <pc:chgData name="Kozhikkalathil, Nishi" userId="0c188c74-8a9d-4d88-9364-0d549502a5b1" providerId="ADAL" clId="{1FF580A5-139D-4D36-B918-4466925990EF}" dt="2024-06-02T08:05:45.480" v="424" actId="2696"/>
          <pc:sldLayoutMkLst>
            <pc:docMk/>
            <pc:sldMasterMk cId="2968426397" sldId="2147483709"/>
            <pc:sldLayoutMk cId="1379175954" sldId="2147483725"/>
          </pc:sldLayoutMkLst>
        </pc:sldLayoutChg>
        <pc:sldLayoutChg chg="del">
          <pc:chgData name="Kozhikkalathil, Nishi" userId="0c188c74-8a9d-4d88-9364-0d549502a5b1" providerId="ADAL" clId="{1FF580A5-139D-4D36-B918-4466925990EF}" dt="2024-06-02T08:05:45.482" v="425" actId="2696"/>
          <pc:sldLayoutMkLst>
            <pc:docMk/>
            <pc:sldMasterMk cId="2968426397" sldId="2147483709"/>
            <pc:sldLayoutMk cId="81180501" sldId="2147483726"/>
          </pc:sldLayoutMkLst>
        </pc:sldLayoutChg>
        <pc:sldLayoutChg chg="del">
          <pc:chgData name="Kozhikkalathil, Nishi" userId="0c188c74-8a9d-4d88-9364-0d549502a5b1" providerId="ADAL" clId="{1FF580A5-139D-4D36-B918-4466925990EF}" dt="2024-06-02T08:05:45.485" v="426" actId="2696"/>
          <pc:sldLayoutMkLst>
            <pc:docMk/>
            <pc:sldMasterMk cId="2968426397" sldId="2147483709"/>
            <pc:sldLayoutMk cId="2468652318" sldId="2147483727"/>
          </pc:sldLayoutMkLst>
        </pc:sldLayoutChg>
        <pc:sldLayoutChg chg="del">
          <pc:chgData name="Kozhikkalathil, Nishi" userId="0c188c74-8a9d-4d88-9364-0d549502a5b1" providerId="ADAL" clId="{1FF580A5-139D-4D36-B918-4466925990EF}" dt="2024-06-02T08:05:45.487" v="427" actId="2696"/>
          <pc:sldLayoutMkLst>
            <pc:docMk/>
            <pc:sldMasterMk cId="2968426397" sldId="2147483709"/>
            <pc:sldLayoutMk cId="3104115395" sldId="2147483728"/>
          </pc:sldLayoutMkLst>
        </pc:sldLayoutChg>
        <pc:sldLayoutChg chg="delSp del mod">
          <pc:chgData name="Kozhikkalathil, Nishi" userId="0c188c74-8a9d-4d88-9364-0d549502a5b1" providerId="ADAL" clId="{1FF580A5-139D-4D36-B918-4466925990EF}" dt="2024-06-02T08:05:45.431" v="408" actId="2696"/>
          <pc:sldLayoutMkLst>
            <pc:docMk/>
            <pc:sldMasterMk cId="2968426397" sldId="2147483709"/>
            <pc:sldLayoutMk cId="4071210774" sldId="2147483868"/>
          </pc:sldLayoutMkLst>
          <pc:picChg chg="del">
            <ac:chgData name="Kozhikkalathil, Nishi" userId="0c188c74-8a9d-4d88-9364-0d549502a5b1" providerId="ADAL" clId="{1FF580A5-139D-4D36-B918-4466925990EF}" dt="2024-06-02T08:02:25.911" v="296" actId="478"/>
            <ac:picMkLst>
              <pc:docMk/>
              <pc:sldMasterMk cId="2968426397" sldId="2147483709"/>
              <pc:sldLayoutMk cId="4071210774" sldId="2147483868"/>
              <ac:picMk id="12" creationId="{76C8B3A7-6D79-4B41-84C1-E8DAF3E537D1}"/>
            </ac:picMkLst>
          </pc:picChg>
        </pc:sldLayoutChg>
        <pc:sldLayoutChg chg="delSp del mod">
          <pc:chgData name="Kozhikkalathil, Nishi" userId="0c188c74-8a9d-4d88-9364-0d549502a5b1" providerId="ADAL" clId="{1FF580A5-139D-4D36-B918-4466925990EF}" dt="2024-06-02T08:05:45.441" v="410" actId="2696"/>
          <pc:sldLayoutMkLst>
            <pc:docMk/>
            <pc:sldMasterMk cId="2968426397" sldId="2147483709"/>
            <pc:sldLayoutMk cId="345343017" sldId="2147483869"/>
          </pc:sldLayoutMkLst>
          <pc:picChg chg="del">
            <ac:chgData name="Kozhikkalathil, Nishi" userId="0c188c74-8a9d-4d88-9364-0d549502a5b1" providerId="ADAL" clId="{1FF580A5-139D-4D36-B918-4466925990EF}" dt="2024-06-02T08:02:32.517" v="298" actId="478"/>
            <ac:picMkLst>
              <pc:docMk/>
              <pc:sldMasterMk cId="2968426397" sldId="2147483709"/>
              <pc:sldLayoutMk cId="345343017" sldId="2147483869"/>
              <ac:picMk id="12" creationId="{76C8B3A7-6D79-4B41-84C1-E8DAF3E537D1}"/>
            </ac:picMkLst>
          </pc:picChg>
        </pc:sldLayoutChg>
        <pc:sldLayoutChg chg="delSp del mod">
          <pc:chgData name="Kozhikkalathil, Nishi" userId="0c188c74-8a9d-4d88-9364-0d549502a5b1" providerId="ADAL" clId="{1FF580A5-139D-4D36-B918-4466925990EF}" dt="2024-06-02T08:05:45.437" v="409" actId="2696"/>
          <pc:sldLayoutMkLst>
            <pc:docMk/>
            <pc:sldMasterMk cId="2968426397" sldId="2147483709"/>
            <pc:sldLayoutMk cId="250784183" sldId="2147483870"/>
          </pc:sldLayoutMkLst>
          <pc:picChg chg="del">
            <ac:chgData name="Kozhikkalathil, Nishi" userId="0c188c74-8a9d-4d88-9364-0d549502a5b1" providerId="ADAL" clId="{1FF580A5-139D-4D36-B918-4466925990EF}" dt="2024-06-02T08:02:29.590" v="297" actId="478"/>
            <ac:picMkLst>
              <pc:docMk/>
              <pc:sldMasterMk cId="2968426397" sldId="2147483709"/>
              <pc:sldLayoutMk cId="250784183" sldId="2147483870"/>
              <ac:picMk id="12" creationId="{76C8B3A7-6D79-4B41-84C1-E8DAF3E537D1}"/>
            </ac:picMkLst>
          </pc:picChg>
        </pc:sldLayoutChg>
        <pc:sldLayoutChg chg="del">
          <pc:chgData name="Kozhikkalathil, Nishi" userId="0c188c74-8a9d-4d88-9364-0d549502a5b1" providerId="ADAL" clId="{1FF580A5-139D-4D36-B918-4466925990EF}" dt="2024-06-02T08:05:45.467" v="418" actId="2696"/>
          <pc:sldLayoutMkLst>
            <pc:docMk/>
            <pc:sldMasterMk cId="2968426397" sldId="2147483709"/>
            <pc:sldLayoutMk cId="2615437075" sldId="2147483871"/>
          </pc:sldLayoutMkLst>
        </pc:sldLayoutChg>
      </pc:sldMasterChg>
      <pc:sldMasterChg chg="delSp del mod delSldLayout modSldLayout">
        <pc:chgData name="Kozhikkalathil, Nishi" userId="0c188c74-8a9d-4d88-9364-0d549502a5b1" providerId="ADAL" clId="{1FF580A5-139D-4D36-B918-4466925990EF}" dt="2024-06-02T08:05:46.754" v="444" actId="2696"/>
        <pc:sldMasterMkLst>
          <pc:docMk/>
          <pc:sldMasterMk cId="2343220655" sldId="2147483729"/>
        </pc:sldMasterMkLst>
        <pc:picChg chg="del">
          <ac:chgData name="Kozhikkalathil, Nishi" userId="0c188c74-8a9d-4d88-9364-0d549502a5b1" providerId="ADAL" clId="{1FF580A5-139D-4D36-B918-4466925990EF}" dt="2024-06-02T08:01:27.980" v="287" actId="478"/>
          <ac:picMkLst>
            <pc:docMk/>
            <pc:sldMasterMk cId="2343220655" sldId="2147483729"/>
            <ac:picMk id="10" creationId="{5D46349F-4F50-4446-8BA9-4263776EBB91}"/>
          </ac:picMkLst>
        </pc:picChg>
        <pc:sldLayoutChg chg="delSp del mod">
          <pc:chgData name="Kozhikkalathil, Nishi" userId="0c188c74-8a9d-4d88-9364-0d549502a5b1" providerId="ADAL" clId="{1FF580A5-139D-4D36-B918-4466925990EF}" dt="2024-06-02T08:05:46.711" v="429" actId="2696"/>
          <pc:sldLayoutMkLst>
            <pc:docMk/>
            <pc:sldMasterMk cId="2343220655" sldId="2147483729"/>
            <pc:sldLayoutMk cId="879548229" sldId="2147483730"/>
          </pc:sldLayoutMkLst>
          <pc:picChg chg="del">
            <ac:chgData name="Kozhikkalathil, Nishi" userId="0c188c74-8a9d-4d88-9364-0d549502a5b1" providerId="ADAL" clId="{1FF580A5-139D-4D36-B918-4466925990EF}" dt="2024-06-02T08:01:32.023" v="288" actId="478"/>
            <ac:picMkLst>
              <pc:docMk/>
              <pc:sldMasterMk cId="2343220655" sldId="2147483729"/>
              <pc:sldLayoutMk cId="879548229" sldId="2147483730"/>
              <ac:picMk id="8" creationId="{C9FD9A8B-B204-4EC3-9CD2-BA2AD366ED5B}"/>
            </ac:picMkLst>
          </pc:picChg>
        </pc:sldLayoutChg>
        <pc:sldLayoutChg chg="delSp del mod">
          <pc:chgData name="Kozhikkalathil, Nishi" userId="0c188c74-8a9d-4d88-9364-0d549502a5b1" providerId="ADAL" clId="{1FF580A5-139D-4D36-B918-4466925990EF}" dt="2024-06-02T08:05:46.716" v="430" actId="2696"/>
          <pc:sldLayoutMkLst>
            <pc:docMk/>
            <pc:sldMasterMk cId="2343220655" sldId="2147483729"/>
            <pc:sldLayoutMk cId="1792808586" sldId="2147483731"/>
          </pc:sldLayoutMkLst>
          <pc:picChg chg="del">
            <ac:chgData name="Kozhikkalathil, Nishi" userId="0c188c74-8a9d-4d88-9364-0d549502a5b1" providerId="ADAL" clId="{1FF580A5-139D-4D36-B918-4466925990EF}" dt="2024-06-02T08:01:36.279" v="289" actId="478"/>
            <ac:picMkLst>
              <pc:docMk/>
              <pc:sldMasterMk cId="2343220655" sldId="2147483729"/>
              <pc:sldLayoutMk cId="1792808586" sldId="2147483731"/>
              <ac:picMk id="10" creationId="{506C1F87-268D-4E82-9F10-8C710E20EE9D}"/>
            </ac:picMkLst>
          </pc:picChg>
        </pc:sldLayoutChg>
        <pc:sldLayoutChg chg="del">
          <pc:chgData name="Kozhikkalathil, Nishi" userId="0c188c74-8a9d-4d88-9364-0d549502a5b1" providerId="ADAL" clId="{1FF580A5-139D-4D36-B918-4466925990EF}" dt="2024-06-02T08:05:46.718" v="431" actId="2696"/>
          <pc:sldLayoutMkLst>
            <pc:docMk/>
            <pc:sldMasterMk cId="2343220655" sldId="2147483729"/>
            <pc:sldLayoutMk cId="4170341308" sldId="2147483732"/>
          </pc:sldLayoutMkLst>
        </pc:sldLayoutChg>
        <pc:sldLayoutChg chg="del">
          <pc:chgData name="Kozhikkalathil, Nishi" userId="0c188c74-8a9d-4d88-9364-0d549502a5b1" providerId="ADAL" clId="{1FF580A5-139D-4D36-B918-4466925990EF}" dt="2024-06-02T08:05:46.724" v="432" actId="2696"/>
          <pc:sldLayoutMkLst>
            <pc:docMk/>
            <pc:sldMasterMk cId="2343220655" sldId="2147483729"/>
            <pc:sldLayoutMk cId="1135857608" sldId="2147483733"/>
          </pc:sldLayoutMkLst>
        </pc:sldLayoutChg>
        <pc:sldLayoutChg chg="del">
          <pc:chgData name="Kozhikkalathil, Nishi" userId="0c188c74-8a9d-4d88-9364-0d549502a5b1" providerId="ADAL" clId="{1FF580A5-139D-4D36-B918-4466925990EF}" dt="2024-06-02T08:05:46.725" v="433" actId="2696"/>
          <pc:sldLayoutMkLst>
            <pc:docMk/>
            <pc:sldMasterMk cId="2343220655" sldId="2147483729"/>
            <pc:sldLayoutMk cId="1747962759" sldId="2147483734"/>
          </pc:sldLayoutMkLst>
        </pc:sldLayoutChg>
        <pc:sldLayoutChg chg="del">
          <pc:chgData name="Kozhikkalathil, Nishi" userId="0c188c74-8a9d-4d88-9364-0d549502a5b1" providerId="ADAL" clId="{1FF580A5-139D-4D36-B918-4466925990EF}" dt="2024-06-02T08:05:46.730" v="434" actId="2696"/>
          <pc:sldLayoutMkLst>
            <pc:docMk/>
            <pc:sldMasterMk cId="2343220655" sldId="2147483729"/>
            <pc:sldLayoutMk cId="2006312949" sldId="2147483735"/>
          </pc:sldLayoutMkLst>
        </pc:sldLayoutChg>
        <pc:sldLayoutChg chg="del">
          <pc:chgData name="Kozhikkalathil, Nishi" userId="0c188c74-8a9d-4d88-9364-0d549502a5b1" providerId="ADAL" clId="{1FF580A5-139D-4D36-B918-4466925990EF}" dt="2024-06-02T08:05:46.733" v="435" actId="2696"/>
          <pc:sldLayoutMkLst>
            <pc:docMk/>
            <pc:sldMasterMk cId="2343220655" sldId="2147483729"/>
            <pc:sldLayoutMk cId="3723046482" sldId="2147483736"/>
          </pc:sldLayoutMkLst>
        </pc:sldLayoutChg>
        <pc:sldLayoutChg chg="del">
          <pc:chgData name="Kozhikkalathil, Nishi" userId="0c188c74-8a9d-4d88-9364-0d549502a5b1" providerId="ADAL" clId="{1FF580A5-139D-4D36-B918-4466925990EF}" dt="2024-06-02T08:05:46.735" v="436" actId="2696"/>
          <pc:sldLayoutMkLst>
            <pc:docMk/>
            <pc:sldMasterMk cId="2343220655" sldId="2147483729"/>
            <pc:sldLayoutMk cId="400104707" sldId="2147483737"/>
          </pc:sldLayoutMkLst>
        </pc:sldLayoutChg>
        <pc:sldLayoutChg chg="del">
          <pc:chgData name="Kozhikkalathil, Nishi" userId="0c188c74-8a9d-4d88-9364-0d549502a5b1" providerId="ADAL" clId="{1FF580A5-139D-4D36-B918-4466925990EF}" dt="2024-06-02T08:05:46.738" v="437" actId="2696"/>
          <pc:sldLayoutMkLst>
            <pc:docMk/>
            <pc:sldMasterMk cId="2343220655" sldId="2147483729"/>
            <pc:sldLayoutMk cId="3110224283" sldId="2147483738"/>
          </pc:sldLayoutMkLst>
        </pc:sldLayoutChg>
        <pc:sldLayoutChg chg="del">
          <pc:chgData name="Kozhikkalathil, Nishi" userId="0c188c74-8a9d-4d88-9364-0d549502a5b1" providerId="ADAL" clId="{1FF580A5-139D-4D36-B918-4466925990EF}" dt="2024-06-02T08:05:46.740" v="438" actId="2696"/>
          <pc:sldLayoutMkLst>
            <pc:docMk/>
            <pc:sldMasterMk cId="2343220655" sldId="2147483729"/>
            <pc:sldLayoutMk cId="3050401368" sldId="2147483739"/>
          </pc:sldLayoutMkLst>
        </pc:sldLayoutChg>
        <pc:sldLayoutChg chg="del">
          <pc:chgData name="Kozhikkalathil, Nishi" userId="0c188c74-8a9d-4d88-9364-0d549502a5b1" providerId="ADAL" clId="{1FF580A5-139D-4D36-B918-4466925990EF}" dt="2024-06-02T08:05:46.743" v="439" actId="2696"/>
          <pc:sldLayoutMkLst>
            <pc:docMk/>
            <pc:sldMasterMk cId="2343220655" sldId="2147483729"/>
            <pc:sldLayoutMk cId="645384941" sldId="2147483740"/>
          </pc:sldLayoutMkLst>
        </pc:sldLayoutChg>
        <pc:sldLayoutChg chg="del">
          <pc:chgData name="Kozhikkalathil, Nishi" userId="0c188c74-8a9d-4d88-9364-0d549502a5b1" providerId="ADAL" clId="{1FF580A5-139D-4D36-B918-4466925990EF}" dt="2024-06-02T08:05:46.745" v="440" actId="2696"/>
          <pc:sldLayoutMkLst>
            <pc:docMk/>
            <pc:sldMasterMk cId="2343220655" sldId="2147483729"/>
            <pc:sldLayoutMk cId="150606576" sldId="2147483741"/>
          </pc:sldLayoutMkLst>
        </pc:sldLayoutChg>
        <pc:sldLayoutChg chg="del">
          <pc:chgData name="Kozhikkalathil, Nishi" userId="0c188c74-8a9d-4d88-9364-0d549502a5b1" providerId="ADAL" clId="{1FF580A5-139D-4D36-B918-4466925990EF}" dt="2024-06-02T08:05:46.747" v="441" actId="2696"/>
          <pc:sldLayoutMkLst>
            <pc:docMk/>
            <pc:sldMasterMk cId="2343220655" sldId="2147483729"/>
            <pc:sldLayoutMk cId="422721213" sldId="2147483742"/>
          </pc:sldLayoutMkLst>
        </pc:sldLayoutChg>
        <pc:sldLayoutChg chg="delSp del mod">
          <pc:chgData name="Kozhikkalathil, Nishi" userId="0c188c74-8a9d-4d88-9364-0d549502a5b1" providerId="ADAL" clId="{1FF580A5-139D-4D36-B918-4466925990EF}" dt="2024-06-02T08:05:46.749" v="442" actId="2696"/>
          <pc:sldLayoutMkLst>
            <pc:docMk/>
            <pc:sldMasterMk cId="2343220655" sldId="2147483729"/>
            <pc:sldLayoutMk cId="2321465319" sldId="2147483743"/>
          </pc:sldLayoutMkLst>
          <pc:picChg chg="del">
            <ac:chgData name="Kozhikkalathil, Nishi" userId="0c188c74-8a9d-4d88-9364-0d549502a5b1" providerId="ADAL" clId="{1FF580A5-139D-4D36-B918-4466925990EF}" dt="2024-06-02T08:01:44.628" v="290" actId="478"/>
            <ac:picMkLst>
              <pc:docMk/>
              <pc:sldMasterMk cId="2343220655" sldId="2147483729"/>
              <pc:sldLayoutMk cId="2321465319" sldId="2147483743"/>
              <ac:picMk id="7" creationId="{B6B0BF06-28AD-4AE0-B95F-477AF982B2BE}"/>
            </ac:picMkLst>
          </pc:picChg>
        </pc:sldLayoutChg>
        <pc:sldLayoutChg chg="delSp del mod">
          <pc:chgData name="Kozhikkalathil, Nishi" userId="0c188c74-8a9d-4d88-9364-0d549502a5b1" providerId="ADAL" clId="{1FF580A5-139D-4D36-B918-4466925990EF}" dt="2024-06-02T08:05:46.751" v="443" actId="2696"/>
          <pc:sldLayoutMkLst>
            <pc:docMk/>
            <pc:sldMasterMk cId="2343220655" sldId="2147483729"/>
            <pc:sldLayoutMk cId="3214813659" sldId="2147483744"/>
          </pc:sldLayoutMkLst>
          <pc:picChg chg="del">
            <ac:chgData name="Kozhikkalathil, Nishi" userId="0c188c74-8a9d-4d88-9364-0d549502a5b1" providerId="ADAL" clId="{1FF580A5-139D-4D36-B918-4466925990EF}" dt="2024-06-02T08:01:48.924" v="291" actId="478"/>
            <ac:picMkLst>
              <pc:docMk/>
              <pc:sldMasterMk cId="2343220655" sldId="2147483729"/>
              <pc:sldLayoutMk cId="3214813659" sldId="2147483744"/>
              <ac:picMk id="5" creationId="{A0D40E9F-1680-46D9-A966-C00787EC8DC9}"/>
            </ac:picMkLst>
          </pc:picChg>
        </pc:sldLayoutChg>
      </pc:sldMasterChg>
      <pc:sldMasterChg chg="del delSldLayout">
        <pc:chgData name="Kozhikkalathil, Nishi" userId="0c188c74-8a9d-4d88-9364-0d549502a5b1" providerId="ADAL" clId="{1FF580A5-139D-4D36-B918-4466925990EF}" dt="2024-06-02T08:05:27.208" v="335" actId="2696"/>
        <pc:sldMasterMkLst>
          <pc:docMk/>
          <pc:sldMasterMk cId="551333402" sldId="2147483745"/>
        </pc:sldMasterMkLst>
        <pc:sldLayoutChg chg="del">
          <pc:chgData name="Kozhikkalathil, Nishi" userId="0c188c74-8a9d-4d88-9364-0d549502a5b1" providerId="ADAL" clId="{1FF580A5-139D-4D36-B918-4466925990EF}" dt="2024-06-02T08:05:27.112" v="316" actId="2696"/>
          <pc:sldLayoutMkLst>
            <pc:docMk/>
            <pc:sldMasterMk cId="551333402" sldId="2147483745"/>
            <pc:sldLayoutMk cId="506322686" sldId="2147483746"/>
          </pc:sldLayoutMkLst>
        </pc:sldLayoutChg>
        <pc:sldLayoutChg chg="del">
          <pc:chgData name="Kozhikkalathil, Nishi" userId="0c188c74-8a9d-4d88-9364-0d549502a5b1" providerId="ADAL" clId="{1FF580A5-139D-4D36-B918-4466925990EF}" dt="2024-06-02T08:05:27.121" v="317" actId="2696"/>
          <pc:sldLayoutMkLst>
            <pc:docMk/>
            <pc:sldMasterMk cId="551333402" sldId="2147483745"/>
            <pc:sldLayoutMk cId="2621014604" sldId="2147483747"/>
          </pc:sldLayoutMkLst>
        </pc:sldLayoutChg>
        <pc:sldLayoutChg chg="del">
          <pc:chgData name="Kozhikkalathil, Nishi" userId="0c188c74-8a9d-4d88-9364-0d549502a5b1" providerId="ADAL" clId="{1FF580A5-139D-4D36-B918-4466925990EF}" dt="2024-06-02T08:05:27.124" v="318" actId="2696"/>
          <pc:sldLayoutMkLst>
            <pc:docMk/>
            <pc:sldMasterMk cId="551333402" sldId="2147483745"/>
            <pc:sldLayoutMk cId="613270849" sldId="2147483748"/>
          </pc:sldLayoutMkLst>
        </pc:sldLayoutChg>
        <pc:sldLayoutChg chg="del">
          <pc:chgData name="Kozhikkalathil, Nishi" userId="0c188c74-8a9d-4d88-9364-0d549502a5b1" providerId="ADAL" clId="{1FF580A5-139D-4D36-B918-4466925990EF}" dt="2024-06-02T08:05:27.133" v="319" actId="2696"/>
          <pc:sldLayoutMkLst>
            <pc:docMk/>
            <pc:sldMasterMk cId="551333402" sldId="2147483745"/>
            <pc:sldLayoutMk cId="806908386" sldId="2147483749"/>
          </pc:sldLayoutMkLst>
        </pc:sldLayoutChg>
        <pc:sldLayoutChg chg="del">
          <pc:chgData name="Kozhikkalathil, Nishi" userId="0c188c74-8a9d-4d88-9364-0d549502a5b1" providerId="ADAL" clId="{1FF580A5-139D-4D36-B918-4466925990EF}" dt="2024-06-02T08:05:27.134" v="320" actId="2696"/>
          <pc:sldLayoutMkLst>
            <pc:docMk/>
            <pc:sldMasterMk cId="551333402" sldId="2147483745"/>
            <pc:sldLayoutMk cId="911532329" sldId="2147483750"/>
          </pc:sldLayoutMkLst>
        </pc:sldLayoutChg>
        <pc:sldLayoutChg chg="del">
          <pc:chgData name="Kozhikkalathil, Nishi" userId="0c188c74-8a9d-4d88-9364-0d549502a5b1" providerId="ADAL" clId="{1FF580A5-139D-4D36-B918-4466925990EF}" dt="2024-06-02T08:05:27.140" v="321" actId="2696"/>
          <pc:sldLayoutMkLst>
            <pc:docMk/>
            <pc:sldMasterMk cId="551333402" sldId="2147483745"/>
            <pc:sldLayoutMk cId="993266531" sldId="2147483751"/>
          </pc:sldLayoutMkLst>
        </pc:sldLayoutChg>
        <pc:sldLayoutChg chg="del">
          <pc:chgData name="Kozhikkalathil, Nishi" userId="0c188c74-8a9d-4d88-9364-0d549502a5b1" providerId="ADAL" clId="{1FF580A5-139D-4D36-B918-4466925990EF}" dt="2024-06-02T08:05:27.146" v="322" actId="2696"/>
          <pc:sldLayoutMkLst>
            <pc:docMk/>
            <pc:sldMasterMk cId="551333402" sldId="2147483745"/>
            <pc:sldLayoutMk cId="1401180138" sldId="2147483752"/>
          </pc:sldLayoutMkLst>
        </pc:sldLayoutChg>
        <pc:sldLayoutChg chg="del">
          <pc:chgData name="Kozhikkalathil, Nishi" userId="0c188c74-8a9d-4d88-9364-0d549502a5b1" providerId="ADAL" clId="{1FF580A5-139D-4D36-B918-4466925990EF}" dt="2024-06-02T08:05:27.156" v="323" actId="2696"/>
          <pc:sldLayoutMkLst>
            <pc:docMk/>
            <pc:sldMasterMk cId="551333402" sldId="2147483745"/>
            <pc:sldLayoutMk cId="3897395912" sldId="2147483753"/>
          </pc:sldLayoutMkLst>
        </pc:sldLayoutChg>
        <pc:sldLayoutChg chg="del">
          <pc:chgData name="Kozhikkalathil, Nishi" userId="0c188c74-8a9d-4d88-9364-0d549502a5b1" providerId="ADAL" clId="{1FF580A5-139D-4D36-B918-4466925990EF}" dt="2024-06-02T08:05:27.159" v="324" actId="2696"/>
          <pc:sldLayoutMkLst>
            <pc:docMk/>
            <pc:sldMasterMk cId="551333402" sldId="2147483745"/>
            <pc:sldLayoutMk cId="4055482718" sldId="2147483754"/>
          </pc:sldLayoutMkLst>
        </pc:sldLayoutChg>
        <pc:sldLayoutChg chg="del">
          <pc:chgData name="Kozhikkalathil, Nishi" userId="0c188c74-8a9d-4d88-9364-0d549502a5b1" providerId="ADAL" clId="{1FF580A5-139D-4D36-B918-4466925990EF}" dt="2024-06-02T08:05:27.165" v="325" actId="2696"/>
          <pc:sldLayoutMkLst>
            <pc:docMk/>
            <pc:sldMasterMk cId="551333402" sldId="2147483745"/>
            <pc:sldLayoutMk cId="1418358757" sldId="2147483755"/>
          </pc:sldLayoutMkLst>
        </pc:sldLayoutChg>
        <pc:sldLayoutChg chg="del">
          <pc:chgData name="Kozhikkalathil, Nishi" userId="0c188c74-8a9d-4d88-9364-0d549502a5b1" providerId="ADAL" clId="{1FF580A5-139D-4D36-B918-4466925990EF}" dt="2024-06-02T08:05:27.174" v="326" actId="2696"/>
          <pc:sldLayoutMkLst>
            <pc:docMk/>
            <pc:sldMasterMk cId="551333402" sldId="2147483745"/>
            <pc:sldLayoutMk cId="804247579" sldId="2147483756"/>
          </pc:sldLayoutMkLst>
        </pc:sldLayoutChg>
        <pc:sldLayoutChg chg="del">
          <pc:chgData name="Kozhikkalathil, Nishi" userId="0c188c74-8a9d-4d88-9364-0d549502a5b1" providerId="ADAL" clId="{1FF580A5-139D-4D36-B918-4466925990EF}" dt="2024-06-02T08:05:27.176" v="327" actId="2696"/>
          <pc:sldLayoutMkLst>
            <pc:docMk/>
            <pc:sldMasterMk cId="551333402" sldId="2147483745"/>
            <pc:sldLayoutMk cId="3853357669" sldId="2147483757"/>
          </pc:sldLayoutMkLst>
        </pc:sldLayoutChg>
        <pc:sldLayoutChg chg="del">
          <pc:chgData name="Kozhikkalathil, Nishi" userId="0c188c74-8a9d-4d88-9364-0d549502a5b1" providerId="ADAL" clId="{1FF580A5-139D-4D36-B918-4466925990EF}" dt="2024-06-02T08:05:27.179" v="328" actId="2696"/>
          <pc:sldLayoutMkLst>
            <pc:docMk/>
            <pc:sldMasterMk cId="551333402" sldId="2147483745"/>
            <pc:sldLayoutMk cId="2762594520" sldId="2147483758"/>
          </pc:sldLayoutMkLst>
        </pc:sldLayoutChg>
        <pc:sldLayoutChg chg="del">
          <pc:chgData name="Kozhikkalathil, Nishi" userId="0c188c74-8a9d-4d88-9364-0d549502a5b1" providerId="ADAL" clId="{1FF580A5-139D-4D36-B918-4466925990EF}" dt="2024-06-02T08:05:27.183" v="329" actId="2696"/>
          <pc:sldLayoutMkLst>
            <pc:docMk/>
            <pc:sldMasterMk cId="551333402" sldId="2147483745"/>
            <pc:sldLayoutMk cId="4098274249" sldId="2147483759"/>
          </pc:sldLayoutMkLst>
        </pc:sldLayoutChg>
        <pc:sldLayoutChg chg="del">
          <pc:chgData name="Kozhikkalathil, Nishi" userId="0c188c74-8a9d-4d88-9364-0d549502a5b1" providerId="ADAL" clId="{1FF580A5-139D-4D36-B918-4466925990EF}" dt="2024-06-02T08:05:27.190" v="330" actId="2696"/>
          <pc:sldLayoutMkLst>
            <pc:docMk/>
            <pc:sldMasterMk cId="551333402" sldId="2147483745"/>
            <pc:sldLayoutMk cId="1913066658" sldId="2147483760"/>
          </pc:sldLayoutMkLst>
        </pc:sldLayoutChg>
        <pc:sldLayoutChg chg="del">
          <pc:chgData name="Kozhikkalathil, Nishi" userId="0c188c74-8a9d-4d88-9364-0d549502a5b1" providerId="ADAL" clId="{1FF580A5-139D-4D36-B918-4466925990EF}" dt="2024-06-02T08:05:27.191" v="331" actId="2696"/>
          <pc:sldLayoutMkLst>
            <pc:docMk/>
            <pc:sldMasterMk cId="551333402" sldId="2147483745"/>
            <pc:sldLayoutMk cId="4182872209" sldId="2147483761"/>
          </pc:sldLayoutMkLst>
        </pc:sldLayoutChg>
        <pc:sldLayoutChg chg="del">
          <pc:chgData name="Kozhikkalathil, Nishi" userId="0c188c74-8a9d-4d88-9364-0d549502a5b1" providerId="ADAL" clId="{1FF580A5-139D-4D36-B918-4466925990EF}" dt="2024-06-02T08:05:27.195" v="332" actId="2696"/>
          <pc:sldLayoutMkLst>
            <pc:docMk/>
            <pc:sldMasterMk cId="551333402" sldId="2147483745"/>
            <pc:sldLayoutMk cId="2045846922" sldId="2147483762"/>
          </pc:sldLayoutMkLst>
        </pc:sldLayoutChg>
        <pc:sldLayoutChg chg="del">
          <pc:chgData name="Kozhikkalathil, Nishi" userId="0c188c74-8a9d-4d88-9364-0d549502a5b1" providerId="ADAL" clId="{1FF580A5-139D-4D36-B918-4466925990EF}" dt="2024-06-02T08:05:27.202" v="333" actId="2696"/>
          <pc:sldLayoutMkLst>
            <pc:docMk/>
            <pc:sldMasterMk cId="551333402" sldId="2147483745"/>
            <pc:sldLayoutMk cId="3464070052" sldId="2147483763"/>
          </pc:sldLayoutMkLst>
        </pc:sldLayoutChg>
        <pc:sldLayoutChg chg="del">
          <pc:chgData name="Kozhikkalathil, Nishi" userId="0c188c74-8a9d-4d88-9364-0d549502a5b1" providerId="ADAL" clId="{1FF580A5-139D-4D36-B918-4466925990EF}" dt="2024-06-02T08:05:27.204" v="334" actId="2696"/>
          <pc:sldLayoutMkLst>
            <pc:docMk/>
            <pc:sldMasterMk cId="551333402" sldId="2147483745"/>
            <pc:sldLayoutMk cId="2925956847" sldId="2147483764"/>
          </pc:sldLayoutMkLst>
        </pc:sldLayoutChg>
      </pc:sldMasterChg>
      <pc:sldMasterChg chg="delSp del mod delSldLayout modSldLayout">
        <pc:chgData name="Kozhikkalathil, Nishi" userId="0c188c74-8a9d-4d88-9364-0d549502a5b1" providerId="ADAL" clId="{1FF580A5-139D-4D36-B918-4466925990EF}" dt="2024-06-02T08:05:31.647" v="351" actId="2696"/>
        <pc:sldMasterMkLst>
          <pc:docMk/>
          <pc:sldMasterMk cId="3838291267" sldId="2147483765"/>
        </pc:sldMasterMkLst>
        <pc:picChg chg="del">
          <ac:chgData name="Kozhikkalathil, Nishi" userId="0c188c74-8a9d-4d88-9364-0d549502a5b1" providerId="ADAL" clId="{1FF580A5-139D-4D36-B918-4466925990EF}" dt="2024-06-02T08:04:45.734" v="310" actId="478"/>
          <ac:picMkLst>
            <pc:docMk/>
            <pc:sldMasterMk cId="3838291267" sldId="2147483765"/>
            <ac:picMk id="11" creationId="{35B5D801-8BF9-4650-9BFF-FFF9F24B1811}"/>
          </ac:picMkLst>
        </pc:picChg>
        <pc:sldLayoutChg chg="delSp del mod">
          <pc:chgData name="Kozhikkalathil, Nishi" userId="0c188c74-8a9d-4d88-9364-0d549502a5b1" providerId="ADAL" clId="{1FF580A5-139D-4D36-B918-4466925990EF}" dt="2024-06-02T08:05:31.575" v="336" actId="2696"/>
          <pc:sldLayoutMkLst>
            <pc:docMk/>
            <pc:sldMasterMk cId="3838291267" sldId="2147483765"/>
            <pc:sldLayoutMk cId="4127032755" sldId="2147483766"/>
          </pc:sldLayoutMkLst>
          <pc:picChg chg="del">
            <ac:chgData name="Kozhikkalathil, Nishi" userId="0c188c74-8a9d-4d88-9364-0d549502a5b1" providerId="ADAL" clId="{1FF580A5-139D-4D36-B918-4466925990EF}" dt="2024-06-02T08:04:48.951" v="311" actId="478"/>
            <ac:picMkLst>
              <pc:docMk/>
              <pc:sldMasterMk cId="3838291267" sldId="2147483765"/>
              <pc:sldLayoutMk cId="4127032755" sldId="2147483766"/>
              <ac:picMk id="10" creationId="{F7785B6E-E88B-43F0-AF0F-FE873692AB65}"/>
            </ac:picMkLst>
          </pc:picChg>
        </pc:sldLayoutChg>
        <pc:sldLayoutChg chg="delSp del mod">
          <pc:chgData name="Kozhikkalathil, Nishi" userId="0c188c74-8a9d-4d88-9364-0d549502a5b1" providerId="ADAL" clId="{1FF580A5-139D-4D36-B918-4466925990EF}" dt="2024-06-02T08:05:31.581" v="337" actId="2696"/>
          <pc:sldLayoutMkLst>
            <pc:docMk/>
            <pc:sldMasterMk cId="3838291267" sldId="2147483765"/>
            <pc:sldLayoutMk cId="3898641261" sldId="2147483767"/>
          </pc:sldLayoutMkLst>
          <pc:picChg chg="del">
            <ac:chgData name="Kozhikkalathil, Nishi" userId="0c188c74-8a9d-4d88-9364-0d549502a5b1" providerId="ADAL" clId="{1FF580A5-139D-4D36-B918-4466925990EF}" dt="2024-06-02T08:04:52.279" v="312" actId="478"/>
            <ac:picMkLst>
              <pc:docMk/>
              <pc:sldMasterMk cId="3838291267" sldId="2147483765"/>
              <pc:sldLayoutMk cId="3898641261" sldId="2147483767"/>
              <ac:picMk id="10" creationId="{F8FF943A-2EFE-4939-9416-AA45E8893D6C}"/>
            </ac:picMkLst>
          </pc:picChg>
        </pc:sldLayoutChg>
        <pc:sldLayoutChg chg="delSp del mod">
          <pc:chgData name="Kozhikkalathil, Nishi" userId="0c188c74-8a9d-4d88-9364-0d549502a5b1" providerId="ADAL" clId="{1FF580A5-139D-4D36-B918-4466925990EF}" dt="2024-06-02T08:05:31.590" v="338" actId="2696"/>
          <pc:sldLayoutMkLst>
            <pc:docMk/>
            <pc:sldMasterMk cId="3838291267" sldId="2147483765"/>
            <pc:sldLayoutMk cId="1585278241" sldId="2147483768"/>
          </pc:sldLayoutMkLst>
          <pc:picChg chg="del">
            <ac:chgData name="Kozhikkalathil, Nishi" userId="0c188c74-8a9d-4d88-9364-0d549502a5b1" providerId="ADAL" clId="{1FF580A5-139D-4D36-B918-4466925990EF}" dt="2024-06-02T08:04:56.647" v="313" actId="478"/>
            <ac:picMkLst>
              <pc:docMk/>
              <pc:sldMasterMk cId="3838291267" sldId="2147483765"/>
              <pc:sldLayoutMk cId="1585278241" sldId="2147483768"/>
              <ac:picMk id="10" creationId="{3CA196B7-7271-40B8-B951-8FDD29916E58}"/>
            </ac:picMkLst>
          </pc:picChg>
        </pc:sldLayoutChg>
        <pc:sldLayoutChg chg="del">
          <pc:chgData name="Kozhikkalathil, Nishi" userId="0c188c74-8a9d-4d88-9364-0d549502a5b1" providerId="ADAL" clId="{1FF580A5-139D-4D36-B918-4466925990EF}" dt="2024-06-02T08:05:31.598" v="339" actId="2696"/>
          <pc:sldLayoutMkLst>
            <pc:docMk/>
            <pc:sldMasterMk cId="3838291267" sldId="2147483765"/>
            <pc:sldLayoutMk cId="917464555" sldId="2147483769"/>
          </pc:sldLayoutMkLst>
        </pc:sldLayoutChg>
        <pc:sldLayoutChg chg="del">
          <pc:chgData name="Kozhikkalathil, Nishi" userId="0c188c74-8a9d-4d88-9364-0d549502a5b1" providerId="ADAL" clId="{1FF580A5-139D-4D36-B918-4466925990EF}" dt="2024-06-02T08:05:31.603" v="340" actId="2696"/>
          <pc:sldLayoutMkLst>
            <pc:docMk/>
            <pc:sldMasterMk cId="3838291267" sldId="2147483765"/>
            <pc:sldLayoutMk cId="1811248267" sldId="2147483770"/>
          </pc:sldLayoutMkLst>
        </pc:sldLayoutChg>
        <pc:sldLayoutChg chg="del">
          <pc:chgData name="Kozhikkalathil, Nishi" userId="0c188c74-8a9d-4d88-9364-0d549502a5b1" providerId="ADAL" clId="{1FF580A5-139D-4D36-B918-4466925990EF}" dt="2024-06-02T08:05:31.608" v="341" actId="2696"/>
          <pc:sldLayoutMkLst>
            <pc:docMk/>
            <pc:sldMasterMk cId="3838291267" sldId="2147483765"/>
            <pc:sldLayoutMk cId="1558759901" sldId="2147483771"/>
          </pc:sldLayoutMkLst>
        </pc:sldLayoutChg>
        <pc:sldLayoutChg chg="del">
          <pc:chgData name="Kozhikkalathil, Nishi" userId="0c188c74-8a9d-4d88-9364-0d549502a5b1" providerId="ADAL" clId="{1FF580A5-139D-4D36-B918-4466925990EF}" dt="2024-06-02T08:05:31.614" v="342" actId="2696"/>
          <pc:sldLayoutMkLst>
            <pc:docMk/>
            <pc:sldMasterMk cId="3838291267" sldId="2147483765"/>
            <pc:sldLayoutMk cId="3434817463" sldId="2147483772"/>
          </pc:sldLayoutMkLst>
        </pc:sldLayoutChg>
        <pc:sldLayoutChg chg="del">
          <pc:chgData name="Kozhikkalathil, Nishi" userId="0c188c74-8a9d-4d88-9364-0d549502a5b1" providerId="ADAL" clId="{1FF580A5-139D-4D36-B918-4466925990EF}" dt="2024-06-02T08:05:31.617" v="343" actId="2696"/>
          <pc:sldLayoutMkLst>
            <pc:docMk/>
            <pc:sldMasterMk cId="3838291267" sldId="2147483765"/>
            <pc:sldLayoutMk cId="2618155876" sldId="2147483773"/>
          </pc:sldLayoutMkLst>
        </pc:sldLayoutChg>
        <pc:sldLayoutChg chg="del">
          <pc:chgData name="Kozhikkalathil, Nishi" userId="0c188c74-8a9d-4d88-9364-0d549502a5b1" providerId="ADAL" clId="{1FF580A5-139D-4D36-B918-4466925990EF}" dt="2024-06-02T08:05:31.621" v="344" actId="2696"/>
          <pc:sldLayoutMkLst>
            <pc:docMk/>
            <pc:sldMasterMk cId="3838291267" sldId="2147483765"/>
            <pc:sldLayoutMk cId="1668499793" sldId="2147483774"/>
          </pc:sldLayoutMkLst>
        </pc:sldLayoutChg>
        <pc:sldLayoutChg chg="del">
          <pc:chgData name="Kozhikkalathil, Nishi" userId="0c188c74-8a9d-4d88-9364-0d549502a5b1" providerId="ADAL" clId="{1FF580A5-139D-4D36-B918-4466925990EF}" dt="2024-06-02T08:05:31.626" v="345" actId="2696"/>
          <pc:sldLayoutMkLst>
            <pc:docMk/>
            <pc:sldMasterMk cId="3838291267" sldId="2147483765"/>
            <pc:sldLayoutMk cId="428194411" sldId="2147483775"/>
          </pc:sldLayoutMkLst>
        </pc:sldLayoutChg>
        <pc:sldLayoutChg chg="del">
          <pc:chgData name="Kozhikkalathil, Nishi" userId="0c188c74-8a9d-4d88-9364-0d549502a5b1" providerId="ADAL" clId="{1FF580A5-139D-4D36-B918-4466925990EF}" dt="2024-06-02T08:05:31.630" v="346" actId="2696"/>
          <pc:sldLayoutMkLst>
            <pc:docMk/>
            <pc:sldMasterMk cId="3838291267" sldId="2147483765"/>
            <pc:sldLayoutMk cId="2906382468" sldId="2147483776"/>
          </pc:sldLayoutMkLst>
        </pc:sldLayoutChg>
        <pc:sldLayoutChg chg="del">
          <pc:chgData name="Kozhikkalathil, Nishi" userId="0c188c74-8a9d-4d88-9364-0d549502a5b1" providerId="ADAL" clId="{1FF580A5-139D-4D36-B918-4466925990EF}" dt="2024-06-02T08:05:31.632" v="347" actId="2696"/>
          <pc:sldLayoutMkLst>
            <pc:docMk/>
            <pc:sldMasterMk cId="3838291267" sldId="2147483765"/>
            <pc:sldLayoutMk cId="500638488" sldId="2147483777"/>
          </pc:sldLayoutMkLst>
        </pc:sldLayoutChg>
        <pc:sldLayoutChg chg="del">
          <pc:chgData name="Kozhikkalathil, Nishi" userId="0c188c74-8a9d-4d88-9364-0d549502a5b1" providerId="ADAL" clId="{1FF580A5-139D-4D36-B918-4466925990EF}" dt="2024-06-02T08:05:31.636" v="348" actId="2696"/>
          <pc:sldLayoutMkLst>
            <pc:docMk/>
            <pc:sldMasterMk cId="3838291267" sldId="2147483765"/>
            <pc:sldLayoutMk cId="1098494089" sldId="2147483778"/>
          </pc:sldLayoutMkLst>
        </pc:sldLayoutChg>
        <pc:sldLayoutChg chg="delSp del mod">
          <pc:chgData name="Kozhikkalathil, Nishi" userId="0c188c74-8a9d-4d88-9364-0d549502a5b1" providerId="ADAL" clId="{1FF580A5-139D-4D36-B918-4466925990EF}" dt="2024-06-02T08:05:31.641" v="349" actId="2696"/>
          <pc:sldLayoutMkLst>
            <pc:docMk/>
            <pc:sldMasterMk cId="3838291267" sldId="2147483765"/>
            <pc:sldLayoutMk cId="2082113030" sldId="2147483779"/>
          </pc:sldLayoutMkLst>
          <pc:picChg chg="del">
            <ac:chgData name="Kozhikkalathil, Nishi" userId="0c188c74-8a9d-4d88-9364-0d549502a5b1" providerId="ADAL" clId="{1FF580A5-139D-4D36-B918-4466925990EF}" dt="2024-06-02T08:05:08.094" v="314" actId="478"/>
            <ac:picMkLst>
              <pc:docMk/>
              <pc:sldMasterMk cId="3838291267" sldId="2147483765"/>
              <pc:sldLayoutMk cId="2082113030" sldId="2147483779"/>
              <ac:picMk id="8" creationId="{986DC4BE-CEEE-431B-9F14-9C577221400D}"/>
            </ac:picMkLst>
          </pc:picChg>
        </pc:sldLayoutChg>
        <pc:sldLayoutChg chg="delSp del mod">
          <pc:chgData name="Kozhikkalathil, Nishi" userId="0c188c74-8a9d-4d88-9364-0d549502a5b1" providerId="ADAL" clId="{1FF580A5-139D-4D36-B918-4466925990EF}" dt="2024-06-02T08:05:31.642" v="350" actId="2696"/>
          <pc:sldLayoutMkLst>
            <pc:docMk/>
            <pc:sldMasterMk cId="3838291267" sldId="2147483765"/>
            <pc:sldLayoutMk cId="1147221677" sldId="2147483780"/>
          </pc:sldLayoutMkLst>
          <pc:picChg chg="del">
            <ac:chgData name="Kozhikkalathil, Nishi" userId="0c188c74-8a9d-4d88-9364-0d549502a5b1" providerId="ADAL" clId="{1FF580A5-139D-4D36-B918-4466925990EF}" dt="2024-06-02T08:05:11.213" v="315" actId="478"/>
            <ac:picMkLst>
              <pc:docMk/>
              <pc:sldMasterMk cId="3838291267" sldId="2147483765"/>
              <pc:sldLayoutMk cId="1147221677" sldId="2147483780"/>
              <ac:picMk id="5" creationId="{4F794113-D310-44FA-B463-B20C679AB5DD}"/>
            </ac:picMkLst>
          </pc:picChg>
        </pc:sldLayoutChg>
      </pc:sldMasterChg>
      <pc:sldMasterChg chg="del mod delSldLayout">
        <pc:chgData name="Kozhikkalathil, Nishi" userId="0c188c74-8a9d-4d88-9364-0d549502a5b1" providerId="ADAL" clId="{1FF580A5-139D-4D36-B918-4466925990EF}" dt="2024-06-02T08:05:34.665" v="371" actId="2696"/>
        <pc:sldMasterMkLst>
          <pc:docMk/>
          <pc:sldMasterMk cId="1904957525" sldId="2147483781"/>
        </pc:sldMasterMkLst>
        <pc:sldLayoutChg chg="del">
          <pc:chgData name="Kozhikkalathil, Nishi" userId="0c188c74-8a9d-4d88-9364-0d549502a5b1" providerId="ADAL" clId="{1FF580A5-139D-4D36-B918-4466925990EF}" dt="2024-06-02T08:05:34.551" v="352" actId="2696"/>
          <pc:sldLayoutMkLst>
            <pc:docMk/>
            <pc:sldMasterMk cId="1904957525" sldId="2147483781"/>
            <pc:sldLayoutMk cId="2195934276" sldId="2147483782"/>
          </pc:sldLayoutMkLst>
        </pc:sldLayoutChg>
        <pc:sldLayoutChg chg="del">
          <pc:chgData name="Kozhikkalathil, Nishi" userId="0c188c74-8a9d-4d88-9364-0d549502a5b1" providerId="ADAL" clId="{1FF580A5-139D-4D36-B918-4466925990EF}" dt="2024-06-02T08:05:34.568" v="353" actId="2696"/>
          <pc:sldLayoutMkLst>
            <pc:docMk/>
            <pc:sldMasterMk cId="1904957525" sldId="2147483781"/>
            <pc:sldLayoutMk cId="1222376629" sldId="2147483783"/>
          </pc:sldLayoutMkLst>
        </pc:sldLayoutChg>
        <pc:sldLayoutChg chg="del">
          <pc:chgData name="Kozhikkalathil, Nishi" userId="0c188c74-8a9d-4d88-9364-0d549502a5b1" providerId="ADAL" clId="{1FF580A5-139D-4D36-B918-4466925990EF}" dt="2024-06-02T08:05:34.583" v="354" actId="2696"/>
          <pc:sldLayoutMkLst>
            <pc:docMk/>
            <pc:sldMasterMk cId="1904957525" sldId="2147483781"/>
            <pc:sldLayoutMk cId="3513602081" sldId="2147483784"/>
          </pc:sldLayoutMkLst>
        </pc:sldLayoutChg>
        <pc:sldLayoutChg chg="del">
          <pc:chgData name="Kozhikkalathil, Nishi" userId="0c188c74-8a9d-4d88-9364-0d549502a5b1" providerId="ADAL" clId="{1FF580A5-139D-4D36-B918-4466925990EF}" dt="2024-06-02T08:05:34.586" v="355" actId="2696"/>
          <pc:sldLayoutMkLst>
            <pc:docMk/>
            <pc:sldMasterMk cId="1904957525" sldId="2147483781"/>
            <pc:sldLayoutMk cId="4048479821" sldId="2147483785"/>
          </pc:sldLayoutMkLst>
        </pc:sldLayoutChg>
        <pc:sldLayoutChg chg="del">
          <pc:chgData name="Kozhikkalathil, Nishi" userId="0c188c74-8a9d-4d88-9364-0d549502a5b1" providerId="ADAL" clId="{1FF580A5-139D-4D36-B918-4466925990EF}" dt="2024-06-02T08:05:34.591" v="356" actId="2696"/>
          <pc:sldLayoutMkLst>
            <pc:docMk/>
            <pc:sldMasterMk cId="1904957525" sldId="2147483781"/>
            <pc:sldLayoutMk cId="2057886380" sldId="2147483786"/>
          </pc:sldLayoutMkLst>
        </pc:sldLayoutChg>
        <pc:sldLayoutChg chg="del">
          <pc:chgData name="Kozhikkalathil, Nishi" userId="0c188c74-8a9d-4d88-9364-0d549502a5b1" providerId="ADAL" clId="{1FF580A5-139D-4D36-B918-4466925990EF}" dt="2024-06-02T08:05:34.596" v="357" actId="2696"/>
          <pc:sldLayoutMkLst>
            <pc:docMk/>
            <pc:sldMasterMk cId="1904957525" sldId="2147483781"/>
            <pc:sldLayoutMk cId="2628550128" sldId="2147483787"/>
          </pc:sldLayoutMkLst>
        </pc:sldLayoutChg>
        <pc:sldLayoutChg chg="del">
          <pc:chgData name="Kozhikkalathil, Nishi" userId="0c188c74-8a9d-4d88-9364-0d549502a5b1" providerId="ADAL" clId="{1FF580A5-139D-4D36-B918-4466925990EF}" dt="2024-06-02T08:05:34.599" v="358" actId="2696"/>
          <pc:sldLayoutMkLst>
            <pc:docMk/>
            <pc:sldMasterMk cId="1904957525" sldId="2147483781"/>
            <pc:sldLayoutMk cId="3481506684" sldId="2147483788"/>
          </pc:sldLayoutMkLst>
        </pc:sldLayoutChg>
        <pc:sldLayoutChg chg="del">
          <pc:chgData name="Kozhikkalathil, Nishi" userId="0c188c74-8a9d-4d88-9364-0d549502a5b1" providerId="ADAL" clId="{1FF580A5-139D-4D36-B918-4466925990EF}" dt="2024-06-02T08:05:34.601" v="359" actId="2696"/>
          <pc:sldLayoutMkLst>
            <pc:docMk/>
            <pc:sldMasterMk cId="1904957525" sldId="2147483781"/>
            <pc:sldLayoutMk cId="4249582228" sldId="2147483789"/>
          </pc:sldLayoutMkLst>
        </pc:sldLayoutChg>
        <pc:sldLayoutChg chg="del">
          <pc:chgData name="Kozhikkalathil, Nishi" userId="0c188c74-8a9d-4d88-9364-0d549502a5b1" providerId="ADAL" clId="{1FF580A5-139D-4D36-B918-4466925990EF}" dt="2024-06-02T08:05:34.606" v="360" actId="2696"/>
          <pc:sldLayoutMkLst>
            <pc:docMk/>
            <pc:sldMasterMk cId="1904957525" sldId="2147483781"/>
            <pc:sldLayoutMk cId="1500733177" sldId="2147483790"/>
          </pc:sldLayoutMkLst>
        </pc:sldLayoutChg>
        <pc:sldLayoutChg chg="del">
          <pc:chgData name="Kozhikkalathil, Nishi" userId="0c188c74-8a9d-4d88-9364-0d549502a5b1" providerId="ADAL" clId="{1FF580A5-139D-4D36-B918-4466925990EF}" dt="2024-06-02T08:05:34.610" v="361" actId="2696"/>
          <pc:sldLayoutMkLst>
            <pc:docMk/>
            <pc:sldMasterMk cId="1904957525" sldId="2147483781"/>
            <pc:sldLayoutMk cId="3501407291" sldId="2147483791"/>
          </pc:sldLayoutMkLst>
        </pc:sldLayoutChg>
        <pc:sldLayoutChg chg="del">
          <pc:chgData name="Kozhikkalathil, Nishi" userId="0c188c74-8a9d-4d88-9364-0d549502a5b1" providerId="ADAL" clId="{1FF580A5-139D-4D36-B918-4466925990EF}" dt="2024-06-02T08:05:34.614" v="362" actId="2696"/>
          <pc:sldLayoutMkLst>
            <pc:docMk/>
            <pc:sldMasterMk cId="1904957525" sldId="2147483781"/>
            <pc:sldLayoutMk cId="1090326780" sldId="2147483792"/>
          </pc:sldLayoutMkLst>
        </pc:sldLayoutChg>
        <pc:sldLayoutChg chg="del">
          <pc:chgData name="Kozhikkalathil, Nishi" userId="0c188c74-8a9d-4d88-9364-0d549502a5b1" providerId="ADAL" clId="{1FF580A5-139D-4D36-B918-4466925990EF}" dt="2024-06-02T08:05:34.617" v="363" actId="2696"/>
          <pc:sldLayoutMkLst>
            <pc:docMk/>
            <pc:sldMasterMk cId="1904957525" sldId="2147483781"/>
            <pc:sldLayoutMk cId="548407362" sldId="2147483793"/>
          </pc:sldLayoutMkLst>
        </pc:sldLayoutChg>
        <pc:sldLayoutChg chg="del">
          <pc:chgData name="Kozhikkalathil, Nishi" userId="0c188c74-8a9d-4d88-9364-0d549502a5b1" providerId="ADAL" clId="{1FF580A5-139D-4D36-B918-4466925990EF}" dt="2024-06-02T08:05:34.621" v="364" actId="2696"/>
          <pc:sldLayoutMkLst>
            <pc:docMk/>
            <pc:sldMasterMk cId="1904957525" sldId="2147483781"/>
            <pc:sldLayoutMk cId="2527592283" sldId="2147483794"/>
          </pc:sldLayoutMkLst>
        </pc:sldLayoutChg>
        <pc:sldLayoutChg chg="del">
          <pc:chgData name="Kozhikkalathil, Nishi" userId="0c188c74-8a9d-4d88-9364-0d549502a5b1" providerId="ADAL" clId="{1FF580A5-139D-4D36-B918-4466925990EF}" dt="2024-06-02T08:05:34.622" v="365" actId="2696"/>
          <pc:sldLayoutMkLst>
            <pc:docMk/>
            <pc:sldMasterMk cId="1904957525" sldId="2147483781"/>
            <pc:sldLayoutMk cId="3233249633" sldId="2147483795"/>
          </pc:sldLayoutMkLst>
        </pc:sldLayoutChg>
        <pc:sldLayoutChg chg="del">
          <pc:chgData name="Kozhikkalathil, Nishi" userId="0c188c74-8a9d-4d88-9364-0d549502a5b1" providerId="ADAL" clId="{1FF580A5-139D-4D36-B918-4466925990EF}" dt="2024-06-02T08:05:34.628" v="366" actId="2696"/>
          <pc:sldLayoutMkLst>
            <pc:docMk/>
            <pc:sldMasterMk cId="1904957525" sldId="2147483781"/>
            <pc:sldLayoutMk cId="320738463" sldId="2147483796"/>
          </pc:sldLayoutMkLst>
        </pc:sldLayoutChg>
        <pc:sldLayoutChg chg="del">
          <pc:chgData name="Kozhikkalathil, Nishi" userId="0c188c74-8a9d-4d88-9364-0d549502a5b1" providerId="ADAL" clId="{1FF580A5-139D-4D36-B918-4466925990EF}" dt="2024-06-02T08:05:34.630" v="367" actId="2696"/>
          <pc:sldLayoutMkLst>
            <pc:docMk/>
            <pc:sldMasterMk cId="1904957525" sldId="2147483781"/>
            <pc:sldLayoutMk cId="660087836" sldId="2147483797"/>
          </pc:sldLayoutMkLst>
        </pc:sldLayoutChg>
        <pc:sldLayoutChg chg="del">
          <pc:chgData name="Kozhikkalathil, Nishi" userId="0c188c74-8a9d-4d88-9364-0d549502a5b1" providerId="ADAL" clId="{1FF580A5-139D-4D36-B918-4466925990EF}" dt="2024-06-02T08:05:34.634" v="368" actId="2696"/>
          <pc:sldLayoutMkLst>
            <pc:docMk/>
            <pc:sldMasterMk cId="1904957525" sldId="2147483781"/>
            <pc:sldLayoutMk cId="2606900272" sldId="2147483798"/>
          </pc:sldLayoutMkLst>
        </pc:sldLayoutChg>
        <pc:sldLayoutChg chg="del">
          <pc:chgData name="Kozhikkalathil, Nishi" userId="0c188c74-8a9d-4d88-9364-0d549502a5b1" providerId="ADAL" clId="{1FF580A5-139D-4D36-B918-4466925990EF}" dt="2024-06-02T08:05:34.646" v="369" actId="2696"/>
          <pc:sldLayoutMkLst>
            <pc:docMk/>
            <pc:sldMasterMk cId="1904957525" sldId="2147483781"/>
            <pc:sldLayoutMk cId="1098406186" sldId="2147483799"/>
          </pc:sldLayoutMkLst>
        </pc:sldLayoutChg>
        <pc:sldLayoutChg chg="del">
          <pc:chgData name="Kozhikkalathil, Nishi" userId="0c188c74-8a9d-4d88-9364-0d549502a5b1" providerId="ADAL" clId="{1FF580A5-139D-4D36-B918-4466925990EF}" dt="2024-06-02T08:05:34.662" v="370" actId="2696"/>
          <pc:sldLayoutMkLst>
            <pc:docMk/>
            <pc:sldMasterMk cId="1904957525" sldId="2147483781"/>
            <pc:sldLayoutMk cId="1534252354" sldId="2147483800"/>
          </pc:sldLayoutMkLst>
        </pc:sldLayoutChg>
      </pc:sldMasterChg>
      <pc:sldMasterChg chg="delSp del mod delSldLayout modSldLayout">
        <pc:chgData name="Kozhikkalathil, Nishi" userId="0c188c74-8a9d-4d88-9364-0d549502a5b1" providerId="ADAL" clId="{1FF580A5-139D-4D36-B918-4466925990EF}" dt="2024-06-02T08:05:44.258" v="404" actId="2696"/>
        <pc:sldMasterMkLst>
          <pc:docMk/>
          <pc:sldMasterMk cId="3642846439" sldId="2147483801"/>
        </pc:sldMasterMkLst>
        <pc:picChg chg="del">
          <ac:chgData name="Kozhikkalathil, Nishi" userId="0c188c74-8a9d-4d88-9364-0d549502a5b1" providerId="ADAL" clId="{1FF580A5-139D-4D36-B918-4466925990EF}" dt="2024-06-02T08:03:12.925" v="300" actId="478"/>
          <ac:picMkLst>
            <pc:docMk/>
            <pc:sldMasterMk cId="3642846439" sldId="2147483801"/>
            <ac:picMk id="10" creationId="{E48BB93D-47BD-4299-AC60-ADD2BF55C87B}"/>
          </ac:picMkLst>
        </pc:picChg>
        <pc:sldLayoutChg chg="delSp del mod">
          <pc:chgData name="Kozhikkalathil, Nishi" userId="0c188c74-8a9d-4d88-9364-0d549502a5b1" providerId="ADAL" clId="{1FF580A5-139D-4D36-B918-4466925990EF}" dt="2024-06-02T08:05:44.209" v="389" actId="2696"/>
          <pc:sldLayoutMkLst>
            <pc:docMk/>
            <pc:sldMasterMk cId="3642846439" sldId="2147483801"/>
            <pc:sldLayoutMk cId="1784869002" sldId="2147483802"/>
          </pc:sldLayoutMkLst>
          <pc:picChg chg="del">
            <ac:chgData name="Kozhikkalathil, Nishi" userId="0c188c74-8a9d-4d88-9364-0d549502a5b1" providerId="ADAL" clId="{1FF580A5-139D-4D36-B918-4466925990EF}" dt="2024-06-02T08:03:16.538" v="301" actId="478"/>
            <ac:picMkLst>
              <pc:docMk/>
              <pc:sldMasterMk cId="3642846439" sldId="2147483801"/>
              <pc:sldLayoutMk cId="1784869002" sldId="2147483802"/>
              <ac:picMk id="8" creationId="{C387BE29-1632-4D81-AE78-54533B5FB70A}"/>
            </ac:picMkLst>
          </pc:picChg>
        </pc:sldLayoutChg>
        <pc:sldLayoutChg chg="delSp del mod">
          <pc:chgData name="Kozhikkalathil, Nishi" userId="0c188c74-8a9d-4d88-9364-0d549502a5b1" providerId="ADAL" clId="{1FF580A5-139D-4D36-B918-4466925990EF}" dt="2024-06-02T08:05:44.211" v="390" actId="2696"/>
          <pc:sldLayoutMkLst>
            <pc:docMk/>
            <pc:sldMasterMk cId="3642846439" sldId="2147483801"/>
            <pc:sldLayoutMk cId="1864751774" sldId="2147483803"/>
          </pc:sldLayoutMkLst>
          <pc:picChg chg="del">
            <ac:chgData name="Kozhikkalathil, Nishi" userId="0c188c74-8a9d-4d88-9364-0d549502a5b1" providerId="ADAL" clId="{1FF580A5-139D-4D36-B918-4466925990EF}" dt="2024-06-02T08:03:19.769" v="302" actId="478"/>
            <ac:picMkLst>
              <pc:docMk/>
              <pc:sldMasterMk cId="3642846439" sldId="2147483801"/>
              <pc:sldLayoutMk cId="1864751774" sldId="2147483803"/>
              <ac:picMk id="9" creationId="{B1CABD70-4867-48FD-AC0D-DCF015F1BC31}"/>
            </ac:picMkLst>
          </pc:picChg>
        </pc:sldLayoutChg>
        <pc:sldLayoutChg chg="delSp modSp del mod">
          <pc:chgData name="Kozhikkalathil, Nishi" userId="0c188c74-8a9d-4d88-9364-0d549502a5b1" providerId="ADAL" clId="{1FF580A5-139D-4D36-B918-4466925990EF}" dt="2024-06-02T08:05:44.219" v="391" actId="2696"/>
          <pc:sldLayoutMkLst>
            <pc:docMk/>
            <pc:sldMasterMk cId="3642846439" sldId="2147483801"/>
            <pc:sldLayoutMk cId="1746219339" sldId="2147483804"/>
          </pc:sldLayoutMkLst>
          <pc:spChg chg="del mod">
            <ac:chgData name="Kozhikkalathil, Nishi" userId="0c188c74-8a9d-4d88-9364-0d549502a5b1" providerId="ADAL" clId="{1FF580A5-139D-4D36-B918-4466925990EF}" dt="2024-06-02T08:03:35.805" v="306"/>
            <ac:spMkLst>
              <pc:docMk/>
              <pc:sldMasterMk cId="3642846439" sldId="2147483801"/>
              <pc:sldLayoutMk cId="1746219339" sldId="2147483804"/>
              <ac:spMk id="7" creationId="{00000000-0000-0000-0000-000000000000}"/>
            </ac:spMkLst>
          </pc:spChg>
          <pc:picChg chg="del">
            <ac:chgData name="Kozhikkalathil, Nishi" userId="0c188c74-8a9d-4d88-9364-0d549502a5b1" providerId="ADAL" clId="{1FF580A5-139D-4D36-B918-4466925990EF}" dt="2024-06-02T08:03:29.685" v="303" actId="478"/>
            <ac:picMkLst>
              <pc:docMk/>
              <pc:sldMasterMk cId="3642846439" sldId="2147483801"/>
              <pc:sldLayoutMk cId="1746219339" sldId="2147483804"/>
              <ac:picMk id="8" creationId="{F4E7955D-800C-4935-BA3F-A34E93CC020B}"/>
            </ac:picMkLst>
          </pc:picChg>
        </pc:sldLayoutChg>
        <pc:sldLayoutChg chg="del">
          <pc:chgData name="Kozhikkalathil, Nishi" userId="0c188c74-8a9d-4d88-9364-0d549502a5b1" providerId="ADAL" clId="{1FF580A5-139D-4D36-B918-4466925990EF}" dt="2024-06-02T08:05:44.221" v="392" actId="2696"/>
          <pc:sldLayoutMkLst>
            <pc:docMk/>
            <pc:sldMasterMk cId="3642846439" sldId="2147483801"/>
            <pc:sldLayoutMk cId="3846392248" sldId="2147483805"/>
          </pc:sldLayoutMkLst>
        </pc:sldLayoutChg>
        <pc:sldLayoutChg chg="del">
          <pc:chgData name="Kozhikkalathil, Nishi" userId="0c188c74-8a9d-4d88-9364-0d549502a5b1" providerId="ADAL" clId="{1FF580A5-139D-4D36-B918-4466925990EF}" dt="2024-06-02T08:05:44.228" v="393" actId="2696"/>
          <pc:sldLayoutMkLst>
            <pc:docMk/>
            <pc:sldMasterMk cId="3642846439" sldId="2147483801"/>
            <pc:sldLayoutMk cId="964751951" sldId="2147483806"/>
          </pc:sldLayoutMkLst>
        </pc:sldLayoutChg>
        <pc:sldLayoutChg chg="del">
          <pc:chgData name="Kozhikkalathil, Nishi" userId="0c188c74-8a9d-4d88-9364-0d549502a5b1" providerId="ADAL" clId="{1FF580A5-139D-4D36-B918-4466925990EF}" dt="2024-06-02T08:05:44.232" v="394" actId="2696"/>
          <pc:sldLayoutMkLst>
            <pc:docMk/>
            <pc:sldMasterMk cId="3642846439" sldId="2147483801"/>
            <pc:sldLayoutMk cId="3664275479" sldId="2147483807"/>
          </pc:sldLayoutMkLst>
        </pc:sldLayoutChg>
        <pc:sldLayoutChg chg="del">
          <pc:chgData name="Kozhikkalathil, Nishi" userId="0c188c74-8a9d-4d88-9364-0d549502a5b1" providerId="ADAL" clId="{1FF580A5-139D-4D36-B918-4466925990EF}" dt="2024-06-02T08:05:44.235" v="395" actId="2696"/>
          <pc:sldLayoutMkLst>
            <pc:docMk/>
            <pc:sldMasterMk cId="3642846439" sldId="2147483801"/>
            <pc:sldLayoutMk cId="941933950" sldId="2147483808"/>
          </pc:sldLayoutMkLst>
        </pc:sldLayoutChg>
        <pc:sldLayoutChg chg="del">
          <pc:chgData name="Kozhikkalathil, Nishi" userId="0c188c74-8a9d-4d88-9364-0d549502a5b1" providerId="ADAL" clId="{1FF580A5-139D-4D36-B918-4466925990EF}" dt="2024-06-02T08:05:44.238" v="396" actId="2696"/>
          <pc:sldLayoutMkLst>
            <pc:docMk/>
            <pc:sldMasterMk cId="3642846439" sldId="2147483801"/>
            <pc:sldLayoutMk cId="2995410454" sldId="2147483809"/>
          </pc:sldLayoutMkLst>
        </pc:sldLayoutChg>
        <pc:sldLayoutChg chg="del">
          <pc:chgData name="Kozhikkalathil, Nishi" userId="0c188c74-8a9d-4d88-9364-0d549502a5b1" providerId="ADAL" clId="{1FF580A5-139D-4D36-B918-4466925990EF}" dt="2024-06-02T08:05:44.240" v="397" actId="2696"/>
          <pc:sldLayoutMkLst>
            <pc:docMk/>
            <pc:sldMasterMk cId="3642846439" sldId="2147483801"/>
            <pc:sldLayoutMk cId="2548870271" sldId="2147483810"/>
          </pc:sldLayoutMkLst>
        </pc:sldLayoutChg>
        <pc:sldLayoutChg chg="del">
          <pc:chgData name="Kozhikkalathil, Nishi" userId="0c188c74-8a9d-4d88-9364-0d549502a5b1" providerId="ADAL" clId="{1FF580A5-139D-4D36-B918-4466925990EF}" dt="2024-06-02T08:05:44.242" v="398" actId="2696"/>
          <pc:sldLayoutMkLst>
            <pc:docMk/>
            <pc:sldMasterMk cId="3642846439" sldId="2147483801"/>
            <pc:sldLayoutMk cId="713211729" sldId="2147483811"/>
          </pc:sldLayoutMkLst>
        </pc:sldLayoutChg>
        <pc:sldLayoutChg chg="del">
          <pc:chgData name="Kozhikkalathil, Nishi" userId="0c188c74-8a9d-4d88-9364-0d549502a5b1" providerId="ADAL" clId="{1FF580A5-139D-4D36-B918-4466925990EF}" dt="2024-06-02T08:05:44.245" v="399" actId="2696"/>
          <pc:sldLayoutMkLst>
            <pc:docMk/>
            <pc:sldMasterMk cId="3642846439" sldId="2147483801"/>
            <pc:sldLayoutMk cId="1635167963" sldId="2147483812"/>
          </pc:sldLayoutMkLst>
        </pc:sldLayoutChg>
        <pc:sldLayoutChg chg="del">
          <pc:chgData name="Kozhikkalathil, Nishi" userId="0c188c74-8a9d-4d88-9364-0d549502a5b1" providerId="ADAL" clId="{1FF580A5-139D-4D36-B918-4466925990EF}" dt="2024-06-02T08:05:44.248" v="400" actId="2696"/>
          <pc:sldLayoutMkLst>
            <pc:docMk/>
            <pc:sldMasterMk cId="3642846439" sldId="2147483801"/>
            <pc:sldLayoutMk cId="2870715767" sldId="2147483813"/>
          </pc:sldLayoutMkLst>
        </pc:sldLayoutChg>
        <pc:sldLayoutChg chg="del">
          <pc:chgData name="Kozhikkalathil, Nishi" userId="0c188c74-8a9d-4d88-9364-0d549502a5b1" providerId="ADAL" clId="{1FF580A5-139D-4D36-B918-4466925990EF}" dt="2024-06-02T08:05:44.249" v="401" actId="2696"/>
          <pc:sldLayoutMkLst>
            <pc:docMk/>
            <pc:sldMasterMk cId="3642846439" sldId="2147483801"/>
            <pc:sldLayoutMk cId="2600783570" sldId="2147483814"/>
          </pc:sldLayoutMkLst>
        </pc:sldLayoutChg>
        <pc:sldLayoutChg chg="delSp del mod">
          <pc:chgData name="Kozhikkalathil, Nishi" userId="0c188c74-8a9d-4d88-9364-0d549502a5b1" providerId="ADAL" clId="{1FF580A5-139D-4D36-B918-4466925990EF}" dt="2024-06-02T08:05:44.252" v="402" actId="2696"/>
          <pc:sldLayoutMkLst>
            <pc:docMk/>
            <pc:sldMasterMk cId="3642846439" sldId="2147483801"/>
            <pc:sldLayoutMk cId="1720923153" sldId="2147483815"/>
          </pc:sldLayoutMkLst>
          <pc:picChg chg="del">
            <ac:chgData name="Kozhikkalathil, Nishi" userId="0c188c74-8a9d-4d88-9364-0d549502a5b1" providerId="ADAL" clId="{1FF580A5-139D-4D36-B918-4466925990EF}" dt="2024-06-02T08:03:43.425" v="307" actId="478"/>
            <ac:picMkLst>
              <pc:docMk/>
              <pc:sldMasterMk cId="3642846439" sldId="2147483801"/>
              <pc:sldLayoutMk cId="1720923153" sldId="2147483815"/>
              <ac:picMk id="7" creationId="{E95FEBB1-2FB4-404D-B517-C1502B5932FA}"/>
            </ac:picMkLst>
          </pc:picChg>
        </pc:sldLayoutChg>
        <pc:sldLayoutChg chg="delSp del mod">
          <pc:chgData name="Kozhikkalathil, Nishi" userId="0c188c74-8a9d-4d88-9364-0d549502a5b1" providerId="ADAL" clId="{1FF580A5-139D-4D36-B918-4466925990EF}" dt="2024-06-02T08:05:44.254" v="403" actId="2696"/>
          <pc:sldLayoutMkLst>
            <pc:docMk/>
            <pc:sldMasterMk cId="3642846439" sldId="2147483801"/>
            <pc:sldLayoutMk cId="1616746899" sldId="2147483816"/>
          </pc:sldLayoutMkLst>
          <pc:picChg chg="del">
            <ac:chgData name="Kozhikkalathil, Nishi" userId="0c188c74-8a9d-4d88-9364-0d549502a5b1" providerId="ADAL" clId="{1FF580A5-139D-4D36-B918-4466925990EF}" dt="2024-06-02T08:03:46.582" v="308" actId="478"/>
            <ac:picMkLst>
              <pc:docMk/>
              <pc:sldMasterMk cId="3642846439" sldId="2147483801"/>
              <pc:sldLayoutMk cId="1616746899" sldId="2147483816"/>
              <ac:picMk id="7" creationId="{826E1E94-9471-4672-BA14-8DD18A74FB5F}"/>
            </ac:picMkLst>
          </pc:picChg>
        </pc:sldLayoutChg>
      </pc:sldMasterChg>
      <pc:sldMasterChg chg="delSp del mod delSldLayout modSldLayout">
        <pc:chgData name="Kozhikkalathil, Nishi" userId="0c188c74-8a9d-4d88-9364-0d549502a5b1" providerId="ADAL" clId="{1FF580A5-139D-4D36-B918-4466925990EF}" dt="2024-06-02T08:05:48.887" v="478" actId="2696"/>
        <pc:sldMasterMkLst>
          <pc:docMk/>
          <pc:sldMasterMk cId="1607783698" sldId="2147483817"/>
        </pc:sldMasterMkLst>
        <pc:picChg chg="del">
          <ac:chgData name="Kozhikkalathil, Nishi" userId="0c188c74-8a9d-4d88-9364-0d549502a5b1" providerId="ADAL" clId="{1FF580A5-139D-4D36-B918-4466925990EF}" dt="2024-06-02T08:00:09.939" v="276" actId="478"/>
          <ac:picMkLst>
            <pc:docMk/>
            <pc:sldMasterMk cId="1607783698" sldId="2147483817"/>
            <ac:picMk id="22" creationId="{00000000-0000-0000-0000-000000000000}"/>
          </ac:picMkLst>
        </pc:picChg>
        <pc:sldLayoutChg chg="delSp del mod">
          <pc:chgData name="Kozhikkalathil, Nishi" userId="0c188c74-8a9d-4d88-9364-0d549502a5b1" providerId="ADAL" clId="{1FF580A5-139D-4D36-B918-4466925990EF}" dt="2024-06-02T08:05:48.839" v="461" actId="2696"/>
          <pc:sldLayoutMkLst>
            <pc:docMk/>
            <pc:sldMasterMk cId="1607783698" sldId="2147483817"/>
            <pc:sldLayoutMk cId="2203764448" sldId="2147483818"/>
          </pc:sldLayoutMkLst>
          <pc:picChg chg="del">
            <ac:chgData name="Kozhikkalathil, Nishi" userId="0c188c74-8a9d-4d88-9364-0d549502a5b1" providerId="ADAL" clId="{1FF580A5-139D-4D36-B918-4466925990EF}" dt="2024-06-02T08:00:15.044" v="277" actId="478"/>
            <ac:picMkLst>
              <pc:docMk/>
              <pc:sldMasterMk cId="1607783698" sldId="2147483817"/>
              <pc:sldLayoutMk cId="2203764448" sldId="2147483818"/>
              <ac:picMk id="8" creationId="{00000000-0000-0000-0000-000000000000}"/>
            </ac:picMkLst>
          </pc:picChg>
        </pc:sldLayoutChg>
        <pc:sldLayoutChg chg="delSp del mod">
          <pc:chgData name="Kozhikkalathil, Nishi" userId="0c188c74-8a9d-4d88-9364-0d549502a5b1" providerId="ADAL" clId="{1FF580A5-139D-4D36-B918-4466925990EF}" dt="2024-06-02T08:05:48.843" v="462" actId="2696"/>
          <pc:sldLayoutMkLst>
            <pc:docMk/>
            <pc:sldMasterMk cId="1607783698" sldId="2147483817"/>
            <pc:sldLayoutMk cId="296548501" sldId="2147483819"/>
          </pc:sldLayoutMkLst>
          <pc:picChg chg="del">
            <ac:chgData name="Kozhikkalathil, Nishi" userId="0c188c74-8a9d-4d88-9364-0d549502a5b1" providerId="ADAL" clId="{1FF580A5-139D-4D36-B918-4466925990EF}" dt="2024-06-02T08:00:19.028" v="278" actId="478"/>
            <ac:picMkLst>
              <pc:docMk/>
              <pc:sldMasterMk cId="1607783698" sldId="2147483817"/>
              <pc:sldLayoutMk cId="296548501" sldId="2147483819"/>
              <ac:picMk id="9" creationId="{00000000-0000-0000-0000-000000000000}"/>
            </ac:picMkLst>
          </pc:picChg>
        </pc:sldLayoutChg>
        <pc:sldLayoutChg chg="del">
          <pc:chgData name="Kozhikkalathil, Nishi" userId="0c188c74-8a9d-4d88-9364-0d549502a5b1" providerId="ADAL" clId="{1FF580A5-139D-4D36-B918-4466925990EF}" dt="2024-06-02T08:05:48.853" v="463" actId="2696"/>
          <pc:sldLayoutMkLst>
            <pc:docMk/>
            <pc:sldMasterMk cId="1607783698" sldId="2147483817"/>
            <pc:sldLayoutMk cId="3222515709" sldId="2147483820"/>
          </pc:sldLayoutMkLst>
        </pc:sldLayoutChg>
        <pc:sldLayoutChg chg="del">
          <pc:chgData name="Kozhikkalathil, Nishi" userId="0c188c74-8a9d-4d88-9364-0d549502a5b1" providerId="ADAL" clId="{1FF580A5-139D-4D36-B918-4466925990EF}" dt="2024-06-02T08:05:48.855" v="464" actId="2696"/>
          <pc:sldLayoutMkLst>
            <pc:docMk/>
            <pc:sldMasterMk cId="1607783698" sldId="2147483817"/>
            <pc:sldLayoutMk cId="2884212476" sldId="2147483821"/>
          </pc:sldLayoutMkLst>
        </pc:sldLayoutChg>
        <pc:sldLayoutChg chg="del">
          <pc:chgData name="Kozhikkalathil, Nishi" userId="0c188c74-8a9d-4d88-9364-0d549502a5b1" providerId="ADAL" clId="{1FF580A5-139D-4D36-B918-4466925990EF}" dt="2024-06-02T08:05:48.860" v="465" actId="2696"/>
          <pc:sldLayoutMkLst>
            <pc:docMk/>
            <pc:sldMasterMk cId="1607783698" sldId="2147483817"/>
            <pc:sldLayoutMk cId="3065071386" sldId="2147483822"/>
          </pc:sldLayoutMkLst>
        </pc:sldLayoutChg>
        <pc:sldLayoutChg chg="del">
          <pc:chgData name="Kozhikkalathil, Nishi" userId="0c188c74-8a9d-4d88-9364-0d549502a5b1" providerId="ADAL" clId="{1FF580A5-139D-4D36-B918-4466925990EF}" dt="2024-06-02T08:05:48.863" v="466" actId="2696"/>
          <pc:sldLayoutMkLst>
            <pc:docMk/>
            <pc:sldMasterMk cId="1607783698" sldId="2147483817"/>
            <pc:sldLayoutMk cId="148419333" sldId="2147483823"/>
          </pc:sldLayoutMkLst>
        </pc:sldLayoutChg>
        <pc:sldLayoutChg chg="del">
          <pc:chgData name="Kozhikkalathil, Nishi" userId="0c188c74-8a9d-4d88-9364-0d549502a5b1" providerId="ADAL" clId="{1FF580A5-139D-4D36-B918-4466925990EF}" dt="2024-06-02T08:05:48.865" v="467" actId="2696"/>
          <pc:sldLayoutMkLst>
            <pc:docMk/>
            <pc:sldMasterMk cId="1607783698" sldId="2147483817"/>
            <pc:sldLayoutMk cId="1518563162" sldId="2147483824"/>
          </pc:sldLayoutMkLst>
        </pc:sldLayoutChg>
        <pc:sldLayoutChg chg="del">
          <pc:chgData name="Kozhikkalathil, Nishi" userId="0c188c74-8a9d-4d88-9364-0d549502a5b1" providerId="ADAL" clId="{1FF580A5-139D-4D36-B918-4466925990EF}" dt="2024-06-02T08:05:48.867" v="468" actId="2696"/>
          <pc:sldLayoutMkLst>
            <pc:docMk/>
            <pc:sldMasterMk cId="1607783698" sldId="2147483817"/>
            <pc:sldLayoutMk cId="1695783235" sldId="2147483825"/>
          </pc:sldLayoutMkLst>
        </pc:sldLayoutChg>
        <pc:sldLayoutChg chg="del">
          <pc:chgData name="Kozhikkalathil, Nishi" userId="0c188c74-8a9d-4d88-9364-0d549502a5b1" providerId="ADAL" clId="{1FF580A5-139D-4D36-B918-4466925990EF}" dt="2024-06-02T08:05:48.869" v="469" actId="2696"/>
          <pc:sldLayoutMkLst>
            <pc:docMk/>
            <pc:sldMasterMk cId="1607783698" sldId="2147483817"/>
            <pc:sldLayoutMk cId="2405243674" sldId="2147483826"/>
          </pc:sldLayoutMkLst>
        </pc:sldLayoutChg>
        <pc:sldLayoutChg chg="del">
          <pc:chgData name="Kozhikkalathil, Nishi" userId="0c188c74-8a9d-4d88-9364-0d549502a5b1" providerId="ADAL" clId="{1FF580A5-139D-4D36-B918-4466925990EF}" dt="2024-06-02T08:05:48.871" v="470" actId="2696"/>
          <pc:sldLayoutMkLst>
            <pc:docMk/>
            <pc:sldMasterMk cId="1607783698" sldId="2147483817"/>
            <pc:sldLayoutMk cId="672789416" sldId="2147483827"/>
          </pc:sldLayoutMkLst>
        </pc:sldLayoutChg>
        <pc:sldLayoutChg chg="del">
          <pc:chgData name="Kozhikkalathil, Nishi" userId="0c188c74-8a9d-4d88-9364-0d549502a5b1" providerId="ADAL" clId="{1FF580A5-139D-4D36-B918-4466925990EF}" dt="2024-06-02T08:05:48.873" v="471" actId="2696"/>
          <pc:sldLayoutMkLst>
            <pc:docMk/>
            <pc:sldMasterMk cId="1607783698" sldId="2147483817"/>
            <pc:sldLayoutMk cId="1655633224" sldId="2147483828"/>
          </pc:sldLayoutMkLst>
        </pc:sldLayoutChg>
        <pc:sldLayoutChg chg="del">
          <pc:chgData name="Kozhikkalathil, Nishi" userId="0c188c74-8a9d-4d88-9364-0d549502a5b1" providerId="ADAL" clId="{1FF580A5-139D-4D36-B918-4466925990EF}" dt="2024-06-02T08:05:48.876" v="472" actId="2696"/>
          <pc:sldLayoutMkLst>
            <pc:docMk/>
            <pc:sldMasterMk cId="1607783698" sldId="2147483817"/>
            <pc:sldLayoutMk cId="2603636571" sldId="2147483829"/>
          </pc:sldLayoutMkLst>
        </pc:sldLayoutChg>
        <pc:sldLayoutChg chg="del">
          <pc:chgData name="Kozhikkalathil, Nishi" userId="0c188c74-8a9d-4d88-9364-0d549502a5b1" providerId="ADAL" clId="{1FF580A5-139D-4D36-B918-4466925990EF}" dt="2024-06-02T08:05:48.877" v="473" actId="2696"/>
          <pc:sldLayoutMkLst>
            <pc:docMk/>
            <pc:sldMasterMk cId="1607783698" sldId="2147483817"/>
            <pc:sldLayoutMk cId="6619353" sldId="2147483830"/>
          </pc:sldLayoutMkLst>
        </pc:sldLayoutChg>
        <pc:sldLayoutChg chg="del">
          <pc:chgData name="Kozhikkalathil, Nishi" userId="0c188c74-8a9d-4d88-9364-0d549502a5b1" providerId="ADAL" clId="{1FF580A5-139D-4D36-B918-4466925990EF}" dt="2024-06-02T08:05:48.880" v="474" actId="2696"/>
          <pc:sldLayoutMkLst>
            <pc:docMk/>
            <pc:sldMasterMk cId="1607783698" sldId="2147483817"/>
            <pc:sldLayoutMk cId="1369275203" sldId="2147483831"/>
          </pc:sldLayoutMkLst>
        </pc:sldLayoutChg>
        <pc:sldLayoutChg chg="delSp del mod">
          <pc:chgData name="Kozhikkalathil, Nishi" userId="0c188c74-8a9d-4d88-9364-0d549502a5b1" providerId="ADAL" clId="{1FF580A5-139D-4D36-B918-4466925990EF}" dt="2024-06-02T08:05:48.882" v="475" actId="2696"/>
          <pc:sldLayoutMkLst>
            <pc:docMk/>
            <pc:sldMasterMk cId="1607783698" sldId="2147483817"/>
            <pc:sldLayoutMk cId="444236719" sldId="2147483832"/>
          </pc:sldLayoutMkLst>
          <pc:picChg chg="del">
            <ac:chgData name="Kozhikkalathil, Nishi" userId="0c188c74-8a9d-4d88-9364-0d549502a5b1" providerId="ADAL" clId="{1FF580A5-139D-4D36-B918-4466925990EF}" dt="2024-06-02T08:00:27.731" v="279" actId="478"/>
            <ac:picMkLst>
              <pc:docMk/>
              <pc:sldMasterMk cId="1607783698" sldId="2147483817"/>
              <pc:sldLayoutMk cId="444236719" sldId="2147483832"/>
              <ac:picMk id="7" creationId="{00000000-0000-0000-0000-000000000000}"/>
            </ac:picMkLst>
          </pc:picChg>
        </pc:sldLayoutChg>
        <pc:sldLayoutChg chg="delSp del mod">
          <pc:chgData name="Kozhikkalathil, Nishi" userId="0c188c74-8a9d-4d88-9364-0d549502a5b1" providerId="ADAL" clId="{1FF580A5-139D-4D36-B918-4466925990EF}" dt="2024-06-02T08:05:48.883" v="476" actId="2696"/>
          <pc:sldLayoutMkLst>
            <pc:docMk/>
            <pc:sldMasterMk cId="1607783698" sldId="2147483817"/>
            <pc:sldLayoutMk cId="2337592891" sldId="2147483833"/>
          </pc:sldLayoutMkLst>
          <pc:picChg chg="del">
            <ac:chgData name="Kozhikkalathil, Nishi" userId="0c188c74-8a9d-4d88-9364-0d549502a5b1" providerId="ADAL" clId="{1FF580A5-139D-4D36-B918-4466925990EF}" dt="2024-06-02T08:00:31.379" v="280" actId="478"/>
            <ac:picMkLst>
              <pc:docMk/>
              <pc:sldMasterMk cId="1607783698" sldId="2147483817"/>
              <pc:sldLayoutMk cId="2337592891" sldId="2147483833"/>
              <ac:picMk id="5" creationId="{8ED2A108-B854-40BC-AA72-4E9E7C74E58A}"/>
            </ac:picMkLst>
          </pc:picChg>
        </pc:sldLayoutChg>
        <pc:sldLayoutChg chg="del">
          <pc:chgData name="Kozhikkalathil, Nishi" userId="0c188c74-8a9d-4d88-9364-0d549502a5b1" providerId="ADAL" clId="{1FF580A5-139D-4D36-B918-4466925990EF}" dt="2024-06-02T08:05:48.885" v="477" actId="2696"/>
          <pc:sldLayoutMkLst>
            <pc:docMk/>
            <pc:sldMasterMk cId="1607783698" sldId="2147483817"/>
            <pc:sldLayoutMk cId="3510203313" sldId="2147483834"/>
          </pc:sldLayoutMkLst>
        </pc:sldLayoutChg>
      </pc:sldMasterChg>
      <pc:sldMasterChg chg="delSp del mod delSldLayout modSldLayout">
        <pc:chgData name="Kozhikkalathil, Nishi" userId="0c188c74-8a9d-4d88-9364-0d549502a5b1" providerId="ADAL" clId="{1FF580A5-139D-4D36-B918-4466925990EF}" dt="2024-06-02T08:05:47.684" v="460" actId="2696"/>
        <pc:sldMasterMkLst>
          <pc:docMk/>
          <pc:sldMasterMk cId="4022737140" sldId="2147483848"/>
        </pc:sldMasterMkLst>
        <pc:picChg chg="del">
          <ac:chgData name="Kozhikkalathil, Nishi" userId="0c188c74-8a9d-4d88-9364-0d549502a5b1" providerId="ADAL" clId="{1FF580A5-139D-4D36-B918-4466925990EF}" dt="2024-06-02T08:00:52.855" v="282" actId="478"/>
          <ac:picMkLst>
            <pc:docMk/>
            <pc:sldMasterMk cId="4022737140" sldId="2147483848"/>
            <ac:picMk id="22" creationId="{00000000-0000-0000-0000-000000000000}"/>
          </ac:picMkLst>
        </pc:picChg>
        <pc:sldLayoutChg chg="del">
          <pc:chgData name="Kozhikkalathil, Nishi" userId="0c188c74-8a9d-4d88-9364-0d549502a5b1" providerId="ADAL" clId="{1FF580A5-139D-4D36-B918-4466925990EF}" dt="2024-06-02T08:05:47.671" v="454" actId="2696"/>
          <pc:sldLayoutMkLst>
            <pc:docMk/>
            <pc:sldMasterMk cId="4022737140" sldId="2147483848"/>
            <pc:sldLayoutMk cId="629327016" sldId="2147483708"/>
          </pc:sldLayoutMkLst>
        </pc:sldLayoutChg>
        <pc:sldLayoutChg chg="delSp del mod">
          <pc:chgData name="Kozhikkalathil, Nishi" userId="0c188c74-8a9d-4d88-9364-0d549502a5b1" providerId="ADAL" clId="{1FF580A5-139D-4D36-B918-4466925990EF}" dt="2024-06-02T08:05:47.636" v="445" actId="2696"/>
          <pc:sldLayoutMkLst>
            <pc:docMk/>
            <pc:sldMasterMk cId="4022737140" sldId="2147483848"/>
            <pc:sldLayoutMk cId="3218432992" sldId="2147483849"/>
          </pc:sldLayoutMkLst>
          <pc:picChg chg="del">
            <ac:chgData name="Kozhikkalathil, Nishi" userId="0c188c74-8a9d-4d88-9364-0d549502a5b1" providerId="ADAL" clId="{1FF580A5-139D-4D36-B918-4466925990EF}" dt="2024-06-02T08:00:56.244" v="283" actId="478"/>
            <ac:picMkLst>
              <pc:docMk/>
              <pc:sldMasterMk cId="4022737140" sldId="2147483848"/>
              <pc:sldLayoutMk cId="3218432992" sldId="2147483849"/>
              <ac:picMk id="9" creationId="{141940E5-CFDC-4AE5-B7DE-C1189A627790}"/>
            </ac:picMkLst>
          </pc:picChg>
        </pc:sldLayoutChg>
        <pc:sldLayoutChg chg="delSp del mod">
          <pc:chgData name="Kozhikkalathil, Nishi" userId="0c188c74-8a9d-4d88-9364-0d549502a5b1" providerId="ADAL" clId="{1FF580A5-139D-4D36-B918-4466925990EF}" dt="2024-06-02T08:05:47.638" v="446" actId="2696"/>
          <pc:sldLayoutMkLst>
            <pc:docMk/>
            <pc:sldMasterMk cId="4022737140" sldId="2147483848"/>
            <pc:sldLayoutMk cId="518110496" sldId="2147483850"/>
          </pc:sldLayoutMkLst>
          <pc:picChg chg="del">
            <ac:chgData name="Kozhikkalathil, Nishi" userId="0c188c74-8a9d-4d88-9364-0d549502a5b1" providerId="ADAL" clId="{1FF580A5-139D-4D36-B918-4466925990EF}" dt="2024-06-02T08:00:59.631" v="284" actId="478"/>
            <ac:picMkLst>
              <pc:docMk/>
              <pc:sldMasterMk cId="4022737140" sldId="2147483848"/>
              <pc:sldLayoutMk cId="518110496" sldId="2147483850"/>
              <ac:picMk id="11" creationId="{60678DA6-06CD-4ECF-84DB-DE698FD2B157}"/>
            </ac:picMkLst>
          </pc:picChg>
        </pc:sldLayoutChg>
        <pc:sldLayoutChg chg="del">
          <pc:chgData name="Kozhikkalathil, Nishi" userId="0c188c74-8a9d-4d88-9364-0d549502a5b1" providerId="ADAL" clId="{1FF580A5-139D-4D36-B918-4466925990EF}" dt="2024-06-02T08:05:47.650" v="447" actId="2696"/>
          <pc:sldLayoutMkLst>
            <pc:docMk/>
            <pc:sldMasterMk cId="4022737140" sldId="2147483848"/>
            <pc:sldLayoutMk cId="729040451" sldId="2147483851"/>
          </pc:sldLayoutMkLst>
        </pc:sldLayoutChg>
        <pc:sldLayoutChg chg="del">
          <pc:chgData name="Kozhikkalathil, Nishi" userId="0c188c74-8a9d-4d88-9364-0d549502a5b1" providerId="ADAL" clId="{1FF580A5-139D-4D36-B918-4466925990EF}" dt="2024-06-02T08:05:47.654" v="448" actId="2696"/>
          <pc:sldLayoutMkLst>
            <pc:docMk/>
            <pc:sldMasterMk cId="4022737140" sldId="2147483848"/>
            <pc:sldLayoutMk cId="3196403103" sldId="2147483852"/>
          </pc:sldLayoutMkLst>
        </pc:sldLayoutChg>
        <pc:sldLayoutChg chg="del">
          <pc:chgData name="Kozhikkalathil, Nishi" userId="0c188c74-8a9d-4d88-9364-0d549502a5b1" providerId="ADAL" clId="{1FF580A5-139D-4D36-B918-4466925990EF}" dt="2024-06-02T08:05:47.658" v="449" actId="2696"/>
          <pc:sldLayoutMkLst>
            <pc:docMk/>
            <pc:sldMasterMk cId="4022737140" sldId="2147483848"/>
            <pc:sldLayoutMk cId="3514257415" sldId="2147483853"/>
          </pc:sldLayoutMkLst>
        </pc:sldLayoutChg>
        <pc:sldLayoutChg chg="del">
          <pc:chgData name="Kozhikkalathil, Nishi" userId="0c188c74-8a9d-4d88-9364-0d549502a5b1" providerId="ADAL" clId="{1FF580A5-139D-4D36-B918-4466925990EF}" dt="2024-06-02T08:05:47.659" v="450" actId="2696"/>
          <pc:sldLayoutMkLst>
            <pc:docMk/>
            <pc:sldMasterMk cId="4022737140" sldId="2147483848"/>
            <pc:sldLayoutMk cId="3323933263" sldId="2147483854"/>
          </pc:sldLayoutMkLst>
        </pc:sldLayoutChg>
        <pc:sldLayoutChg chg="del">
          <pc:chgData name="Kozhikkalathil, Nishi" userId="0c188c74-8a9d-4d88-9364-0d549502a5b1" providerId="ADAL" clId="{1FF580A5-139D-4D36-B918-4466925990EF}" dt="2024-06-02T08:05:47.664" v="451" actId="2696"/>
          <pc:sldLayoutMkLst>
            <pc:docMk/>
            <pc:sldMasterMk cId="4022737140" sldId="2147483848"/>
            <pc:sldLayoutMk cId="2841686147" sldId="2147483855"/>
          </pc:sldLayoutMkLst>
        </pc:sldLayoutChg>
        <pc:sldLayoutChg chg="del">
          <pc:chgData name="Kozhikkalathil, Nishi" userId="0c188c74-8a9d-4d88-9364-0d549502a5b1" providerId="ADAL" clId="{1FF580A5-139D-4D36-B918-4466925990EF}" dt="2024-06-02T08:05:47.667" v="452" actId="2696"/>
          <pc:sldLayoutMkLst>
            <pc:docMk/>
            <pc:sldMasterMk cId="4022737140" sldId="2147483848"/>
            <pc:sldLayoutMk cId="1865066353" sldId="2147483856"/>
          </pc:sldLayoutMkLst>
        </pc:sldLayoutChg>
        <pc:sldLayoutChg chg="del">
          <pc:chgData name="Kozhikkalathil, Nishi" userId="0c188c74-8a9d-4d88-9364-0d549502a5b1" providerId="ADAL" clId="{1FF580A5-139D-4D36-B918-4466925990EF}" dt="2024-06-02T08:05:47.669" v="453" actId="2696"/>
          <pc:sldLayoutMkLst>
            <pc:docMk/>
            <pc:sldMasterMk cId="4022737140" sldId="2147483848"/>
            <pc:sldLayoutMk cId="3444168571" sldId="2147483857"/>
          </pc:sldLayoutMkLst>
        </pc:sldLayoutChg>
        <pc:sldLayoutChg chg="del">
          <pc:chgData name="Kozhikkalathil, Nishi" userId="0c188c74-8a9d-4d88-9364-0d549502a5b1" providerId="ADAL" clId="{1FF580A5-139D-4D36-B918-4466925990EF}" dt="2024-06-02T08:05:47.672" v="455" actId="2696"/>
          <pc:sldLayoutMkLst>
            <pc:docMk/>
            <pc:sldMasterMk cId="4022737140" sldId="2147483848"/>
            <pc:sldLayoutMk cId="1274488466" sldId="2147483859"/>
          </pc:sldLayoutMkLst>
        </pc:sldLayoutChg>
        <pc:sldLayoutChg chg="del">
          <pc:chgData name="Kozhikkalathil, Nishi" userId="0c188c74-8a9d-4d88-9364-0d549502a5b1" providerId="ADAL" clId="{1FF580A5-139D-4D36-B918-4466925990EF}" dt="2024-06-02T08:05:47.675" v="456" actId="2696"/>
          <pc:sldLayoutMkLst>
            <pc:docMk/>
            <pc:sldMasterMk cId="4022737140" sldId="2147483848"/>
            <pc:sldLayoutMk cId="3384338848" sldId="2147483860"/>
          </pc:sldLayoutMkLst>
        </pc:sldLayoutChg>
        <pc:sldLayoutChg chg="del">
          <pc:chgData name="Kozhikkalathil, Nishi" userId="0c188c74-8a9d-4d88-9364-0d549502a5b1" providerId="ADAL" clId="{1FF580A5-139D-4D36-B918-4466925990EF}" dt="2024-06-02T08:05:47.677" v="457" actId="2696"/>
          <pc:sldLayoutMkLst>
            <pc:docMk/>
            <pc:sldMasterMk cId="4022737140" sldId="2147483848"/>
            <pc:sldLayoutMk cId="672631760" sldId="2147483861"/>
          </pc:sldLayoutMkLst>
        </pc:sldLayoutChg>
        <pc:sldLayoutChg chg="delSp del mod">
          <pc:chgData name="Kozhikkalathil, Nishi" userId="0c188c74-8a9d-4d88-9364-0d549502a5b1" providerId="ADAL" clId="{1FF580A5-139D-4D36-B918-4466925990EF}" dt="2024-06-02T08:05:47.678" v="458" actId="2696"/>
          <pc:sldLayoutMkLst>
            <pc:docMk/>
            <pc:sldMasterMk cId="4022737140" sldId="2147483848"/>
            <pc:sldLayoutMk cId="3745895267" sldId="2147483862"/>
          </pc:sldLayoutMkLst>
          <pc:picChg chg="del">
            <ac:chgData name="Kozhikkalathil, Nishi" userId="0c188c74-8a9d-4d88-9364-0d549502a5b1" providerId="ADAL" clId="{1FF580A5-139D-4D36-B918-4466925990EF}" dt="2024-06-02T08:01:07.548" v="285" actId="478"/>
            <ac:picMkLst>
              <pc:docMk/>
              <pc:sldMasterMk cId="4022737140" sldId="2147483848"/>
              <pc:sldLayoutMk cId="3745895267" sldId="2147483862"/>
              <ac:picMk id="8" creationId="{9C83648A-0017-4D0A-95A9-13FB7D2339DF}"/>
            </ac:picMkLst>
          </pc:picChg>
        </pc:sldLayoutChg>
        <pc:sldLayoutChg chg="delSp del mod">
          <pc:chgData name="Kozhikkalathil, Nishi" userId="0c188c74-8a9d-4d88-9364-0d549502a5b1" providerId="ADAL" clId="{1FF580A5-139D-4D36-B918-4466925990EF}" dt="2024-06-02T08:05:47.681" v="459" actId="2696"/>
          <pc:sldLayoutMkLst>
            <pc:docMk/>
            <pc:sldMasterMk cId="4022737140" sldId="2147483848"/>
            <pc:sldLayoutMk cId="1120666908" sldId="2147483863"/>
          </pc:sldLayoutMkLst>
          <pc:picChg chg="del">
            <ac:chgData name="Kozhikkalathil, Nishi" userId="0c188c74-8a9d-4d88-9364-0d549502a5b1" providerId="ADAL" clId="{1FF580A5-139D-4D36-B918-4466925990EF}" dt="2024-06-02T08:01:10.996" v="286" actId="478"/>
            <ac:picMkLst>
              <pc:docMk/>
              <pc:sldMasterMk cId="4022737140" sldId="2147483848"/>
              <pc:sldLayoutMk cId="1120666908" sldId="2147483863"/>
              <ac:picMk id="5" creationId="{D8B189D6-0E11-4F79-97E3-184BDA7B664E}"/>
            </ac:picMkLst>
          </pc:picChg>
        </pc:sldLayoutChg>
      </pc:sldMasterChg>
    </pc:docChg>
  </pc:docChgLst>
  <pc:docChgLst>
    <pc:chgData name="Tiwari, Shravan" userId="4c27891f-95d4-4976-825b-8d72b130123b" providerId="ADAL" clId="{C4C3FB2E-2344-4798-B8CA-7F0D4895661F}"/>
    <pc:docChg chg="undo redo custSel addSld delSld modSld sldOrd modMainMaster modSection">
      <pc:chgData name="Tiwari, Shravan" userId="4c27891f-95d4-4976-825b-8d72b130123b" providerId="ADAL" clId="{C4C3FB2E-2344-4798-B8CA-7F0D4895661F}" dt="2024-06-02T08:54:00.724" v="4568"/>
      <pc:docMkLst>
        <pc:docMk/>
      </pc:docMkLst>
      <pc:sldChg chg="addSp delSp modSp mod">
        <pc:chgData name="Tiwari, Shravan" userId="4c27891f-95d4-4976-825b-8d72b130123b" providerId="ADAL" clId="{C4C3FB2E-2344-4798-B8CA-7F0D4895661F}" dt="2024-06-02T08:32:57.030" v="4372" actId="403"/>
        <pc:sldMkLst>
          <pc:docMk/>
          <pc:sldMk cId="210284878" sldId="307"/>
        </pc:sldMkLst>
        <pc:spChg chg="mod">
          <ac:chgData name="Tiwari, Shravan" userId="4c27891f-95d4-4976-825b-8d72b130123b" providerId="ADAL" clId="{C4C3FB2E-2344-4798-B8CA-7F0D4895661F}" dt="2024-06-02T08:32:57.030" v="4372" actId="403"/>
          <ac:spMkLst>
            <pc:docMk/>
            <pc:sldMk cId="210284878" sldId="307"/>
            <ac:spMk id="3" creationId="{65FB86BF-F6A5-3995-F221-8FB07F760E87}"/>
          </ac:spMkLst>
        </pc:spChg>
        <pc:spChg chg="mod">
          <ac:chgData name="Tiwari, Shravan" userId="4c27891f-95d4-4976-825b-8d72b130123b" providerId="ADAL" clId="{C4C3FB2E-2344-4798-B8CA-7F0D4895661F}" dt="2024-06-02T06:52:31.189" v="3489" actId="20577"/>
          <ac:spMkLst>
            <pc:docMk/>
            <pc:sldMk cId="210284878" sldId="307"/>
            <ac:spMk id="9" creationId="{F7B3E773-8EA4-40AA-A4C9-3736D12A1FF6}"/>
          </ac:spMkLst>
        </pc:spChg>
        <pc:picChg chg="add mod">
          <ac:chgData name="Tiwari, Shravan" userId="4c27891f-95d4-4976-825b-8d72b130123b" providerId="ADAL" clId="{C4C3FB2E-2344-4798-B8CA-7F0D4895661F}" dt="2024-06-02T06:50:52.228" v="3480"/>
          <ac:picMkLst>
            <pc:docMk/>
            <pc:sldMk cId="210284878" sldId="307"/>
            <ac:picMk id="2" creationId="{353B4C34-2C04-AF21-79C8-B8CFBCEC9ECF}"/>
          </ac:picMkLst>
        </pc:picChg>
        <pc:picChg chg="del">
          <ac:chgData name="Tiwari, Shravan" userId="4c27891f-95d4-4976-825b-8d72b130123b" providerId="ADAL" clId="{C4C3FB2E-2344-4798-B8CA-7F0D4895661F}" dt="2024-06-02T04:10:57.558" v="2267" actId="478"/>
          <ac:picMkLst>
            <pc:docMk/>
            <pc:sldMk cId="210284878" sldId="307"/>
            <ac:picMk id="2" creationId="{9C0CECED-CE54-86C4-538B-0A5C13BBF505}"/>
          </ac:picMkLst>
        </pc:picChg>
        <pc:picChg chg="del mod">
          <ac:chgData name="Tiwari, Shravan" userId="4c27891f-95d4-4976-825b-8d72b130123b" providerId="ADAL" clId="{C4C3FB2E-2344-4798-B8CA-7F0D4895661F}" dt="2024-06-02T06:50:51.072" v="3479" actId="478"/>
          <ac:picMkLst>
            <pc:docMk/>
            <pc:sldMk cId="210284878" sldId="307"/>
            <ac:picMk id="6" creationId="{0B28019A-CCEB-4BA7-1B91-5A7AA1CCB417}"/>
          </ac:picMkLst>
        </pc:picChg>
      </pc:sldChg>
      <pc:sldChg chg="addSp delSp modSp mod">
        <pc:chgData name="Tiwari, Shravan" userId="4c27891f-95d4-4976-825b-8d72b130123b" providerId="ADAL" clId="{C4C3FB2E-2344-4798-B8CA-7F0D4895661F}" dt="2024-06-02T08:17:24.805" v="4255" actId="2711"/>
        <pc:sldMkLst>
          <pc:docMk/>
          <pc:sldMk cId="0" sldId="2917"/>
        </pc:sldMkLst>
        <pc:graphicFrameChg chg="mod modGraphic">
          <ac:chgData name="Tiwari, Shravan" userId="4c27891f-95d4-4976-825b-8d72b130123b" providerId="ADAL" clId="{C4C3FB2E-2344-4798-B8CA-7F0D4895661F}" dt="2024-06-02T08:17:24.805" v="4255" actId="2711"/>
          <ac:graphicFrameMkLst>
            <pc:docMk/>
            <pc:sldMk cId="0" sldId="2917"/>
            <ac:graphicFrameMk id="5" creationId="{00000000-0000-0000-0000-000000000000}"/>
          </ac:graphicFrameMkLst>
        </pc:graphicFrameChg>
        <pc:picChg chg="del mod">
          <ac:chgData name="Tiwari, Shravan" userId="4c27891f-95d4-4976-825b-8d72b130123b" providerId="ADAL" clId="{C4C3FB2E-2344-4798-B8CA-7F0D4895661F}" dt="2024-06-02T06:30:41.371" v="3352" actId="478"/>
          <ac:picMkLst>
            <pc:docMk/>
            <pc:sldMk cId="0" sldId="2917"/>
            <ac:picMk id="3" creationId="{0DF1DC1A-1F91-FC99-6974-174EC7DA54AD}"/>
          </ac:picMkLst>
        </pc:picChg>
        <pc:picChg chg="add mod">
          <ac:chgData name="Tiwari, Shravan" userId="4c27891f-95d4-4976-825b-8d72b130123b" providerId="ADAL" clId="{C4C3FB2E-2344-4798-B8CA-7F0D4895661F}" dt="2024-06-02T06:30:42.287" v="3353"/>
          <ac:picMkLst>
            <pc:docMk/>
            <pc:sldMk cId="0" sldId="2917"/>
            <ac:picMk id="4" creationId="{2BBE2990-B1BD-B87F-4EBA-66AE9691034A}"/>
          </ac:picMkLst>
        </pc:picChg>
      </pc:sldChg>
      <pc:sldChg chg="addSp delSp modSp mod">
        <pc:chgData name="Tiwari, Shravan" userId="4c27891f-95d4-4976-825b-8d72b130123b" providerId="ADAL" clId="{C4C3FB2E-2344-4798-B8CA-7F0D4895661F}" dt="2024-06-02T08:54:00.724" v="4568"/>
        <pc:sldMkLst>
          <pc:docMk/>
          <pc:sldMk cId="0" sldId="8097"/>
        </pc:sldMkLst>
        <pc:spChg chg="mod">
          <ac:chgData name="Tiwari, Shravan" userId="4c27891f-95d4-4976-825b-8d72b130123b" providerId="ADAL" clId="{C4C3FB2E-2344-4798-B8CA-7F0D4895661F}" dt="2024-06-02T08:10:11.532" v="4036" actId="20577"/>
          <ac:spMkLst>
            <pc:docMk/>
            <pc:sldMk cId="0" sldId="8097"/>
            <ac:spMk id="9" creationId="{00000000-0000-0000-0000-000000000000}"/>
          </ac:spMkLst>
        </pc:spChg>
        <pc:spChg chg="add del mod">
          <ac:chgData name="Tiwari, Shravan" userId="4c27891f-95d4-4976-825b-8d72b130123b" providerId="ADAL" clId="{C4C3FB2E-2344-4798-B8CA-7F0D4895661F}" dt="2024-06-02T08:53:59.877" v="4567" actId="478"/>
          <ac:spMkLst>
            <pc:docMk/>
            <pc:sldMk cId="0" sldId="8097"/>
            <ac:spMk id="11" creationId="{43666EAD-CE08-6480-6F88-371901454A6A}"/>
          </ac:spMkLst>
        </pc:spChg>
        <pc:spChg chg="add del mod">
          <ac:chgData name="Tiwari, Shravan" userId="4c27891f-95d4-4976-825b-8d72b130123b" providerId="ADAL" clId="{C4C3FB2E-2344-4798-B8CA-7F0D4895661F}" dt="2024-06-02T08:53:55.645" v="4566" actId="478"/>
          <ac:spMkLst>
            <pc:docMk/>
            <pc:sldMk cId="0" sldId="8097"/>
            <ac:spMk id="12" creationId="{AD2BF824-90D6-A3C2-8B87-C6D7CBA0BE90}"/>
          </ac:spMkLst>
        </pc:spChg>
        <pc:spChg chg="add mod">
          <ac:chgData name="Tiwari, Shravan" userId="4c27891f-95d4-4976-825b-8d72b130123b" providerId="ADAL" clId="{C4C3FB2E-2344-4798-B8CA-7F0D4895661F}" dt="2024-06-02T08:54:00.724" v="4568"/>
          <ac:spMkLst>
            <pc:docMk/>
            <pc:sldMk cId="0" sldId="8097"/>
            <ac:spMk id="15" creationId="{2D543846-E424-20A9-68F1-269E7182C0D5}"/>
          </ac:spMkLst>
        </pc:spChg>
        <pc:spChg chg="add mod">
          <ac:chgData name="Tiwari, Shravan" userId="4c27891f-95d4-4976-825b-8d72b130123b" providerId="ADAL" clId="{C4C3FB2E-2344-4798-B8CA-7F0D4895661F}" dt="2024-06-02T08:54:00.724" v="4568"/>
          <ac:spMkLst>
            <pc:docMk/>
            <pc:sldMk cId="0" sldId="8097"/>
            <ac:spMk id="16" creationId="{5D2A275B-7CED-F135-BF50-91B0E4269D1F}"/>
          </ac:spMkLst>
        </pc:spChg>
        <pc:picChg chg="mod">
          <ac:chgData name="Tiwari, Shravan" userId="4c27891f-95d4-4976-825b-8d72b130123b" providerId="ADAL" clId="{C4C3FB2E-2344-4798-B8CA-7F0D4895661F}" dt="2024-06-02T06:24:37.516" v="3283" actId="1076"/>
          <ac:picMkLst>
            <pc:docMk/>
            <pc:sldMk cId="0" sldId="8097"/>
            <ac:picMk id="2" creationId="{D984E0E1-7C50-9FE4-C4C2-6DF89023E66E}"/>
          </ac:picMkLst>
        </pc:picChg>
      </pc:sldChg>
      <pc:sldChg chg="addSp delSp modSp mod">
        <pc:chgData name="Tiwari, Shravan" userId="4c27891f-95d4-4976-825b-8d72b130123b" providerId="ADAL" clId="{C4C3FB2E-2344-4798-B8CA-7F0D4895661F}" dt="2024-06-02T08:53:47.816" v="4565"/>
        <pc:sldMkLst>
          <pc:docMk/>
          <pc:sldMk cId="0" sldId="8098"/>
        </pc:sldMkLst>
        <pc:spChg chg="mod">
          <ac:chgData name="Tiwari, Shravan" userId="4c27891f-95d4-4976-825b-8d72b130123b" providerId="ADAL" clId="{C4C3FB2E-2344-4798-B8CA-7F0D4895661F}" dt="2024-06-02T08:51:02.580" v="4542" actId="1036"/>
          <ac:spMkLst>
            <pc:docMk/>
            <pc:sldMk cId="0" sldId="8098"/>
            <ac:spMk id="2" creationId="{7BCCBB0F-E237-CF31-00A3-0F396381834F}"/>
          </ac:spMkLst>
        </pc:spChg>
        <pc:spChg chg="add del mod">
          <ac:chgData name="Tiwari, Shravan" userId="4c27891f-95d4-4976-825b-8d72b130123b" providerId="ADAL" clId="{C4C3FB2E-2344-4798-B8CA-7F0D4895661F}" dt="2024-06-02T08:53:46.658" v="4564" actId="478"/>
          <ac:spMkLst>
            <pc:docMk/>
            <pc:sldMk cId="0" sldId="8098"/>
            <ac:spMk id="12" creationId="{7CCEC760-EA9E-D408-52AD-DFA9C391A5D6}"/>
          </ac:spMkLst>
        </pc:spChg>
        <pc:spChg chg="add del mod">
          <ac:chgData name="Tiwari, Shravan" userId="4c27891f-95d4-4976-825b-8d72b130123b" providerId="ADAL" clId="{C4C3FB2E-2344-4798-B8CA-7F0D4895661F}" dt="2024-06-02T08:53:46.658" v="4564" actId="478"/>
          <ac:spMkLst>
            <pc:docMk/>
            <pc:sldMk cId="0" sldId="8098"/>
            <ac:spMk id="13" creationId="{20EB4675-4FB7-6C0F-F68B-EABE9B707ED5}"/>
          </ac:spMkLst>
        </pc:spChg>
        <pc:spChg chg="add mod">
          <ac:chgData name="Tiwari, Shravan" userId="4c27891f-95d4-4976-825b-8d72b130123b" providerId="ADAL" clId="{C4C3FB2E-2344-4798-B8CA-7F0D4895661F}" dt="2024-06-02T08:53:47.816" v="4565"/>
          <ac:spMkLst>
            <pc:docMk/>
            <pc:sldMk cId="0" sldId="8098"/>
            <ac:spMk id="17" creationId="{9C4E995F-B08E-9379-0A63-52F2B7D11653}"/>
          </ac:spMkLst>
        </pc:spChg>
        <pc:spChg chg="add mod">
          <ac:chgData name="Tiwari, Shravan" userId="4c27891f-95d4-4976-825b-8d72b130123b" providerId="ADAL" clId="{C4C3FB2E-2344-4798-B8CA-7F0D4895661F}" dt="2024-06-02T08:53:47.816" v="4565"/>
          <ac:spMkLst>
            <pc:docMk/>
            <pc:sldMk cId="0" sldId="8098"/>
            <ac:spMk id="18" creationId="{C83CBF47-9A1F-3DEF-FED1-E7AAB016AA3B}"/>
          </ac:spMkLst>
        </pc:spChg>
        <pc:spChg chg="mod">
          <ac:chgData name="Tiwari, Shravan" userId="4c27891f-95d4-4976-825b-8d72b130123b" providerId="ADAL" clId="{C4C3FB2E-2344-4798-B8CA-7F0D4895661F}" dt="2024-06-02T08:51:02.580" v="4542" actId="1036"/>
          <ac:spMkLst>
            <pc:docMk/>
            <pc:sldMk cId="0" sldId="8098"/>
            <ac:spMk id="47107" creationId="{00000000-0000-0000-0000-000000000000}"/>
          </ac:spMkLst>
        </pc:spChg>
        <pc:picChg chg="del">
          <ac:chgData name="Tiwari, Shravan" userId="4c27891f-95d4-4976-825b-8d72b130123b" providerId="ADAL" clId="{C4C3FB2E-2344-4798-B8CA-7F0D4895661F}" dt="2024-06-02T06:24:51.038" v="3284" actId="478"/>
          <ac:picMkLst>
            <pc:docMk/>
            <pc:sldMk cId="0" sldId="8098"/>
            <ac:picMk id="3" creationId="{193D228A-A279-7B03-D047-D14B55C2443E}"/>
          </ac:picMkLst>
        </pc:picChg>
        <pc:picChg chg="add mod">
          <ac:chgData name="Tiwari, Shravan" userId="4c27891f-95d4-4976-825b-8d72b130123b" providerId="ADAL" clId="{C4C3FB2E-2344-4798-B8CA-7F0D4895661F}" dt="2024-06-02T06:24:52.744" v="3285"/>
          <ac:picMkLst>
            <pc:docMk/>
            <pc:sldMk cId="0" sldId="8098"/>
            <ac:picMk id="4" creationId="{DC51FA02-0994-40DB-BD8A-E9434284F652}"/>
          </ac:picMkLst>
        </pc:picChg>
      </pc:sldChg>
      <pc:sldChg chg="addSp delSp modSp mod">
        <pc:chgData name="Tiwari, Shravan" userId="4c27891f-95d4-4976-825b-8d72b130123b" providerId="ADAL" clId="{C4C3FB2E-2344-4798-B8CA-7F0D4895661F}" dt="2024-06-02T08:45:33.206" v="4431" actId="404"/>
        <pc:sldMkLst>
          <pc:docMk/>
          <pc:sldMk cId="3108547940" sldId="22429"/>
        </pc:sldMkLst>
        <pc:spChg chg="mod">
          <ac:chgData name="Tiwari, Shravan" userId="4c27891f-95d4-4976-825b-8d72b130123b" providerId="ADAL" clId="{C4C3FB2E-2344-4798-B8CA-7F0D4895661F}" dt="2024-06-02T08:15:31.449" v="4212" actId="403"/>
          <ac:spMkLst>
            <pc:docMk/>
            <pc:sldMk cId="3108547940" sldId="22429"/>
            <ac:spMk id="14" creationId="{B6BD00CE-FE5E-3B7F-47B3-D9468A2FE9FD}"/>
          </ac:spMkLst>
        </pc:spChg>
        <pc:spChg chg="mod">
          <ac:chgData name="Tiwari, Shravan" userId="4c27891f-95d4-4976-825b-8d72b130123b" providerId="ADAL" clId="{C4C3FB2E-2344-4798-B8CA-7F0D4895661F}" dt="2024-06-02T08:15:31.449" v="4212" actId="403"/>
          <ac:spMkLst>
            <pc:docMk/>
            <pc:sldMk cId="3108547940" sldId="22429"/>
            <ac:spMk id="15" creationId="{C023EFFE-A070-7473-C518-8DE8F31354A4}"/>
          </ac:spMkLst>
        </pc:spChg>
        <pc:spChg chg="mod">
          <ac:chgData name="Tiwari, Shravan" userId="4c27891f-95d4-4976-825b-8d72b130123b" providerId="ADAL" clId="{C4C3FB2E-2344-4798-B8CA-7F0D4895661F}" dt="2024-06-02T08:15:31.449" v="4212" actId="403"/>
          <ac:spMkLst>
            <pc:docMk/>
            <pc:sldMk cId="3108547940" sldId="22429"/>
            <ac:spMk id="18" creationId="{0860A754-BDF9-C08F-901B-315CEA573397}"/>
          </ac:spMkLst>
        </pc:spChg>
        <pc:spChg chg="mod">
          <ac:chgData name="Tiwari, Shravan" userId="4c27891f-95d4-4976-825b-8d72b130123b" providerId="ADAL" clId="{C4C3FB2E-2344-4798-B8CA-7F0D4895661F}" dt="2024-06-02T08:15:31.449" v="4212" actId="403"/>
          <ac:spMkLst>
            <pc:docMk/>
            <pc:sldMk cId="3108547940" sldId="22429"/>
            <ac:spMk id="20" creationId="{192854B7-98B6-8183-A992-8923E7EF209A}"/>
          </ac:spMkLst>
        </pc:spChg>
        <pc:spChg chg="mod">
          <ac:chgData name="Tiwari, Shravan" userId="4c27891f-95d4-4976-825b-8d72b130123b" providerId="ADAL" clId="{C4C3FB2E-2344-4798-B8CA-7F0D4895661F}" dt="2024-06-02T08:15:31.449" v="4212" actId="403"/>
          <ac:spMkLst>
            <pc:docMk/>
            <pc:sldMk cId="3108547940" sldId="22429"/>
            <ac:spMk id="21" creationId="{52B4AF8E-8379-2E25-CF78-E4548EAE54AC}"/>
          </ac:spMkLst>
        </pc:spChg>
        <pc:spChg chg="mod">
          <ac:chgData name="Tiwari, Shravan" userId="4c27891f-95d4-4976-825b-8d72b130123b" providerId="ADAL" clId="{C4C3FB2E-2344-4798-B8CA-7F0D4895661F}" dt="2024-06-02T08:15:31.449" v="4212" actId="403"/>
          <ac:spMkLst>
            <pc:docMk/>
            <pc:sldMk cId="3108547940" sldId="22429"/>
            <ac:spMk id="22" creationId="{1C791699-18A4-4CBA-DE21-CA783F6E7B79}"/>
          </ac:spMkLst>
        </pc:spChg>
        <pc:spChg chg="mod">
          <ac:chgData name="Tiwari, Shravan" userId="4c27891f-95d4-4976-825b-8d72b130123b" providerId="ADAL" clId="{C4C3FB2E-2344-4798-B8CA-7F0D4895661F}" dt="2024-06-02T08:15:31.449" v="4212" actId="403"/>
          <ac:spMkLst>
            <pc:docMk/>
            <pc:sldMk cId="3108547940" sldId="22429"/>
            <ac:spMk id="23" creationId="{A5988B82-59D5-9D54-C269-8CFC97D59F5C}"/>
          </ac:spMkLst>
        </pc:spChg>
        <pc:spChg chg="mod">
          <ac:chgData name="Tiwari, Shravan" userId="4c27891f-95d4-4976-825b-8d72b130123b" providerId="ADAL" clId="{C4C3FB2E-2344-4798-B8CA-7F0D4895661F}" dt="2024-06-02T08:15:31.449" v="4212" actId="403"/>
          <ac:spMkLst>
            <pc:docMk/>
            <pc:sldMk cId="3108547940" sldId="22429"/>
            <ac:spMk id="24" creationId="{36425740-FECE-BBDF-2442-094B62B82D4E}"/>
          </ac:spMkLst>
        </pc:spChg>
        <pc:spChg chg="mod">
          <ac:chgData name="Tiwari, Shravan" userId="4c27891f-95d4-4976-825b-8d72b130123b" providerId="ADAL" clId="{C4C3FB2E-2344-4798-B8CA-7F0D4895661F}" dt="2024-06-02T08:15:31.449" v="4212" actId="403"/>
          <ac:spMkLst>
            <pc:docMk/>
            <pc:sldMk cId="3108547940" sldId="22429"/>
            <ac:spMk id="25" creationId="{1A28243B-86B6-DEC1-EDA7-19F2381B9722}"/>
          </ac:spMkLst>
        </pc:spChg>
        <pc:spChg chg="mod">
          <ac:chgData name="Tiwari, Shravan" userId="4c27891f-95d4-4976-825b-8d72b130123b" providerId="ADAL" clId="{C4C3FB2E-2344-4798-B8CA-7F0D4895661F}" dt="2024-06-02T08:15:31.449" v="4212" actId="403"/>
          <ac:spMkLst>
            <pc:docMk/>
            <pc:sldMk cId="3108547940" sldId="22429"/>
            <ac:spMk id="26" creationId="{232632EC-A95B-2089-38A6-43BFCFD90A9D}"/>
          </ac:spMkLst>
        </pc:spChg>
        <pc:spChg chg="mod">
          <ac:chgData name="Tiwari, Shravan" userId="4c27891f-95d4-4976-825b-8d72b130123b" providerId="ADAL" clId="{C4C3FB2E-2344-4798-B8CA-7F0D4895661F}" dt="2024-06-02T08:15:31.449" v="4212" actId="403"/>
          <ac:spMkLst>
            <pc:docMk/>
            <pc:sldMk cId="3108547940" sldId="22429"/>
            <ac:spMk id="27" creationId="{1187958A-1DBD-E5D7-75F4-30BC98724FCA}"/>
          </ac:spMkLst>
        </pc:spChg>
        <pc:spChg chg="mod">
          <ac:chgData name="Tiwari, Shravan" userId="4c27891f-95d4-4976-825b-8d72b130123b" providerId="ADAL" clId="{C4C3FB2E-2344-4798-B8CA-7F0D4895661F}" dt="2024-06-02T08:15:31.449" v="4212" actId="403"/>
          <ac:spMkLst>
            <pc:docMk/>
            <pc:sldMk cId="3108547940" sldId="22429"/>
            <ac:spMk id="28" creationId="{94072B4E-40D2-12C0-B0C6-E72AAA1C9B2C}"/>
          </ac:spMkLst>
        </pc:spChg>
        <pc:spChg chg="mod">
          <ac:chgData name="Tiwari, Shravan" userId="4c27891f-95d4-4976-825b-8d72b130123b" providerId="ADAL" clId="{C4C3FB2E-2344-4798-B8CA-7F0D4895661F}" dt="2024-06-02T08:15:31.449" v="4212" actId="403"/>
          <ac:spMkLst>
            <pc:docMk/>
            <pc:sldMk cId="3108547940" sldId="22429"/>
            <ac:spMk id="29" creationId="{7592F32D-9788-6D27-1861-D606E96FBA5D}"/>
          </ac:spMkLst>
        </pc:spChg>
        <pc:spChg chg="mod">
          <ac:chgData name="Tiwari, Shravan" userId="4c27891f-95d4-4976-825b-8d72b130123b" providerId="ADAL" clId="{C4C3FB2E-2344-4798-B8CA-7F0D4895661F}" dt="2024-06-02T08:15:31.449" v="4212" actId="403"/>
          <ac:spMkLst>
            <pc:docMk/>
            <pc:sldMk cId="3108547940" sldId="22429"/>
            <ac:spMk id="31" creationId="{1FAC6BE3-D3A1-6786-CBDC-863B5E26DC34}"/>
          </ac:spMkLst>
        </pc:spChg>
        <pc:spChg chg="mod">
          <ac:chgData name="Tiwari, Shravan" userId="4c27891f-95d4-4976-825b-8d72b130123b" providerId="ADAL" clId="{C4C3FB2E-2344-4798-B8CA-7F0D4895661F}" dt="2024-06-02T08:15:38.698" v="4213" actId="404"/>
          <ac:spMkLst>
            <pc:docMk/>
            <pc:sldMk cId="3108547940" sldId="22429"/>
            <ac:spMk id="32" creationId="{CB784C9B-795A-33C7-8A62-8E625DC0E849}"/>
          </ac:spMkLst>
        </pc:spChg>
        <pc:spChg chg="mod">
          <ac:chgData name="Tiwari, Shravan" userId="4c27891f-95d4-4976-825b-8d72b130123b" providerId="ADAL" clId="{C4C3FB2E-2344-4798-B8CA-7F0D4895661F}" dt="2024-06-02T08:15:31.449" v="4212" actId="403"/>
          <ac:spMkLst>
            <pc:docMk/>
            <pc:sldMk cId="3108547940" sldId="22429"/>
            <ac:spMk id="33" creationId="{49081170-2C4F-15B4-DE09-CB6EA7EDA0C9}"/>
          </ac:spMkLst>
        </pc:spChg>
        <pc:spChg chg="mod">
          <ac:chgData name="Tiwari, Shravan" userId="4c27891f-95d4-4976-825b-8d72b130123b" providerId="ADAL" clId="{C4C3FB2E-2344-4798-B8CA-7F0D4895661F}" dt="2024-06-02T08:15:31.449" v="4212" actId="403"/>
          <ac:spMkLst>
            <pc:docMk/>
            <pc:sldMk cId="3108547940" sldId="22429"/>
            <ac:spMk id="34" creationId="{460AE6A1-FBC0-0E8E-26C8-56D366EAEC18}"/>
          </ac:spMkLst>
        </pc:spChg>
        <pc:spChg chg="mod">
          <ac:chgData name="Tiwari, Shravan" userId="4c27891f-95d4-4976-825b-8d72b130123b" providerId="ADAL" clId="{C4C3FB2E-2344-4798-B8CA-7F0D4895661F}" dt="2024-06-02T08:15:31.449" v="4212" actId="403"/>
          <ac:spMkLst>
            <pc:docMk/>
            <pc:sldMk cId="3108547940" sldId="22429"/>
            <ac:spMk id="35" creationId="{A37C2DA5-58F5-62B3-7141-BB414EC642EB}"/>
          </ac:spMkLst>
        </pc:spChg>
        <pc:spChg chg="mod">
          <ac:chgData name="Tiwari, Shravan" userId="4c27891f-95d4-4976-825b-8d72b130123b" providerId="ADAL" clId="{C4C3FB2E-2344-4798-B8CA-7F0D4895661F}" dt="2024-06-02T08:15:31.449" v="4212" actId="403"/>
          <ac:spMkLst>
            <pc:docMk/>
            <pc:sldMk cId="3108547940" sldId="22429"/>
            <ac:spMk id="36" creationId="{B5F6094D-100C-4F6E-6D0F-3074FAD5157E}"/>
          </ac:spMkLst>
        </pc:spChg>
        <pc:spChg chg="mod">
          <ac:chgData name="Tiwari, Shravan" userId="4c27891f-95d4-4976-825b-8d72b130123b" providerId="ADAL" clId="{C4C3FB2E-2344-4798-B8CA-7F0D4895661F}" dt="2024-06-02T08:15:31.449" v="4212" actId="403"/>
          <ac:spMkLst>
            <pc:docMk/>
            <pc:sldMk cId="3108547940" sldId="22429"/>
            <ac:spMk id="37" creationId="{349A1000-66CA-772E-843F-156684BA4C3F}"/>
          </ac:spMkLst>
        </pc:spChg>
        <pc:spChg chg="mod">
          <ac:chgData name="Tiwari, Shravan" userId="4c27891f-95d4-4976-825b-8d72b130123b" providerId="ADAL" clId="{C4C3FB2E-2344-4798-B8CA-7F0D4895661F}" dt="2024-06-02T08:15:31.449" v="4212" actId="403"/>
          <ac:spMkLst>
            <pc:docMk/>
            <pc:sldMk cId="3108547940" sldId="22429"/>
            <ac:spMk id="47" creationId="{F23E0A8A-D67D-885E-9DDD-67EFCCE331C6}"/>
          </ac:spMkLst>
        </pc:spChg>
        <pc:spChg chg="mod">
          <ac:chgData name="Tiwari, Shravan" userId="4c27891f-95d4-4976-825b-8d72b130123b" providerId="ADAL" clId="{C4C3FB2E-2344-4798-B8CA-7F0D4895661F}" dt="2024-06-02T08:15:59.157" v="4240" actId="1038"/>
          <ac:spMkLst>
            <pc:docMk/>
            <pc:sldMk cId="3108547940" sldId="22429"/>
            <ac:spMk id="48" creationId="{DEFC9414-92FE-9E0A-971E-34F5C029172C}"/>
          </ac:spMkLst>
        </pc:spChg>
        <pc:spChg chg="mod">
          <ac:chgData name="Tiwari, Shravan" userId="4c27891f-95d4-4976-825b-8d72b130123b" providerId="ADAL" clId="{C4C3FB2E-2344-4798-B8CA-7F0D4895661F}" dt="2024-06-02T08:15:31.449" v="4212" actId="403"/>
          <ac:spMkLst>
            <pc:docMk/>
            <pc:sldMk cId="3108547940" sldId="22429"/>
            <ac:spMk id="49" creationId="{871262E0-9C0C-1DFD-C53A-47FDA19571D3}"/>
          </ac:spMkLst>
        </pc:spChg>
        <pc:spChg chg="mod">
          <ac:chgData name="Tiwari, Shravan" userId="4c27891f-95d4-4976-825b-8d72b130123b" providerId="ADAL" clId="{C4C3FB2E-2344-4798-B8CA-7F0D4895661F}" dt="2024-06-02T08:45:23.297" v="4430" actId="1035"/>
          <ac:spMkLst>
            <pc:docMk/>
            <pc:sldMk cId="3108547940" sldId="22429"/>
            <ac:spMk id="50" creationId="{B25A4F7A-0118-CFCA-4306-B2B869F6AB24}"/>
          </ac:spMkLst>
        </pc:spChg>
        <pc:spChg chg="mod">
          <ac:chgData name="Tiwari, Shravan" userId="4c27891f-95d4-4976-825b-8d72b130123b" providerId="ADAL" clId="{C4C3FB2E-2344-4798-B8CA-7F0D4895661F}" dt="2024-06-02T08:15:31.449" v="4212" actId="403"/>
          <ac:spMkLst>
            <pc:docMk/>
            <pc:sldMk cId="3108547940" sldId="22429"/>
            <ac:spMk id="57" creationId="{53648048-80CD-06A3-8E48-21A2EE1BF44B}"/>
          </ac:spMkLst>
        </pc:spChg>
        <pc:spChg chg="mod">
          <ac:chgData name="Tiwari, Shravan" userId="4c27891f-95d4-4976-825b-8d72b130123b" providerId="ADAL" clId="{C4C3FB2E-2344-4798-B8CA-7F0D4895661F}" dt="2024-06-02T08:15:31.449" v="4212" actId="403"/>
          <ac:spMkLst>
            <pc:docMk/>
            <pc:sldMk cId="3108547940" sldId="22429"/>
            <ac:spMk id="58" creationId="{D10AA367-E351-0F36-90F3-23947E6132AE}"/>
          </ac:spMkLst>
        </pc:spChg>
        <pc:spChg chg="mod">
          <ac:chgData name="Tiwari, Shravan" userId="4c27891f-95d4-4976-825b-8d72b130123b" providerId="ADAL" clId="{C4C3FB2E-2344-4798-B8CA-7F0D4895661F}" dt="2024-06-02T08:15:31.449" v="4212" actId="403"/>
          <ac:spMkLst>
            <pc:docMk/>
            <pc:sldMk cId="3108547940" sldId="22429"/>
            <ac:spMk id="63" creationId="{A6BF1B07-F853-F895-B381-BBC2AD9C4174}"/>
          </ac:spMkLst>
        </pc:spChg>
        <pc:spChg chg="mod">
          <ac:chgData name="Tiwari, Shravan" userId="4c27891f-95d4-4976-825b-8d72b130123b" providerId="ADAL" clId="{C4C3FB2E-2344-4798-B8CA-7F0D4895661F}" dt="2024-06-02T08:15:31.449" v="4212" actId="403"/>
          <ac:spMkLst>
            <pc:docMk/>
            <pc:sldMk cId="3108547940" sldId="22429"/>
            <ac:spMk id="67" creationId="{C2BF06C5-A30D-40DF-B6C2-744BBDD901A3}"/>
          </ac:spMkLst>
        </pc:spChg>
        <pc:spChg chg="mod">
          <ac:chgData name="Tiwari, Shravan" userId="4c27891f-95d4-4976-825b-8d72b130123b" providerId="ADAL" clId="{C4C3FB2E-2344-4798-B8CA-7F0D4895661F}" dt="2024-06-02T08:15:31.449" v="4212" actId="403"/>
          <ac:spMkLst>
            <pc:docMk/>
            <pc:sldMk cId="3108547940" sldId="22429"/>
            <ac:spMk id="85" creationId="{FDB48D84-F72B-00AB-2957-EAFA31294A5F}"/>
          </ac:spMkLst>
        </pc:spChg>
        <pc:spChg chg="mod">
          <ac:chgData name="Tiwari, Shravan" userId="4c27891f-95d4-4976-825b-8d72b130123b" providerId="ADAL" clId="{C4C3FB2E-2344-4798-B8CA-7F0D4895661F}" dt="2024-06-02T08:15:31.449" v="4212" actId="403"/>
          <ac:spMkLst>
            <pc:docMk/>
            <pc:sldMk cId="3108547940" sldId="22429"/>
            <ac:spMk id="91" creationId="{5B1F580B-3DAF-AAF5-9F7C-C445E7AFB45F}"/>
          </ac:spMkLst>
        </pc:spChg>
        <pc:spChg chg="mod">
          <ac:chgData name="Tiwari, Shravan" userId="4c27891f-95d4-4976-825b-8d72b130123b" providerId="ADAL" clId="{C4C3FB2E-2344-4798-B8CA-7F0D4895661F}" dt="2024-06-02T08:15:45.012" v="4214" actId="14100"/>
          <ac:spMkLst>
            <pc:docMk/>
            <pc:sldMk cId="3108547940" sldId="22429"/>
            <ac:spMk id="92" creationId="{39EBE51F-8597-9102-9476-BCB3BA78E79F}"/>
          </ac:spMkLst>
        </pc:spChg>
        <pc:spChg chg="mod">
          <ac:chgData name="Tiwari, Shravan" userId="4c27891f-95d4-4976-825b-8d72b130123b" providerId="ADAL" clId="{C4C3FB2E-2344-4798-B8CA-7F0D4895661F}" dt="2024-06-02T08:45:33.206" v="4431" actId="404"/>
          <ac:spMkLst>
            <pc:docMk/>
            <pc:sldMk cId="3108547940" sldId="22429"/>
            <ac:spMk id="95" creationId="{90A141FF-F71F-DD35-3FB4-C41472102FE6}"/>
          </ac:spMkLst>
        </pc:spChg>
        <pc:spChg chg="mod">
          <ac:chgData name="Tiwari, Shravan" userId="4c27891f-95d4-4976-825b-8d72b130123b" providerId="ADAL" clId="{C4C3FB2E-2344-4798-B8CA-7F0D4895661F}" dt="2024-06-02T08:15:31.449" v="4212" actId="403"/>
          <ac:spMkLst>
            <pc:docMk/>
            <pc:sldMk cId="3108547940" sldId="22429"/>
            <ac:spMk id="97" creationId="{A5E31BB9-5D47-02B0-4F14-288FF312CACC}"/>
          </ac:spMkLst>
        </pc:spChg>
        <pc:spChg chg="mod">
          <ac:chgData name="Tiwari, Shravan" userId="4c27891f-95d4-4976-825b-8d72b130123b" providerId="ADAL" clId="{C4C3FB2E-2344-4798-B8CA-7F0D4895661F}" dt="2024-06-02T08:15:31.449" v="4212" actId="403"/>
          <ac:spMkLst>
            <pc:docMk/>
            <pc:sldMk cId="3108547940" sldId="22429"/>
            <ac:spMk id="115" creationId="{965B316B-CB06-A573-5BB4-05878B694CB9}"/>
          </ac:spMkLst>
        </pc:spChg>
        <pc:picChg chg="del mod">
          <ac:chgData name="Tiwari, Shravan" userId="4c27891f-95d4-4976-825b-8d72b130123b" providerId="ADAL" clId="{C4C3FB2E-2344-4798-B8CA-7F0D4895661F}" dt="2024-06-02T06:30:24.193" v="3348" actId="478"/>
          <ac:picMkLst>
            <pc:docMk/>
            <pc:sldMk cId="3108547940" sldId="22429"/>
            <ac:picMk id="16" creationId="{5D3ED354-7936-D0D7-2CFE-2E4B8D00C16B}"/>
          </ac:picMkLst>
        </pc:picChg>
        <pc:picChg chg="add mod">
          <ac:chgData name="Tiwari, Shravan" userId="4c27891f-95d4-4976-825b-8d72b130123b" providerId="ADAL" clId="{C4C3FB2E-2344-4798-B8CA-7F0D4895661F}" dt="2024-06-02T06:30:24.970" v="3349"/>
          <ac:picMkLst>
            <pc:docMk/>
            <pc:sldMk cId="3108547940" sldId="22429"/>
            <ac:picMk id="17" creationId="{3B333BC2-522E-0E7E-2BAC-E09F7D0470D8}"/>
          </ac:picMkLst>
        </pc:picChg>
        <pc:cxnChg chg="mod">
          <ac:chgData name="Tiwari, Shravan" userId="4c27891f-95d4-4976-825b-8d72b130123b" providerId="ADAL" clId="{C4C3FB2E-2344-4798-B8CA-7F0D4895661F}" dt="2024-06-02T08:15:31.449" v="4212" actId="403"/>
          <ac:cxnSpMkLst>
            <pc:docMk/>
            <pc:sldMk cId="3108547940" sldId="22429"/>
            <ac:cxnSpMk id="30" creationId="{6B8E985B-179D-00EA-46FD-4FDEC5D12DED}"/>
          </ac:cxnSpMkLst>
        </pc:cxnChg>
        <pc:cxnChg chg="mod">
          <ac:chgData name="Tiwari, Shravan" userId="4c27891f-95d4-4976-825b-8d72b130123b" providerId="ADAL" clId="{C4C3FB2E-2344-4798-B8CA-7F0D4895661F}" dt="2024-06-02T08:15:31.449" v="4212" actId="403"/>
          <ac:cxnSpMkLst>
            <pc:docMk/>
            <pc:sldMk cId="3108547940" sldId="22429"/>
            <ac:cxnSpMk id="38" creationId="{1AA877D2-F2A8-0145-A776-16A86B925730}"/>
          </ac:cxnSpMkLst>
        </pc:cxnChg>
        <pc:cxnChg chg="mod">
          <ac:chgData name="Tiwari, Shravan" userId="4c27891f-95d4-4976-825b-8d72b130123b" providerId="ADAL" clId="{C4C3FB2E-2344-4798-B8CA-7F0D4895661F}" dt="2024-06-02T08:15:31.449" v="4212" actId="403"/>
          <ac:cxnSpMkLst>
            <pc:docMk/>
            <pc:sldMk cId="3108547940" sldId="22429"/>
            <ac:cxnSpMk id="39" creationId="{2EBB3B0A-EDFC-433D-5645-6C70101D1E69}"/>
          </ac:cxnSpMkLst>
        </pc:cxnChg>
        <pc:cxnChg chg="mod">
          <ac:chgData name="Tiwari, Shravan" userId="4c27891f-95d4-4976-825b-8d72b130123b" providerId="ADAL" clId="{C4C3FB2E-2344-4798-B8CA-7F0D4895661F}" dt="2024-06-02T08:15:31.449" v="4212" actId="403"/>
          <ac:cxnSpMkLst>
            <pc:docMk/>
            <pc:sldMk cId="3108547940" sldId="22429"/>
            <ac:cxnSpMk id="40" creationId="{97006F90-CDEA-989C-4581-93FA4CB8C837}"/>
          </ac:cxnSpMkLst>
        </pc:cxnChg>
        <pc:cxnChg chg="mod">
          <ac:chgData name="Tiwari, Shravan" userId="4c27891f-95d4-4976-825b-8d72b130123b" providerId="ADAL" clId="{C4C3FB2E-2344-4798-B8CA-7F0D4895661F}" dt="2024-06-02T08:15:31.449" v="4212" actId="403"/>
          <ac:cxnSpMkLst>
            <pc:docMk/>
            <pc:sldMk cId="3108547940" sldId="22429"/>
            <ac:cxnSpMk id="41" creationId="{A25DF2FE-C718-1E90-579A-78EE1DA0C0C7}"/>
          </ac:cxnSpMkLst>
        </pc:cxnChg>
        <pc:cxnChg chg="mod">
          <ac:chgData name="Tiwari, Shravan" userId="4c27891f-95d4-4976-825b-8d72b130123b" providerId="ADAL" clId="{C4C3FB2E-2344-4798-B8CA-7F0D4895661F}" dt="2024-06-02T08:15:31.449" v="4212" actId="403"/>
          <ac:cxnSpMkLst>
            <pc:docMk/>
            <pc:sldMk cId="3108547940" sldId="22429"/>
            <ac:cxnSpMk id="42" creationId="{F0896FC8-1440-B308-1D35-082FB8C3ED11}"/>
          </ac:cxnSpMkLst>
        </pc:cxnChg>
        <pc:cxnChg chg="mod">
          <ac:chgData name="Tiwari, Shravan" userId="4c27891f-95d4-4976-825b-8d72b130123b" providerId="ADAL" clId="{C4C3FB2E-2344-4798-B8CA-7F0D4895661F}" dt="2024-06-02T08:15:31.449" v="4212" actId="403"/>
          <ac:cxnSpMkLst>
            <pc:docMk/>
            <pc:sldMk cId="3108547940" sldId="22429"/>
            <ac:cxnSpMk id="43" creationId="{92DFEA9E-F0CF-7904-E2F9-BDC907A1E838}"/>
          </ac:cxnSpMkLst>
        </pc:cxnChg>
        <pc:cxnChg chg="mod">
          <ac:chgData name="Tiwari, Shravan" userId="4c27891f-95d4-4976-825b-8d72b130123b" providerId="ADAL" clId="{C4C3FB2E-2344-4798-B8CA-7F0D4895661F}" dt="2024-06-02T08:15:31.449" v="4212" actId="403"/>
          <ac:cxnSpMkLst>
            <pc:docMk/>
            <pc:sldMk cId="3108547940" sldId="22429"/>
            <ac:cxnSpMk id="44" creationId="{A1C9EBDD-40C6-7CB6-7AC5-2C7044E105F9}"/>
          </ac:cxnSpMkLst>
        </pc:cxnChg>
        <pc:cxnChg chg="mod">
          <ac:chgData name="Tiwari, Shravan" userId="4c27891f-95d4-4976-825b-8d72b130123b" providerId="ADAL" clId="{C4C3FB2E-2344-4798-B8CA-7F0D4895661F}" dt="2024-06-02T08:15:31.449" v="4212" actId="403"/>
          <ac:cxnSpMkLst>
            <pc:docMk/>
            <pc:sldMk cId="3108547940" sldId="22429"/>
            <ac:cxnSpMk id="45" creationId="{18BAB40C-4F6C-85A7-60C6-497624246785}"/>
          </ac:cxnSpMkLst>
        </pc:cxnChg>
        <pc:cxnChg chg="mod">
          <ac:chgData name="Tiwari, Shravan" userId="4c27891f-95d4-4976-825b-8d72b130123b" providerId="ADAL" clId="{C4C3FB2E-2344-4798-B8CA-7F0D4895661F}" dt="2024-06-02T08:15:31.449" v="4212" actId="403"/>
          <ac:cxnSpMkLst>
            <pc:docMk/>
            <pc:sldMk cId="3108547940" sldId="22429"/>
            <ac:cxnSpMk id="46" creationId="{E1791A3B-68B2-F1B8-8147-09E034C1B22A}"/>
          </ac:cxnSpMkLst>
        </pc:cxnChg>
      </pc:sldChg>
      <pc:sldChg chg="addSp delSp modSp mod">
        <pc:chgData name="Tiwari, Shravan" userId="4c27891f-95d4-4976-825b-8d72b130123b" providerId="ADAL" clId="{C4C3FB2E-2344-4798-B8CA-7F0D4895661F}" dt="2024-06-02T06:25:15.912" v="3291"/>
        <pc:sldMkLst>
          <pc:docMk/>
          <pc:sldMk cId="2198174340" sldId="2134806101"/>
        </pc:sldMkLst>
        <pc:graphicFrameChg chg="mod">
          <ac:chgData name="Tiwari, Shravan" userId="4c27891f-95d4-4976-825b-8d72b130123b" providerId="ADAL" clId="{C4C3FB2E-2344-4798-B8CA-7F0D4895661F}" dt="2024-06-02T04:38:28.346" v="3281" actId="2711"/>
          <ac:graphicFrameMkLst>
            <pc:docMk/>
            <pc:sldMk cId="2198174340" sldId="2134806101"/>
            <ac:graphicFrameMk id="14" creationId="{57C47815-44FF-FCEA-C3AE-8001959A7873}"/>
          </ac:graphicFrameMkLst>
        </pc:graphicFrameChg>
        <pc:graphicFrameChg chg="mod">
          <ac:chgData name="Tiwari, Shravan" userId="4c27891f-95d4-4976-825b-8d72b130123b" providerId="ADAL" clId="{C4C3FB2E-2344-4798-B8CA-7F0D4895661F}" dt="2024-06-02T04:38:37.857" v="3282" actId="2711"/>
          <ac:graphicFrameMkLst>
            <pc:docMk/>
            <pc:sldMk cId="2198174340" sldId="2134806101"/>
            <ac:graphicFrameMk id="19" creationId="{3FE3D29C-2F1C-6CF9-D1C3-B353F4BAFE86}"/>
          </ac:graphicFrameMkLst>
        </pc:graphicFrameChg>
        <pc:picChg chg="del">
          <ac:chgData name="Tiwari, Shravan" userId="4c27891f-95d4-4976-825b-8d72b130123b" providerId="ADAL" clId="{C4C3FB2E-2344-4798-B8CA-7F0D4895661F}" dt="2024-06-02T06:25:14.656" v="3290" actId="478"/>
          <ac:picMkLst>
            <pc:docMk/>
            <pc:sldMk cId="2198174340" sldId="2134806101"/>
            <ac:picMk id="3" creationId="{B1290CD3-CDC9-D838-E32F-CD937978B183}"/>
          </ac:picMkLst>
        </pc:picChg>
        <pc:picChg chg="add mod">
          <ac:chgData name="Tiwari, Shravan" userId="4c27891f-95d4-4976-825b-8d72b130123b" providerId="ADAL" clId="{C4C3FB2E-2344-4798-B8CA-7F0D4895661F}" dt="2024-06-02T06:25:15.912" v="3291"/>
          <ac:picMkLst>
            <pc:docMk/>
            <pc:sldMk cId="2198174340" sldId="2134806101"/>
            <ac:picMk id="4" creationId="{CE75EAB7-42EB-8C2C-FE85-96534E448FAB}"/>
          </ac:picMkLst>
        </pc:picChg>
      </pc:sldChg>
      <pc:sldChg chg="del mod ord modShow">
        <pc:chgData name="Tiwari, Shravan" userId="4c27891f-95d4-4976-825b-8d72b130123b" providerId="ADAL" clId="{C4C3FB2E-2344-4798-B8CA-7F0D4895661F}" dt="2024-06-02T08:37:51.396" v="4421" actId="47"/>
        <pc:sldMkLst>
          <pc:docMk/>
          <pc:sldMk cId="301473336" sldId="2147470956"/>
        </pc:sldMkLst>
      </pc:sldChg>
      <pc:sldChg chg="addSp delSp modSp mod">
        <pc:chgData name="Tiwari, Shravan" userId="4c27891f-95d4-4976-825b-8d72b130123b" providerId="ADAL" clId="{C4C3FB2E-2344-4798-B8CA-7F0D4895661F}" dt="2024-06-02T08:33:34.035" v="4376" actId="1076"/>
        <pc:sldMkLst>
          <pc:docMk/>
          <pc:sldMk cId="1089217732" sldId="2147470957"/>
        </pc:sldMkLst>
        <pc:spChg chg="mod">
          <ac:chgData name="Tiwari, Shravan" userId="4c27891f-95d4-4976-825b-8d72b130123b" providerId="ADAL" clId="{C4C3FB2E-2344-4798-B8CA-7F0D4895661F}" dt="2024-06-02T08:33:34.035" v="4376" actId="1076"/>
          <ac:spMkLst>
            <pc:docMk/>
            <pc:sldMk cId="1089217732" sldId="2147470957"/>
            <ac:spMk id="4" creationId="{114474FE-78BC-D3ED-A8DF-F2B7D3A28B7A}"/>
          </ac:spMkLst>
        </pc:spChg>
        <pc:spChg chg="mod">
          <ac:chgData name="Tiwari, Shravan" userId="4c27891f-95d4-4976-825b-8d72b130123b" providerId="ADAL" clId="{C4C3FB2E-2344-4798-B8CA-7F0D4895661F}" dt="2024-06-02T06:55:22.701" v="3520" actId="20577"/>
          <ac:spMkLst>
            <pc:docMk/>
            <pc:sldMk cId="1089217732" sldId="2147470957"/>
            <ac:spMk id="10" creationId="{1BE70193-A83C-F63C-5E3F-C292737C8FA2}"/>
          </ac:spMkLst>
        </pc:spChg>
        <pc:picChg chg="del">
          <ac:chgData name="Tiwari, Shravan" userId="4c27891f-95d4-4976-825b-8d72b130123b" providerId="ADAL" clId="{C4C3FB2E-2344-4798-B8CA-7F0D4895661F}" dt="2024-06-02T06:52:45.249" v="3490" actId="478"/>
          <ac:picMkLst>
            <pc:docMk/>
            <pc:sldMk cId="1089217732" sldId="2147470957"/>
            <ac:picMk id="2" creationId="{163F364E-E651-9303-30F4-A334BAD3955B}"/>
          </ac:picMkLst>
        </pc:picChg>
        <pc:picChg chg="add mod">
          <ac:chgData name="Tiwari, Shravan" userId="4c27891f-95d4-4976-825b-8d72b130123b" providerId="ADAL" clId="{C4C3FB2E-2344-4798-B8CA-7F0D4895661F}" dt="2024-06-02T06:52:46.316" v="3491"/>
          <ac:picMkLst>
            <pc:docMk/>
            <pc:sldMk cId="1089217732" sldId="2147470957"/>
            <ac:picMk id="3" creationId="{6CCCE00E-3DCC-5407-C192-3F7FB484B34C}"/>
          </ac:picMkLst>
        </pc:picChg>
      </pc:sldChg>
      <pc:sldChg chg="addSp delSp modSp mod modNotesTx">
        <pc:chgData name="Tiwari, Shravan" userId="4c27891f-95d4-4976-825b-8d72b130123b" providerId="ADAL" clId="{C4C3FB2E-2344-4798-B8CA-7F0D4895661F}" dt="2024-06-02T06:36:41.247" v="3403" actId="1035"/>
        <pc:sldMkLst>
          <pc:docMk/>
          <pc:sldMk cId="1381858524" sldId="2147470962"/>
        </pc:sldMkLst>
        <pc:grpChg chg="add mod">
          <ac:chgData name="Tiwari, Shravan" userId="4c27891f-95d4-4976-825b-8d72b130123b" providerId="ADAL" clId="{C4C3FB2E-2344-4798-B8CA-7F0D4895661F}" dt="2024-06-02T02:47:49.974" v="501"/>
          <ac:grpSpMkLst>
            <pc:docMk/>
            <pc:sldMk cId="1381858524" sldId="2147470962"/>
            <ac:grpSpMk id="12" creationId="{870B295A-FB5A-3D35-96D3-6A2DF934C777}"/>
          </ac:grpSpMkLst>
        </pc:grpChg>
        <pc:grpChg chg="mod">
          <ac:chgData name="Tiwari, Shravan" userId="4c27891f-95d4-4976-825b-8d72b130123b" providerId="ADAL" clId="{C4C3FB2E-2344-4798-B8CA-7F0D4895661F}" dt="2024-06-02T06:36:41.247" v="3403" actId="1035"/>
          <ac:grpSpMkLst>
            <pc:docMk/>
            <pc:sldMk cId="1381858524" sldId="2147470962"/>
            <ac:grpSpMk id="18" creationId="{92073C25-9358-CA44-A817-AB22FC8FA705}"/>
          </ac:grpSpMkLst>
        </pc:grpChg>
        <pc:grpChg chg="add mod">
          <ac:chgData name="Tiwari, Shravan" userId="4c27891f-95d4-4976-825b-8d72b130123b" providerId="ADAL" clId="{C4C3FB2E-2344-4798-B8CA-7F0D4895661F}" dt="2024-06-02T02:47:56.339" v="503"/>
          <ac:grpSpMkLst>
            <pc:docMk/>
            <pc:sldMk cId="1381858524" sldId="2147470962"/>
            <ac:grpSpMk id="19" creationId="{A26C40C0-F578-4F78-E360-4F973FA091AB}"/>
          </ac:grpSpMkLst>
        </pc:grpChg>
        <pc:graphicFrameChg chg="del mod modGraphic">
          <ac:chgData name="Tiwari, Shravan" userId="4c27891f-95d4-4976-825b-8d72b130123b" providerId="ADAL" clId="{C4C3FB2E-2344-4798-B8CA-7F0D4895661F}" dt="2024-06-02T02:47:37.850" v="498" actId="478"/>
          <ac:graphicFrameMkLst>
            <pc:docMk/>
            <pc:sldMk cId="1381858524" sldId="2147470962"/>
            <ac:graphicFrameMk id="4" creationId="{37D4B1B1-AA9B-2486-D00D-C6B1120DA823}"/>
          </ac:graphicFrameMkLst>
        </pc:graphicFrameChg>
        <pc:graphicFrameChg chg="add mod">
          <ac:chgData name="Tiwari, Shravan" userId="4c27891f-95d4-4976-825b-8d72b130123b" providerId="ADAL" clId="{C4C3FB2E-2344-4798-B8CA-7F0D4895661F}" dt="2024-06-02T02:47:48.033" v="500"/>
          <ac:graphicFrameMkLst>
            <pc:docMk/>
            <pc:sldMk cId="1381858524" sldId="2147470962"/>
            <ac:graphicFrameMk id="11" creationId="{8B66326C-A7C3-8A20-CB1B-4B659BF9A7C4}"/>
          </ac:graphicFrameMkLst>
        </pc:graphicFrameChg>
        <pc:graphicFrameChg chg="mod modGraphic">
          <ac:chgData name="Tiwari, Shravan" userId="4c27891f-95d4-4976-825b-8d72b130123b" providerId="ADAL" clId="{C4C3FB2E-2344-4798-B8CA-7F0D4895661F}" dt="2024-06-02T03:12:51.353" v="663" actId="404"/>
          <ac:graphicFrameMkLst>
            <pc:docMk/>
            <pc:sldMk cId="1381858524" sldId="2147470962"/>
            <ac:graphicFrameMk id="11" creationId="{AB1845AD-494F-3F5B-B154-F467AE154E75}"/>
          </ac:graphicFrameMkLst>
        </pc:graphicFrameChg>
        <pc:graphicFrameChg chg="add mod">
          <ac:chgData name="Tiwari, Shravan" userId="4c27891f-95d4-4976-825b-8d72b130123b" providerId="ADAL" clId="{C4C3FB2E-2344-4798-B8CA-7F0D4895661F}" dt="2024-06-02T02:47:54.416" v="502"/>
          <ac:graphicFrameMkLst>
            <pc:docMk/>
            <pc:sldMk cId="1381858524" sldId="2147470962"/>
            <ac:graphicFrameMk id="18" creationId="{1127A57F-C2EB-C1B6-ED5C-83F0EA17DAD8}"/>
          </ac:graphicFrameMkLst>
        </pc:graphicFrameChg>
        <pc:graphicFrameChg chg="add del mod">
          <ac:chgData name="Tiwari, Shravan" userId="4c27891f-95d4-4976-825b-8d72b130123b" providerId="ADAL" clId="{C4C3FB2E-2344-4798-B8CA-7F0D4895661F}" dt="2024-06-02T02:48:29.594" v="512" actId="478"/>
          <ac:graphicFrameMkLst>
            <pc:docMk/>
            <pc:sldMk cId="1381858524" sldId="2147470962"/>
            <ac:graphicFrameMk id="24" creationId="{C54BC756-A897-D53F-C91D-25E7AA3A5437}"/>
          </ac:graphicFrameMkLst>
        </pc:graphicFrameChg>
        <pc:picChg chg="add del mod">
          <ac:chgData name="Tiwari, Shravan" userId="4c27891f-95d4-4976-825b-8d72b130123b" providerId="ADAL" clId="{C4C3FB2E-2344-4798-B8CA-7F0D4895661F}" dt="2024-06-02T06:30:18.567" v="3346" actId="478"/>
          <ac:picMkLst>
            <pc:docMk/>
            <pc:sldMk cId="1381858524" sldId="2147470962"/>
            <ac:picMk id="4" creationId="{ECE8FAF9-45F4-9269-72D3-FA690705FB97}"/>
          </ac:picMkLst>
        </pc:picChg>
        <pc:picChg chg="del mod">
          <ac:chgData name="Tiwari, Shravan" userId="4c27891f-95d4-4976-825b-8d72b130123b" providerId="ADAL" clId="{C4C3FB2E-2344-4798-B8CA-7F0D4895661F}" dt="2024-06-02T06:29:59.622" v="3344" actId="478"/>
          <ac:picMkLst>
            <pc:docMk/>
            <pc:sldMk cId="1381858524" sldId="2147470962"/>
            <ac:picMk id="6" creationId="{9C4F37D6-A491-30D8-03CA-7D109D9704D2}"/>
          </ac:picMkLst>
        </pc:picChg>
        <pc:picChg chg="del">
          <ac:chgData name="Tiwari, Shravan" userId="4c27891f-95d4-4976-825b-8d72b130123b" providerId="ADAL" clId="{C4C3FB2E-2344-4798-B8CA-7F0D4895661F}" dt="2024-06-02T02:47:39.640" v="499" actId="478"/>
          <ac:picMkLst>
            <pc:docMk/>
            <pc:sldMk cId="1381858524" sldId="2147470962"/>
            <ac:picMk id="7" creationId="{DB960D78-0CBC-5C00-3C23-D194AC752E4D}"/>
          </ac:picMkLst>
        </pc:picChg>
        <pc:picChg chg="add mod">
          <ac:chgData name="Tiwari, Shravan" userId="4c27891f-95d4-4976-825b-8d72b130123b" providerId="ADAL" clId="{C4C3FB2E-2344-4798-B8CA-7F0D4895661F}" dt="2024-06-02T06:30:19.695" v="3347"/>
          <ac:picMkLst>
            <pc:docMk/>
            <pc:sldMk cId="1381858524" sldId="2147470962"/>
            <ac:picMk id="7" creationId="{EA97AF94-A5A9-5991-CC6C-AC61E5CBCF10}"/>
          </ac:picMkLst>
        </pc:picChg>
        <pc:picChg chg="mod">
          <ac:chgData name="Tiwari, Shravan" userId="4c27891f-95d4-4976-825b-8d72b130123b" providerId="ADAL" clId="{C4C3FB2E-2344-4798-B8CA-7F0D4895661F}" dt="2024-06-02T02:47:49.974" v="501"/>
          <ac:picMkLst>
            <pc:docMk/>
            <pc:sldMk cId="1381858524" sldId="2147470962"/>
            <ac:picMk id="13" creationId="{DF225D2A-4616-5E95-6C79-E3A29A3356DA}"/>
          </ac:picMkLst>
        </pc:picChg>
        <pc:picChg chg="mod">
          <ac:chgData name="Tiwari, Shravan" userId="4c27891f-95d4-4976-825b-8d72b130123b" providerId="ADAL" clId="{C4C3FB2E-2344-4798-B8CA-7F0D4895661F}" dt="2024-06-02T02:47:49.974" v="501"/>
          <ac:picMkLst>
            <pc:docMk/>
            <pc:sldMk cId="1381858524" sldId="2147470962"/>
            <ac:picMk id="14" creationId="{E91401E6-3020-2508-D59C-157B76F533CA}"/>
          </ac:picMkLst>
        </pc:picChg>
        <pc:picChg chg="mod">
          <ac:chgData name="Tiwari, Shravan" userId="4c27891f-95d4-4976-825b-8d72b130123b" providerId="ADAL" clId="{C4C3FB2E-2344-4798-B8CA-7F0D4895661F}" dt="2024-06-02T02:47:49.974" v="501"/>
          <ac:picMkLst>
            <pc:docMk/>
            <pc:sldMk cId="1381858524" sldId="2147470962"/>
            <ac:picMk id="16" creationId="{B9F1643D-482A-42B1-2B3F-43B25A2241BC}"/>
          </ac:picMkLst>
        </pc:picChg>
        <pc:picChg chg="mod">
          <ac:chgData name="Tiwari, Shravan" userId="4c27891f-95d4-4976-825b-8d72b130123b" providerId="ADAL" clId="{C4C3FB2E-2344-4798-B8CA-7F0D4895661F}" dt="2024-06-02T02:47:49.974" v="501"/>
          <ac:picMkLst>
            <pc:docMk/>
            <pc:sldMk cId="1381858524" sldId="2147470962"/>
            <ac:picMk id="17" creationId="{E675122C-3334-5EBD-AB09-05B4337F0085}"/>
          </ac:picMkLst>
        </pc:picChg>
        <pc:picChg chg="mod">
          <ac:chgData name="Tiwari, Shravan" userId="4c27891f-95d4-4976-825b-8d72b130123b" providerId="ADAL" clId="{C4C3FB2E-2344-4798-B8CA-7F0D4895661F}" dt="2024-06-02T02:47:56.339" v="503"/>
          <ac:picMkLst>
            <pc:docMk/>
            <pc:sldMk cId="1381858524" sldId="2147470962"/>
            <ac:picMk id="20" creationId="{DF225D2A-4616-5E95-6C79-E3A29A3356DA}"/>
          </ac:picMkLst>
        </pc:picChg>
        <pc:picChg chg="mod">
          <ac:chgData name="Tiwari, Shravan" userId="4c27891f-95d4-4976-825b-8d72b130123b" providerId="ADAL" clId="{C4C3FB2E-2344-4798-B8CA-7F0D4895661F}" dt="2024-06-02T02:47:56.339" v="503"/>
          <ac:picMkLst>
            <pc:docMk/>
            <pc:sldMk cId="1381858524" sldId="2147470962"/>
            <ac:picMk id="21" creationId="{E91401E6-3020-2508-D59C-157B76F533CA}"/>
          </ac:picMkLst>
        </pc:picChg>
        <pc:picChg chg="mod">
          <ac:chgData name="Tiwari, Shravan" userId="4c27891f-95d4-4976-825b-8d72b130123b" providerId="ADAL" clId="{C4C3FB2E-2344-4798-B8CA-7F0D4895661F}" dt="2024-06-02T02:47:56.339" v="503"/>
          <ac:picMkLst>
            <pc:docMk/>
            <pc:sldMk cId="1381858524" sldId="2147470962"/>
            <ac:picMk id="22" creationId="{B9F1643D-482A-42B1-2B3F-43B25A2241BC}"/>
          </ac:picMkLst>
        </pc:picChg>
        <pc:picChg chg="mod">
          <ac:chgData name="Tiwari, Shravan" userId="4c27891f-95d4-4976-825b-8d72b130123b" providerId="ADAL" clId="{C4C3FB2E-2344-4798-B8CA-7F0D4895661F}" dt="2024-06-02T02:47:56.339" v="503"/>
          <ac:picMkLst>
            <pc:docMk/>
            <pc:sldMk cId="1381858524" sldId="2147470962"/>
            <ac:picMk id="23" creationId="{E675122C-3334-5EBD-AB09-05B4337F0085}"/>
          </ac:picMkLst>
        </pc:picChg>
        <pc:picChg chg="add del mod">
          <ac:chgData name="Tiwari, Shravan" userId="4c27891f-95d4-4976-825b-8d72b130123b" providerId="ADAL" clId="{C4C3FB2E-2344-4798-B8CA-7F0D4895661F}" dt="2024-06-02T02:49:08.503" v="519" actId="478"/>
          <ac:picMkLst>
            <pc:docMk/>
            <pc:sldMk cId="1381858524" sldId="2147470962"/>
            <ac:picMk id="25" creationId="{60AAD480-D7C5-2977-B59B-B6218BF1C575}"/>
          </ac:picMkLst>
        </pc:picChg>
      </pc:sldChg>
      <pc:sldChg chg="addSp delSp modSp mod">
        <pc:chgData name="Tiwari, Shravan" userId="4c27891f-95d4-4976-825b-8d72b130123b" providerId="ADAL" clId="{C4C3FB2E-2344-4798-B8CA-7F0D4895661F}" dt="2024-06-02T06:59:45.017" v="3588" actId="2711"/>
        <pc:sldMkLst>
          <pc:docMk/>
          <pc:sldMk cId="669040465" sldId="2147470963"/>
        </pc:sldMkLst>
        <pc:spChg chg="mod">
          <ac:chgData name="Tiwari, Shravan" userId="4c27891f-95d4-4976-825b-8d72b130123b" providerId="ADAL" clId="{C4C3FB2E-2344-4798-B8CA-7F0D4895661F}" dt="2024-06-02T06:59:45.017" v="3588" actId="2711"/>
          <ac:spMkLst>
            <pc:docMk/>
            <pc:sldMk cId="669040465" sldId="2147470963"/>
            <ac:spMk id="13" creationId="{E116140A-4BFA-5992-FFA8-A2FEB112FBFC}"/>
          </ac:spMkLst>
        </pc:spChg>
        <pc:picChg chg="del">
          <ac:chgData name="Tiwari, Shravan" userId="4c27891f-95d4-4976-825b-8d72b130123b" providerId="ADAL" clId="{C4C3FB2E-2344-4798-B8CA-7F0D4895661F}" dt="2024-06-02T06:58:16.020" v="3534" actId="478"/>
          <ac:picMkLst>
            <pc:docMk/>
            <pc:sldMk cId="669040465" sldId="2147470963"/>
            <ac:picMk id="4" creationId="{B905ED61-AFAC-5FB0-E29D-82569E55F5D8}"/>
          </ac:picMkLst>
        </pc:picChg>
        <pc:picChg chg="add mod">
          <ac:chgData name="Tiwari, Shravan" userId="4c27891f-95d4-4976-825b-8d72b130123b" providerId="ADAL" clId="{C4C3FB2E-2344-4798-B8CA-7F0D4895661F}" dt="2024-06-02T06:58:17.169" v="3535"/>
          <ac:picMkLst>
            <pc:docMk/>
            <pc:sldMk cId="669040465" sldId="2147470963"/>
            <ac:picMk id="5" creationId="{2813675D-C680-04D4-0FA3-CD551E783132}"/>
          </ac:picMkLst>
        </pc:picChg>
      </pc:sldChg>
      <pc:sldChg chg="addSp delSp modSp mod">
        <pc:chgData name="Tiwari, Shravan" userId="4c27891f-95d4-4976-825b-8d72b130123b" providerId="ADAL" clId="{C4C3FB2E-2344-4798-B8CA-7F0D4895661F}" dt="2024-06-02T06:58:28.879" v="3539"/>
        <pc:sldMkLst>
          <pc:docMk/>
          <pc:sldMk cId="2581009699" sldId="2147470966"/>
        </pc:sldMkLst>
        <pc:picChg chg="del">
          <ac:chgData name="Tiwari, Shravan" userId="4c27891f-95d4-4976-825b-8d72b130123b" providerId="ADAL" clId="{C4C3FB2E-2344-4798-B8CA-7F0D4895661F}" dt="2024-06-02T06:58:28.220" v="3538" actId="478"/>
          <ac:picMkLst>
            <pc:docMk/>
            <pc:sldMk cId="2581009699" sldId="2147470966"/>
            <ac:picMk id="6" creationId="{BDE0D32D-8136-ACB1-1C17-36D0275CC101}"/>
          </ac:picMkLst>
        </pc:picChg>
        <pc:picChg chg="add mod">
          <ac:chgData name="Tiwari, Shravan" userId="4c27891f-95d4-4976-825b-8d72b130123b" providerId="ADAL" clId="{C4C3FB2E-2344-4798-B8CA-7F0D4895661F}" dt="2024-06-02T06:58:28.879" v="3539"/>
          <ac:picMkLst>
            <pc:docMk/>
            <pc:sldMk cId="2581009699" sldId="2147470966"/>
            <ac:picMk id="7" creationId="{F9B13622-291E-3871-F6EC-0276B069A719}"/>
          </ac:picMkLst>
        </pc:picChg>
      </pc:sldChg>
      <pc:sldChg chg="addSp delSp modSp mod">
        <pc:chgData name="Tiwari, Shravan" userId="4c27891f-95d4-4976-825b-8d72b130123b" providerId="ADAL" clId="{C4C3FB2E-2344-4798-B8CA-7F0D4895661F}" dt="2024-06-02T06:58:46.676" v="3543"/>
        <pc:sldMkLst>
          <pc:docMk/>
          <pc:sldMk cId="2896910057" sldId="2147470968"/>
        </pc:sldMkLst>
        <pc:picChg chg="del">
          <ac:chgData name="Tiwari, Shravan" userId="4c27891f-95d4-4976-825b-8d72b130123b" providerId="ADAL" clId="{C4C3FB2E-2344-4798-B8CA-7F0D4895661F}" dt="2024-06-02T06:58:45.957" v="3542" actId="478"/>
          <ac:picMkLst>
            <pc:docMk/>
            <pc:sldMk cId="2896910057" sldId="2147470968"/>
            <ac:picMk id="6" creationId="{AE738CBF-5C83-B9E9-F814-AFF45B387002}"/>
          </ac:picMkLst>
        </pc:picChg>
        <pc:picChg chg="add mod">
          <ac:chgData name="Tiwari, Shravan" userId="4c27891f-95d4-4976-825b-8d72b130123b" providerId="ADAL" clId="{C4C3FB2E-2344-4798-B8CA-7F0D4895661F}" dt="2024-06-02T06:58:46.676" v="3543"/>
          <ac:picMkLst>
            <pc:docMk/>
            <pc:sldMk cId="2896910057" sldId="2147470968"/>
            <ac:picMk id="7" creationId="{88BE62BE-BACE-2CDE-354C-90F419FBE32A}"/>
          </ac:picMkLst>
        </pc:picChg>
      </pc:sldChg>
      <pc:sldChg chg="addSp delSp modSp mod">
        <pc:chgData name="Tiwari, Shravan" userId="4c27891f-95d4-4976-825b-8d72b130123b" providerId="ADAL" clId="{C4C3FB2E-2344-4798-B8CA-7F0D4895661F}" dt="2024-06-02T06:58:38.571" v="3541"/>
        <pc:sldMkLst>
          <pc:docMk/>
          <pc:sldMk cId="780652253" sldId="2147470976"/>
        </pc:sldMkLst>
        <pc:picChg chg="del">
          <ac:chgData name="Tiwari, Shravan" userId="4c27891f-95d4-4976-825b-8d72b130123b" providerId="ADAL" clId="{C4C3FB2E-2344-4798-B8CA-7F0D4895661F}" dt="2024-06-02T06:58:37.422" v="3540" actId="478"/>
          <ac:picMkLst>
            <pc:docMk/>
            <pc:sldMk cId="780652253" sldId="2147470976"/>
            <ac:picMk id="4" creationId="{99432EC5-C2F6-D3C9-3A82-2CAE0C238BFF}"/>
          </ac:picMkLst>
        </pc:picChg>
        <pc:picChg chg="add mod">
          <ac:chgData name="Tiwari, Shravan" userId="4c27891f-95d4-4976-825b-8d72b130123b" providerId="ADAL" clId="{C4C3FB2E-2344-4798-B8CA-7F0D4895661F}" dt="2024-06-02T06:58:38.571" v="3541"/>
          <ac:picMkLst>
            <pc:docMk/>
            <pc:sldMk cId="780652253" sldId="2147470976"/>
            <ac:picMk id="5" creationId="{DBA6FD6E-5782-048C-D7F0-F562764B7D8B}"/>
          </ac:picMkLst>
        </pc:picChg>
      </pc:sldChg>
      <pc:sldChg chg="addSp delSp modSp mod">
        <pc:chgData name="Tiwari, Shravan" userId="4c27891f-95d4-4976-825b-8d72b130123b" providerId="ADAL" clId="{C4C3FB2E-2344-4798-B8CA-7F0D4895661F}" dt="2024-06-02T06:58:23.915" v="3537"/>
        <pc:sldMkLst>
          <pc:docMk/>
          <pc:sldMk cId="1991961777" sldId="2147470982"/>
        </pc:sldMkLst>
        <pc:picChg chg="del">
          <ac:chgData name="Tiwari, Shravan" userId="4c27891f-95d4-4976-825b-8d72b130123b" providerId="ADAL" clId="{C4C3FB2E-2344-4798-B8CA-7F0D4895661F}" dt="2024-06-02T06:58:23.226" v="3536" actId="478"/>
          <ac:picMkLst>
            <pc:docMk/>
            <pc:sldMk cId="1991961777" sldId="2147470982"/>
            <ac:picMk id="5" creationId="{03A8A758-BD64-70B9-7892-621EADFBFA37}"/>
          </ac:picMkLst>
        </pc:picChg>
        <pc:picChg chg="add mod">
          <ac:chgData name="Tiwari, Shravan" userId="4c27891f-95d4-4976-825b-8d72b130123b" providerId="ADAL" clId="{C4C3FB2E-2344-4798-B8CA-7F0D4895661F}" dt="2024-06-02T06:58:23.915" v="3537"/>
          <ac:picMkLst>
            <pc:docMk/>
            <pc:sldMk cId="1991961777" sldId="2147470982"/>
            <ac:picMk id="6" creationId="{6C2BF806-96FC-0340-60A2-165E3A0A984B}"/>
          </ac:picMkLst>
        </pc:picChg>
      </pc:sldChg>
      <pc:sldChg chg="addSp delSp modSp mod">
        <pc:chgData name="Tiwari, Shravan" userId="4c27891f-95d4-4976-825b-8d72b130123b" providerId="ADAL" clId="{C4C3FB2E-2344-4798-B8CA-7F0D4895661F}" dt="2024-06-02T08:08:01.629" v="3965"/>
        <pc:sldMkLst>
          <pc:docMk/>
          <pc:sldMk cId="770146690" sldId="2147470983"/>
        </pc:sldMkLst>
        <pc:picChg chg="del">
          <ac:chgData name="Tiwari, Shravan" userId="4c27891f-95d4-4976-825b-8d72b130123b" providerId="ADAL" clId="{C4C3FB2E-2344-4798-B8CA-7F0D4895661F}" dt="2024-06-02T08:08:00.658" v="3964" actId="478"/>
          <ac:picMkLst>
            <pc:docMk/>
            <pc:sldMk cId="770146690" sldId="2147470983"/>
            <ac:picMk id="6" creationId="{E00DD0F4-7C16-790C-3218-1E9E82BC0450}"/>
          </ac:picMkLst>
        </pc:picChg>
        <pc:picChg chg="add mod">
          <ac:chgData name="Tiwari, Shravan" userId="4c27891f-95d4-4976-825b-8d72b130123b" providerId="ADAL" clId="{C4C3FB2E-2344-4798-B8CA-7F0D4895661F}" dt="2024-06-02T08:08:01.629" v="3965"/>
          <ac:picMkLst>
            <pc:docMk/>
            <pc:sldMk cId="770146690" sldId="2147470983"/>
            <ac:picMk id="7" creationId="{4E82AC15-A961-C7A4-4124-2FD227F835FF}"/>
          </ac:picMkLst>
        </pc:picChg>
      </pc:sldChg>
      <pc:sldChg chg="addSp delSp modSp mod">
        <pc:chgData name="Tiwari, Shravan" userId="4c27891f-95d4-4976-825b-8d72b130123b" providerId="ADAL" clId="{C4C3FB2E-2344-4798-B8CA-7F0D4895661F}" dt="2024-06-02T06:59:27.458" v="3587" actId="122"/>
        <pc:sldMkLst>
          <pc:docMk/>
          <pc:sldMk cId="3087313422" sldId="2147470984"/>
        </pc:sldMkLst>
        <pc:spChg chg="mod">
          <ac:chgData name="Tiwari, Shravan" userId="4c27891f-95d4-4976-825b-8d72b130123b" providerId="ADAL" clId="{C4C3FB2E-2344-4798-B8CA-7F0D4895661F}" dt="2024-06-02T06:59:27.458" v="3587" actId="122"/>
          <ac:spMkLst>
            <pc:docMk/>
            <pc:sldMk cId="3087313422" sldId="2147470984"/>
            <ac:spMk id="6" creationId="{2FAAA10E-7187-7A79-17EC-4210EE32603B}"/>
          </ac:spMkLst>
        </pc:spChg>
        <pc:picChg chg="del">
          <ac:chgData name="Tiwari, Shravan" userId="4c27891f-95d4-4976-825b-8d72b130123b" providerId="ADAL" clId="{C4C3FB2E-2344-4798-B8CA-7F0D4895661F}" dt="2024-06-02T06:58:58.050" v="3546" actId="478"/>
          <ac:picMkLst>
            <pc:docMk/>
            <pc:sldMk cId="3087313422" sldId="2147470984"/>
            <ac:picMk id="5" creationId="{46C3FCA2-8276-4BA6-243E-6AD32E43CA6B}"/>
          </ac:picMkLst>
        </pc:picChg>
        <pc:picChg chg="add mod">
          <ac:chgData name="Tiwari, Shravan" userId="4c27891f-95d4-4976-825b-8d72b130123b" providerId="ADAL" clId="{C4C3FB2E-2344-4798-B8CA-7F0D4895661F}" dt="2024-06-02T06:58:59.042" v="3547"/>
          <ac:picMkLst>
            <pc:docMk/>
            <pc:sldMk cId="3087313422" sldId="2147470984"/>
            <ac:picMk id="7" creationId="{FBE62EA6-9D0E-1E6E-8316-EDE99B8ED140}"/>
          </ac:picMkLst>
        </pc:picChg>
      </pc:sldChg>
      <pc:sldChg chg="addSp delSp modSp mod">
        <pc:chgData name="Tiwari, Shravan" userId="4c27891f-95d4-4976-825b-8d72b130123b" providerId="ADAL" clId="{C4C3FB2E-2344-4798-B8CA-7F0D4895661F}" dt="2024-06-02T06:29:45.221" v="3343" actId="1076"/>
        <pc:sldMkLst>
          <pc:docMk/>
          <pc:sldMk cId="2494671928" sldId="2147470985"/>
        </pc:sldMkLst>
        <pc:spChg chg="mod">
          <ac:chgData name="Tiwari, Shravan" userId="4c27891f-95d4-4976-825b-8d72b130123b" providerId="ADAL" clId="{C4C3FB2E-2344-4798-B8CA-7F0D4895661F}" dt="2024-06-02T06:29:45.221" v="3343" actId="1076"/>
          <ac:spMkLst>
            <pc:docMk/>
            <pc:sldMk cId="2494671928" sldId="2147470985"/>
            <ac:spMk id="5" creationId="{FD3FDDF9-2ED9-4282-7444-591D69DD095C}"/>
          </ac:spMkLst>
        </pc:spChg>
        <pc:graphicFrameChg chg="mod modGraphic">
          <ac:chgData name="Tiwari, Shravan" userId="4c27891f-95d4-4976-825b-8d72b130123b" providerId="ADAL" clId="{C4C3FB2E-2344-4798-B8CA-7F0D4895661F}" dt="2024-06-02T06:29:13.007" v="3312"/>
          <ac:graphicFrameMkLst>
            <pc:docMk/>
            <pc:sldMk cId="2494671928" sldId="2147470985"/>
            <ac:graphicFrameMk id="4" creationId="{1D3E1B60-69AA-E663-E7ED-1F3A46F04B81}"/>
          </ac:graphicFrameMkLst>
        </pc:graphicFrameChg>
        <pc:picChg chg="del">
          <ac:chgData name="Tiwari, Shravan" userId="4c27891f-95d4-4976-825b-8d72b130123b" providerId="ADAL" clId="{C4C3FB2E-2344-4798-B8CA-7F0D4895661F}" dt="2024-06-02T06:25:30.052" v="3293" actId="478"/>
          <ac:picMkLst>
            <pc:docMk/>
            <pc:sldMk cId="2494671928" sldId="2147470985"/>
            <ac:picMk id="11" creationId="{9E70F1CD-6AA3-1880-811F-210AEF84FA30}"/>
          </ac:picMkLst>
        </pc:picChg>
        <pc:picChg chg="add mod">
          <ac:chgData name="Tiwari, Shravan" userId="4c27891f-95d4-4976-825b-8d72b130123b" providerId="ADAL" clId="{C4C3FB2E-2344-4798-B8CA-7F0D4895661F}" dt="2024-06-02T06:25:32.195" v="3294"/>
          <ac:picMkLst>
            <pc:docMk/>
            <pc:sldMk cId="2494671928" sldId="2147470985"/>
            <ac:picMk id="12" creationId="{4E219A35-E0D2-9E5B-D080-011D24DF3E88}"/>
          </ac:picMkLst>
        </pc:picChg>
      </pc:sldChg>
      <pc:sldChg chg="addSp delSp modSp mod">
        <pc:chgData name="Tiwari, Shravan" userId="4c27891f-95d4-4976-825b-8d72b130123b" providerId="ADAL" clId="{C4C3FB2E-2344-4798-B8CA-7F0D4895661F}" dt="2024-06-02T08:49:38.439" v="4492" actId="14100"/>
        <pc:sldMkLst>
          <pc:docMk/>
          <pc:sldMk cId="0" sldId="2147470993"/>
        </pc:sldMkLst>
        <pc:spChg chg="mod">
          <ac:chgData name="Tiwari, Shravan" userId="4c27891f-95d4-4976-825b-8d72b130123b" providerId="ADAL" clId="{C4C3FB2E-2344-4798-B8CA-7F0D4895661F}" dt="2024-06-02T07:17:28.709" v="3635" actId="20577"/>
          <ac:spMkLst>
            <pc:docMk/>
            <pc:sldMk cId="0" sldId="2147470993"/>
            <ac:spMk id="2" creationId="{00000000-0000-0000-0000-000000000000}"/>
          </ac:spMkLst>
        </pc:spChg>
        <pc:spChg chg="mod">
          <ac:chgData name="Tiwari, Shravan" userId="4c27891f-95d4-4976-825b-8d72b130123b" providerId="ADAL" clId="{C4C3FB2E-2344-4798-B8CA-7F0D4895661F}" dt="2024-06-02T08:48:40.341" v="4463" actId="403"/>
          <ac:spMkLst>
            <pc:docMk/>
            <pc:sldMk cId="0" sldId="2147470993"/>
            <ac:spMk id="3" creationId="{70DF4007-469B-75E2-AA6C-C4B75928C8D1}"/>
          </ac:spMkLst>
        </pc:spChg>
        <pc:spChg chg="mod">
          <ac:chgData name="Tiwari, Shravan" userId="4c27891f-95d4-4976-825b-8d72b130123b" providerId="ADAL" clId="{C4C3FB2E-2344-4798-B8CA-7F0D4895661F}" dt="2024-06-02T08:48:40.341" v="4463" actId="403"/>
          <ac:spMkLst>
            <pc:docMk/>
            <pc:sldMk cId="0" sldId="2147470993"/>
            <ac:spMk id="7" creationId="{7B6234EB-5A9B-78D6-F0D1-5AFEDE85E078}"/>
          </ac:spMkLst>
        </pc:spChg>
        <pc:spChg chg="mod">
          <ac:chgData name="Tiwari, Shravan" userId="4c27891f-95d4-4976-825b-8d72b130123b" providerId="ADAL" clId="{C4C3FB2E-2344-4798-B8CA-7F0D4895661F}" dt="2024-06-02T08:48:40.341" v="4463" actId="403"/>
          <ac:spMkLst>
            <pc:docMk/>
            <pc:sldMk cId="0" sldId="2147470993"/>
            <ac:spMk id="8" creationId="{70F2E2BB-21F0-9E46-A7F9-65BB236B7FEB}"/>
          </ac:spMkLst>
        </pc:spChg>
        <pc:spChg chg="mod">
          <ac:chgData name="Tiwari, Shravan" userId="4c27891f-95d4-4976-825b-8d72b130123b" providerId="ADAL" clId="{C4C3FB2E-2344-4798-B8CA-7F0D4895661F}" dt="2024-06-02T08:49:00.672" v="4466" actId="20577"/>
          <ac:spMkLst>
            <pc:docMk/>
            <pc:sldMk cId="0" sldId="2147470993"/>
            <ac:spMk id="9" creationId="{1C8C1FE8-6E7A-519C-FDA2-0CDE21FFA4DD}"/>
          </ac:spMkLst>
        </pc:spChg>
        <pc:spChg chg="mod">
          <ac:chgData name="Tiwari, Shravan" userId="4c27891f-95d4-4976-825b-8d72b130123b" providerId="ADAL" clId="{C4C3FB2E-2344-4798-B8CA-7F0D4895661F}" dt="2024-06-02T08:14:09.908" v="4184" actId="1036"/>
          <ac:spMkLst>
            <pc:docMk/>
            <pc:sldMk cId="0" sldId="2147470993"/>
            <ac:spMk id="10" creationId="{00000000-0000-0000-0000-000000000000}"/>
          </ac:spMkLst>
        </pc:spChg>
        <pc:spChg chg="mod">
          <ac:chgData name="Tiwari, Shravan" userId="4c27891f-95d4-4976-825b-8d72b130123b" providerId="ADAL" clId="{C4C3FB2E-2344-4798-B8CA-7F0D4895661F}" dt="2024-06-02T08:14:09.908" v="4184" actId="1036"/>
          <ac:spMkLst>
            <pc:docMk/>
            <pc:sldMk cId="0" sldId="2147470993"/>
            <ac:spMk id="11" creationId="{00000000-0000-0000-0000-000000000000}"/>
          </ac:spMkLst>
        </pc:spChg>
        <pc:spChg chg="mod">
          <ac:chgData name="Tiwari, Shravan" userId="4c27891f-95d4-4976-825b-8d72b130123b" providerId="ADAL" clId="{C4C3FB2E-2344-4798-B8CA-7F0D4895661F}" dt="2024-06-02T03:33:35.760" v="931" actId="2711"/>
          <ac:spMkLst>
            <pc:docMk/>
            <pc:sldMk cId="0" sldId="2147470993"/>
            <ac:spMk id="12" creationId="{00000000-0000-0000-0000-000000000000}"/>
          </ac:spMkLst>
        </pc:spChg>
        <pc:spChg chg="mod">
          <ac:chgData name="Tiwari, Shravan" userId="4c27891f-95d4-4976-825b-8d72b130123b" providerId="ADAL" clId="{C4C3FB2E-2344-4798-B8CA-7F0D4895661F}" dt="2024-06-02T08:48:21.950" v="4459" actId="20577"/>
          <ac:spMkLst>
            <pc:docMk/>
            <pc:sldMk cId="0" sldId="2147470993"/>
            <ac:spMk id="13" creationId="{00000000-0000-0000-0000-000000000000}"/>
          </ac:spMkLst>
        </pc:spChg>
        <pc:spChg chg="mod">
          <ac:chgData name="Tiwari, Shravan" userId="4c27891f-95d4-4976-825b-8d72b130123b" providerId="ADAL" clId="{C4C3FB2E-2344-4798-B8CA-7F0D4895661F}" dt="2024-06-02T08:48:17.841" v="4458" actId="20577"/>
          <ac:spMkLst>
            <pc:docMk/>
            <pc:sldMk cId="0" sldId="2147470993"/>
            <ac:spMk id="14" creationId="{00000000-0000-0000-0000-000000000000}"/>
          </ac:spMkLst>
        </pc:spChg>
        <pc:spChg chg="mod">
          <ac:chgData name="Tiwari, Shravan" userId="4c27891f-95d4-4976-825b-8d72b130123b" providerId="ADAL" clId="{C4C3FB2E-2344-4798-B8CA-7F0D4895661F}" dt="2024-06-02T08:48:40.341" v="4463" actId="403"/>
          <ac:spMkLst>
            <pc:docMk/>
            <pc:sldMk cId="0" sldId="2147470993"/>
            <ac:spMk id="15" creationId="{00000000-0000-0000-0000-000000000000}"/>
          </ac:spMkLst>
        </pc:spChg>
        <pc:spChg chg="mod">
          <ac:chgData name="Tiwari, Shravan" userId="4c27891f-95d4-4976-825b-8d72b130123b" providerId="ADAL" clId="{C4C3FB2E-2344-4798-B8CA-7F0D4895661F}" dt="2024-06-02T08:48:40.341" v="4463" actId="403"/>
          <ac:spMkLst>
            <pc:docMk/>
            <pc:sldMk cId="0" sldId="2147470993"/>
            <ac:spMk id="16" creationId="{00000000-0000-0000-0000-000000000000}"/>
          </ac:spMkLst>
        </pc:spChg>
        <pc:spChg chg="mod">
          <ac:chgData name="Tiwari, Shravan" userId="4c27891f-95d4-4976-825b-8d72b130123b" providerId="ADAL" clId="{C4C3FB2E-2344-4798-B8CA-7F0D4895661F}" dt="2024-06-02T08:48:40.341" v="4463" actId="403"/>
          <ac:spMkLst>
            <pc:docMk/>
            <pc:sldMk cId="0" sldId="2147470993"/>
            <ac:spMk id="19" creationId="{00000000-0000-0000-0000-000000000000}"/>
          </ac:spMkLst>
        </pc:spChg>
        <pc:spChg chg="mod">
          <ac:chgData name="Tiwari, Shravan" userId="4c27891f-95d4-4976-825b-8d72b130123b" providerId="ADAL" clId="{C4C3FB2E-2344-4798-B8CA-7F0D4895661F}" dt="2024-06-02T08:48:40.341" v="4463" actId="403"/>
          <ac:spMkLst>
            <pc:docMk/>
            <pc:sldMk cId="0" sldId="2147470993"/>
            <ac:spMk id="20" creationId="{00000000-0000-0000-0000-000000000000}"/>
          </ac:spMkLst>
        </pc:spChg>
        <pc:spChg chg="mod">
          <ac:chgData name="Tiwari, Shravan" userId="4c27891f-95d4-4976-825b-8d72b130123b" providerId="ADAL" clId="{C4C3FB2E-2344-4798-B8CA-7F0D4895661F}" dt="2024-06-02T08:48:40.341" v="4463" actId="403"/>
          <ac:spMkLst>
            <pc:docMk/>
            <pc:sldMk cId="0" sldId="2147470993"/>
            <ac:spMk id="21" creationId="{00000000-0000-0000-0000-000000000000}"/>
          </ac:spMkLst>
        </pc:spChg>
        <pc:spChg chg="mod">
          <ac:chgData name="Tiwari, Shravan" userId="4c27891f-95d4-4976-825b-8d72b130123b" providerId="ADAL" clId="{C4C3FB2E-2344-4798-B8CA-7F0D4895661F}" dt="2024-06-02T08:14:02.863" v="4173" actId="1036"/>
          <ac:spMkLst>
            <pc:docMk/>
            <pc:sldMk cId="0" sldId="2147470993"/>
            <ac:spMk id="22" creationId="{00000000-0000-0000-0000-000000000000}"/>
          </ac:spMkLst>
        </pc:spChg>
        <pc:spChg chg="add del mod">
          <ac:chgData name="Tiwari, Shravan" userId="4c27891f-95d4-4976-825b-8d72b130123b" providerId="ADAL" clId="{C4C3FB2E-2344-4798-B8CA-7F0D4895661F}" dt="2024-06-02T07:21:41.188" v="3672" actId="478"/>
          <ac:spMkLst>
            <pc:docMk/>
            <pc:sldMk cId="0" sldId="2147470993"/>
            <ac:spMk id="23" creationId="{42413644-87B7-9987-C452-8C1BCE2F0D0A}"/>
          </ac:spMkLst>
        </pc:spChg>
        <pc:spChg chg="mod">
          <ac:chgData name="Tiwari, Shravan" userId="4c27891f-95d4-4976-825b-8d72b130123b" providerId="ADAL" clId="{C4C3FB2E-2344-4798-B8CA-7F0D4895661F}" dt="2024-06-02T08:48:40.341" v="4463" actId="403"/>
          <ac:spMkLst>
            <pc:docMk/>
            <pc:sldMk cId="0" sldId="2147470993"/>
            <ac:spMk id="24" creationId="{00000000-0000-0000-0000-000000000000}"/>
          </ac:spMkLst>
        </pc:spChg>
        <pc:spChg chg="mod">
          <ac:chgData name="Tiwari, Shravan" userId="4c27891f-95d4-4976-825b-8d72b130123b" providerId="ADAL" clId="{C4C3FB2E-2344-4798-B8CA-7F0D4895661F}" dt="2024-06-02T08:14:09.908" v="4184" actId="1036"/>
          <ac:spMkLst>
            <pc:docMk/>
            <pc:sldMk cId="0" sldId="2147470993"/>
            <ac:spMk id="25" creationId="{00000000-0000-0000-0000-000000000000}"/>
          </ac:spMkLst>
        </pc:spChg>
        <pc:spChg chg="mod">
          <ac:chgData name="Tiwari, Shravan" userId="4c27891f-95d4-4976-825b-8d72b130123b" providerId="ADAL" clId="{C4C3FB2E-2344-4798-B8CA-7F0D4895661F}" dt="2024-06-02T08:47:46.384" v="4434" actId="255"/>
          <ac:spMkLst>
            <pc:docMk/>
            <pc:sldMk cId="0" sldId="2147470993"/>
            <ac:spMk id="26" creationId="{00000000-0000-0000-0000-000000000000}"/>
          </ac:spMkLst>
        </pc:spChg>
        <pc:spChg chg="mod">
          <ac:chgData name="Tiwari, Shravan" userId="4c27891f-95d4-4976-825b-8d72b130123b" providerId="ADAL" clId="{C4C3FB2E-2344-4798-B8CA-7F0D4895661F}" dt="2024-06-02T08:47:46.384" v="4434" actId="255"/>
          <ac:spMkLst>
            <pc:docMk/>
            <pc:sldMk cId="0" sldId="2147470993"/>
            <ac:spMk id="27" creationId="{00000000-0000-0000-0000-000000000000}"/>
          </ac:spMkLst>
        </pc:spChg>
        <pc:spChg chg="mod">
          <ac:chgData name="Tiwari, Shravan" userId="4c27891f-95d4-4976-825b-8d72b130123b" providerId="ADAL" clId="{C4C3FB2E-2344-4798-B8CA-7F0D4895661F}" dt="2024-06-02T08:49:29.226" v="4491" actId="403"/>
          <ac:spMkLst>
            <pc:docMk/>
            <pc:sldMk cId="0" sldId="2147470993"/>
            <ac:spMk id="28" creationId="{608AE0AC-42E5-DC8C-E52D-91893E7014E8}"/>
          </ac:spMkLst>
        </pc:spChg>
        <pc:spChg chg="mod">
          <ac:chgData name="Tiwari, Shravan" userId="4c27891f-95d4-4976-825b-8d72b130123b" providerId="ADAL" clId="{C4C3FB2E-2344-4798-B8CA-7F0D4895661F}" dt="2024-06-02T08:49:29.226" v="4491" actId="403"/>
          <ac:spMkLst>
            <pc:docMk/>
            <pc:sldMk cId="0" sldId="2147470993"/>
            <ac:spMk id="30" creationId="{1D537793-57F1-5933-A6C1-CBD8CB4D3DC2}"/>
          </ac:spMkLst>
        </pc:spChg>
        <pc:spChg chg="mod">
          <ac:chgData name="Tiwari, Shravan" userId="4c27891f-95d4-4976-825b-8d72b130123b" providerId="ADAL" clId="{C4C3FB2E-2344-4798-B8CA-7F0D4895661F}" dt="2024-06-02T08:48:40.341" v="4463" actId="403"/>
          <ac:spMkLst>
            <pc:docMk/>
            <pc:sldMk cId="0" sldId="2147470993"/>
            <ac:spMk id="31" creationId="{09908A78-D6E5-8B13-4654-FE0BE7438110}"/>
          </ac:spMkLst>
        </pc:spChg>
        <pc:spChg chg="mod">
          <ac:chgData name="Tiwari, Shravan" userId="4c27891f-95d4-4976-825b-8d72b130123b" providerId="ADAL" clId="{C4C3FB2E-2344-4798-B8CA-7F0D4895661F}" dt="2024-06-02T08:48:40.341" v="4463" actId="403"/>
          <ac:spMkLst>
            <pc:docMk/>
            <pc:sldMk cId="0" sldId="2147470993"/>
            <ac:spMk id="32" creationId="{ECF8FD8D-7A50-B906-2C8D-D35F377F7AE6}"/>
          </ac:spMkLst>
        </pc:spChg>
        <pc:spChg chg="mod">
          <ac:chgData name="Tiwari, Shravan" userId="4c27891f-95d4-4976-825b-8d72b130123b" providerId="ADAL" clId="{C4C3FB2E-2344-4798-B8CA-7F0D4895661F}" dt="2024-06-02T08:15:00.289" v="4210" actId="1035"/>
          <ac:spMkLst>
            <pc:docMk/>
            <pc:sldMk cId="0" sldId="2147470993"/>
            <ac:spMk id="33" creationId="{00000000-0000-0000-0000-000000000000}"/>
          </ac:spMkLst>
        </pc:spChg>
        <pc:spChg chg="mod">
          <ac:chgData name="Tiwari, Shravan" userId="4c27891f-95d4-4976-825b-8d72b130123b" providerId="ADAL" clId="{C4C3FB2E-2344-4798-B8CA-7F0D4895661F}" dt="2024-06-02T08:15:00.289" v="4210" actId="1035"/>
          <ac:spMkLst>
            <pc:docMk/>
            <pc:sldMk cId="0" sldId="2147470993"/>
            <ac:spMk id="34" creationId="{00000000-0000-0000-0000-000000000000}"/>
          </ac:spMkLst>
        </pc:spChg>
        <pc:spChg chg="mod">
          <ac:chgData name="Tiwari, Shravan" userId="4c27891f-95d4-4976-825b-8d72b130123b" providerId="ADAL" clId="{C4C3FB2E-2344-4798-B8CA-7F0D4895661F}" dt="2024-06-02T08:15:00.289" v="4210" actId="1035"/>
          <ac:spMkLst>
            <pc:docMk/>
            <pc:sldMk cId="0" sldId="2147470993"/>
            <ac:spMk id="35" creationId="{00000000-0000-0000-0000-000000000000}"/>
          </ac:spMkLst>
        </pc:spChg>
        <pc:spChg chg="mod">
          <ac:chgData name="Tiwari, Shravan" userId="4c27891f-95d4-4976-825b-8d72b130123b" providerId="ADAL" clId="{C4C3FB2E-2344-4798-B8CA-7F0D4895661F}" dt="2024-06-02T08:48:40.341" v="4463" actId="403"/>
          <ac:spMkLst>
            <pc:docMk/>
            <pc:sldMk cId="0" sldId="2147470993"/>
            <ac:spMk id="36" creationId="{0F4BBB61-5951-0E05-AE92-92123B44C34E}"/>
          </ac:spMkLst>
        </pc:spChg>
        <pc:spChg chg="mod">
          <ac:chgData name="Tiwari, Shravan" userId="4c27891f-95d4-4976-825b-8d72b130123b" providerId="ADAL" clId="{C4C3FB2E-2344-4798-B8CA-7F0D4895661F}" dt="2024-06-02T08:15:00.289" v="4210" actId="1035"/>
          <ac:spMkLst>
            <pc:docMk/>
            <pc:sldMk cId="0" sldId="2147470993"/>
            <ac:spMk id="37" creationId="{DCD0CFEA-E25F-BB01-95FF-061D1AADA6CC}"/>
          </ac:spMkLst>
        </pc:spChg>
        <pc:spChg chg="mod">
          <ac:chgData name="Tiwari, Shravan" userId="4c27891f-95d4-4976-825b-8d72b130123b" providerId="ADAL" clId="{C4C3FB2E-2344-4798-B8CA-7F0D4895661F}" dt="2024-06-02T08:49:29.226" v="4491" actId="403"/>
          <ac:spMkLst>
            <pc:docMk/>
            <pc:sldMk cId="0" sldId="2147470993"/>
            <ac:spMk id="39" creationId="{EC6F6217-80F7-D140-0F18-669DC11FCCAF}"/>
          </ac:spMkLst>
        </pc:spChg>
        <pc:spChg chg="mod">
          <ac:chgData name="Tiwari, Shravan" userId="4c27891f-95d4-4976-825b-8d72b130123b" providerId="ADAL" clId="{C4C3FB2E-2344-4798-B8CA-7F0D4895661F}" dt="2024-06-02T08:49:29.226" v="4491" actId="403"/>
          <ac:spMkLst>
            <pc:docMk/>
            <pc:sldMk cId="0" sldId="2147470993"/>
            <ac:spMk id="40" creationId="{00000000-0000-0000-0000-000000000000}"/>
          </ac:spMkLst>
        </pc:spChg>
        <pc:spChg chg="mod">
          <ac:chgData name="Tiwari, Shravan" userId="4c27891f-95d4-4976-825b-8d72b130123b" providerId="ADAL" clId="{C4C3FB2E-2344-4798-B8CA-7F0D4895661F}" dt="2024-06-02T08:15:00.289" v="4210" actId="1035"/>
          <ac:spMkLst>
            <pc:docMk/>
            <pc:sldMk cId="0" sldId="2147470993"/>
            <ac:spMk id="41" creationId="{DD462761-0B13-89A5-EC0A-10CE8154D907}"/>
          </ac:spMkLst>
        </pc:spChg>
        <pc:spChg chg="mod">
          <ac:chgData name="Tiwari, Shravan" userId="4c27891f-95d4-4976-825b-8d72b130123b" providerId="ADAL" clId="{C4C3FB2E-2344-4798-B8CA-7F0D4895661F}" dt="2024-06-02T08:49:29.226" v="4491" actId="403"/>
          <ac:spMkLst>
            <pc:docMk/>
            <pc:sldMk cId="0" sldId="2147470993"/>
            <ac:spMk id="42" creationId="{00000000-0000-0000-0000-000000000000}"/>
          </ac:spMkLst>
        </pc:spChg>
        <pc:spChg chg="mod">
          <ac:chgData name="Tiwari, Shravan" userId="4c27891f-95d4-4976-825b-8d72b130123b" providerId="ADAL" clId="{C4C3FB2E-2344-4798-B8CA-7F0D4895661F}" dt="2024-06-02T08:49:29.226" v="4491" actId="403"/>
          <ac:spMkLst>
            <pc:docMk/>
            <pc:sldMk cId="0" sldId="2147470993"/>
            <ac:spMk id="43" creationId="{00000000-0000-0000-0000-000000000000}"/>
          </ac:spMkLst>
        </pc:spChg>
        <pc:spChg chg="mod">
          <ac:chgData name="Tiwari, Shravan" userId="4c27891f-95d4-4976-825b-8d72b130123b" providerId="ADAL" clId="{C4C3FB2E-2344-4798-B8CA-7F0D4895661F}" dt="2024-06-02T08:49:29.226" v="4491" actId="403"/>
          <ac:spMkLst>
            <pc:docMk/>
            <pc:sldMk cId="0" sldId="2147470993"/>
            <ac:spMk id="44" creationId="{00000000-0000-0000-0000-000000000000}"/>
          </ac:spMkLst>
        </pc:spChg>
        <pc:spChg chg="mod">
          <ac:chgData name="Tiwari, Shravan" userId="4c27891f-95d4-4976-825b-8d72b130123b" providerId="ADAL" clId="{C4C3FB2E-2344-4798-B8CA-7F0D4895661F}" dt="2024-06-02T08:49:29.226" v="4491" actId="403"/>
          <ac:spMkLst>
            <pc:docMk/>
            <pc:sldMk cId="0" sldId="2147470993"/>
            <ac:spMk id="46" creationId="{00000000-0000-0000-0000-000000000000}"/>
          </ac:spMkLst>
        </pc:spChg>
        <pc:spChg chg="mod">
          <ac:chgData name="Tiwari, Shravan" userId="4c27891f-95d4-4976-825b-8d72b130123b" providerId="ADAL" clId="{C4C3FB2E-2344-4798-B8CA-7F0D4895661F}" dt="2024-06-02T08:48:04.511" v="4456" actId="20577"/>
          <ac:spMkLst>
            <pc:docMk/>
            <pc:sldMk cId="0" sldId="2147470993"/>
            <ac:spMk id="47" creationId="{56781A5A-D011-21ED-7390-F7A38D6FE908}"/>
          </ac:spMkLst>
        </pc:spChg>
        <pc:spChg chg="mod">
          <ac:chgData name="Tiwari, Shravan" userId="4c27891f-95d4-4976-825b-8d72b130123b" providerId="ADAL" clId="{C4C3FB2E-2344-4798-B8CA-7F0D4895661F}" dt="2024-06-02T08:49:38.439" v="4492" actId="14100"/>
          <ac:spMkLst>
            <pc:docMk/>
            <pc:sldMk cId="0" sldId="2147470993"/>
            <ac:spMk id="48" creationId="{00000000-0000-0000-0000-000000000000}"/>
          </ac:spMkLst>
        </pc:spChg>
        <pc:spChg chg="mod">
          <ac:chgData name="Tiwari, Shravan" userId="4c27891f-95d4-4976-825b-8d72b130123b" providerId="ADAL" clId="{C4C3FB2E-2344-4798-B8CA-7F0D4895661F}" dt="2024-06-02T08:49:18.920" v="4489" actId="255"/>
          <ac:spMkLst>
            <pc:docMk/>
            <pc:sldMk cId="0" sldId="2147470993"/>
            <ac:spMk id="50" creationId="{57B6BB72-8158-72D1-2C64-07A58E12E2B5}"/>
          </ac:spMkLst>
        </pc:spChg>
        <pc:spChg chg="mod">
          <ac:chgData name="Tiwari, Shravan" userId="4c27891f-95d4-4976-825b-8d72b130123b" providerId="ADAL" clId="{C4C3FB2E-2344-4798-B8CA-7F0D4895661F}" dt="2024-06-02T08:48:40.341" v="4463" actId="403"/>
          <ac:spMkLst>
            <pc:docMk/>
            <pc:sldMk cId="0" sldId="2147470993"/>
            <ac:spMk id="51" creationId="{9D20926D-A3F7-96AD-27A5-08CE3FB3193D}"/>
          </ac:spMkLst>
        </pc:spChg>
        <pc:spChg chg="mod">
          <ac:chgData name="Tiwari, Shravan" userId="4c27891f-95d4-4976-825b-8d72b130123b" providerId="ADAL" clId="{C4C3FB2E-2344-4798-B8CA-7F0D4895661F}" dt="2024-06-02T08:48:09.020" v="4457" actId="20577"/>
          <ac:spMkLst>
            <pc:docMk/>
            <pc:sldMk cId="0" sldId="2147470993"/>
            <ac:spMk id="52" creationId="{5CCDD43A-ABE8-58C1-8396-40820D8B88D4}"/>
          </ac:spMkLst>
        </pc:spChg>
        <pc:spChg chg="mod">
          <ac:chgData name="Tiwari, Shravan" userId="4c27891f-95d4-4976-825b-8d72b130123b" providerId="ADAL" clId="{C4C3FB2E-2344-4798-B8CA-7F0D4895661F}" dt="2024-06-02T08:47:46.384" v="4434" actId="255"/>
          <ac:spMkLst>
            <pc:docMk/>
            <pc:sldMk cId="0" sldId="2147470993"/>
            <ac:spMk id="53" creationId="{A228BB7A-97FB-F0FA-BE8D-6CDE7FEABED4}"/>
          </ac:spMkLst>
        </pc:spChg>
        <pc:spChg chg="mod">
          <ac:chgData name="Tiwari, Shravan" userId="4c27891f-95d4-4976-825b-8d72b130123b" providerId="ADAL" clId="{C4C3FB2E-2344-4798-B8CA-7F0D4895661F}" dt="2024-06-02T07:18:50.903" v="3637" actId="207"/>
          <ac:spMkLst>
            <pc:docMk/>
            <pc:sldMk cId="0" sldId="2147470993"/>
            <ac:spMk id="54" creationId="{7E94E140-9782-452A-ADB5-DEB1D3CE8E1F}"/>
          </ac:spMkLst>
        </pc:spChg>
        <pc:spChg chg="mod">
          <ac:chgData name="Tiwari, Shravan" userId="4c27891f-95d4-4976-825b-8d72b130123b" providerId="ADAL" clId="{C4C3FB2E-2344-4798-B8CA-7F0D4895661F}" dt="2024-06-02T08:14:09.908" v="4184" actId="1036"/>
          <ac:spMkLst>
            <pc:docMk/>
            <pc:sldMk cId="0" sldId="2147470993"/>
            <ac:spMk id="55" creationId="{18C4B46A-DA30-4997-2406-13DFEA6AD7F0}"/>
          </ac:spMkLst>
        </pc:spChg>
        <pc:spChg chg="mod">
          <ac:chgData name="Tiwari, Shravan" userId="4c27891f-95d4-4976-825b-8d72b130123b" providerId="ADAL" clId="{C4C3FB2E-2344-4798-B8CA-7F0D4895661F}" dt="2024-06-02T08:49:12.508" v="4488" actId="20577"/>
          <ac:spMkLst>
            <pc:docMk/>
            <pc:sldMk cId="0" sldId="2147470993"/>
            <ac:spMk id="56" creationId="{AAD96800-61ED-CCA5-44DC-E0AF52130043}"/>
          </ac:spMkLst>
        </pc:spChg>
        <pc:graphicFrameChg chg="mod">
          <ac:chgData name="Tiwari, Shravan" userId="4c27891f-95d4-4976-825b-8d72b130123b" providerId="ADAL" clId="{C4C3FB2E-2344-4798-B8CA-7F0D4895661F}" dt="2024-06-02T08:14:44.467" v="4200" actId="14100"/>
          <ac:graphicFrameMkLst>
            <pc:docMk/>
            <pc:sldMk cId="0" sldId="2147470993"/>
            <ac:graphicFrameMk id="5" creationId="{00000000-0000-0000-0000-000000000000}"/>
          </ac:graphicFrameMkLst>
        </pc:graphicFrameChg>
        <pc:picChg chg="del">
          <ac:chgData name="Tiwari, Shravan" userId="4c27891f-95d4-4976-825b-8d72b130123b" providerId="ADAL" clId="{C4C3FB2E-2344-4798-B8CA-7F0D4895661F}" dt="2024-06-02T06:30:29.583" v="3350" actId="478"/>
          <ac:picMkLst>
            <pc:docMk/>
            <pc:sldMk cId="0" sldId="2147470993"/>
            <ac:picMk id="17" creationId="{42CCE7C1-88ED-95AF-672B-D2B4BA850AD0}"/>
          </ac:picMkLst>
        </pc:picChg>
        <pc:picChg chg="add mod">
          <ac:chgData name="Tiwari, Shravan" userId="4c27891f-95d4-4976-825b-8d72b130123b" providerId="ADAL" clId="{C4C3FB2E-2344-4798-B8CA-7F0D4895661F}" dt="2024-06-02T06:30:30.411" v="3351"/>
          <ac:picMkLst>
            <pc:docMk/>
            <pc:sldMk cId="0" sldId="2147470993"/>
            <ac:picMk id="18" creationId="{D13A7C83-AAE4-92EF-EC31-E459AECC44C4}"/>
          </ac:picMkLst>
        </pc:picChg>
      </pc:sldChg>
      <pc:sldChg chg="addSp delSp modSp mod">
        <pc:chgData name="Tiwari, Shravan" userId="4c27891f-95d4-4976-825b-8d72b130123b" providerId="ADAL" clId="{C4C3FB2E-2344-4798-B8CA-7F0D4895661F}" dt="2024-06-02T08:19:05.802" v="4297" actId="20577"/>
        <pc:sldMkLst>
          <pc:docMk/>
          <pc:sldMk cId="3093368188" sldId="2147470994"/>
        </pc:sldMkLst>
        <pc:graphicFrameChg chg="mod modGraphic">
          <ac:chgData name="Tiwari, Shravan" userId="4c27891f-95d4-4976-825b-8d72b130123b" providerId="ADAL" clId="{C4C3FB2E-2344-4798-B8CA-7F0D4895661F}" dt="2024-06-02T08:19:05.802" v="4297" actId="20577"/>
          <ac:graphicFrameMkLst>
            <pc:docMk/>
            <pc:sldMk cId="3093368188" sldId="2147470994"/>
            <ac:graphicFrameMk id="5" creationId="{00000000-0000-0000-0000-000000000000}"/>
          </ac:graphicFrameMkLst>
        </pc:graphicFrameChg>
        <pc:picChg chg="del">
          <ac:chgData name="Tiwari, Shravan" userId="4c27891f-95d4-4976-825b-8d72b130123b" providerId="ADAL" clId="{C4C3FB2E-2344-4798-B8CA-7F0D4895661F}" dt="2024-06-02T06:30:46.418" v="3354" actId="478"/>
          <ac:picMkLst>
            <pc:docMk/>
            <pc:sldMk cId="3093368188" sldId="2147470994"/>
            <ac:picMk id="4" creationId="{912AEFDD-B470-0F8E-8F33-9FFC626D49CB}"/>
          </ac:picMkLst>
        </pc:picChg>
        <pc:picChg chg="add mod">
          <ac:chgData name="Tiwari, Shravan" userId="4c27891f-95d4-4976-825b-8d72b130123b" providerId="ADAL" clId="{C4C3FB2E-2344-4798-B8CA-7F0D4895661F}" dt="2024-06-02T06:30:47.653" v="3355"/>
          <ac:picMkLst>
            <pc:docMk/>
            <pc:sldMk cId="3093368188" sldId="2147470994"/>
            <ac:picMk id="7" creationId="{D1C56ACA-34BA-F2B6-B025-4413CA0C8D43}"/>
          </ac:picMkLst>
        </pc:picChg>
      </pc:sldChg>
      <pc:sldChg chg="addSp delSp modSp mod">
        <pc:chgData name="Tiwari, Shravan" userId="4c27891f-95d4-4976-825b-8d72b130123b" providerId="ADAL" clId="{C4C3FB2E-2344-4798-B8CA-7F0D4895661F}" dt="2024-06-02T08:08:10.351" v="3967"/>
        <pc:sldMkLst>
          <pc:docMk/>
          <pc:sldMk cId="1207852280" sldId="2147470995"/>
        </pc:sldMkLst>
        <pc:spChg chg="mod">
          <ac:chgData name="Tiwari, Shravan" userId="4c27891f-95d4-4976-825b-8d72b130123b" providerId="ADAL" clId="{C4C3FB2E-2344-4798-B8CA-7F0D4895661F}" dt="2024-06-02T07:43:09.870" v="3770" actId="403"/>
          <ac:spMkLst>
            <pc:docMk/>
            <pc:sldMk cId="1207852280" sldId="2147470995"/>
            <ac:spMk id="5" creationId="{AF378696-8C61-42F5-98E1-83C006AA8E24}"/>
          </ac:spMkLst>
        </pc:spChg>
        <pc:picChg chg="del">
          <ac:chgData name="Tiwari, Shravan" userId="4c27891f-95d4-4976-825b-8d72b130123b" providerId="ADAL" clId="{C4C3FB2E-2344-4798-B8CA-7F0D4895661F}" dt="2024-06-02T08:08:09.291" v="3966" actId="478"/>
          <ac:picMkLst>
            <pc:docMk/>
            <pc:sldMk cId="1207852280" sldId="2147470995"/>
            <ac:picMk id="10" creationId="{4D7B51F7-45F1-FEFD-7689-7E2C39505E51}"/>
          </ac:picMkLst>
        </pc:picChg>
        <pc:picChg chg="add mod">
          <ac:chgData name="Tiwari, Shravan" userId="4c27891f-95d4-4976-825b-8d72b130123b" providerId="ADAL" clId="{C4C3FB2E-2344-4798-B8CA-7F0D4895661F}" dt="2024-06-02T08:08:10.351" v="3967"/>
          <ac:picMkLst>
            <pc:docMk/>
            <pc:sldMk cId="1207852280" sldId="2147470995"/>
            <ac:picMk id="11" creationId="{51B5CD49-2504-3295-3C6B-F03901CA54DC}"/>
          </ac:picMkLst>
        </pc:picChg>
      </pc:sldChg>
      <pc:sldChg chg="addSp delSp modSp del mod modNotesTx">
        <pc:chgData name="Tiwari, Shravan" userId="4c27891f-95d4-4976-825b-8d72b130123b" providerId="ADAL" clId="{C4C3FB2E-2344-4798-B8CA-7F0D4895661F}" dt="2024-06-02T08:37:03.956" v="4417" actId="47"/>
        <pc:sldMkLst>
          <pc:docMk/>
          <pc:sldMk cId="2712077353" sldId="2147470996"/>
        </pc:sldMkLst>
        <pc:spChg chg="mod">
          <ac:chgData name="Tiwari, Shravan" userId="4c27891f-95d4-4976-825b-8d72b130123b" providerId="ADAL" clId="{C4C3FB2E-2344-4798-B8CA-7F0D4895661F}" dt="2024-06-02T08:36:38.600" v="4402" actId="1076"/>
          <ac:spMkLst>
            <pc:docMk/>
            <pc:sldMk cId="2712077353" sldId="2147470996"/>
            <ac:spMk id="2" creationId="{89E1DA3D-E3FE-DF9D-CF68-778F0C111F0A}"/>
          </ac:spMkLst>
        </pc:spChg>
        <pc:spChg chg="add del mod">
          <ac:chgData name="Tiwari, Shravan" userId="4c27891f-95d4-4976-825b-8d72b130123b" providerId="ADAL" clId="{C4C3FB2E-2344-4798-B8CA-7F0D4895661F}" dt="2024-06-02T08:36:14.200" v="4398" actId="478"/>
          <ac:spMkLst>
            <pc:docMk/>
            <pc:sldMk cId="2712077353" sldId="2147470996"/>
            <ac:spMk id="3" creationId="{7E02D030-A3A3-A80D-C87E-E524D68D718D}"/>
          </ac:spMkLst>
        </pc:spChg>
        <pc:picChg chg="add mod">
          <ac:chgData name="Tiwari, Shravan" userId="4c27891f-95d4-4976-825b-8d72b130123b" providerId="ADAL" clId="{C4C3FB2E-2344-4798-B8CA-7F0D4895661F}" dt="2024-06-02T08:08:24.542" v="3969"/>
          <ac:picMkLst>
            <pc:docMk/>
            <pc:sldMk cId="2712077353" sldId="2147470996"/>
            <ac:picMk id="6" creationId="{760DA957-987D-8FC0-435D-228730658D37}"/>
          </ac:picMkLst>
        </pc:picChg>
        <pc:picChg chg="del">
          <ac:chgData name="Tiwari, Shravan" userId="4c27891f-95d4-4976-825b-8d72b130123b" providerId="ADAL" clId="{C4C3FB2E-2344-4798-B8CA-7F0D4895661F}" dt="2024-06-02T07:43:20.888" v="3771" actId="478"/>
          <ac:picMkLst>
            <pc:docMk/>
            <pc:sldMk cId="2712077353" sldId="2147470996"/>
            <ac:picMk id="6" creationId="{D45CF06A-B83A-6651-EEF3-1209BD153592}"/>
          </ac:picMkLst>
        </pc:picChg>
        <pc:picChg chg="add del mod">
          <ac:chgData name="Tiwari, Shravan" userId="4c27891f-95d4-4976-825b-8d72b130123b" providerId="ADAL" clId="{C4C3FB2E-2344-4798-B8CA-7F0D4895661F}" dt="2024-06-02T08:08:23.450" v="3968" actId="478"/>
          <ac:picMkLst>
            <pc:docMk/>
            <pc:sldMk cId="2712077353" sldId="2147470996"/>
            <ac:picMk id="7" creationId="{460B7ABC-6323-D740-C6AE-9E83D12E4FCE}"/>
          </ac:picMkLst>
        </pc:picChg>
      </pc:sldChg>
      <pc:sldChg chg="addSp delSp modSp mod">
        <pc:chgData name="Tiwari, Shravan" userId="4c27891f-95d4-4976-825b-8d72b130123b" providerId="ADAL" clId="{C4C3FB2E-2344-4798-B8CA-7F0D4895661F}" dt="2024-06-02T07:24:57.483" v="3708" actId="2711"/>
        <pc:sldMkLst>
          <pc:docMk/>
          <pc:sldMk cId="1777637085" sldId="2147470998"/>
        </pc:sldMkLst>
        <pc:spChg chg="mod">
          <ac:chgData name="Tiwari, Shravan" userId="4c27891f-95d4-4976-825b-8d72b130123b" providerId="ADAL" clId="{C4C3FB2E-2344-4798-B8CA-7F0D4895661F}" dt="2024-06-02T07:22:48.497" v="3683" actId="20577"/>
          <ac:spMkLst>
            <pc:docMk/>
            <pc:sldMk cId="1777637085" sldId="2147470998"/>
            <ac:spMk id="9" creationId="{F7B3E773-8EA4-40AA-A4C9-3736D12A1FF6}"/>
          </ac:spMkLst>
        </pc:spChg>
        <pc:graphicFrameChg chg="modGraphic">
          <ac:chgData name="Tiwari, Shravan" userId="4c27891f-95d4-4976-825b-8d72b130123b" providerId="ADAL" clId="{C4C3FB2E-2344-4798-B8CA-7F0D4895661F}" dt="2024-06-02T07:24:57.483" v="3708" actId="2711"/>
          <ac:graphicFrameMkLst>
            <pc:docMk/>
            <pc:sldMk cId="1777637085" sldId="2147470998"/>
            <ac:graphicFrameMk id="4" creationId="{FED1E293-AF5C-50D1-F7B4-2185B8A0C771}"/>
          </ac:graphicFrameMkLst>
        </pc:graphicFrameChg>
        <pc:picChg chg="del">
          <ac:chgData name="Tiwari, Shravan" userId="4c27891f-95d4-4976-825b-8d72b130123b" providerId="ADAL" clId="{C4C3FB2E-2344-4798-B8CA-7F0D4895661F}" dt="2024-06-02T07:23:01.761" v="3684" actId="478"/>
          <ac:picMkLst>
            <pc:docMk/>
            <pc:sldMk cId="1777637085" sldId="2147470998"/>
            <ac:picMk id="7" creationId="{0DF82858-D627-00F9-6DB5-D5C11825D001}"/>
          </ac:picMkLst>
        </pc:picChg>
        <pc:picChg chg="add mod">
          <ac:chgData name="Tiwari, Shravan" userId="4c27891f-95d4-4976-825b-8d72b130123b" providerId="ADAL" clId="{C4C3FB2E-2344-4798-B8CA-7F0D4895661F}" dt="2024-06-02T07:23:02.808" v="3685"/>
          <ac:picMkLst>
            <pc:docMk/>
            <pc:sldMk cId="1777637085" sldId="2147470998"/>
            <ac:picMk id="8" creationId="{8560DE40-B976-92B7-73AF-F6CA24973166}"/>
          </ac:picMkLst>
        </pc:picChg>
      </pc:sldChg>
      <pc:sldChg chg="addSp delSp modSp mod">
        <pc:chgData name="Tiwari, Shravan" userId="4c27891f-95d4-4976-825b-8d72b130123b" providerId="ADAL" clId="{C4C3FB2E-2344-4798-B8CA-7F0D4895661F}" dt="2024-06-02T07:26:17.476" v="3717" actId="20577"/>
        <pc:sldMkLst>
          <pc:docMk/>
          <pc:sldMk cId="338564591" sldId="2147470999"/>
        </pc:sldMkLst>
        <pc:spChg chg="mod">
          <ac:chgData name="Tiwari, Shravan" userId="4c27891f-95d4-4976-825b-8d72b130123b" providerId="ADAL" clId="{C4C3FB2E-2344-4798-B8CA-7F0D4895661F}" dt="2024-06-02T07:23:33.380" v="3698" actId="20577"/>
          <ac:spMkLst>
            <pc:docMk/>
            <pc:sldMk cId="338564591" sldId="2147470999"/>
            <ac:spMk id="9" creationId="{F7B3E773-8EA4-40AA-A4C9-3736D12A1FF6}"/>
          </ac:spMkLst>
        </pc:spChg>
        <pc:graphicFrameChg chg="modGraphic">
          <ac:chgData name="Tiwari, Shravan" userId="4c27891f-95d4-4976-825b-8d72b130123b" providerId="ADAL" clId="{C4C3FB2E-2344-4798-B8CA-7F0D4895661F}" dt="2024-06-02T07:24:02.618" v="3702" actId="2711"/>
          <ac:graphicFrameMkLst>
            <pc:docMk/>
            <pc:sldMk cId="338564591" sldId="2147470999"/>
            <ac:graphicFrameMk id="2" creationId="{55B09DAF-9E2E-7B1B-56F7-16B25FB314D2}"/>
          </ac:graphicFrameMkLst>
        </pc:graphicFrameChg>
        <pc:graphicFrameChg chg="add del modGraphic">
          <ac:chgData name="Tiwari, Shravan" userId="4c27891f-95d4-4976-825b-8d72b130123b" providerId="ADAL" clId="{C4C3FB2E-2344-4798-B8CA-7F0D4895661F}" dt="2024-06-02T07:26:17.476" v="3717" actId="20577"/>
          <ac:graphicFrameMkLst>
            <pc:docMk/>
            <pc:sldMk cId="338564591" sldId="2147470999"/>
            <ac:graphicFrameMk id="4" creationId="{FED1E293-AF5C-50D1-F7B4-2185B8A0C771}"/>
          </ac:graphicFrameMkLst>
        </pc:graphicFrameChg>
        <pc:picChg chg="del">
          <ac:chgData name="Tiwari, Shravan" userId="4c27891f-95d4-4976-825b-8d72b130123b" providerId="ADAL" clId="{C4C3FB2E-2344-4798-B8CA-7F0D4895661F}" dt="2024-06-02T07:23:10.243" v="3686" actId="478"/>
          <ac:picMkLst>
            <pc:docMk/>
            <pc:sldMk cId="338564591" sldId="2147470999"/>
            <ac:picMk id="8" creationId="{2B781E89-6CBF-2D0B-A814-294DBC4A1B9B}"/>
          </ac:picMkLst>
        </pc:picChg>
        <pc:picChg chg="add del mod">
          <ac:chgData name="Tiwari, Shravan" userId="4c27891f-95d4-4976-825b-8d72b130123b" providerId="ADAL" clId="{C4C3FB2E-2344-4798-B8CA-7F0D4895661F}" dt="2024-06-02T07:23:39.904" v="3699" actId="478"/>
          <ac:picMkLst>
            <pc:docMk/>
            <pc:sldMk cId="338564591" sldId="2147470999"/>
            <ac:picMk id="10" creationId="{9A213BCB-F79A-F391-206A-E1127A3E87BF}"/>
          </ac:picMkLst>
        </pc:picChg>
        <pc:picChg chg="add mod">
          <ac:chgData name="Tiwari, Shravan" userId="4c27891f-95d4-4976-825b-8d72b130123b" providerId="ADAL" clId="{C4C3FB2E-2344-4798-B8CA-7F0D4895661F}" dt="2024-06-02T07:23:41.255" v="3700"/>
          <ac:picMkLst>
            <pc:docMk/>
            <pc:sldMk cId="338564591" sldId="2147470999"/>
            <ac:picMk id="11" creationId="{F35234A6-61E4-120A-5D1A-FE99947CF4D6}"/>
          </ac:picMkLst>
        </pc:picChg>
      </pc:sldChg>
      <pc:sldChg chg="addSp delSp modSp mod">
        <pc:chgData name="Tiwari, Shravan" userId="4c27891f-95d4-4976-825b-8d72b130123b" providerId="ADAL" clId="{C4C3FB2E-2344-4798-B8CA-7F0D4895661F}" dt="2024-06-02T06:58:52.281" v="3545"/>
        <pc:sldMkLst>
          <pc:docMk/>
          <pc:sldMk cId="1521347753" sldId="2147471000"/>
        </pc:sldMkLst>
        <pc:picChg chg="del">
          <ac:chgData name="Tiwari, Shravan" userId="4c27891f-95d4-4976-825b-8d72b130123b" providerId="ADAL" clId="{C4C3FB2E-2344-4798-B8CA-7F0D4895661F}" dt="2024-06-02T06:58:51.557" v="3544" actId="478"/>
          <ac:picMkLst>
            <pc:docMk/>
            <pc:sldMk cId="1521347753" sldId="2147471000"/>
            <ac:picMk id="5" creationId="{7F5DE224-0557-B6F1-A145-7BA9819FCC69}"/>
          </ac:picMkLst>
        </pc:picChg>
        <pc:picChg chg="add mod">
          <ac:chgData name="Tiwari, Shravan" userId="4c27891f-95d4-4976-825b-8d72b130123b" providerId="ADAL" clId="{C4C3FB2E-2344-4798-B8CA-7F0D4895661F}" dt="2024-06-02T06:58:52.281" v="3545"/>
          <ac:picMkLst>
            <pc:docMk/>
            <pc:sldMk cId="1521347753" sldId="2147471000"/>
            <ac:picMk id="6" creationId="{0BF966B9-5CE4-2126-8C7D-5E6FFE33E215}"/>
          </ac:picMkLst>
        </pc:picChg>
      </pc:sldChg>
      <pc:sldChg chg="addSp delSp modSp mod">
        <pc:chgData name="Tiwari, Shravan" userId="4c27891f-95d4-4976-825b-8d72b130123b" providerId="ADAL" clId="{C4C3FB2E-2344-4798-B8CA-7F0D4895661F}" dt="2024-06-02T08:08:32.467" v="3971"/>
        <pc:sldMkLst>
          <pc:docMk/>
          <pc:sldMk cId="2269983943" sldId="2147471001"/>
        </pc:sldMkLst>
        <pc:picChg chg="del">
          <ac:chgData name="Tiwari, Shravan" userId="4c27891f-95d4-4976-825b-8d72b130123b" providerId="ADAL" clId="{C4C3FB2E-2344-4798-B8CA-7F0D4895661F}" dt="2024-06-02T08:08:31.240" v="3970" actId="478"/>
          <ac:picMkLst>
            <pc:docMk/>
            <pc:sldMk cId="2269983943" sldId="2147471001"/>
            <ac:picMk id="4" creationId="{8DEB0CFE-BC1C-0560-A871-8D889BF2F1E6}"/>
          </ac:picMkLst>
        </pc:picChg>
        <pc:picChg chg="add mod">
          <ac:chgData name="Tiwari, Shravan" userId="4c27891f-95d4-4976-825b-8d72b130123b" providerId="ADAL" clId="{C4C3FB2E-2344-4798-B8CA-7F0D4895661F}" dt="2024-06-02T08:08:32.467" v="3971"/>
          <ac:picMkLst>
            <pc:docMk/>
            <pc:sldMk cId="2269983943" sldId="2147471001"/>
            <ac:picMk id="5" creationId="{27D291EB-988C-CADC-BF3E-F25679E90444}"/>
          </ac:picMkLst>
        </pc:picChg>
      </pc:sldChg>
      <pc:sldChg chg="addSp delSp modSp mod">
        <pc:chgData name="Tiwari, Shravan" userId="4c27891f-95d4-4976-825b-8d72b130123b" providerId="ADAL" clId="{C4C3FB2E-2344-4798-B8CA-7F0D4895661F}" dt="2024-06-02T06:55:44.566" v="3522" actId="27636"/>
        <pc:sldMkLst>
          <pc:docMk/>
          <pc:sldMk cId="952140705" sldId="2147471002"/>
        </pc:sldMkLst>
        <pc:spChg chg="mod">
          <ac:chgData name="Tiwari, Shravan" userId="4c27891f-95d4-4976-825b-8d72b130123b" providerId="ADAL" clId="{C4C3FB2E-2344-4798-B8CA-7F0D4895661F}" dt="2024-06-02T06:55:44.566" v="3522" actId="27636"/>
          <ac:spMkLst>
            <pc:docMk/>
            <pc:sldMk cId="952140705" sldId="2147471002"/>
            <ac:spMk id="3" creationId="{BA83EAB9-6D4A-A657-B316-0CA04CD6AE81}"/>
          </ac:spMkLst>
        </pc:spChg>
        <pc:picChg chg="del">
          <ac:chgData name="Tiwari, Shravan" userId="4c27891f-95d4-4976-825b-8d72b130123b" providerId="ADAL" clId="{C4C3FB2E-2344-4798-B8CA-7F0D4895661F}" dt="2024-06-02T06:30:52.468" v="3356" actId="478"/>
          <ac:picMkLst>
            <pc:docMk/>
            <pc:sldMk cId="952140705" sldId="2147471002"/>
            <ac:picMk id="6" creationId="{F459A302-317C-9D1A-C88D-5E5D15F19E30}"/>
          </ac:picMkLst>
        </pc:picChg>
        <pc:picChg chg="add mod">
          <ac:chgData name="Tiwari, Shravan" userId="4c27891f-95d4-4976-825b-8d72b130123b" providerId="ADAL" clId="{C4C3FB2E-2344-4798-B8CA-7F0D4895661F}" dt="2024-06-02T06:30:53.301" v="3357"/>
          <ac:picMkLst>
            <pc:docMk/>
            <pc:sldMk cId="952140705" sldId="2147471002"/>
            <ac:picMk id="7" creationId="{373E0720-D7CC-6502-8C98-7262D6E91C45}"/>
          </ac:picMkLst>
        </pc:picChg>
      </pc:sldChg>
      <pc:sldChg chg="addSp delSp modSp mod modNotesTx">
        <pc:chgData name="Tiwari, Shravan" userId="4c27891f-95d4-4976-825b-8d72b130123b" providerId="ADAL" clId="{C4C3FB2E-2344-4798-B8CA-7F0D4895661F}" dt="2024-06-02T08:35:17.027" v="4389" actId="404"/>
        <pc:sldMkLst>
          <pc:docMk/>
          <pc:sldMk cId="3741248778" sldId="2147471004"/>
        </pc:sldMkLst>
        <pc:spChg chg="add del mod">
          <ac:chgData name="Tiwari, Shravan" userId="4c27891f-95d4-4976-825b-8d72b130123b" providerId="ADAL" clId="{C4C3FB2E-2344-4798-B8CA-7F0D4895661F}" dt="2024-06-02T08:34:12.111" v="4378" actId="478"/>
          <ac:spMkLst>
            <pc:docMk/>
            <pc:sldMk cId="3741248778" sldId="2147471004"/>
            <ac:spMk id="4" creationId="{94FD6D1F-EFF2-9F15-E220-6F924D010D37}"/>
          </ac:spMkLst>
        </pc:spChg>
        <pc:spChg chg="add mod">
          <ac:chgData name="Tiwari, Shravan" userId="4c27891f-95d4-4976-825b-8d72b130123b" providerId="ADAL" clId="{C4C3FB2E-2344-4798-B8CA-7F0D4895661F}" dt="2024-06-02T08:35:17.027" v="4389" actId="404"/>
          <ac:spMkLst>
            <pc:docMk/>
            <pc:sldMk cId="3741248778" sldId="2147471004"/>
            <ac:spMk id="7" creationId="{D296C8EF-3FDD-48D6-FFD8-494E912776D8}"/>
          </ac:spMkLst>
        </pc:spChg>
        <pc:graphicFrameChg chg="modGraphic">
          <ac:chgData name="Tiwari, Shravan" userId="4c27891f-95d4-4976-825b-8d72b130123b" providerId="ADAL" clId="{C4C3FB2E-2344-4798-B8CA-7F0D4895661F}" dt="2024-06-02T07:03:07.751" v="3597" actId="2711"/>
          <ac:graphicFrameMkLst>
            <pc:docMk/>
            <pc:sldMk cId="3741248778" sldId="2147471004"/>
            <ac:graphicFrameMk id="2" creationId="{00EDEA05-29B5-4094-4839-A15CBE718E16}"/>
          </ac:graphicFrameMkLst>
        </pc:graphicFrameChg>
        <pc:picChg chg="del">
          <ac:chgData name="Tiwari, Shravan" userId="4c27891f-95d4-4976-825b-8d72b130123b" providerId="ADAL" clId="{C4C3FB2E-2344-4798-B8CA-7F0D4895661F}" dt="2024-06-02T06:56:46.369" v="3532" actId="478"/>
          <ac:picMkLst>
            <pc:docMk/>
            <pc:sldMk cId="3741248778" sldId="2147471004"/>
            <ac:picMk id="4" creationId="{873544F0-87BB-4D97-99A8-4C7BBA07515E}"/>
          </ac:picMkLst>
        </pc:picChg>
        <pc:picChg chg="add mod">
          <ac:chgData name="Tiwari, Shravan" userId="4c27891f-95d4-4976-825b-8d72b130123b" providerId="ADAL" clId="{C4C3FB2E-2344-4798-B8CA-7F0D4895661F}" dt="2024-06-02T06:56:47.499" v="3533"/>
          <ac:picMkLst>
            <pc:docMk/>
            <pc:sldMk cId="3741248778" sldId="2147471004"/>
            <ac:picMk id="5" creationId="{4165106D-4220-9F34-5ADF-BDAC16118703}"/>
          </ac:picMkLst>
        </pc:picChg>
      </pc:sldChg>
      <pc:sldChg chg="addSp delSp modSp mod">
        <pc:chgData name="Tiwari, Shravan" userId="4c27891f-95d4-4976-825b-8d72b130123b" providerId="ADAL" clId="{C4C3FB2E-2344-4798-B8CA-7F0D4895661F}" dt="2024-06-02T06:32:32.906" v="3376" actId="1035"/>
        <pc:sldMkLst>
          <pc:docMk/>
          <pc:sldMk cId="1449044252" sldId="2147471005"/>
        </pc:sldMkLst>
        <pc:spChg chg="mod">
          <ac:chgData name="Tiwari, Shravan" userId="4c27891f-95d4-4976-825b-8d72b130123b" providerId="ADAL" clId="{C4C3FB2E-2344-4798-B8CA-7F0D4895661F}" dt="2024-06-02T06:32:32.906" v="3376" actId="1035"/>
          <ac:spMkLst>
            <pc:docMk/>
            <pc:sldMk cId="1449044252" sldId="2147471005"/>
            <ac:spMk id="3" creationId="{D3CF698F-3C73-8C54-0CD7-E7C3228E8278}"/>
          </ac:spMkLst>
        </pc:spChg>
        <pc:spChg chg="mod">
          <ac:chgData name="Tiwari, Shravan" userId="4c27891f-95d4-4976-825b-8d72b130123b" providerId="ADAL" clId="{C4C3FB2E-2344-4798-B8CA-7F0D4895661F}" dt="2024-06-02T03:23:19.785" v="723" actId="20577"/>
          <ac:spMkLst>
            <pc:docMk/>
            <pc:sldMk cId="1449044252" sldId="2147471005"/>
            <ac:spMk id="5" creationId="{6F0DC44B-191E-E3DB-D61C-54BDB3A84876}"/>
          </ac:spMkLst>
        </pc:spChg>
        <pc:spChg chg="mod">
          <ac:chgData name="Tiwari, Shravan" userId="4c27891f-95d4-4976-825b-8d72b130123b" providerId="ADAL" clId="{C4C3FB2E-2344-4798-B8CA-7F0D4895661F}" dt="2024-06-02T03:20:13.428" v="688" actId="122"/>
          <ac:spMkLst>
            <pc:docMk/>
            <pc:sldMk cId="1449044252" sldId="2147471005"/>
            <ac:spMk id="11" creationId="{00000000-0000-0000-0000-000000000000}"/>
          </ac:spMkLst>
        </pc:spChg>
        <pc:spChg chg="mod">
          <ac:chgData name="Tiwari, Shravan" userId="4c27891f-95d4-4976-825b-8d72b130123b" providerId="ADAL" clId="{C4C3FB2E-2344-4798-B8CA-7F0D4895661F}" dt="2024-06-02T03:20:28.389" v="690" actId="122"/>
          <ac:spMkLst>
            <pc:docMk/>
            <pc:sldMk cId="1449044252" sldId="2147471005"/>
            <ac:spMk id="12" creationId="{00000000-0000-0000-0000-000000000000}"/>
          </ac:spMkLst>
        </pc:spChg>
        <pc:spChg chg="mod">
          <ac:chgData name="Tiwari, Shravan" userId="4c27891f-95d4-4976-825b-8d72b130123b" providerId="ADAL" clId="{C4C3FB2E-2344-4798-B8CA-7F0D4895661F}" dt="2024-06-02T03:22:49.675" v="717" actId="20577"/>
          <ac:spMkLst>
            <pc:docMk/>
            <pc:sldMk cId="1449044252" sldId="2147471005"/>
            <ac:spMk id="17" creationId="{8ED0368B-7EDB-8519-5F3F-345A9D60A877}"/>
          </ac:spMkLst>
        </pc:spChg>
        <pc:spChg chg="mod">
          <ac:chgData name="Tiwari, Shravan" userId="4c27891f-95d4-4976-825b-8d72b130123b" providerId="ADAL" clId="{C4C3FB2E-2344-4798-B8CA-7F0D4895661F}" dt="2024-06-02T06:32:32.906" v="3376" actId="1035"/>
          <ac:spMkLst>
            <pc:docMk/>
            <pc:sldMk cId="1449044252" sldId="2147471005"/>
            <ac:spMk id="20" creationId="{BD7C6EEF-90B0-7C09-296B-4DB4CBB1634B}"/>
          </ac:spMkLst>
        </pc:spChg>
        <pc:spChg chg="mod">
          <ac:chgData name="Tiwari, Shravan" userId="4c27891f-95d4-4976-825b-8d72b130123b" providerId="ADAL" clId="{C4C3FB2E-2344-4798-B8CA-7F0D4895661F}" dt="2024-06-02T03:20:19.350" v="689" actId="122"/>
          <ac:spMkLst>
            <pc:docMk/>
            <pc:sldMk cId="1449044252" sldId="2147471005"/>
            <ac:spMk id="23" creationId="{2A1E4400-8FB0-3B82-6A59-7A39252AE444}"/>
          </ac:spMkLst>
        </pc:spChg>
        <pc:spChg chg="mod">
          <ac:chgData name="Tiwari, Shravan" userId="4c27891f-95d4-4976-825b-8d72b130123b" providerId="ADAL" clId="{C4C3FB2E-2344-4798-B8CA-7F0D4895661F}" dt="2024-06-02T03:21:56.923" v="711" actId="20577"/>
          <ac:spMkLst>
            <pc:docMk/>
            <pc:sldMk cId="1449044252" sldId="2147471005"/>
            <ac:spMk id="25" creationId="{00000000-0000-0000-0000-000000000000}"/>
          </ac:spMkLst>
        </pc:spChg>
        <pc:spChg chg="mod">
          <ac:chgData name="Tiwari, Shravan" userId="4c27891f-95d4-4976-825b-8d72b130123b" providerId="ADAL" clId="{C4C3FB2E-2344-4798-B8CA-7F0D4895661F}" dt="2024-06-02T03:20:43.884" v="698" actId="20577"/>
          <ac:spMkLst>
            <pc:docMk/>
            <pc:sldMk cId="1449044252" sldId="2147471005"/>
            <ac:spMk id="40" creationId="{94C8F757-9972-5B1C-EA9D-9EA292BD0789}"/>
          </ac:spMkLst>
        </pc:spChg>
        <pc:spChg chg="mod">
          <ac:chgData name="Tiwari, Shravan" userId="4c27891f-95d4-4976-825b-8d72b130123b" providerId="ADAL" clId="{C4C3FB2E-2344-4798-B8CA-7F0D4895661F}" dt="2024-06-02T04:37:58.824" v="3280" actId="2711"/>
          <ac:spMkLst>
            <pc:docMk/>
            <pc:sldMk cId="1449044252" sldId="2147471005"/>
            <ac:spMk id="92" creationId="{97DEF71B-A3BE-046A-C3F1-D34285DBE725}"/>
          </ac:spMkLst>
        </pc:spChg>
        <pc:picChg chg="del">
          <ac:chgData name="Tiwari, Shravan" userId="4c27891f-95d4-4976-825b-8d72b130123b" providerId="ADAL" clId="{C4C3FB2E-2344-4798-B8CA-7F0D4895661F}" dt="2024-06-02T06:25:07.869" v="3288" actId="478"/>
          <ac:picMkLst>
            <pc:docMk/>
            <pc:sldMk cId="1449044252" sldId="2147471005"/>
            <ac:picMk id="6" creationId="{8E8E0B77-2953-06EE-C2CD-5294E8EE691E}"/>
          </ac:picMkLst>
        </pc:picChg>
        <pc:picChg chg="add mod">
          <ac:chgData name="Tiwari, Shravan" userId="4c27891f-95d4-4976-825b-8d72b130123b" providerId="ADAL" clId="{C4C3FB2E-2344-4798-B8CA-7F0D4895661F}" dt="2024-06-02T06:25:08.633" v="3289"/>
          <ac:picMkLst>
            <pc:docMk/>
            <pc:sldMk cId="1449044252" sldId="2147471005"/>
            <ac:picMk id="7" creationId="{4CB225E2-E1A0-2783-B4B9-C9D953026C3C}"/>
          </ac:picMkLst>
        </pc:picChg>
        <pc:cxnChg chg="mod">
          <ac:chgData name="Tiwari, Shravan" userId="4c27891f-95d4-4976-825b-8d72b130123b" providerId="ADAL" clId="{C4C3FB2E-2344-4798-B8CA-7F0D4895661F}" dt="2024-06-02T06:32:32.906" v="3376" actId="1035"/>
          <ac:cxnSpMkLst>
            <pc:docMk/>
            <pc:sldMk cId="1449044252" sldId="2147471005"/>
            <ac:cxnSpMk id="22" creationId="{A5EE7F11-8F47-3093-2B22-2DC49281B187}"/>
          </ac:cxnSpMkLst>
        </pc:cxnChg>
        <pc:cxnChg chg="mod">
          <ac:chgData name="Tiwari, Shravan" userId="4c27891f-95d4-4976-825b-8d72b130123b" providerId="ADAL" clId="{C4C3FB2E-2344-4798-B8CA-7F0D4895661F}" dt="2024-06-02T00:56:15.262" v="0" actId="17032"/>
          <ac:cxnSpMkLst>
            <pc:docMk/>
            <pc:sldMk cId="1449044252" sldId="2147471005"/>
            <ac:cxnSpMk id="69" creationId="{B7AAE1B4-B5A0-B880-D090-ED4738A55E82}"/>
          </ac:cxnSpMkLst>
        </pc:cxnChg>
        <pc:cxnChg chg="mod">
          <ac:chgData name="Tiwari, Shravan" userId="4c27891f-95d4-4976-825b-8d72b130123b" providerId="ADAL" clId="{C4C3FB2E-2344-4798-B8CA-7F0D4895661F}" dt="2024-06-02T06:32:32.906" v="3376" actId="1035"/>
          <ac:cxnSpMkLst>
            <pc:docMk/>
            <pc:sldMk cId="1449044252" sldId="2147471005"/>
            <ac:cxnSpMk id="94" creationId="{5AF590F2-D1CF-2379-D799-7CD505D0586A}"/>
          </ac:cxnSpMkLst>
        </pc:cxnChg>
      </pc:sldChg>
      <pc:sldChg chg="addSp delSp modSp mod modClrScheme chgLayout">
        <pc:chgData name="Tiwari, Shravan" userId="4c27891f-95d4-4976-825b-8d72b130123b" providerId="ADAL" clId="{C4C3FB2E-2344-4798-B8CA-7F0D4895661F}" dt="2024-06-02T07:58:23.938" v="3958" actId="700"/>
        <pc:sldMkLst>
          <pc:docMk/>
          <pc:sldMk cId="0" sldId="2147471006"/>
        </pc:sldMkLst>
        <pc:spChg chg="mod ord">
          <ac:chgData name="Tiwari, Shravan" userId="4c27891f-95d4-4976-825b-8d72b130123b" providerId="ADAL" clId="{C4C3FB2E-2344-4798-B8CA-7F0D4895661F}" dt="2024-06-02T07:58:23.938" v="3958" actId="700"/>
          <ac:spMkLst>
            <pc:docMk/>
            <pc:sldMk cId="0" sldId="2147471006"/>
            <ac:spMk id="2" creationId="{00000000-0000-0000-0000-000000000000}"/>
          </ac:spMkLst>
        </pc:spChg>
        <pc:spChg chg="mod ord">
          <ac:chgData name="Tiwari, Shravan" userId="4c27891f-95d4-4976-825b-8d72b130123b" providerId="ADAL" clId="{C4C3FB2E-2344-4798-B8CA-7F0D4895661F}" dt="2024-06-02T07:58:23.938" v="3958" actId="700"/>
          <ac:spMkLst>
            <pc:docMk/>
            <pc:sldMk cId="0" sldId="2147471006"/>
            <ac:spMk id="4" creationId="{C11D7FA6-568C-B22D-2E1E-AF13C6157834}"/>
          </ac:spMkLst>
        </pc:spChg>
        <pc:spChg chg="add del mod">
          <ac:chgData name="Tiwari, Shravan" userId="4c27891f-95d4-4976-825b-8d72b130123b" providerId="ADAL" clId="{C4C3FB2E-2344-4798-B8CA-7F0D4895661F}" dt="2024-06-02T07:56:52.969" v="3956" actId="6264"/>
          <ac:spMkLst>
            <pc:docMk/>
            <pc:sldMk cId="0" sldId="2147471006"/>
            <ac:spMk id="5" creationId="{BEC6874B-76F1-5321-2B53-4B504D264A39}"/>
          </ac:spMkLst>
        </pc:spChg>
        <pc:spChg chg="add del mod">
          <ac:chgData name="Tiwari, Shravan" userId="4c27891f-95d4-4976-825b-8d72b130123b" providerId="ADAL" clId="{C4C3FB2E-2344-4798-B8CA-7F0D4895661F}" dt="2024-06-02T07:56:52.969" v="3956" actId="6264"/>
          <ac:spMkLst>
            <pc:docMk/>
            <pc:sldMk cId="0" sldId="2147471006"/>
            <ac:spMk id="6" creationId="{A219B8CB-10CC-B2D5-B344-5F33D4397665}"/>
          </ac:spMkLst>
        </pc:spChg>
        <pc:spChg chg="mod ord">
          <ac:chgData name="Tiwari, Shravan" userId="4c27891f-95d4-4976-825b-8d72b130123b" providerId="ADAL" clId="{C4C3FB2E-2344-4798-B8CA-7F0D4895661F}" dt="2024-06-02T07:58:23.938" v="3958" actId="700"/>
          <ac:spMkLst>
            <pc:docMk/>
            <pc:sldMk cId="0" sldId="2147471006"/>
            <ac:spMk id="7" creationId="{0D5657DD-4FB3-DE8C-104B-9668C6977EAA}"/>
          </ac:spMkLst>
        </pc:spChg>
        <pc:spChg chg="mod ord">
          <ac:chgData name="Tiwari, Shravan" userId="4c27891f-95d4-4976-825b-8d72b130123b" providerId="ADAL" clId="{C4C3FB2E-2344-4798-B8CA-7F0D4895661F}" dt="2024-06-02T07:58:23.938" v="3958" actId="700"/>
          <ac:spMkLst>
            <pc:docMk/>
            <pc:sldMk cId="0" sldId="2147471006"/>
            <ac:spMk id="8" creationId="{B423D6B5-2A1B-E51A-86D8-0F6A7E932AD8}"/>
          </ac:spMkLst>
        </pc:spChg>
        <pc:spChg chg="mod ord">
          <ac:chgData name="Tiwari, Shravan" userId="4c27891f-95d4-4976-825b-8d72b130123b" providerId="ADAL" clId="{C4C3FB2E-2344-4798-B8CA-7F0D4895661F}" dt="2024-06-02T07:58:23.938" v="3958" actId="700"/>
          <ac:spMkLst>
            <pc:docMk/>
            <pc:sldMk cId="0" sldId="2147471006"/>
            <ac:spMk id="9" creationId="{389A053E-CBF8-B4E7-B9B6-8D228CBD3E56}"/>
          </ac:spMkLst>
        </pc:spChg>
        <pc:spChg chg="add del mod">
          <ac:chgData name="Tiwari, Shravan" userId="4c27891f-95d4-4976-825b-8d72b130123b" providerId="ADAL" clId="{C4C3FB2E-2344-4798-B8CA-7F0D4895661F}" dt="2024-06-02T07:56:52.969" v="3956" actId="6264"/>
          <ac:spMkLst>
            <pc:docMk/>
            <pc:sldMk cId="0" sldId="2147471006"/>
            <ac:spMk id="10" creationId="{C21973CF-F57B-2440-9F19-5387F80AC53F}"/>
          </ac:spMkLst>
        </pc:spChg>
        <pc:spChg chg="add del mod">
          <ac:chgData name="Tiwari, Shravan" userId="4c27891f-95d4-4976-825b-8d72b130123b" providerId="ADAL" clId="{C4C3FB2E-2344-4798-B8CA-7F0D4895661F}" dt="2024-06-02T07:56:52.969" v="3956" actId="6264"/>
          <ac:spMkLst>
            <pc:docMk/>
            <pc:sldMk cId="0" sldId="2147471006"/>
            <ac:spMk id="11" creationId="{CAFFFDEB-E820-BABE-7B03-BF764307E255}"/>
          </ac:spMkLst>
        </pc:spChg>
        <pc:spChg chg="add del mod">
          <ac:chgData name="Tiwari, Shravan" userId="4c27891f-95d4-4976-825b-8d72b130123b" providerId="ADAL" clId="{C4C3FB2E-2344-4798-B8CA-7F0D4895661F}" dt="2024-06-02T07:56:52.969" v="3956" actId="6264"/>
          <ac:spMkLst>
            <pc:docMk/>
            <pc:sldMk cId="0" sldId="2147471006"/>
            <ac:spMk id="12" creationId="{752EF5F5-2B87-9A3F-FA1F-EBC689C1BE08}"/>
          </ac:spMkLst>
        </pc:spChg>
        <pc:spChg chg="add del mod">
          <ac:chgData name="Tiwari, Shravan" userId="4c27891f-95d4-4976-825b-8d72b130123b" providerId="ADAL" clId="{C4C3FB2E-2344-4798-B8CA-7F0D4895661F}" dt="2024-06-02T07:57:04.914" v="3957" actId="6264"/>
          <ac:spMkLst>
            <pc:docMk/>
            <pc:sldMk cId="0" sldId="2147471006"/>
            <ac:spMk id="13" creationId="{128D351D-1B36-DC39-936A-A77B0AA1193B}"/>
          </ac:spMkLst>
        </pc:spChg>
        <pc:spChg chg="add del mod">
          <ac:chgData name="Tiwari, Shravan" userId="4c27891f-95d4-4976-825b-8d72b130123b" providerId="ADAL" clId="{C4C3FB2E-2344-4798-B8CA-7F0D4895661F}" dt="2024-06-02T07:57:04.914" v="3957" actId="6264"/>
          <ac:spMkLst>
            <pc:docMk/>
            <pc:sldMk cId="0" sldId="2147471006"/>
            <ac:spMk id="14" creationId="{8FBC31F7-407F-1CDE-9E13-C21A3333B9C4}"/>
          </ac:spMkLst>
        </pc:spChg>
        <pc:spChg chg="add del mod">
          <ac:chgData name="Tiwari, Shravan" userId="4c27891f-95d4-4976-825b-8d72b130123b" providerId="ADAL" clId="{C4C3FB2E-2344-4798-B8CA-7F0D4895661F}" dt="2024-06-02T07:57:04.914" v="3957" actId="6264"/>
          <ac:spMkLst>
            <pc:docMk/>
            <pc:sldMk cId="0" sldId="2147471006"/>
            <ac:spMk id="15" creationId="{F8141974-1A31-08E4-3981-71C8CBFC9B35}"/>
          </ac:spMkLst>
        </pc:spChg>
        <pc:spChg chg="add del mod">
          <ac:chgData name="Tiwari, Shravan" userId="4c27891f-95d4-4976-825b-8d72b130123b" providerId="ADAL" clId="{C4C3FB2E-2344-4798-B8CA-7F0D4895661F}" dt="2024-06-02T07:57:04.914" v="3957" actId="6264"/>
          <ac:spMkLst>
            <pc:docMk/>
            <pc:sldMk cId="0" sldId="2147471006"/>
            <ac:spMk id="16" creationId="{4C3C2551-7474-CDCD-F69F-82B9FF176847}"/>
          </ac:spMkLst>
        </pc:spChg>
        <pc:spChg chg="add del mod">
          <ac:chgData name="Tiwari, Shravan" userId="4c27891f-95d4-4976-825b-8d72b130123b" providerId="ADAL" clId="{C4C3FB2E-2344-4798-B8CA-7F0D4895661F}" dt="2024-06-02T07:57:04.914" v="3957" actId="6264"/>
          <ac:spMkLst>
            <pc:docMk/>
            <pc:sldMk cId="0" sldId="2147471006"/>
            <ac:spMk id="17" creationId="{A79A37FB-8F49-89D5-A004-B921ECC145FE}"/>
          </ac:spMkLst>
        </pc:spChg>
      </pc:sldChg>
      <pc:sldChg chg="addSp delSp modSp mod">
        <pc:chgData name="Tiwari, Shravan" userId="4c27891f-95d4-4976-825b-8d72b130123b" providerId="ADAL" clId="{C4C3FB2E-2344-4798-B8CA-7F0D4895661F}" dt="2024-06-02T08:53:35.182" v="4563" actId="1038"/>
        <pc:sldMkLst>
          <pc:docMk/>
          <pc:sldMk cId="901804564" sldId="2147476458"/>
        </pc:sldMkLst>
        <pc:spChg chg="del">
          <ac:chgData name="Tiwari, Shravan" userId="4c27891f-95d4-4976-825b-8d72b130123b" providerId="ADAL" clId="{C4C3FB2E-2344-4798-B8CA-7F0D4895661F}" dt="2024-06-02T08:52:30.992" v="4549" actId="478"/>
          <ac:spMkLst>
            <pc:docMk/>
            <pc:sldMk cId="901804564" sldId="2147476458"/>
            <ac:spMk id="3" creationId="{EF9F399F-2B83-13A3-072F-B500D9125E8D}"/>
          </ac:spMkLst>
        </pc:spChg>
        <pc:spChg chg="mod">
          <ac:chgData name="Tiwari, Shravan" userId="4c27891f-95d4-4976-825b-8d72b130123b" providerId="ADAL" clId="{C4C3FB2E-2344-4798-B8CA-7F0D4895661F}" dt="2024-06-02T04:37:42.955" v="3279" actId="2711"/>
          <ac:spMkLst>
            <pc:docMk/>
            <pc:sldMk cId="901804564" sldId="2147476458"/>
            <ac:spMk id="6" creationId="{4C495F55-3121-CA75-7FBF-69459D91F06E}"/>
          </ac:spMkLst>
        </pc:spChg>
        <pc:spChg chg="mod">
          <ac:chgData name="Tiwari, Shravan" userId="4c27891f-95d4-4976-825b-8d72b130123b" providerId="ADAL" clId="{C4C3FB2E-2344-4798-B8CA-7F0D4895661F}" dt="2024-06-02T04:37:42.955" v="3279" actId="2711"/>
          <ac:spMkLst>
            <pc:docMk/>
            <pc:sldMk cId="901804564" sldId="2147476458"/>
            <ac:spMk id="7" creationId="{C2972673-F390-9F53-F292-C1CFDABC8E4E}"/>
          </ac:spMkLst>
        </pc:spChg>
        <pc:spChg chg="del mod">
          <ac:chgData name="Tiwari, Shravan" userId="4c27891f-95d4-4976-825b-8d72b130123b" providerId="ADAL" clId="{C4C3FB2E-2344-4798-B8CA-7F0D4895661F}" dt="2024-06-02T08:52:27.213" v="4548" actId="478"/>
          <ac:spMkLst>
            <pc:docMk/>
            <pc:sldMk cId="901804564" sldId="2147476458"/>
            <ac:spMk id="9" creationId="{0E33EECD-9BEB-7420-AF2B-00B0DF2A9A4C}"/>
          </ac:spMkLst>
        </pc:spChg>
        <pc:spChg chg="mod">
          <ac:chgData name="Tiwari, Shravan" userId="4c27891f-95d4-4976-825b-8d72b130123b" providerId="ADAL" clId="{C4C3FB2E-2344-4798-B8CA-7F0D4895661F}" dt="2024-06-02T04:37:42.955" v="3279" actId="2711"/>
          <ac:spMkLst>
            <pc:docMk/>
            <pc:sldMk cId="901804564" sldId="2147476458"/>
            <ac:spMk id="11" creationId="{90BB5715-C2AC-D7D9-398F-BAAC6B458E2D}"/>
          </ac:spMkLst>
        </pc:spChg>
        <pc:spChg chg="mod">
          <ac:chgData name="Tiwari, Shravan" userId="4c27891f-95d4-4976-825b-8d72b130123b" providerId="ADAL" clId="{C4C3FB2E-2344-4798-B8CA-7F0D4895661F}" dt="2024-06-02T04:37:42.955" v="3279" actId="2711"/>
          <ac:spMkLst>
            <pc:docMk/>
            <pc:sldMk cId="901804564" sldId="2147476458"/>
            <ac:spMk id="12" creationId="{CDDD19D8-9E41-0F7D-9350-DC57C340B9E3}"/>
          </ac:spMkLst>
        </pc:spChg>
        <pc:spChg chg="mod">
          <ac:chgData name="Tiwari, Shravan" userId="4c27891f-95d4-4976-825b-8d72b130123b" providerId="ADAL" clId="{C4C3FB2E-2344-4798-B8CA-7F0D4895661F}" dt="2024-06-02T04:37:42.955" v="3279" actId="2711"/>
          <ac:spMkLst>
            <pc:docMk/>
            <pc:sldMk cId="901804564" sldId="2147476458"/>
            <ac:spMk id="16" creationId="{568CD6E4-D14D-DF54-098D-83B9B442B4B0}"/>
          </ac:spMkLst>
        </pc:spChg>
        <pc:spChg chg="mod">
          <ac:chgData name="Tiwari, Shravan" userId="4c27891f-95d4-4976-825b-8d72b130123b" providerId="ADAL" clId="{C4C3FB2E-2344-4798-B8CA-7F0D4895661F}" dt="2024-06-02T04:37:42.955" v="3279" actId="2711"/>
          <ac:spMkLst>
            <pc:docMk/>
            <pc:sldMk cId="901804564" sldId="2147476458"/>
            <ac:spMk id="17" creationId="{69938D3E-A8FB-E6C1-B2C1-25DBCC2DBC27}"/>
          </ac:spMkLst>
        </pc:spChg>
        <pc:spChg chg="add mod">
          <ac:chgData name="Tiwari, Shravan" userId="4c27891f-95d4-4976-825b-8d72b130123b" providerId="ADAL" clId="{C4C3FB2E-2344-4798-B8CA-7F0D4895661F}" dt="2024-06-02T08:53:04.959" v="4553" actId="255"/>
          <ac:spMkLst>
            <pc:docMk/>
            <pc:sldMk cId="901804564" sldId="2147476458"/>
            <ac:spMk id="23" creationId="{EABD6D5D-7FF6-9383-497B-65AC7C4C4184}"/>
          </ac:spMkLst>
        </pc:spChg>
        <pc:spChg chg="add mod">
          <ac:chgData name="Tiwari, Shravan" userId="4c27891f-95d4-4976-825b-8d72b130123b" providerId="ADAL" clId="{C4C3FB2E-2344-4798-B8CA-7F0D4895661F}" dt="2024-06-02T08:53:35.182" v="4563" actId="1038"/>
          <ac:spMkLst>
            <pc:docMk/>
            <pc:sldMk cId="901804564" sldId="2147476458"/>
            <ac:spMk id="24" creationId="{34598699-693A-AB1C-DF3D-C6CB06B3DDAE}"/>
          </ac:spMkLst>
        </pc:spChg>
        <pc:spChg chg="mod">
          <ac:chgData name="Tiwari, Shravan" userId="4c27891f-95d4-4976-825b-8d72b130123b" providerId="ADAL" clId="{C4C3FB2E-2344-4798-B8CA-7F0D4895661F}" dt="2024-06-02T04:37:42.955" v="3279" actId="2711"/>
          <ac:spMkLst>
            <pc:docMk/>
            <pc:sldMk cId="901804564" sldId="2147476458"/>
            <ac:spMk id="39" creationId="{A87688ED-9398-A5CC-904E-857F929B4AA8}"/>
          </ac:spMkLst>
        </pc:spChg>
        <pc:spChg chg="mod">
          <ac:chgData name="Tiwari, Shravan" userId="4c27891f-95d4-4976-825b-8d72b130123b" providerId="ADAL" clId="{C4C3FB2E-2344-4798-B8CA-7F0D4895661F}" dt="2024-06-02T04:37:42.955" v="3279" actId="2711"/>
          <ac:spMkLst>
            <pc:docMk/>
            <pc:sldMk cId="901804564" sldId="2147476458"/>
            <ac:spMk id="40" creationId="{8A7AD714-6915-05E0-06A4-C4F50F87D8F5}"/>
          </ac:spMkLst>
        </pc:spChg>
        <pc:spChg chg="mod">
          <ac:chgData name="Tiwari, Shravan" userId="4c27891f-95d4-4976-825b-8d72b130123b" providerId="ADAL" clId="{C4C3FB2E-2344-4798-B8CA-7F0D4895661F}" dt="2024-06-02T04:37:42.955" v="3279" actId="2711"/>
          <ac:spMkLst>
            <pc:docMk/>
            <pc:sldMk cId="901804564" sldId="2147476458"/>
            <ac:spMk id="42" creationId="{F7F1416B-72D6-751D-7605-BD52A2F90600}"/>
          </ac:spMkLst>
        </pc:spChg>
        <pc:spChg chg="mod">
          <ac:chgData name="Tiwari, Shravan" userId="4c27891f-95d4-4976-825b-8d72b130123b" providerId="ADAL" clId="{C4C3FB2E-2344-4798-B8CA-7F0D4895661F}" dt="2024-06-02T04:37:42.955" v="3279" actId="2711"/>
          <ac:spMkLst>
            <pc:docMk/>
            <pc:sldMk cId="901804564" sldId="2147476458"/>
            <ac:spMk id="43" creationId="{F5EDE375-DCD0-E7A8-4C50-AD2C3B54F7E9}"/>
          </ac:spMkLst>
        </pc:spChg>
        <pc:spChg chg="mod">
          <ac:chgData name="Tiwari, Shravan" userId="4c27891f-95d4-4976-825b-8d72b130123b" providerId="ADAL" clId="{C4C3FB2E-2344-4798-B8CA-7F0D4895661F}" dt="2024-06-02T04:37:42.955" v="3279" actId="2711"/>
          <ac:spMkLst>
            <pc:docMk/>
            <pc:sldMk cId="901804564" sldId="2147476458"/>
            <ac:spMk id="45" creationId="{B4EA8985-B8F1-31B3-F13F-210039214F6B}"/>
          </ac:spMkLst>
        </pc:spChg>
        <pc:spChg chg="mod">
          <ac:chgData name="Tiwari, Shravan" userId="4c27891f-95d4-4976-825b-8d72b130123b" providerId="ADAL" clId="{C4C3FB2E-2344-4798-B8CA-7F0D4895661F}" dt="2024-06-02T04:37:42.955" v="3279" actId="2711"/>
          <ac:spMkLst>
            <pc:docMk/>
            <pc:sldMk cId="901804564" sldId="2147476458"/>
            <ac:spMk id="46" creationId="{B3816671-1D19-0490-199A-F86A8E5151A2}"/>
          </ac:spMkLst>
        </pc:spChg>
        <pc:spChg chg="mod">
          <ac:chgData name="Tiwari, Shravan" userId="4c27891f-95d4-4976-825b-8d72b130123b" providerId="ADAL" clId="{C4C3FB2E-2344-4798-B8CA-7F0D4895661F}" dt="2024-06-02T04:37:42.955" v="3279" actId="2711"/>
          <ac:spMkLst>
            <pc:docMk/>
            <pc:sldMk cId="901804564" sldId="2147476458"/>
            <ac:spMk id="48" creationId="{3BD08506-4945-194C-3E27-286323A2BEBD}"/>
          </ac:spMkLst>
        </pc:spChg>
        <pc:spChg chg="mod">
          <ac:chgData name="Tiwari, Shravan" userId="4c27891f-95d4-4976-825b-8d72b130123b" providerId="ADAL" clId="{C4C3FB2E-2344-4798-B8CA-7F0D4895661F}" dt="2024-06-02T04:37:42.955" v="3279" actId="2711"/>
          <ac:spMkLst>
            <pc:docMk/>
            <pc:sldMk cId="901804564" sldId="2147476458"/>
            <ac:spMk id="49" creationId="{95200E96-A832-3698-820C-449F5CD312C3}"/>
          </ac:spMkLst>
        </pc:spChg>
        <pc:spChg chg="mod">
          <ac:chgData name="Tiwari, Shravan" userId="4c27891f-95d4-4976-825b-8d72b130123b" providerId="ADAL" clId="{C4C3FB2E-2344-4798-B8CA-7F0D4895661F}" dt="2024-06-02T04:37:42.955" v="3279" actId="2711"/>
          <ac:spMkLst>
            <pc:docMk/>
            <pc:sldMk cId="901804564" sldId="2147476458"/>
            <ac:spMk id="51" creationId="{F963DE66-A729-927D-DFE6-7E3A3536F052}"/>
          </ac:spMkLst>
        </pc:spChg>
        <pc:spChg chg="mod">
          <ac:chgData name="Tiwari, Shravan" userId="4c27891f-95d4-4976-825b-8d72b130123b" providerId="ADAL" clId="{C4C3FB2E-2344-4798-B8CA-7F0D4895661F}" dt="2024-06-02T04:37:42.955" v="3279" actId="2711"/>
          <ac:spMkLst>
            <pc:docMk/>
            <pc:sldMk cId="901804564" sldId="2147476458"/>
            <ac:spMk id="57" creationId="{36ED1E46-F0FA-5B7C-8C43-826919BE3515}"/>
          </ac:spMkLst>
        </pc:spChg>
        <pc:spChg chg="mod">
          <ac:chgData name="Tiwari, Shravan" userId="4c27891f-95d4-4976-825b-8d72b130123b" providerId="ADAL" clId="{C4C3FB2E-2344-4798-B8CA-7F0D4895661F}" dt="2024-06-02T04:37:42.955" v="3279" actId="2711"/>
          <ac:spMkLst>
            <pc:docMk/>
            <pc:sldMk cId="901804564" sldId="2147476458"/>
            <ac:spMk id="61" creationId="{F23E98F6-4EE3-31AE-C2F9-D0EBA35D6E45}"/>
          </ac:spMkLst>
        </pc:spChg>
        <pc:spChg chg="mod">
          <ac:chgData name="Tiwari, Shravan" userId="4c27891f-95d4-4976-825b-8d72b130123b" providerId="ADAL" clId="{C4C3FB2E-2344-4798-B8CA-7F0D4895661F}" dt="2024-06-02T04:37:42.955" v="3279" actId="2711"/>
          <ac:spMkLst>
            <pc:docMk/>
            <pc:sldMk cId="901804564" sldId="2147476458"/>
            <ac:spMk id="63" creationId="{8DDD4124-EDA2-AF1C-B8F5-CCDF016E8F05}"/>
          </ac:spMkLst>
        </pc:spChg>
        <pc:spChg chg="mod">
          <ac:chgData name="Tiwari, Shravan" userId="4c27891f-95d4-4976-825b-8d72b130123b" providerId="ADAL" clId="{C4C3FB2E-2344-4798-B8CA-7F0D4895661F}" dt="2024-06-02T04:37:42.955" v="3279" actId="2711"/>
          <ac:spMkLst>
            <pc:docMk/>
            <pc:sldMk cId="901804564" sldId="2147476458"/>
            <ac:spMk id="66" creationId="{7D35DA96-5DBA-DAD5-BE2A-8273F4C99CF7}"/>
          </ac:spMkLst>
        </pc:spChg>
        <pc:spChg chg="mod">
          <ac:chgData name="Tiwari, Shravan" userId="4c27891f-95d4-4976-825b-8d72b130123b" providerId="ADAL" clId="{C4C3FB2E-2344-4798-B8CA-7F0D4895661F}" dt="2024-06-02T04:37:42.955" v="3279" actId="2711"/>
          <ac:spMkLst>
            <pc:docMk/>
            <pc:sldMk cId="901804564" sldId="2147476458"/>
            <ac:spMk id="67" creationId="{3062B7E7-C7F9-A574-1092-3718DD2D4346}"/>
          </ac:spMkLst>
        </pc:spChg>
        <pc:picChg chg="del">
          <ac:chgData name="Tiwari, Shravan" userId="4c27891f-95d4-4976-825b-8d72b130123b" providerId="ADAL" clId="{C4C3FB2E-2344-4798-B8CA-7F0D4895661F}" dt="2024-06-02T06:25:00.336" v="3286" actId="478"/>
          <ac:picMkLst>
            <pc:docMk/>
            <pc:sldMk cId="901804564" sldId="2147476458"/>
            <ac:picMk id="5" creationId="{5AAFF83E-12B7-7BF3-FE09-7FDE59870F4F}"/>
          </ac:picMkLst>
        </pc:picChg>
        <pc:picChg chg="add mod">
          <ac:chgData name="Tiwari, Shravan" userId="4c27891f-95d4-4976-825b-8d72b130123b" providerId="ADAL" clId="{C4C3FB2E-2344-4798-B8CA-7F0D4895661F}" dt="2024-06-02T06:25:01.303" v="3287"/>
          <ac:picMkLst>
            <pc:docMk/>
            <pc:sldMk cId="901804564" sldId="2147476458"/>
            <ac:picMk id="8" creationId="{E5A848CE-CC54-3B16-7FEE-DE33DE8FCD39}"/>
          </ac:picMkLst>
        </pc:picChg>
      </pc:sldChg>
      <pc:sldChg chg="addSp modSp add mod modNotesTx">
        <pc:chgData name="Tiwari, Shravan" userId="4c27891f-95d4-4976-825b-8d72b130123b" providerId="ADAL" clId="{C4C3FB2E-2344-4798-B8CA-7F0D4895661F}" dt="2024-06-02T06:33:54.914" v="3378" actId="20577"/>
        <pc:sldMkLst>
          <pc:docMk/>
          <pc:sldMk cId="1040155934" sldId="2147476459"/>
        </pc:sldMkLst>
        <pc:spChg chg="mod">
          <ac:chgData name="Tiwari, Shravan" userId="4c27891f-95d4-4976-825b-8d72b130123b" providerId="ADAL" clId="{C4C3FB2E-2344-4798-B8CA-7F0D4895661F}" dt="2024-06-02T03:17:03.634" v="672" actId="1582"/>
          <ac:spMkLst>
            <pc:docMk/>
            <pc:sldMk cId="1040155934" sldId="2147476459"/>
            <ac:spMk id="6" creationId="{7759BB0C-F6E8-DB45-4A3D-FFD459537B0E}"/>
          </ac:spMkLst>
        </pc:spChg>
        <pc:spChg chg="mod">
          <ac:chgData name="Tiwari, Shravan" userId="4c27891f-95d4-4976-825b-8d72b130123b" providerId="ADAL" clId="{C4C3FB2E-2344-4798-B8CA-7F0D4895661F}" dt="2024-06-02T03:17:11.084" v="673" actId="1582"/>
          <ac:spMkLst>
            <pc:docMk/>
            <pc:sldMk cId="1040155934" sldId="2147476459"/>
            <ac:spMk id="7" creationId="{D58EE1D1-8AD8-A80D-22BB-ED6964686E1A}"/>
          </ac:spMkLst>
        </pc:spChg>
        <pc:spChg chg="mod">
          <ac:chgData name="Tiwari, Shravan" userId="4c27891f-95d4-4976-825b-8d72b130123b" providerId="ADAL" clId="{C4C3FB2E-2344-4798-B8CA-7F0D4895661F}" dt="2024-06-02T03:16:39.613" v="669" actId="1582"/>
          <ac:spMkLst>
            <pc:docMk/>
            <pc:sldMk cId="1040155934" sldId="2147476459"/>
            <ac:spMk id="8" creationId="{EC75587C-C905-7333-6297-C728680E3797}"/>
          </ac:spMkLst>
        </pc:spChg>
        <pc:spChg chg="mod">
          <ac:chgData name="Tiwari, Shravan" userId="4c27891f-95d4-4976-825b-8d72b130123b" providerId="ADAL" clId="{C4C3FB2E-2344-4798-B8CA-7F0D4895661F}" dt="2024-06-02T03:16:50.579" v="670" actId="1582"/>
          <ac:spMkLst>
            <pc:docMk/>
            <pc:sldMk cId="1040155934" sldId="2147476459"/>
            <ac:spMk id="9" creationId="{D779F1FD-8242-4BF9-A956-8A35D31D25BC}"/>
          </ac:spMkLst>
        </pc:spChg>
        <pc:spChg chg="mod">
          <ac:chgData name="Tiwari, Shravan" userId="4c27891f-95d4-4976-825b-8d72b130123b" providerId="ADAL" clId="{C4C3FB2E-2344-4798-B8CA-7F0D4895661F}" dt="2024-06-02T03:16:57.475" v="671" actId="1582"/>
          <ac:spMkLst>
            <pc:docMk/>
            <pc:sldMk cId="1040155934" sldId="2147476459"/>
            <ac:spMk id="11" creationId="{D5C0F1F7-E7A6-5FBC-747C-292F4E26EAA6}"/>
          </ac:spMkLst>
        </pc:spChg>
        <pc:picChg chg="add mod">
          <ac:chgData name="Tiwari, Shravan" userId="4c27891f-95d4-4976-825b-8d72b130123b" providerId="ADAL" clId="{C4C3FB2E-2344-4798-B8CA-7F0D4895661F}" dt="2024-06-02T06:25:21.004" v="3292"/>
          <ac:picMkLst>
            <pc:docMk/>
            <pc:sldMk cId="1040155934" sldId="2147476459"/>
            <ac:picMk id="4" creationId="{F9DAE17E-0555-CBE0-8A09-59424EB8C0D4}"/>
          </ac:picMkLst>
        </pc:picChg>
      </pc:sldChg>
      <pc:sldChg chg="modSp add del mod ord modShow">
        <pc:chgData name="Tiwari, Shravan" userId="4c27891f-95d4-4976-825b-8d72b130123b" providerId="ADAL" clId="{C4C3FB2E-2344-4798-B8CA-7F0D4895661F}" dt="2024-06-02T08:37:50.425" v="4420" actId="47"/>
        <pc:sldMkLst>
          <pc:docMk/>
          <pc:sldMk cId="440179578" sldId="2147476460"/>
        </pc:sldMkLst>
        <pc:spChg chg="mod">
          <ac:chgData name="Tiwari, Shravan" userId="4c27891f-95d4-4976-825b-8d72b130123b" providerId="ADAL" clId="{C4C3FB2E-2344-4798-B8CA-7F0D4895661F}" dt="2024-06-02T04:10:13.465" v="2246" actId="27636"/>
          <ac:spMkLst>
            <pc:docMk/>
            <pc:sldMk cId="440179578" sldId="2147476460"/>
            <ac:spMk id="3" creationId="{65FB86BF-F6A5-3995-F221-8FB07F760E87}"/>
          </ac:spMkLst>
        </pc:spChg>
      </pc:sldChg>
      <pc:sldChg chg="modSp add mod">
        <pc:chgData name="Tiwari, Shravan" userId="4c27891f-95d4-4976-825b-8d72b130123b" providerId="ADAL" clId="{C4C3FB2E-2344-4798-B8CA-7F0D4895661F}" dt="2024-06-02T08:20:27.350" v="4342" actId="313"/>
        <pc:sldMkLst>
          <pc:docMk/>
          <pc:sldMk cId="3606592644" sldId="2147476461"/>
        </pc:sldMkLst>
        <pc:spChg chg="mod">
          <ac:chgData name="Tiwari, Shravan" userId="4c27891f-95d4-4976-825b-8d72b130123b" providerId="ADAL" clId="{C4C3FB2E-2344-4798-B8CA-7F0D4895661F}" dt="2024-06-02T08:20:27.350" v="4342" actId="313"/>
          <ac:spMkLst>
            <pc:docMk/>
            <pc:sldMk cId="3606592644" sldId="2147476461"/>
            <ac:spMk id="3" creationId="{C95C2F37-9656-EF70-1268-9FBDC5194299}"/>
          </ac:spMkLst>
        </pc:spChg>
      </pc:sldChg>
      <pc:sldChg chg="addSp delSp modSp add mod">
        <pc:chgData name="Tiwari, Shravan" userId="4c27891f-95d4-4976-825b-8d72b130123b" providerId="ADAL" clId="{C4C3FB2E-2344-4798-B8CA-7F0D4895661F}" dt="2024-06-02T08:37:26.729" v="4419" actId="1076"/>
        <pc:sldMkLst>
          <pc:docMk/>
          <pc:sldMk cId="837342241" sldId="2147476462"/>
        </pc:sldMkLst>
        <pc:spChg chg="add del">
          <ac:chgData name="Tiwari, Shravan" userId="4c27891f-95d4-4976-825b-8d72b130123b" providerId="ADAL" clId="{C4C3FB2E-2344-4798-B8CA-7F0D4895661F}" dt="2024-06-02T08:36:24.272" v="4399" actId="478"/>
          <ac:spMkLst>
            <pc:docMk/>
            <pc:sldMk cId="837342241" sldId="2147476462"/>
            <ac:spMk id="5" creationId="{AF378696-8C61-42F5-98E1-83C006AA8E24}"/>
          </ac:spMkLst>
        </pc:spChg>
        <pc:spChg chg="mod">
          <ac:chgData name="Tiwari, Shravan" userId="4c27891f-95d4-4976-825b-8d72b130123b" providerId="ADAL" clId="{C4C3FB2E-2344-4798-B8CA-7F0D4895661F}" dt="2024-06-02T08:36:59.208" v="4416" actId="20577"/>
          <ac:spMkLst>
            <pc:docMk/>
            <pc:sldMk cId="837342241" sldId="2147476462"/>
            <ac:spMk id="9" creationId="{F7B3E773-8EA4-40AA-A4C9-3736D12A1FF6}"/>
          </ac:spMkLst>
        </pc:spChg>
        <pc:spChg chg="add del mod">
          <ac:chgData name="Tiwari, Shravan" userId="4c27891f-95d4-4976-825b-8d72b130123b" providerId="ADAL" clId="{C4C3FB2E-2344-4798-B8CA-7F0D4895661F}" dt="2024-06-02T08:36:13.315" v="4397" actId="478"/>
          <ac:spMkLst>
            <pc:docMk/>
            <pc:sldMk cId="837342241" sldId="2147476462"/>
            <ac:spMk id="12" creationId="{FDB4DACB-3152-99D6-56CF-648E3E96BB66}"/>
          </ac:spMkLst>
        </pc:spChg>
        <pc:spChg chg="add mod">
          <ac:chgData name="Tiwari, Shravan" userId="4c27891f-95d4-4976-825b-8d72b130123b" providerId="ADAL" clId="{C4C3FB2E-2344-4798-B8CA-7F0D4895661F}" dt="2024-06-02T08:36:12.281" v="4395"/>
          <ac:spMkLst>
            <pc:docMk/>
            <pc:sldMk cId="837342241" sldId="2147476462"/>
            <ac:spMk id="13" creationId="{7A0DD45B-9136-64A1-E5A4-0CE68A47EF66}"/>
          </ac:spMkLst>
        </pc:spChg>
        <pc:spChg chg="add mod">
          <ac:chgData name="Tiwari, Shravan" userId="4c27891f-95d4-4976-825b-8d72b130123b" providerId="ADAL" clId="{C4C3FB2E-2344-4798-B8CA-7F0D4895661F}" dt="2024-06-02T08:37:26.729" v="4419" actId="1076"/>
          <ac:spMkLst>
            <pc:docMk/>
            <pc:sldMk cId="837342241" sldId="2147476462"/>
            <ac:spMk id="15" creationId="{AA5425E4-56CA-6F6E-84DF-29274672899E}"/>
          </ac:spMkLst>
        </pc:spChg>
      </pc:sldChg>
      <pc:sldMasterChg chg="modSldLayout">
        <pc:chgData name="Tiwari, Shravan" userId="4c27891f-95d4-4976-825b-8d72b130123b" providerId="ADAL" clId="{C4C3FB2E-2344-4798-B8CA-7F0D4895661F}" dt="2024-06-02T08:07:12.260" v="3963" actId="14100"/>
        <pc:sldMasterMkLst>
          <pc:docMk/>
          <pc:sldMasterMk cId="706202082" sldId="2147484147"/>
        </pc:sldMasterMkLst>
        <pc:sldLayoutChg chg="modSp mod">
          <pc:chgData name="Tiwari, Shravan" userId="4c27891f-95d4-4976-825b-8d72b130123b" providerId="ADAL" clId="{C4C3FB2E-2344-4798-B8CA-7F0D4895661F}" dt="2024-06-02T08:07:12.260" v="3963" actId="14100"/>
          <pc:sldLayoutMkLst>
            <pc:docMk/>
            <pc:sldMasterMk cId="706202082" sldId="2147484147"/>
            <pc:sldLayoutMk cId="1790707995" sldId="2147484149"/>
          </pc:sldLayoutMkLst>
          <pc:spChg chg="mod">
            <ac:chgData name="Tiwari, Shravan" userId="4c27891f-95d4-4976-825b-8d72b130123b" providerId="ADAL" clId="{C4C3FB2E-2344-4798-B8CA-7F0D4895661F}" dt="2024-06-02T08:07:12.260" v="3963" actId="14100"/>
            <ac:spMkLst>
              <pc:docMk/>
              <pc:sldMasterMk cId="706202082" sldId="2147484147"/>
              <pc:sldLayoutMk cId="1790707995" sldId="2147484149"/>
              <ac:spMk id="11" creationId="{88DCC204-3911-D0CC-A41C-24DBA0A30585}"/>
            </ac:spMkLst>
          </pc:spChg>
        </pc:sldLayoutChg>
      </pc:sldMasterChg>
    </pc:docChg>
  </pc:docChgLst>
  <pc:docChgLst>
    <pc:chgData name="Staples, Jessie (CorpAffairs, Kensington WA)" userId="7d0f0da2-c0b8-4772-aeff-0f6772a21e28" providerId="ADAL" clId="{429228E2-6BB0-4959-BE40-ECA16FD12A47}"/>
    <pc:docChg chg="addSld modSld">
      <pc:chgData name="Staples, Jessie (CorpAffairs, Kensington WA)" userId="7d0f0da2-c0b8-4772-aeff-0f6772a21e28" providerId="ADAL" clId="{429228E2-6BB0-4959-BE40-ECA16FD12A47}" dt="2023-07-19T03:24:06.844" v="4"/>
      <pc:docMkLst>
        <pc:docMk/>
      </pc:docMkLst>
      <pc:sldChg chg="add mod modShow">
        <pc:chgData name="Staples, Jessie (CorpAffairs, Kensington WA)" userId="7d0f0da2-c0b8-4772-aeff-0f6772a21e28" providerId="ADAL" clId="{429228E2-6BB0-4959-BE40-ECA16FD12A47}" dt="2023-07-19T03:23:56.449" v="3" actId="729"/>
        <pc:sldMkLst>
          <pc:docMk/>
          <pc:sldMk cId="546265353" sldId="259"/>
        </pc:sldMkLst>
      </pc:sldChg>
      <pc:sldChg chg="add mod modShow">
        <pc:chgData name="Staples, Jessie (CorpAffairs, Kensington WA)" userId="7d0f0da2-c0b8-4772-aeff-0f6772a21e28" providerId="ADAL" clId="{429228E2-6BB0-4959-BE40-ECA16FD12A47}" dt="2023-07-19T03:23:52.584" v="2" actId="729"/>
        <pc:sldMkLst>
          <pc:docMk/>
          <pc:sldMk cId="826651462" sldId="266"/>
        </pc:sldMkLst>
      </pc:sldChg>
      <pc:sldChg chg="add">
        <pc:chgData name="Staples, Jessie (CorpAffairs, Kensington WA)" userId="7d0f0da2-c0b8-4772-aeff-0f6772a21e28" providerId="ADAL" clId="{429228E2-6BB0-4959-BE40-ECA16FD12A47}" dt="2023-07-19T03:24:06.844" v="4"/>
        <pc:sldMkLst>
          <pc:docMk/>
          <pc:sldMk cId="4251587149" sldId="268"/>
        </pc:sldMkLst>
      </pc:sldChg>
    </pc:docChg>
  </pc:docChgLst>
  <pc:docChgLst>
    <pc:chgData name="Xiao, Mengran" userId="0331391d-0438-4e9d-b2f6-46790c92e186" providerId="ADAL" clId="{15B45384-521B-43EF-B45A-D8ED4A2EAF75}"/>
    <pc:docChg chg="custSel modSld">
      <pc:chgData name="Xiao, Mengran" userId="0331391d-0438-4e9d-b2f6-46790c92e186" providerId="ADAL" clId="{15B45384-521B-43EF-B45A-D8ED4A2EAF75}" dt="2024-06-07T05:48:08.631" v="499" actId="1076"/>
      <pc:docMkLst>
        <pc:docMk/>
      </pc:docMkLst>
      <pc:sldChg chg="addSp delSp modSp mod">
        <pc:chgData name="Xiao, Mengran" userId="0331391d-0438-4e9d-b2f6-46790c92e186" providerId="ADAL" clId="{15B45384-521B-43EF-B45A-D8ED4A2EAF75}" dt="2024-06-07T05:48:08.631" v="499" actId="1076"/>
        <pc:sldMkLst>
          <pc:docMk/>
          <pc:sldMk cId="861375378" sldId="2145709036"/>
        </pc:sldMkLst>
        <pc:spChg chg="add mod">
          <ac:chgData name="Xiao, Mengran" userId="0331391d-0438-4e9d-b2f6-46790c92e186" providerId="ADAL" clId="{15B45384-521B-43EF-B45A-D8ED4A2EAF75}" dt="2024-06-07T05:48:08.631" v="499" actId="1076"/>
          <ac:spMkLst>
            <pc:docMk/>
            <pc:sldMk cId="861375378" sldId="2145709036"/>
            <ac:spMk id="17" creationId="{601E77E4-AA8B-9BD3-42DE-B0AAA041D9E4}"/>
          </ac:spMkLst>
        </pc:spChg>
        <pc:graphicFrameChg chg="mod modGraphic">
          <ac:chgData name="Xiao, Mengran" userId="0331391d-0438-4e9d-b2f6-46790c92e186" providerId="ADAL" clId="{15B45384-521B-43EF-B45A-D8ED4A2EAF75}" dt="2024-06-07T05:14:59.559" v="86" actId="20577"/>
          <ac:graphicFrameMkLst>
            <pc:docMk/>
            <pc:sldMk cId="861375378" sldId="2145709036"/>
            <ac:graphicFrameMk id="3" creationId="{E84263F7-4D40-3A1E-EB9F-4BBE0FA9679F}"/>
          </ac:graphicFrameMkLst>
        </pc:graphicFrameChg>
        <pc:picChg chg="del">
          <ac:chgData name="Xiao, Mengran" userId="0331391d-0438-4e9d-b2f6-46790c92e186" providerId="ADAL" clId="{15B45384-521B-43EF-B45A-D8ED4A2EAF75}" dt="2024-06-07T05:08:22.551" v="2" actId="478"/>
          <ac:picMkLst>
            <pc:docMk/>
            <pc:sldMk cId="861375378" sldId="2145709036"/>
            <ac:picMk id="9" creationId="{F4946ECA-3272-A7AD-2404-4374B5B82CCF}"/>
          </ac:picMkLst>
        </pc:picChg>
        <pc:picChg chg="del">
          <ac:chgData name="Xiao, Mengran" userId="0331391d-0438-4e9d-b2f6-46790c92e186" providerId="ADAL" clId="{15B45384-521B-43EF-B45A-D8ED4A2EAF75}" dt="2024-06-07T05:39:04.096" v="90" actId="478"/>
          <ac:picMkLst>
            <pc:docMk/>
            <pc:sldMk cId="861375378" sldId="2145709036"/>
            <ac:picMk id="10" creationId="{7BF4769E-BB60-1FAE-1F96-32C10B486DA7}"/>
          </ac:picMkLst>
        </pc:picChg>
        <pc:picChg chg="del">
          <ac:chgData name="Xiao, Mengran" userId="0331391d-0438-4e9d-b2f6-46790c92e186" providerId="ADAL" clId="{15B45384-521B-43EF-B45A-D8ED4A2EAF75}" dt="2024-06-07T05:13:17.386" v="3" actId="478"/>
          <ac:picMkLst>
            <pc:docMk/>
            <pc:sldMk cId="861375378" sldId="2145709036"/>
            <ac:picMk id="13" creationId="{7B8AFEC9-02B0-729B-655D-CDAD3732C86B}"/>
          </ac:picMkLst>
        </pc:picChg>
        <pc:picChg chg="mod">
          <ac:chgData name="Xiao, Mengran" userId="0331391d-0438-4e9d-b2f6-46790c92e186" providerId="ADAL" clId="{15B45384-521B-43EF-B45A-D8ED4A2EAF75}" dt="2024-06-07T05:15:16.149" v="89" actId="1076"/>
          <ac:picMkLst>
            <pc:docMk/>
            <pc:sldMk cId="861375378" sldId="2145709036"/>
            <ac:picMk id="14" creationId="{79993E37-A6B8-48BD-D92A-EFC1471CE3FC}"/>
          </ac:picMkLst>
        </pc:picChg>
        <pc:picChg chg="add mod">
          <ac:chgData name="Xiao, Mengran" userId="0331391d-0438-4e9d-b2f6-46790c92e186" providerId="ADAL" clId="{15B45384-521B-43EF-B45A-D8ED4A2EAF75}" dt="2024-06-07T05:06:45.195" v="1" actId="1076"/>
          <ac:picMkLst>
            <pc:docMk/>
            <pc:sldMk cId="861375378" sldId="2145709036"/>
            <ac:picMk id="15" creationId="{69D162EE-24AA-7B15-164D-7ADD5EA593A9}"/>
          </ac:picMkLst>
        </pc:picChg>
        <pc:picChg chg="add mod">
          <ac:chgData name="Xiao, Mengran" userId="0331391d-0438-4e9d-b2f6-46790c92e186" providerId="ADAL" clId="{15B45384-521B-43EF-B45A-D8ED4A2EAF75}" dt="2024-06-07T05:15:09.273" v="88" actId="1076"/>
          <ac:picMkLst>
            <pc:docMk/>
            <pc:sldMk cId="861375378" sldId="2145709036"/>
            <ac:picMk id="16" creationId="{3C079B7B-28C3-8D1C-5C7F-3540123239DC}"/>
          </ac:picMkLst>
        </pc:picChg>
      </pc:sldChg>
    </pc:docChg>
  </pc:docChgLst>
  <pc:docChgLst>
    <pc:chgData name="King, Dianne (IM&amp;T, Clayton)" userId="S::kin293@csiro.au::3fa97433-aef5-418a-a784-4a9bb0b21088" providerId="AD" clId="Web-{3CFD543C-6CC3-4DFF-A255-A45F6A2E422A}"/>
    <pc:docChg chg="modSld">
      <pc:chgData name="King, Dianne (IM&amp;T, Clayton)" userId="S::kin293@csiro.au::3fa97433-aef5-418a-a784-4a9bb0b21088" providerId="AD" clId="Web-{3CFD543C-6CC3-4DFF-A255-A45F6A2E422A}" dt="2023-07-20T04:53:03.733" v="7"/>
      <pc:docMkLst>
        <pc:docMk/>
      </pc:docMkLst>
      <pc:sldChg chg="modSp">
        <pc:chgData name="King, Dianne (IM&amp;T, Clayton)" userId="S::kin293@csiro.au::3fa97433-aef5-418a-a784-4a9bb0b21088" providerId="AD" clId="Web-{3CFD543C-6CC3-4DFF-A255-A45F6A2E422A}" dt="2023-07-20T04:49:54.809" v="1"/>
        <pc:sldMkLst>
          <pc:docMk/>
          <pc:sldMk cId="2489848618" sldId="438"/>
        </pc:sldMkLst>
        <pc:picChg chg="mod">
          <ac:chgData name="King, Dianne (IM&amp;T, Clayton)" userId="S::kin293@csiro.au::3fa97433-aef5-418a-a784-4a9bb0b21088" providerId="AD" clId="Web-{3CFD543C-6CC3-4DFF-A255-A45F6A2E422A}" dt="2023-07-20T04:49:54.809" v="1"/>
          <ac:picMkLst>
            <pc:docMk/>
            <pc:sldMk cId="2489848618" sldId="438"/>
            <ac:picMk id="9" creationId="{8AE217B3-3441-DC52-6727-F15009576894}"/>
          </ac:picMkLst>
        </pc:picChg>
      </pc:sldChg>
      <pc:sldChg chg="modSp">
        <pc:chgData name="King, Dianne (IM&amp;T, Clayton)" userId="S::kin293@csiro.au::3fa97433-aef5-418a-a784-4a9bb0b21088" providerId="AD" clId="Web-{3CFD543C-6CC3-4DFF-A255-A45F6A2E422A}" dt="2023-07-20T04:53:03.733" v="7"/>
        <pc:sldMkLst>
          <pc:docMk/>
          <pc:sldMk cId="613955024" sldId="445"/>
        </pc:sldMkLst>
        <pc:picChg chg="mod">
          <ac:chgData name="King, Dianne (IM&amp;T, Clayton)" userId="S::kin293@csiro.au::3fa97433-aef5-418a-a784-4a9bb0b21088" providerId="AD" clId="Web-{3CFD543C-6CC3-4DFF-A255-A45F6A2E422A}" dt="2023-07-20T04:53:03.733" v="7"/>
          <ac:picMkLst>
            <pc:docMk/>
            <pc:sldMk cId="613955024" sldId="445"/>
            <ac:picMk id="8" creationId="{61BC722C-FCBD-01E6-A75C-4B10ECAF2642}"/>
          </ac:picMkLst>
        </pc:picChg>
      </pc:sldChg>
      <pc:sldChg chg="modSp mod modClrScheme chgLayout">
        <pc:chgData name="King, Dianne (IM&amp;T, Clayton)" userId="S::kin293@csiro.au::3fa97433-aef5-418a-a784-4a9bb0b21088" providerId="AD" clId="Web-{3CFD543C-6CC3-4DFF-A255-A45F6A2E422A}" dt="2023-07-20T04:51:04.356" v="5"/>
        <pc:sldMkLst>
          <pc:docMk/>
          <pc:sldMk cId="148293674" sldId="446"/>
        </pc:sldMkLst>
        <pc:spChg chg="mod">
          <ac:chgData name="King, Dianne (IM&amp;T, Clayton)" userId="S::kin293@csiro.au::3fa97433-aef5-418a-a784-4a9bb0b21088" providerId="AD" clId="Web-{3CFD543C-6CC3-4DFF-A255-A45F6A2E422A}" dt="2023-07-20T04:51:04.356" v="4"/>
          <ac:spMkLst>
            <pc:docMk/>
            <pc:sldMk cId="148293674" sldId="446"/>
            <ac:spMk id="7" creationId="{46041617-CC00-FEB9-C09C-3F417B15AB39}"/>
          </ac:spMkLst>
        </pc:spChg>
        <pc:picChg chg="mod">
          <ac:chgData name="King, Dianne (IM&amp;T, Clayton)" userId="S::kin293@csiro.au::3fa97433-aef5-418a-a784-4a9bb0b21088" providerId="AD" clId="Web-{3CFD543C-6CC3-4DFF-A255-A45F6A2E422A}" dt="2023-07-20T04:51:04.356" v="5"/>
          <ac:picMkLst>
            <pc:docMk/>
            <pc:sldMk cId="148293674" sldId="446"/>
            <ac:picMk id="10" creationId="{6C0E60B6-080F-9EE6-5CBA-310EDBAE2E35}"/>
          </ac:picMkLst>
        </pc:picChg>
      </pc:sldChg>
      <pc:sldChg chg="modSp">
        <pc:chgData name="King, Dianne (IM&amp;T, Clayton)" userId="S::kin293@csiro.au::3fa97433-aef5-418a-a784-4a9bb0b21088" providerId="AD" clId="Web-{3CFD543C-6CC3-4DFF-A255-A45F6A2E422A}" dt="2023-07-20T04:51:42.763" v="6"/>
        <pc:sldMkLst>
          <pc:docMk/>
          <pc:sldMk cId="245211525" sldId="447"/>
        </pc:sldMkLst>
        <pc:picChg chg="mod">
          <ac:chgData name="King, Dianne (IM&amp;T, Clayton)" userId="S::kin293@csiro.au::3fa97433-aef5-418a-a784-4a9bb0b21088" providerId="AD" clId="Web-{3CFD543C-6CC3-4DFF-A255-A45F6A2E422A}" dt="2023-07-20T04:51:42.763" v="6"/>
          <ac:picMkLst>
            <pc:docMk/>
            <pc:sldMk cId="245211525" sldId="447"/>
            <ac:picMk id="10" creationId="{6C0E60B6-080F-9EE6-5CBA-310EDBAE2E35}"/>
          </ac:picMkLst>
        </pc:picChg>
      </pc:sldChg>
    </pc:docChg>
  </pc:docChgLst>
  <pc:docChgLst>
    <pc:chgData name="Liang, Shuang" userId="S::shuang.liang@thermofisher.com::e97fcbab-b476-41d4-9539-6788aa0925a2" providerId="AD" clId="Web-{2EDECCF2-0828-4003-BAB2-F7BA5FF3E7FA}"/>
    <pc:docChg chg="sldOrd">
      <pc:chgData name="Liang, Shuang" userId="S::shuang.liang@thermofisher.com::e97fcbab-b476-41d4-9539-6788aa0925a2" providerId="AD" clId="Web-{2EDECCF2-0828-4003-BAB2-F7BA5FF3E7FA}" dt="2024-06-03T03:37:13.294" v="1"/>
      <pc:docMkLst>
        <pc:docMk/>
      </pc:docMkLst>
      <pc:sldChg chg="ord">
        <pc:chgData name="Liang, Shuang" userId="S::shuang.liang@thermofisher.com::e97fcbab-b476-41d4-9539-6788aa0925a2" providerId="AD" clId="Web-{2EDECCF2-0828-4003-BAB2-F7BA5FF3E7FA}" dt="2024-06-03T03:37:13.294" v="1"/>
        <pc:sldMkLst>
          <pc:docMk/>
          <pc:sldMk cId="1040155934" sldId="2147476459"/>
        </pc:sldMkLst>
      </pc:sldChg>
    </pc:docChg>
  </pc:docChgLst>
  <pc:docChgLst>
    <pc:chgData name="Bohm, Tracy" userId="S::tracy.bohm_thermofisher.com#ext#@csiroau.onmicrosoft.com::b761b071-5505-427a-a40c-1665d3f62e82" providerId="AD" clId="Web-{3E48DDB3-BAB1-0634-39DC-D0494E2D7CEE}"/>
    <pc:docChg chg="modSld">
      <pc:chgData name="Bohm, Tracy" userId="S::tracy.bohm_thermofisher.com#ext#@csiroau.onmicrosoft.com::b761b071-5505-427a-a40c-1665d3f62e82" providerId="AD" clId="Web-{3E48DDB3-BAB1-0634-39DC-D0494E2D7CEE}" dt="2023-07-22T23:32:38.322" v="1" actId="1076"/>
      <pc:docMkLst>
        <pc:docMk/>
      </pc:docMkLst>
      <pc:sldChg chg="modSp">
        <pc:chgData name="Bohm, Tracy" userId="S::tracy.bohm_thermofisher.com#ext#@csiroau.onmicrosoft.com::b761b071-5505-427a-a40c-1665d3f62e82" providerId="AD" clId="Web-{3E48DDB3-BAB1-0634-39DC-D0494E2D7CEE}" dt="2023-07-22T23:32:38.322" v="1" actId="1076"/>
        <pc:sldMkLst>
          <pc:docMk/>
          <pc:sldMk cId="341373168" sldId="2147470937"/>
        </pc:sldMkLst>
        <pc:picChg chg="mod">
          <ac:chgData name="Bohm, Tracy" userId="S::tracy.bohm_thermofisher.com#ext#@csiroau.onmicrosoft.com::b761b071-5505-427a-a40c-1665d3f62e82" providerId="AD" clId="Web-{3E48DDB3-BAB1-0634-39DC-D0494E2D7CEE}" dt="2023-07-22T23:32:38.322" v="1" actId="1076"/>
          <ac:picMkLst>
            <pc:docMk/>
            <pc:sldMk cId="341373168" sldId="2147470937"/>
            <ac:picMk id="19" creationId="{354B8BF9-DB84-094C-A439-FF5F5E891F4E}"/>
          </ac:picMkLst>
        </pc:picChg>
      </pc:sldChg>
    </pc:docChg>
  </pc:docChgLst>
  <pc:docChgLst>
    <pc:chgData name="Errington-Wood, Graeme (IM&amp;T, Kensington WA)" userId="S::err009@csiro.au::693a62d0-adec-463b-9054-d02453ad5b2f" providerId="AD" clId="Web-{FCA4DF96-11A1-4D29-8D93-834EC179FC5D}"/>
    <pc:docChg chg="sldOrd">
      <pc:chgData name="Errington-Wood, Graeme (IM&amp;T, Kensington WA)" userId="S::err009@csiro.au::693a62d0-adec-463b-9054-d02453ad5b2f" providerId="AD" clId="Web-{FCA4DF96-11A1-4D29-8D93-834EC179FC5D}" dt="2023-07-20T03:13:28.204" v="0"/>
      <pc:docMkLst>
        <pc:docMk/>
      </pc:docMkLst>
      <pc:sldChg chg="ord">
        <pc:chgData name="Errington-Wood, Graeme (IM&amp;T, Kensington WA)" userId="S::err009@csiro.au::693a62d0-adec-463b-9054-d02453ad5b2f" providerId="AD" clId="Web-{FCA4DF96-11A1-4D29-8D93-834EC179FC5D}" dt="2023-07-20T03:13:28.204" v="0"/>
        <pc:sldMkLst>
          <pc:docMk/>
          <pc:sldMk cId="2902858491" sldId="415"/>
        </pc:sldMkLst>
      </pc:sldChg>
    </pc:docChg>
  </pc:docChgLst>
  <pc:docChgLst>
    <pc:chgData name="King, Dianne (IM&amp;T, Clayton)" userId="S::kin293@csiro.au::3fa97433-aef5-418a-a784-4a9bb0b21088" providerId="AD" clId="Web-{8CE624FE-2CB6-4779-A151-F4A6575D628D}"/>
    <pc:docChg chg="delSld modSld">
      <pc:chgData name="King, Dianne (IM&amp;T, Clayton)" userId="S::kin293@csiro.au::3fa97433-aef5-418a-a784-4a9bb0b21088" providerId="AD" clId="Web-{8CE624FE-2CB6-4779-A151-F4A6575D628D}" dt="2023-07-21T03:19:01.309" v="10"/>
      <pc:docMkLst>
        <pc:docMk/>
      </pc:docMkLst>
      <pc:sldChg chg="modNotes">
        <pc:chgData name="King, Dianne (IM&amp;T, Clayton)" userId="S::kin293@csiro.au::3fa97433-aef5-418a-a784-4a9bb0b21088" providerId="AD" clId="Web-{8CE624FE-2CB6-4779-A151-F4A6575D628D}" dt="2023-07-21T03:16:55.445" v="8"/>
        <pc:sldMkLst>
          <pc:docMk/>
          <pc:sldMk cId="4251587149" sldId="268"/>
        </pc:sldMkLst>
      </pc:sldChg>
      <pc:sldChg chg="del">
        <pc:chgData name="King, Dianne (IM&amp;T, Clayton)" userId="S::kin293@csiro.au::3fa97433-aef5-418a-a784-4a9bb0b21088" providerId="AD" clId="Web-{8CE624FE-2CB6-4779-A151-F4A6575D628D}" dt="2023-07-21T03:19:01.309" v="10"/>
        <pc:sldMkLst>
          <pc:docMk/>
          <pc:sldMk cId="2902858491" sldId="415"/>
        </pc:sldMkLst>
      </pc:sldChg>
      <pc:sldChg chg="modSp">
        <pc:chgData name="King, Dianne (IM&amp;T, Clayton)" userId="S::kin293@csiro.au::3fa97433-aef5-418a-a784-4a9bb0b21088" providerId="AD" clId="Web-{8CE624FE-2CB6-4779-A151-F4A6575D628D}" dt="2023-07-21T03:15:18.457" v="2" actId="20577"/>
        <pc:sldMkLst>
          <pc:docMk/>
          <pc:sldMk cId="3795042471" sldId="429"/>
        </pc:sldMkLst>
        <pc:spChg chg="mod">
          <ac:chgData name="King, Dianne (IM&amp;T, Clayton)" userId="S::kin293@csiro.au::3fa97433-aef5-418a-a784-4a9bb0b21088" providerId="AD" clId="Web-{8CE624FE-2CB6-4779-A151-F4A6575D628D}" dt="2023-07-21T03:15:18.457" v="2" actId="20577"/>
          <ac:spMkLst>
            <pc:docMk/>
            <pc:sldMk cId="3795042471" sldId="429"/>
            <ac:spMk id="8" creationId="{8E96A9F9-ED0B-5E83-0E81-CBB58D99AD5A}"/>
          </ac:spMkLst>
        </pc:spChg>
      </pc:sldChg>
      <pc:sldChg chg="del">
        <pc:chgData name="King, Dianne (IM&amp;T, Clayton)" userId="S::kin293@csiro.au::3fa97433-aef5-418a-a784-4a9bb0b21088" providerId="AD" clId="Web-{8CE624FE-2CB6-4779-A151-F4A6575D628D}" dt="2023-07-21T03:18:37.324" v="9"/>
        <pc:sldMkLst>
          <pc:docMk/>
          <pc:sldMk cId="3790331534" sldId="2147470939"/>
        </pc:sldMkLst>
      </pc:sldChg>
    </pc:docChg>
  </pc:docChgLst>
  <pc:docChgLst>
    <pc:chgData name="Tiwari, Shravan" userId="4c27891f-95d4-4976-825b-8d72b130123b" providerId="ADAL" clId="{780D3608-A8D3-4263-91AE-C1F7209B5648}"/>
    <pc:docChg chg="undo custSel addSld delSld modSld sldOrd modSection">
      <pc:chgData name="Tiwari, Shravan" userId="4c27891f-95d4-4976-825b-8d72b130123b" providerId="ADAL" clId="{780D3608-A8D3-4263-91AE-C1F7209B5648}" dt="2024-05-31T09:11:41.688" v="2895" actId="20577"/>
      <pc:docMkLst>
        <pc:docMk/>
      </pc:docMkLst>
      <pc:sldChg chg="modSp mod">
        <pc:chgData name="Tiwari, Shravan" userId="4c27891f-95d4-4976-825b-8d72b130123b" providerId="ADAL" clId="{780D3608-A8D3-4263-91AE-C1F7209B5648}" dt="2024-05-31T07:04:48.619" v="850" actId="20577"/>
        <pc:sldMkLst>
          <pc:docMk/>
          <pc:sldMk cId="0" sldId="291"/>
        </pc:sldMkLst>
        <pc:spChg chg="mod">
          <ac:chgData name="Tiwari, Shravan" userId="4c27891f-95d4-4976-825b-8d72b130123b" providerId="ADAL" clId="{780D3608-A8D3-4263-91AE-C1F7209B5648}" dt="2024-05-31T07:04:17.154" v="818" actId="20577"/>
          <ac:spMkLst>
            <pc:docMk/>
            <pc:sldMk cId="0" sldId="291"/>
            <ac:spMk id="4" creationId="{5C11BCA2-CCB9-3A86-3495-60551D16E829}"/>
          </ac:spMkLst>
        </pc:spChg>
        <pc:spChg chg="mod">
          <ac:chgData name="Tiwari, Shravan" userId="4c27891f-95d4-4976-825b-8d72b130123b" providerId="ADAL" clId="{780D3608-A8D3-4263-91AE-C1F7209B5648}" dt="2024-05-31T07:04:40.667" v="849" actId="20577"/>
          <ac:spMkLst>
            <pc:docMk/>
            <pc:sldMk cId="0" sldId="291"/>
            <ac:spMk id="5" creationId="{15766BE4-2760-24E5-30E5-238122839DFB}"/>
          </ac:spMkLst>
        </pc:spChg>
        <pc:spChg chg="mod">
          <ac:chgData name="Tiwari, Shravan" userId="4c27891f-95d4-4976-825b-8d72b130123b" providerId="ADAL" clId="{780D3608-A8D3-4263-91AE-C1F7209B5648}" dt="2024-05-31T07:04:48.619" v="850" actId="20577"/>
          <ac:spMkLst>
            <pc:docMk/>
            <pc:sldMk cId="0" sldId="291"/>
            <ac:spMk id="6" creationId="{00000000-0000-0000-0000-000000000000}"/>
          </ac:spMkLst>
        </pc:spChg>
      </pc:sldChg>
      <pc:sldChg chg="modSp mod">
        <pc:chgData name="Tiwari, Shravan" userId="4c27891f-95d4-4976-825b-8d72b130123b" providerId="ADAL" clId="{780D3608-A8D3-4263-91AE-C1F7209B5648}" dt="2024-05-31T07:20:19.316" v="1133" actId="14100"/>
        <pc:sldMkLst>
          <pc:docMk/>
          <pc:sldMk cId="210284878" sldId="307"/>
        </pc:sldMkLst>
        <pc:spChg chg="mod">
          <ac:chgData name="Tiwari, Shravan" userId="4c27891f-95d4-4976-825b-8d72b130123b" providerId="ADAL" clId="{780D3608-A8D3-4263-91AE-C1F7209B5648}" dt="2024-05-31T07:20:19.316" v="1133" actId="14100"/>
          <ac:spMkLst>
            <pc:docMk/>
            <pc:sldMk cId="210284878" sldId="307"/>
            <ac:spMk id="3" creationId="{65FB86BF-F6A5-3995-F221-8FB07F760E87}"/>
          </ac:spMkLst>
        </pc:spChg>
      </pc:sldChg>
      <pc:sldChg chg="modSp mod modNotesTx">
        <pc:chgData name="Tiwari, Shravan" userId="4c27891f-95d4-4976-825b-8d72b130123b" providerId="ADAL" clId="{780D3608-A8D3-4263-91AE-C1F7209B5648}" dt="2024-05-31T06:49:06.069" v="597" actId="20577"/>
        <pc:sldMkLst>
          <pc:docMk/>
          <pc:sldMk cId="0" sldId="309"/>
        </pc:sldMkLst>
        <pc:spChg chg="mod">
          <ac:chgData name="Tiwari, Shravan" userId="4c27891f-95d4-4976-825b-8d72b130123b" providerId="ADAL" clId="{780D3608-A8D3-4263-91AE-C1F7209B5648}" dt="2024-05-31T06:49:06.069" v="597" actId="20577"/>
          <ac:spMkLst>
            <pc:docMk/>
            <pc:sldMk cId="0" sldId="309"/>
            <ac:spMk id="2" creationId="{00000000-0000-0000-0000-000000000000}"/>
          </ac:spMkLst>
        </pc:spChg>
        <pc:graphicFrameChg chg="mod modGraphic">
          <ac:chgData name="Tiwari, Shravan" userId="4c27891f-95d4-4976-825b-8d72b130123b" providerId="ADAL" clId="{780D3608-A8D3-4263-91AE-C1F7209B5648}" dt="2024-05-31T03:14:15.507" v="43" actId="14100"/>
          <ac:graphicFrameMkLst>
            <pc:docMk/>
            <pc:sldMk cId="0" sldId="309"/>
            <ac:graphicFrameMk id="9" creationId="{00000000-0000-0000-0000-000000000000}"/>
          </ac:graphicFrameMkLst>
        </pc:graphicFrameChg>
      </pc:sldChg>
      <pc:sldChg chg="mod ord modShow">
        <pc:chgData name="Tiwari, Shravan" userId="4c27891f-95d4-4976-825b-8d72b130123b" providerId="ADAL" clId="{780D3608-A8D3-4263-91AE-C1F7209B5648}" dt="2024-05-31T07:47:02.250" v="1579"/>
        <pc:sldMkLst>
          <pc:docMk/>
          <pc:sldMk cId="0" sldId="385"/>
        </pc:sldMkLst>
      </pc:sldChg>
      <pc:sldChg chg="modSp mod modNotesTx">
        <pc:chgData name="Tiwari, Shravan" userId="4c27891f-95d4-4976-825b-8d72b130123b" providerId="ADAL" clId="{780D3608-A8D3-4263-91AE-C1F7209B5648}" dt="2024-05-31T06:49:22.644" v="600" actId="20577"/>
        <pc:sldMkLst>
          <pc:docMk/>
          <pc:sldMk cId="1127582349" sldId="424"/>
        </pc:sldMkLst>
        <pc:spChg chg="mod">
          <ac:chgData name="Tiwari, Shravan" userId="4c27891f-95d4-4976-825b-8d72b130123b" providerId="ADAL" clId="{780D3608-A8D3-4263-91AE-C1F7209B5648}" dt="2024-05-31T06:49:22.644" v="600" actId="20577"/>
          <ac:spMkLst>
            <pc:docMk/>
            <pc:sldMk cId="1127582349" sldId="424"/>
            <ac:spMk id="3" creationId="{A466D725-8D80-EBBE-B20E-A9880AE012B3}"/>
          </ac:spMkLst>
        </pc:spChg>
        <pc:spChg chg="mod">
          <ac:chgData name="Tiwari, Shravan" userId="4c27891f-95d4-4976-825b-8d72b130123b" providerId="ADAL" clId="{780D3608-A8D3-4263-91AE-C1F7209B5648}" dt="2024-05-31T03:22:51.563" v="47" actId="1076"/>
          <ac:spMkLst>
            <pc:docMk/>
            <pc:sldMk cId="1127582349" sldId="424"/>
            <ac:spMk id="9" creationId="{F4D517CB-F07C-6A9A-2DFF-D5ADCB16E918}"/>
          </ac:spMkLst>
        </pc:spChg>
      </pc:sldChg>
      <pc:sldChg chg="addSp delSp modSp mod chgLayout">
        <pc:chgData name="Tiwari, Shravan" userId="4c27891f-95d4-4976-825b-8d72b130123b" providerId="ADAL" clId="{780D3608-A8D3-4263-91AE-C1F7209B5648}" dt="2024-05-31T07:53:18.916" v="1962"/>
        <pc:sldMkLst>
          <pc:docMk/>
          <pc:sldMk cId="0" sldId="2917"/>
        </pc:sldMkLst>
        <pc:spChg chg="mod ord">
          <ac:chgData name="Tiwari, Shravan" userId="4c27891f-95d4-4976-825b-8d72b130123b" providerId="ADAL" clId="{780D3608-A8D3-4263-91AE-C1F7209B5648}" dt="2024-05-31T06:51:38.809" v="634" actId="20577"/>
          <ac:spMkLst>
            <pc:docMk/>
            <pc:sldMk cId="0" sldId="2917"/>
            <ac:spMk id="2" creationId="{00000000-0000-0000-0000-000000000000}"/>
          </ac:spMkLst>
        </pc:spChg>
        <pc:spChg chg="add del mod ord">
          <ac:chgData name="Tiwari, Shravan" userId="4c27891f-95d4-4976-825b-8d72b130123b" providerId="ADAL" clId="{780D3608-A8D3-4263-91AE-C1F7209B5648}" dt="2024-05-31T03:05:48.768" v="23" actId="478"/>
          <ac:spMkLst>
            <pc:docMk/>
            <pc:sldMk cId="0" sldId="2917"/>
            <ac:spMk id="3" creationId="{ED7CB13B-DE21-05DE-9E6A-A1CB079E9518}"/>
          </ac:spMkLst>
        </pc:spChg>
        <pc:spChg chg="del">
          <ac:chgData name="Tiwari, Shravan" userId="4c27891f-95d4-4976-825b-8d72b130123b" providerId="ADAL" clId="{780D3608-A8D3-4263-91AE-C1F7209B5648}" dt="2024-05-31T03:05:41.812" v="22" actId="700"/>
          <ac:spMkLst>
            <pc:docMk/>
            <pc:sldMk cId="0" sldId="2917"/>
            <ac:spMk id="4" creationId="{00000000-0000-0000-0000-000000000000}"/>
          </ac:spMkLst>
        </pc:spChg>
        <pc:spChg chg="mod ord">
          <ac:chgData name="Tiwari, Shravan" userId="4c27891f-95d4-4976-825b-8d72b130123b" providerId="ADAL" clId="{780D3608-A8D3-4263-91AE-C1F7209B5648}" dt="2024-05-31T03:05:41.812" v="22" actId="700"/>
          <ac:spMkLst>
            <pc:docMk/>
            <pc:sldMk cId="0" sldId="2917"/>
            <ac:spMk id="6" creationId="{00000000-0000-0000-0000-000000000000}"/>
          </ac:spMkLst>
        </pc:spChg>
        <pc:spChg chg="add mod ord">
          <ac:chgData name="Tiwari, Shravan" userId="4c27891f-95d4-4976-825b-8d72b130123b" providerId="ADAL" clId="{780D3608-A8D3-4263-91AE-C1F7209B5648}" dt="2024-05-31T03:05:41.812" v="22" actId="700"/>
          <ac:spMkLst>
            <pc:docMk/>
            <pc:sldMk cId="0" sldId="2917"/>
            <ac:spMk id="7" creationId="{D9FC07B4-61DF-9E9B-C92A-CAD5D58C7B64}"/>
          </ac:spMkLst>
        </pc:spChg>
        <pc:graphicFrameChg chg="mod modGraphic">
          <ac:chgData name="Tiwari, Shravan" userId="4c27891f-95d4-4976-825b-8d72b130123b" providerId="ADAL" clId="{780D3608-A8D3-4263-91AE-C1F7209B5648}" dt="2024-05-31T07:53:18.916" v="1962"/>
          <ac:graphicFrameMkLst>
            <pc:docMk/>
            <pc:sldMk cId="0" sldId="2917"/>
            <ac:graphicFrameMk id="5" creationId="{00000000-0000-0000-0000-000000000000}"/>
          </ac:graphicFrameMkLst>
        </pc:graphicFrameChg>
      </pc:sldChg>
      <pc:sldChg chg="modSp mod modNotesTx">
        <pc:chgData name="Tiwari, Shravan" userId="4c27891f-95d4-4976-825b-8d72b130123b" providerId="ADAL" clId="{780D3608-A8D3-4263-91AE-C1F7209B5648}" dt="2024-05-31T07:05:27.588" v="854" actId="113"/>
        <pc:sldMkLst>
          <pc:docMk/>
          <pc:sldMk cId="0" sldId="8097"/>
        </pc:sldMkLst>
        <pc:spChg chg="mod">
          <ac:chgData name="Tiwari, Shravan" userId="4c27891f-95d4-4976-825b-8d72b130123b" providerId="ADAL" clId="{780D3608-A8D3-4263-91AE-C1F7209B5648}" dt="2024-05-31T07:05:27.588" v="854" actId="113"/>
          <ac:spMkLst>
            <pc:docMk/>
            <pc:sldMk cId="0" sldId="8097"/>
            <ac:spMk id="47107" creationId="{00000000-0000-0000-0000-000000000000}"/>
          </ac:spMkLst>
        </pc:spChg>
      </pc:sldChg>
      <pc:sldChg chg="modSp mod">
        <pc:chgData name="Tiwari, Shravan" userId="4c27891f-95d4-4976-825b-8d72b130123b" providerId="ADAL" clId="{780D3608-A8D3-4263-91AE-C1F7209B5648}" dt="2024-05-31T07:05:12.398" v="853" actId="403"/>
        <pc:sldMkLst>
          <pc:docMk/>
          <pc:sldMk cId="0" sldId="8098"/>
        </pc:sldMkLst>
        <pc:spChg chg="mod">
          <ac:chgData name="Tiwari, Shravan" userId="4c27891f-95d4-4976-825b-8d72b130123b" providerId="ADAL" clId="{780D3608-A8D3-4263-91AE-C1F7209B5648}" dt="2024-05-31T06:41:10.798" v="301" actId="403"/>
          <ac:spMkLst>
            <pc:docMk/>
            <pc:sldMk cId="0" sldId="8098"/>
            <ac:spMk id="2" creationId="{7BCCBB0F-E237-CF31-00A3-0F396381834F}"/>
          </ac:spMkLst>
        </pc:spChg>
        <pc:spChg chg="mod">
          <ac:chgData name="Tiwari, Shravan" userId="4c27891f-95d4-4976-825b-8d72b130123b" providerId="ADAL" clId="{780D3608-A8D3-4263-91AE-C1F7209B5648}" dt="2024-05-31T07:05:12.398" v="853" actId="403"/>
          <ac:spMkLst>
            <pc:docMk/>
            <pc:sldMk cId="0" sldId="8098"/>
            <ac:spMk id="47107" creationId="{00000000-0000-0000-0000-000000000000}"/>
          </ac:spMkLst>
        </pc:spChg>
      </pc:sldChg>
      <pc:sldChg chg="modSp add mod">
        <pc:chgData name="Tiwari, Shravan" userId="4c27891f-95d4-4976-825b-8d72b130123b" providerId="ADAL" clId="{780D3608-A8D3-4263-91AE-C1F7209B5648}" dt="2024-05-31T08:22:31.244" v="2155" actId="1038"/>
        <pc:sldMkLst>
          <pc:docMk/>
          <pc:sldMk cId="3108547940" sldId="22429"/>
        </pc:sldMkLst>
        <pc:spChg chg="mod">
          <ac:chgData name="Tiwari, Shravan" userId="4c27891f-95d4-4976-825b-8d72b130123b" providerId="ADAL" clId="{780D3608-A8D3-4263-91AE-C1F7209B5648}" dt="2024-05-31T08:22:31.244" v="2155" actId="1038"/>
          <ac:spMkLst>
            <pc:docMk/>
            <pc:sldMk cId="3108547940" sldId="22429"/>
            <ac:spMk id="32" creationId="{CB784C9B-795A-33C7-8A62-8E625DC0E849}"/>
          </ac:spMkLst>
        </pc:spChg>
        <pc:spChg chg="mod">
          <ac:chgData name="Tiwari, Shravan" userId="4c27891f-95d4-4976-825b-8d72b130123b" providerId="ADAL" clId="{780D3608-A8D3-4263-91AE-C1F7209B5648}" dt="2024-05-31T08:20:04.897" v="2136" actId="1035"/>
          <ac:spMkLst>
            <pc:docMk/>
            <pc:sldMk cId="3108547940" sldId="22429"/>
            <ac:spMk id="33" creationId="{49081170-2C4F-15B4-DE09-CB6EA7EDA0C9}"/>
          </ac:spMkLst>
        </pc:spChg>
        <pc:spChg chg="mod">
          <ac:chgData name="Tiwari, Shravan" userId="4c27891f-95d4-4976-825b-8d72b130123b" providerId="ADAL" clId="{780D3608-A8D3-4263-91AE-C1F7209B5648}" dt="2024-05-31T08:20:04.897" v="2136" actId="1035"/>
          <ac:spMkLst>
            <pc:docMk/>
            <pc:sldMk cId="3108547940" sldId="22429"/>
            <ac:spMk id="34" creationId="{460AE6A1-FBC0-0E8E-26C8-56D366EAEC18}"/>
          </ac:spMkLst>
        </pc:spChg>
        <pc:spChg chg="mod">
          <ac:chgData name="Tiwari, Shravan" userId="4c27891f-95d4-4976-825b-8d72b130123b" providerId="ADAL" clId="{780D3608-A8D3-4263-91AE-C1F7209B5648}" dt="2024-05-31T08:20:04.897" v="2136" actId="1035"/>
          <ac:spMkLst>
            <pc:docMk/>
            <pc:sldMk cId="3108547940" sldId="22429"/>
            <ac:spMk id="36" creationId="{B5F6094D-100C-4F6E-6D0F-3074FAD5157E}"/>
          </ac:spMkLst>
        </pc:spChg>
        <pc:spChg chg="mod">
          <ac:chgData name="Tiwari, Shravan" userId="4c27891f-95d4-4976-825b-8d72b130123b" providerId="ADAL" clId="{780D3608-A8D3-4263-91AE-C1F7209B5648}" dt="2024-05-31T08:21:59.987" v="2145" actId="1036"/>
          <ac:spMkLst>
            <pc:docMk/>
            <pc:sldMk cId="3108547940" sldId="22429"/>
            <ac:spMk id="49" creationId="{871262E0-9C0C-1DFD-C53A-47FDA19571D3}"/>
          </ac:spMkLst>
        </pc:spChg>
        <pc:spChg chg="mod">
          <ac:chgData name="Tiwari, Shravan" userId="4c27891f-95d4-4976-825b-8d72b130123b" providerId="ADAL" clId="{780D3608-A8D3-4263-91AE-C1F7209B5648}" dt="2024-05-31T08:21:59.987" v="2145" actId="1036"/>
          <ac:spMkLst>
            <pc:docMk/>
            <pc:sldMk cId="3108547940" sldId="22429"/>
            <ac:spMk id="50" creationId="{B25A4F7A-0118-CFCA-4306-B2B869F6AB24}"/>
          </ac:spMkLst>
        </pc:spChg>
        <pc:spChg chg="mod">
          <ac:chgData name="Tiwari, Shravan" userId="4c27891f-95d4-4976-825b-8d72b130123b" providerId="ADAL" clId="{780D3608-A8D3-4263-91AE-C1F7209B5648}" dt="2024-05-31T08:21:59.987" v="2145" actId="1036"/>
          <ac:spMkLst>
            <pc:docMk/>
            <pc:sldMk cId="3108547940" sldId="22429"/>
            <ac:spMk id="63" creationId="{A6BF1B07-F853-F895-B381-BBC2AD9C4174}"/>
          </ac:spMkLst>
        </pc:spChg>
        <pc:spChg chg="mod">
          <ac:chgData name="Tiwari, Shravan" userId="4c27891f-95d4-4976-825b-8d72b130123b" providerId="ADAL" clId="{780D3608-A8D3-4263-91AE-C1F7209B5648}" dt="2024-05-31T08:22:11.194" v="2148" actId="1036"/>
          <ac:spMkLst>
            <pc:docMk/>
            <pc:sldMk cId="3108547940" sldId="22429"/>
            <ac:spMk id="95" creationId="{90A141FF-F71F-DD35-3FB4-C41472102FE6}"/>
          </ac:spMkLst>
        </pc:spChg>
        <pc:spChg chg="mod">
          <ac:chgData name="Tiwari, Shravan" userId="4c27891f-95d4-4976-825b-8d72b130123b" providerId="ADAL" clId="{780D3608-A8D3-4263-91AE-C1F7209B5648}" dt="2024-05-31T08:22:11.194" v="2148" actId="1036"/>
          <ac:spMkLst>
            <pc:docMk/>
            <pc:sldMk cId="3108547940" sldId="22429"/>
            <ac:spMk id="97" creationId="{A5E31BB9-5D47-02B0-4F14-288FF312CACC}"/>
          </ac:spMkLst>
        </pc:spChg>
      </pc:sldChg>
      <pc:sldChg chg="mod ord modShow">
        <pc:chgData name="Tiwari, Shravan" userId="4c27891f-95d4-4976-825b-8d72b130123b" providerId="ADAL" clId="{780D3608-A8D3-4263-91AE-C1F7209B5648}" dt="2024-05-31T07:47:02.250" v="1579"/>
        <pc:sldMkLst>
          <pc:docMk/>
          <pc:sldMk cId="0" sldId="4099538"/>
        </pc:sldMkLst>
      </pc:sldChg>
      <pc:sldChg chg="mod ord modShow">
        <pc:chgData name="Tiwari, Shravan" userId="4c27891f-95d4-4976-825b-8d72b130123b" providerId="ADAL" clId="{780D3608-A8D3-4263-91AE-C1F7209B5648}" dt="2024-05-31T07:47:02.250" v="1579"/>
        <pc:sldMkLst>
          <pc:docMk/>
          <pc:sldMk cId="0" sldId="4099539"/>
        </pc:sldMkLst>
      </pc:sldChg>
      <pc:sldChg chg="mod ord modShow">
        <pc:chgData name="Tiwari, Shravan" userId="4c27891f-95d4-4976-825b-8d72b130123b" providerId="ADAL" clId="{780D3608-A8D3-4263-91AE-C1F7209B5648}" dt="2024-05-31T07:47:02.250" v="1579"/>
        <pc:sldMkLst>
          <pc:docMk/>
          <pc:sldMk cId="0" sldId="4099672"/>
        </pc:sldMkLst>
      </pc:sldChg>
      <pc:sldChg chg="modSp mod">
        <pc:chgData name="Tiwari, Shravan" userId="4c27891f-95d4-4976-825b-8d72b130123b" providerId="ADAL" clId="{780D3608-A8D3-4263-91AE-C1F7209B5648}" dt="2024-05-31T08:26:15.923" v="2232" actId="12"/>
        <pc:sldMkLst>
          <pc:docMk/>
          <pc:sldMk cId="2198174340" sldId="2134806101"/>
        </pc:sldMkLst>
        <pc:spChg chg="mod">
          <ac:chgData name="Tiwari, Shravan" userId="4c27891f-95d4-4976-825b-8d72b130123b" providerId="ADAL" clId="{780D3608-A8D3-4263-91AE-C1F7209B5648}" dt="2024-05-31T06:48:44.226" v="580" actId="207"/>
          <ac:spMkLst>
            <pc:docMk/>
            <pc:sldMk cId="2198174340" sldId="2134806101"/>
            <ac:spMk id="17" creationId="{5EBAA700-F426-D0E6-A2F6-0F5405B99DFD}"/>
          </ac:spMkLst>
        </pc:spChg>
        <pc:graphicFrameChg chg="mod">
          <ac:chgData name="Tiwari, Shravan" userId="4c27891f-95d4-4976-825b-8d72b130123b" providerId="ADAL" clId="{780D3608-A8D3-4263-91AE-C1F7209B5648}" dt="2024-05-31T08:26:15.923" v="2232" actId="12"/>
          <ac:graphicFrameMkLst>
            <pc:docMk/>
            <pc:sldMk cId="2198174340" sldId="2134806101"/>
            <ac:graphicFrameMk id="14" creationId="{57C47815-44FF-FCEA-C3AE-8001959A7873}"/>
          </ac:graphicFrameMkLst>
        </pc:graphicFrameChg>
        <pc:graphicFrameChg chg="mod modGraphic">
          <ac:chgData name="Tiwari, Shravan" userId="4c27891f-95d4-4976-825b-8d72b130123b" providerId="ADAL" clId="{780D3608-A8D3-4263-91AE-C1F7209B5648}" dt="2024-05-31T07:07:48.498" v="892" actId="1038"/>
          <ac:graphicFrameMkLst>
            <pc:docMk/>
            <pc:sldMk cId="2198174340" sldId="2134806101"/>
            <ac:graphicFrameMk id="19" creationId="{3FE3D29C-2F1C-6CF9-D1C3-B353F4BAFE86}"/>
          </ac:graphicFrameMkLst>
        </pc:graphicFrameChg>
      </pc:sldChg>
      <pc:sldChg chg="modSp mod ord modNotesTx">
        <pc:chgData name="Tiwari, Shravan" userId="4c27891f-95d4-4976-825b-8d72b130123b" providerId="ADAL" clId="{780D3608-A8D3-4263-91AE-C1F7209B5648}" dt="2024-05-31T08:27:33.421" v="2246" actId="1036"/>
        <pc:sldMkLst>
          <pc:docMk/>
          <pc:sldMk cId="301473336" sldId="2147470956"/>
        </pc:sldMkLst>
        <pc:spChg chg="mod">
          <ac:chgData name="Tiwari, Shravan" userId="4c27891f-95d4-4976-825b-8d72b130123b" providerId="ADAL" clId="{780D3608-A8D3-4263-91AE-C1F7209B5648}" dt="2024-05-31T07:56:49.026" v="2037" actId="20577"/>
          <ac:spMkLst>
            <pc:docMk/>
            <pc:sldMk cId="301473336" sldId="2147470956"/>
            <ac:spMk id="5" creationId="{454D68C7-2E69-4E32-4364-FA8912AB8494}"/>
          </ac:spMkLst>
        </pc:spChg>
        <pc:spChg chg="mod">
          <ac:chgData name="Tiwari, Shravan" userId="4c27891f-95d4-4976-825b-8d72b130123b" providerId="ADAL" clId="{780D3608-A8D3-4263-91AE-C1F7209B5648}" dt="2024-05-31T08:25:46.780" v="2229" actId="120"/>
          <ac:spMkLst>
            <pc:docMk/>
            <pc:sldMk cId="301473336" sldId="2147470956"/>
            <ac:spMk id="6" creationId="{7759BB0C-F6E8-DB45-4A3D-FFD459537B0E}"/>
          </ac:spMkLst>
        </pc:spChg>
        <pc:spChg chg="mod">
          <ac:chgData name="Tiwari, Shravan" userId="4c27891f-95d4-4976-825b-8d72b130123b" providerId="ADAL" clId="{780D3608-A8D3-4263-91AE-C1F7209B5648}" dt="2024-05-31T08:25:52.784" v="2230" actId="120"/>
          <ac:spMkLst>
            <pc:docMk/>
            <pc:sldMk cId="301473336" sldId="2147470956"/>
            <ac:spMk id="7" creationId="{D58EE1D1-8AD8-A80D-22BB-ED6964686E1A}"/>
          </ac:spMkLst>
        </pc:spChg>
        <pc:spChg chg="mod">
          <ac:chgData name="Tiwari, Shravan" userId="4c27891f-95d4-4976-825b-8d72b130123b" providerId="ADAL" clId="{780D3608-A8D3-4263-91AE-C1F7209B5648}" dt="2024-05-31T08:25:20.966" v="2226" actId="120"/>
          <ac:spMkLst>
            <pc:docMk/>
            <pc:sldMk cId="301473336" sldId="2147470956"/>
            <ac:spMk id="8" creationId="{EC75587C-C905-7333-6297-C728680E3797}"/>
          </ac:spMkLst>
        </pc:spChg>
        <pc:spChg chg="mod">
          <ac:chgData name="Tiwari, Shravan" userId="4c27891f-95d4-4976-825b-8d72b130123b" providerId="ADAL" clId="{780D3608-A8D3-4263-91AE-C1F7209B5648}" dt="2024-05-31T08:25:29.993" v="2227" actId="120"/>
          <ac:spMkLst>
            <pc:docMk/>
            <pc:sldMk cId="301473336" sldId="2147470956"/>
            <ac:spMk id="9" creationId="{D779F1FD-8242-4BF9-A956-8A35D31D25BC}"/>
          </ac:spMkLst>
        </pc:spChg>
        <pc:spChg chg="mod">
          <ac:chgData name="Tiwari, Shravan" userId="4c27891f-95d4-4976-825b-8d72b130123b" providerId="ADAL" clId="{780D3608-A8D3-4263-91AE-C1F7209B5648}" dt="2024-05-31T08:25:39.014" v="2228" actId="120"/>
          <ac:spMkLst>
            <pc:docMk/>
            <pc:sldMk cId="301473336" sldId="2147470956"/>
            <ac:spMk id="11" creationId="{D5C0F1F7-E7A6-5FBC-747C-292F4E26EAA6}"/>
          </ac:spMkLst>
        </pc:spChg>
        <pc:spChg chg="mod">
          <ac:chgData name="Tiwari, Shravan" userId="4c27891f-95d4-4976-825b-8d72b130123b" providerId="ADAL" clId="{780D3608-A8D3-4263-91AE-C1F7209B5648}" dt="2024-05-31T08:23:56.732" v="2163" actId="1035"/>
          <ac:spMkLst>
            <pc:docMk/>
            <pc:sldMk cId="301473336" sldId="2147470956"/>
            <ac:spMk id="12" creationId="{47ABB215-CAC4-5C11-0585-84F2B0D08E04}"/>
          </ac:spMkLst>
        </pc:spChg>
        <pc:spChg chg="mod">
          <ac:chgData name="Tiwari, Shravan" userId="4c27891f-95d4-4976-825b-8d72b130123b" providerId="ADAL" clId="{780D3608-A8D3-4263-91AE-C1F7209B5648}" dt="2024-05-31T08:23:56.732" v="2163" actId="1035"/>
          <ac:spMkLst>
            <pc:docMk/>
            <pc:sldMk cId="301473336" sldId="2147470956"/>
            <ac:spMk id="13" creationId="{61D8977B-7A78-66B9-A4AD-FBC5E9BA382B}"/>
          </ac:spMkLst>
        </pc:spChg>
        <pc:spChg chg="mod">
          <ac:chgData name="Tiwari, Shravan" userId="4c27891f-95d4-4976-825b-8d72b130123b" providerId="ADAL" clId="{780D3608-A8D3-4263-91AE-C1F7209B5648}" dt="2024-05-31T07:13:22.404" v="1054" actId="1036"/>
          <ac:spMkLst>
            <pc:docMk/>
            <pc:sldMk cId="301473336" sldId="2147470956"/>
            <ac:spMk id="14" creationId="{4D7DA584-8361-7FBF-F3CE-9123D62600B8}"/>
          </ac:spMkLst>
        </pc:spChg>
        <pc:spChg chg="mod">
          <ac:chgData name="Tiwari, Shravan" userId="4c27891f-95d4-4976-825b-8d72b130123b" providerId="ADAL" clId="{780D3608-A8D3-4263-91AE-C1F7209B5648}" dt="2024-05-31T08:27:27.799" v="2239" actId="1036"/>
          <ac:spMkLst>
            <pc:docMk/>
            <pc:sldMk cId="301473336" sldId="2147470956"/>
            <ac:spMk id="15" creationId="{43D25EC0-3DC3-5136-D0D8-ABD6E4B824E9}"/>
          </ac:spMkLst>
        </pc:spChg>
        <pc:spChg chg="mod">
          <ac:chgData name="Tiwari, Shravan" userId="4c27891f-95d4-4976-825b-8d72b130123b" providerId="ADAL" clId="{780D3608-A8D3-4263-91AE-C1F7209B5648}" dt="2024-05-31T08:27:33.421" v="2246" actId="1036"/>
          <ac:spMkLst>
            <pc:docMk/>
            <pc:sldMk cId="301473336" sldId="2147470956"/>
            <ac:spMk id="16" creationId="{D13FF17B-3B80-5DE9-EEE3-9D2C1A1058B9}"/>
          </ac:spMkLst>
        </pc:spChg>
      </pc:sldChg>
      <pc:sldChg chg="addSp delSp modSp mod modNotesTx">
        <pc:chgData name="Tiwari, Shravan" userId="4c27891f-95d4-4976-825b-8d72b130123b" providerId="ADAL" clId="{780D3608-A8D3-4263-91AE-C1F7209B5648}" dt="2024-05-31T08:21:20.651" v="2140" actId="20577"/>
        <pc:sldMkLst>
          <pc:docMk/>
          <pc:sldMk cId="1089217732" sldId="2147470957"/>
        </pc:sldMkLst>
        <pc:spChg chg="del mod">
          <ac:chgData name="Tiwari, Shravan" userId="4c27891f-95d4-4976-825b-8d72b130123b" providerId="ADAL" clId="{780D3608-A8D3-4263-91AE-C1F7209B5648}" dt="2024-05-31T03:35:16.065" v="152" actId="478"/>
          <ac:spMkLst>
            <pc:docMk/>
            <pc:sldMk cId="1089217732" sldId="2147470957"/>
            <ac:spMk id="2" creationId="{721638D8-5006-DC55-DE5F-7B404C5BBAA0}"/>
          </ac:spMkLst>
        </pc:spChg>
        <pc:spChg chg="mod">
          <ac:chgData name="Tiwari, Shravan" userId="4c27891f-95d4-4976-825b-8d72b130123b" providerId="ADAL" clId="{780D3608-A8D3-4263-91AE-C1F7209B5648}" dt="2024-05-31T08:21:20.651" v="2140" actId="20577"/>
          <ac:spMkLst>
            <pc:docMk/>
            <pc:sldMk cId="1089217732" sldId="2147470957"/>
            <ac:spMk id="4" creationId="{114474FE-78BC-D3ED-A8DF-F2B7D3A28B7A}"/>
          </ac:spMkLst>
        </pc:spChg>
        <pc:spChg chg="add del mod">
          <ac:chgData name="Tiwari, Shravan" userId="4c27891f-95d4-4976-825b-8d72b130123b" providerId="ADAL" clId="{780D3608-A8D3-4263-91AE-C1F7209B5648}" dt="2024-05-31T03:35:29.472" v="154" actId="478"/>
          <ac:spMkLst>
            <pc:docMk/>
            <pc:sldMk cId="1089217732" sldId="2147470957"/>
            <ac:spMk id="5" creationId="{0C19E777-94C5-7E3F-7C8C-ADE9C910EAB0}"/>
          </ac:spMkLst>
        </pc:spChg>
        <pc:spChg chg="add mod">
          <ac:chgData name="Tiwari, Shravan" userId="4c27891f-95d4-4976-825b-8d72b130123b" providerId="ADAL" clId="{780D3608-A8D3-4263-91AE-C1F7209B5648}" dt="2024-05-31T03:35:48.442" v="159" actId="20577"/>
          <ac:spMkLst>
            <pc:docMk/>
            <pc:sldMk cId="1089217732" sldId="2147470957"/>
            <ac:spMk id="10" creationId="{1BE70193-A83C-F63C-5E3F-C292737C8FA2}"/>
          </ac:spMkLst>
        </pc:spChg>
      </pc:sldChg>
      <pc:sldChg chg="modSp mod">
        <pc:chgData name="Tiwari, Shravan" userId="4c27891f-95d4-4976-825b-8d72b130123b" providerId="ADAL" clId="{780D3608-A8D3-4263-91AE-C1F7209B5648}" dt="2024-05-31T07:56:30.933" v="2035" actId="14100"/>
        <pc:sldMkLst>
          <pc:docMk/>
          <pc:sldMk cId="1381858524" sldId="2147470962"/>
        </pc:sldMkLst>
        <pc:spChg chg="mod">
          <ac:chgData name="Tiwari, Shravan" userId="4c27891f-95d4-4976-825b-8d72b130123b" providerId="ADAL" clId="{780D3608-A8D3-4263-91AE-C1F7209B5648}" dt="2024-05-31T06:49:55.845" v="602" actId="207"/>
          <ac:spMkLst>
            <pc:docMk/>
            <pc:sldMk cId="1381858524" sldId="2147470962"/>
            <ac:spMk id="2" creationId="{F53F8B23-BB9F-7607-1263-3FC9E41226EE}"/>
          </ac:spMkLst>
        </pc:spChg>
        <pc:graphicFrameChg chg="modGraphic">
          <ac:chgData name="Tiwari, Shravan" userId="4c27891f-95d4-4976-825b-8d72b130123b" providerId="ADAL" clId="{780D3608-A8D3-4263-91AE-C1F7209B5648}" dt="2024-05-31T07:56:30.933" v="2035" actId="14100"/>
          <ac:graphicFrameMkLst>
            <pc:docMk/>
            <pc:sldMk cId="1381858524" sldId="2147470962"/>
            <ac:graphicFrameMk id="4" creationId="{37D4B1B1-AA9B-2486-D00D-C6B1120DA823}"/>
          </ac:graphicFrameMkLst>
        </pc:graphicFrameChg>
      </pc:sldChg>
      <pc:sldChg chg="modSp mod">
        <pc:chgData name="Tiwari, Shravan" userId="4c27891f-95d4-4976-825b-8d72b130123b" providerId="ADAL" clId="{780D3608-A8D3-4263-91AE-C1F7209B5648}" dt="2024-05-31T06:53:57.058" v="662" actId="1035"/>
        <pc:sldMkLst>
          <pc:docMk/>
          <pc:sldMk cId="669040465" sldId="2147470963"/>
        </pc:sldMkLst>
        <pc:spChg chg="mod">
          <ac:chgData name="Tiwari, Shravan" userId="4c27891f-95d4-4976-825b-8d72b130123b" providerId="ADAL" clId="{780D3608-A8D3-4263-91AE-C1F7209B5648}" dt="2024-05-31T06:53:57.058" v="662" actId="1035"/>
          <ac:spMkLst>
            <pc:docMk/>
            <pc:sldMk cId="669040465" sldId="2147470963"/>
            <ac:spMk id="13" creationId="{E116140A-4BFA-5992-FFA8-A2FEB112FBFC}"/>
          </ac:spMkLst>
        </pc:spChg>
      </pc:sldChg>
      <pc:sldChg chg="modSp mod">
        <pc:chgData name="Tiwari, Shravan" userId="4c27891f-95d4-4976-825b-8d72b130123b" providerId="ADAL" clId="{780D3608-A8D3-4263-91AE-C1F7209B5648}" dt="2024-05-31T06:54:25.748" v="665" actId="2711"/>
        <pc:sldMkLst>
          <pc:docMk/>
          <pc:sldMk cId="2581009699" sldId="2147470966"/>
        </pc:sldMkLst>
        <pc:spChg chg="mod">
          <ac:chgData name="Tiwari, Shravan" userId="4c27891f-95d4-4976-825b-8d72b130123b" providerId="ADAL" clId="{780D3608-A8D3-4263-91AE-C1F7209B5648}" dt="2024-05-31T06:54:25.748" v="665" actId="2711"/>
          <ac:spMkLst>
            <pc:docMk/>
            <pc:sldMk cId="2581009699" sldId="2147470966"/>
            <ac:spMk id="4" creationId="{567E4E07-87D5-7CD8-B439-C706764E48E3}"/>
          </ac:spMkLst>
        </pc:spChg>
      </pc:sldChg>
      <pc:sldChg chg="modSp mod">
        <pc:chgData name="Tiwari, Shravan" userId="4c27891f-95d4-4976-825b-8d72b130123b" providerId="ADAL" clId="{780D3608-A8D3-4263-91AE-C1F7209B5648}" dt="2024-05-31T07:01:57.436" v="754" actId="2711"/>
        <pc:sldMkLst>
          <pc:docMk/>
          <pc:sldMk cId="2896910057" sldId="2147470968"/>
        </pc:sldMkLst>
        <pc:spChg chg="mod">
          <ac:chgData name="Tiwari, Shravan" userId="4c27891f-95d4-4976-825b-8d72b130123b" providerId="ADAL" clId="{780D3608-A8D3-4263-91AE-C1F7209B5648}" dt="2024-05-31T07:01:57.436" v="754" actId="2711"/>
          <ac:spMkLst>
            <pc:docMk/>
            <pc:sldMk cId="2896910057" sldId="2147470968"/>
            <ac:spMk id="5" creationId="{2D0EF2D1-41C4-6EE5-A1AD-F3D6C15F54B2}"/>
          </ac:spMkLst>
        </pc:spChg>
      </pc:sldChg>
      <pc:sldChg chg="addSp delSp modSp mod ord modShow">
        <pc:chgData name="Tiwari, Shravan" userId="4c27891f-95d4-4976-825b-8d72b130123b" providerId="ADAL" clId="{780D3608-A8D3-4263-91AE-C1F7209B5648}" dt="2024-05-31T09:05:38.471" v="2769"/>
        <pc:sldMkLst>
          <pc:docMk/>
          <pc:sldMk cId="474156820" sldId="2147470971"/>
        </pc:sldMkLst>
        <pc:spChg chg="mod">
          <ac:chgData name="Tiwari, Shravan" userId="4c27891f-95d4-4976-825b-8d72b130123b" providerId="ADAL" clId="{780D3608-A8D3-4263-91AE-C1F7209B5648}" dt="2024-05-31T08:27:50.409" v="2250" actId="20577"/>
          <ac:spMkLst>
            <pc:docMk/>
            <pc:sldMk cId="474156820" sldId="2147470971"/>
            <ac:spMk id="2" creationId="{00000000-0000-0000-0000-000000000000}"/>
          </ac:spMkLst>
        </pc:spChg>
        <pc:spChg chg="mod">
          <ac:chgData name="Tiwari, Shravan" userId="4c27891f-95d4-4976-825b-8d72b130123b" providerId="ADAL" clId="{780D3608-A8D3-4263-91AE-C1F7209B5648}" dt="2024-05-31T08:31:55.572" v="2338" actId="1035"/>
          <ac:spMkLst>
            <pc:docMk/>
            <pc:sldMk cId="474156820" sldId="2147470971"/>
            <ac:spMk id="3" creationId="{D3CF698F-3C73-8C54-0CD7-E7C3228E8278}"/>
          </ac:spMkLst>
        </pc:spChg>
        <pc:spChg chg="mod">
          <ac:chgData name="Tiwari, Shravan" userId="4c27891f-95d4-4976-825b-8d72b130123b" providerId="ADAL" clId="{780D3608-A8D3-4263-91AE-C1F7209B5648}" dt="2024-05-31T08:31:50.417" v="2327" actId="1076"/>
          <ac:spMkLst>
            <pc:docMk/>
            <pc:sldMk cId="474156820" sldId="2147470971"/>
            <ac:spMk id="4" creationId="{4F879CF1-1627-90C6-8451-B1BD680C7DC4}"/>
          </ac:spMkLst>
        </pc:spChg>
        <pc:spChg chg="mod">
          <ac:chgData name="Tiwari, Shravan" userId="4c27891f-95d4-4976-825b-8d72b130123b" providerId="ADAL" clId="{780D3608-A8D3-4263-91AE-C1F7209B5648}" dt="2024-05-31T08:03:04.158" v="2084" actId="1076"/>
          <ac:spMkLst>
            <pc:docMk/>
            <pc:sldMk cId="474156820" sldId="2147470971"/>
            <ac:spMk id="5" creationId="{6F0DC44B-191E-E3DB-D61C-54BDB3A84876}"/>
          </ac:spMkLst>
        </pc:spChg>
        <pc:spChg chg="mod">
          <ac:chgData name="Tiwari, Shravan" userId="4c27891f-95d4-4976-825b-8d72b130123b" providerId="ADAL" clId="{780D3608-A8D3-4263-91AE-C1F7209B5648}" dt="2024-05-31T08:03:04.158" v="2084" actId="1076"/>
          <ac:spMkLst>
            <pc:docMk/>
            <pc:sldMk cId="474156820" sldId="2147470971"/>
            <ac:spMk id="15" creationId="{9EEE3830-FC60-0558-13EB-F5847C597475}"/>
          </ac:spMkLst>
        </pc:spChg>
        <pc:spChg chg="mod">
          <ac:chgData name="Tiwari, Shravan" userId="4c27891f-95d4-4976-825b-8d72b130123b" providerId="ADAL" clId="{780D3608-A8D3-4263-91AE-C1F7209B5648}" dt="2024-05-31T08:31:50.618" v="2328" actId="1036"/>
          <ac:spMkLst>
            <pc:docMk/>
            <pc:sldMk cId="474156820" sldId="2147470971"/>
            <ac:spMk id="17" creationId="{8ED0368B-7EDB-8519-5F3F-345A9D60A877}"/>
          </ac:spMkLst>
        </pc:spChg>
        <pc:spChg chg="add mod">
          <ac:chgData name="Tiwari, Shravan" userId="4c27891f-95d4-4976-825b-8d72b130123b" providerId="ADAL" clId="{780D3608-A8D3-4263-91AE-C1F7209B5648}" dt="2024-05-31T08:28:14.535" v="2275" actId="20577"/>
          <ac:spMkLst>
            <pc:docMk/>
            <pc:sldMk cId="474156820" sldId="2147470971"/>
            <ac:spMk id="20" creationId="{BD7C6EEF-90B0-7C09-296B-4DB4CBB1634B}"/>
          </ac:spMkLst>
        </pc:spChg>
        <pc:spChg chg="mod">
          <ac:chgData name="Tiwari, Shravan" userId="4c27891f-95d4-4976-825b-8d72b130123b" providerId="ADAL" clId="{780D3608-A8D3-4263-91AE-C1F7209B5648}" dt="2024-05-31T08:31:51.989" v="2332" actId="1036"/>
          <ac:spMkLst>
            <pc:docMk/>
            <pc:sldMk cId="474156820" sldId="2147470971"/>
            <ac:spMk id="23" creationId="{2A1E4400-8FB0-3B82-6A59-7A39252AE444}"/>
          </ac:spMkLst>
        </pc:spChg>
        <pc:spChg chg="mod">
          <ac:chgData name="Tiwari, Shravan" userId="4c27891f-95d4-4976-825b-8d72b130123b" providerId="ADAL" clId="{780D3608-A8D3-4263-91AE-C1F7209B5648}" dt="2024-05-31T08:31:50.417" v="2327" actId="1076"/>
          <ac:spMkLst>
            <pc:docMk/>
            <pc:sldMk cId="474156820" sldId="2147470971"/>
            <ac:spMk id="25" creationId="{00000000-0000-0000-0000-000000000000}"/>
          </ac:spMkLst>
        </pc:spChg>
        <pc:spChg chg="mod">
          <ac:chgData name="Tiwari, Shravan" userId="4c27891f-95d4-4976-825b-8d72b130123b" providerId="ADAL" clId="{780D3608-A8D3-4263-91AE-C1F7209B5648}" dt="2024-05-31T08:03:04.158" v="2084" actId="1076"/>
          <ac:spMkLst>
            <pc:docMk/>
            <pc:sldMk cId="474156820" sldId="2147470971"/>
            <ac:spMk id="40" creationId="{94C8F757-9972-5B1C-EA9D-9EA292BD0789}"/>
          </ac:spMkLst>
        </pc:spChg>
        <pc:grpChg chg="mod">
          <ac:chgData name="Tiwari, Shravan" userId="4c27891f-95d4-4976-825b-8d72b130123b" providerId="ADAL" clId="{780D3608-A8D3-4263-91AE-C1F7209B5648}" dt="2024-05-31T08:31:51.989" v="2332" actId="1036"/>
          <ac:grpSpMkLst>
            <pc:docMk/>
            <pc:sldMk cId="474156820" sldId="2147470971"/>
            <ac:grpSpMk id="7" creationId="{00000000-0000-0000-0000-000000000000}"/>
          </ac:grpSpMkLst>
        </pc:grpChg>
        <pc:cxnChg chg="add del mod ord">
          <ac:chgData name="Tiwari, Shravan" userId="4c27891f-95d4-4976-825b-8d72b130123b" providerId="ADAL" clId="{780D3608-A8D3-4263-91AE-C1F7209B5648}" dt="2024-05-31T08:31:59.745" v="2342" actId="478"/>
          <ac:cxnSpMkLst>
            <pc:docMk/>
            <pc:sldMk cId="474156820" sldId="2147470971"/>
            <ac:cxnSpMk id="6" creationId="{7479EF5F-0AC4-67ED-FD31-740107A0062E}"/>
          </ac:cxnSpMkLst>
        </pc:cxnChg>
        <pc:cxnChg chg="del mod">
          <ac:chgData name="Tiwari, Shravan" userId="4c27891f-95d4-4976-825b-8d72b130123b" providerId="ADAL" clId="{780D3608-A8D3-4263-91AE-C1F7209B5648}" dt="2024-05-31T08:28:24.624" v="2276" actId="478"/>
          <ac:cxnSpMkLst>
            <pc:docMk/>
            <pc:sldMk cId="474156820" sldId="2147470971"/>
            <ac:cxnSpMk id="9" creationId="{32A3C111-C125-2B9C-CAA5-D071C7D81F15}"/>
          </ac:cxnSpMkLst>
        </pc:cxnChg>
        <pc:cxnChg chg="add del mod">
          <ac:chgData name="Tiwari, Shravan" userId="4c27891f-95d4-4976-825b-8d72b130123b" providerId="ADAL" clId="{780D3608-A8D3-4263-91AE-C1F7209B5648}" dt="2024-05-31T08:32:01.492" v="2345" actId="14100"/>
          <ac:cxnSpMkLst>
            <pc:docMk/>
            <pc:sldMk cId="474156820" sldId="2147470971"/>
            <ac:cxnSpMk id="14" creationId="{9CFEF5EA-5C31-4CCC-B53F-26FE64097E17}"/>
          </ac:cxnSpMkLst>
        </pc:cxnChg>
        <pc:cxnChg chg="add del mod">
          <ac:chgData name="Tiwari, Shravan" userId="4c27891f-95d4-4976-825b-8d72b130123b" providerId="ADAL" clId="{780D3608-A8D3-4263-91AE-C1F7209B5648}" dt="2024-05-31T08:32:00.138" v="2343" actId="14100"/>
          <ac:cxnSpMkLst>
            <pc:docMk/>
            <pc:sldMk cId="474156820" sldId="2147470971"/>
            <ac:cxnSpMk id="18" creationId="{BC123859-E333-5B7E-F210-F82363C61794}"/>
          </ac:cxnSpMkLst>
        </pc:cxnChg>
        <pc:cxnChg chg="add mod">
          <ac:chgData name="Tiwari, Shravan" userId="4c27891f-95d4-4976-825b-8d72b130123b" providerId="ADAL" clId="{780D3608-A8D3-4263-91AE-C1F7209B5648}" dt="2024-05-31T08:31:55.572" v="2338" actId="1035"/>
          <ac:cxnSpMkLst>
            <pc:docMk/>
            <pc:sldMk cId="474156820" sldId="2147470971"/>
            <ac:cxnSpMk id="22" creationId="{A5EE7F11-8F47-3093-2B22-2DC49281B187}"/>
          </ac:cxnSpMkLst>
        </pc:cxnChg>
        <pc:cxnChg chg="add mod">
          <ac:chgData name="Tiwari, Shravan" userId="4c27891f-95d4-4976-825b-8d72b130123b" providerId="ADAL" clId="{780D3608-A8D3-4263-91AE-C1F7209B5648}" dt="2024-05-31T08:31:55.572" v="2338" actId="1035"/>
          <ac:cxnSpMkLst>
            <pc:docMk/>
            <pc:sldMk cId="474156820" sldId="2147470971"/>
            <ac:cxnSpMk id="26" creationId="{74520CF1-6968-8AEC-5F37-337E463A998A}"/>
          </ac:cxnSpMkLst>
        </pc:cxnChg>
        <pc:cxnChg chg="add del mod">
          <ac:chgData name="Tiwari, Shravan" userId="4c27891f-95d4-4976-825b-8d72b130123b" providerId="ADAL" clId="{780D3608-A8D3-4263-91AE-C1F7209B5648}" dt="2024-05-31T08:31:51.989" v="2332" actId="1036"/>
          <ac:cxnSpMkLst>
            <pc:docMk/>
            <pc:sldMk cId="474156820" sldId="2147470971"/>
            <ac:cxnSpMk id="28" creationId="{24651FB2-5394-DA06-EC41-268FCF115D5C}"/>
          </ac:cxnSpMkLst>
        </pc:cxnChg>
        <pc:cxnChg chg="add del mod">
          <ac:chgData name="Tiwari, Shravan" userId="4c27891f-95d4-4976-825b-8d72b130123b" providerId="ADAL" clId="{780D3608-A8D3-4263-91AE-C1F7209B5648}" dt="2024-05-31T08:31:51.580" v="2331" actId="478"/>
          <ac:cxnSpMkLst>
            <pc:docMk/>
            <pc:sldMk cId="474156820" sldId="2147470971"/>
            <ac:cxnSpMk id="30" creationId="{604FEB4A-1979-F840-D79C-8847AE5A1D01}"/>
          </ac:cxnSpMkLst>
        </pc:cxnChg>
        <pc:cxnChg chg="add del mod">
          <ac:chgData name="Tiwari, Shravan" userId="4c27891f-95d4-4976-825b-8d72b130123b" providerId="ADAL" clId="{780D3608-A8D3-4263-91AE-C1F7209B5648}" dt="2024-05-31T08:31:50.942" v="2329" actId="478"/>
          <ac:cxnSpMkLst>
            <pc:docMk/>
            <pc:sldMk cId="474156820" sldId="2147470971"/>
            <ac:cxnSpMk id="32" creationId="{DA67DDC7-B36C-ED85-3611-C63F9A07C9D2}"/>
          </ac:cxnSpMkLst>
        </pc:cxnChg>
        <pc:cxnChg chg="add del mod">
          <ac:chgData name="Tiwari, Shravan" userId="4c27891f-95d4-4976-825b-8d72b130123b" providerId="ADAL" clId="{780D3608-A8D3-4263-91AE-C1F7209B5648}" dt="2024-05-31T08:31:59.029" v="2341" actId="11529"/>
          <ac:cxnSpMkLst>
            <pc:docMk/>
            <pc:sldMk cId="474156820" sldId="2147470971"/>
            <ac:cxnSpMk id="34" creationId="{AC425AEA-F03F-EAFD-84FD-6E0B01031DBD}"/>
          </ac:cxnSpMkLst>
        </pc:cxnChg>
        <pc:cxnChg chg="add del mod">
          <ac:chgData name="Tiwari, Shravan" userId="4c27891f-95d4-4976-825b-8d72b130123b" providerId="ADAL" clId="{780D3608-A8D3-4263-91AE-C1F7209B5648}" dt="2024-05-31T08:31:57.396" v="2339" actId="11529"/>
          <ac:cxnSpMkLst>
            <pc:docMk/>
            <pc:sldMk cId="474156820" sldId="2147470971"/>
            <ac:cxnSpMk id="36" creationId="{12B493B0-9DB7-3A48-7989-93E0B57BBA52}"/>
          </ac:cxnSpMkLst>
        </pc:cxnChg>
        <pc:cxnChg chg="add del mod">
          <ac:chgData name="Tiwari, Shravan" userId="4c27891f-95d4-4976-825b-8d72b130123b" providerId="ADAL" clId="{780D3608-A8D3-4263-91AE-C1F7209B5648}" dt="2024-05-31T08:31:53.007" v="2334" actId="11529"/>
          <ac:cxnSpMkLst>
            <pc:docMk/>
            <pc:sldMk cId="474156820" sldId="2147470971"/>
            <ac:cxnSpMk id="39" creationId="{19A60418-C8C4-84D4-D2FF-C09D0FC9729C}"/>
          </ac:cxnSpMkLst>
        </pc:cxnChg>
        <pc:cxnChg chg="mod">
          <ac:chgData name="Tiwari, Shravan" userId="4c27891f-95d4-4976-825b-8d72b130123b" providerId="ADAL" clId="{780D3608-A8D3-4263-91AE-C1F7209B5648}" dt="2024-05-31T08:31:50.417" v="2327" actId="1076"/>
          <ac:cxnSpMkLst>
            <pc:docMk/>
            <pc:sldMk cId="474156820" sldId="2147470971"/>
            <ac:cxnSpMk id="43" creationId="{B97F7783-F239-FD3D-1164-0263355FBDD9}"/>
          </ac:cxnSpMkLst>
        </pc:cxnChg>
      </pc:sldChg>
      <pc:sldChg chg="mod ord modShow">
        <pc:chgData name="Tiwari, Shravan" userId="4c27891f-95d4-4976-825b-8d72b130123b" providerId="ADAL" clId="{780D3608-A8D3-4263-91AE-C1F7209B5648}" dt="2024-05-31T03:13:30.876" v="38"/>
        <pc:sldMkLst>
          <pc:docMk/>
          <pc:sldMk cId="3871844161" sldId="2147470972"/>
        </pc:sldMkLst>
      </pc:sldChg>
      <pc:sldChg chg="modSp mod">
        <pc:chgData name="Tiwari, Shravan" userId="4c27891f-95d4-4976-825b-8d72b130123b" providerId="ADAL" clId="{780D3608-A8D3-4263-91AE-C1F7209B5648}" dt="2024-05-31T07:02:12.648" v="755" actId="14100"/>
        <pc:sldMkLst>
          <pc:docMk/>
          <pc:sldMk cId="1991961777" sldId="2147470982"/>
        </pc:sldMkLst>
        <pc:spChg chg="mod">
          <ac:chgData name="Tiwari, Shravan" userId="4c27891f-95d4-4976-825b-8d72b130123b" providerId="ADAL" clId="{780D3608-A8D3-4263-91AE-C1F7209B5648}" dt="2024-05-31T07:02:12.648" v="755" actId="14100"/>
          <ac:spMkLst>
            <pc:docMk/>
            <pc:sldMk cId="1991961777" sldId="2147470982"/>
            <ac:spMk id="3" creationId="{C95C2F37-9656-EF70-1268-9FBDC5194299}"/>
          </ac:spMkLst>
        </pc:spChg>
      </pc:sldChg>
      <pc:sldChg chg="modSp mod">
        <pc:chgData name="Tiwari, Shravan" userId="4c27891f-95d4-4976-825b-8d72b130123b" providerId="ADAL" clId="{780D3608-A8D3-4263-91AE-C1F7209B5648}" dt="2024-05-31T07:03:36.680" v="783" actId="403"/>
        <pc:sldMkLst>
          <pc:docMk/>
          <pc:sldMk cId="770146690" sldId="2147470983"/>
        </pc:sldMkLst>
        <pc:spChg chg="mod">
          <ac:chgData name="Tiwari, Shravan" userId="4c27891f-95d4-4976-825b-8d72b130123b" providerId="ADAL" clId="{780D3608-A8D3-4263-91AE-C1F7209B5648}" dt="2024-05-31T07:03:36.680" v="783" actId="403"/>
          <ac:spMkLst>
            <pc:docMk/>
            <pc:sldMk cId="770146690" sldId="2147470983"/>
            <ac:spMk id="2" creationId="{F391410C-BE20-4D24-1AD7-97E59F733BD5}"/>
          </ac:spMkLst>
        </pc:spChg>
      </pc:sldChg>
      <pc:sldChg chg="modSp mod">
        <pc:chgData name="Tiwari, Shravan" userId="4c27891f-95d4-4976-825b-8d72b130123b" providerId="ADAL" clId="{780D3608-A8D3-4263-91AE-C1F7209B5648}" dt="2024-05-31T07:01:35.362" v="751" actId="14100"/>
        <pc:sldMkLst>
          <pc:docMk/>
          <pc:sldMk cId="3087313422" sldId="2147470984"/>
        </pc:sldMkLst>
        <pc:spChg chg="mod">
          <ac:chgData name="Tiwari, Shravan" userId="4c27891f-95d4-4976-825b-8d72b130123b" providerId="ADAL" clId="{780D3608-A8D3-4263-91AE-C1F7209B5648}" dt="2024-05-31T07:01:35.362" v="751" actId="14100"/>
          <ac:spMkLst>
            <pc:docMk/>
            <pc:sldMk cId="3087313422" sldId="2147470984"/>
            <ac:spMk id="6" creationId="{2FAAA10E-7187-7A79-17EC-4210EE32603B}"/>
          </ac:spMkLst>
        </pc:spChg>
      </pc:sldChg>
      <pc:sldChg chg="addSp modSp mod">
        <pc:chgData name="Tiwari, Shravan" userId="4c27891f-95d4-4976-825b-8d72b130123b" providerId="ADAL" clId="{780D3608-A8D3-4263-91AE-C1F7209B5648}" dt="2024-05-31T08:23:34.355" v="2158" actId="12"/>
        <pc:sldMkLst>
          <pc:docMk/>
          <pc:sldMk cId="2494671928" sldId="2147470985"/>
        </pc:sldMkLst>
        <pc:spChg chg="mod">
          <ac:chgData name="Tiwari, Shravan" userId="4c27891f-95d4-4976-825b-8d72b130123b" providerId="ADAL" clId="{780D3608-A8D3-4263-91AE-C1F7209B5648}" dt="2024-05-31T06:48:22.006" v="578" actId="6549"/>
          <ac:spMkLst>
            <pc:docMk/>
            <pc:sldMk cId="2494671928" sldId="2147470985"/>
            <ac:spMk id="2" creationId="{F53F8B23-BB9F-7607-1263-3FC9E41226EE}"/>
          </ac:spMkLst>
        </pc:spChg>
        <pc:spChg chg="add mod">
          <ac:chgData name="Tiwari, Shravan" userId="4c27891f-95d4-4976-825b-8d72b130123b" providerId="ADAL" clId="{780D3608-A8D3-4263-91AE-C1F7209B5648}" dt="2024-05-31T08:23:34.355" v="2158" actId="12"/>
          <ac:spMkLst>
            <pc:docMk/>
            <pc:sldMk cId="2494671928" sldId="2147470985"/>
            <ac:spMk id="5" creationId="{FD3FDDF9-2ED9-4282-7444-591D69DD095C}"/>
          </ac:spMkLst>
        </pc:spChg>
        <pc:graphicFrameChg chg="mod modGraphic">
          <ac:chgData name="Tiwari, Shravan" userId="4c27891f-95d4-4976-825b-8d72b130123b" providerId="ADAL" clId="{780D3608-A8D3-4263-91AE-C1F7209B5648}" dt="2024-05-31T08:20:54.608" v="2137"/>
          <ac:graphicFrameMkLst>
            <pc:docMk/>
            <pc:sldMk cId="2494671928" sldId="2147470985"/>
            <ac:graphicFrameMk id="4" creationId="{1D3E1B60-69AA-E663-E7ED-1F3A46F04B81}"/>
          </ac:graphicFrameMkLst>
        </pc:graphicFrameChg>
      </pc:sldChg>
      <pc:sldChg chg="modSp mod ord modShow modNotesTx">
        <pc:chgData name="Tiwari, Shravan" userId="4c27891f-95d4-4976-825b-8d72b130123b" providerId="ADAL" clId="{780D3608-A8D3-4263-91AE-C1F7209B5648}" dt="2024-05-31T07:47:02.250" v="1579"/>
        <pc:sldMkLst>
          <pc:docMk/>
          <pc:sldMk cId="0" sldId="2147470986"/>
        </pc:sldMkLst>
        <pc:spChg chg="mod">
          <ac:chgData name="Tiwari, Shravan" userId="4c27891f-95d4-4976-825b-8d72b130123b" providerId="ADAL" clId="{780D3608-A8D3-4263-91AE-C1F7209B5648}" dt="2024-05-31T03:43:50.030" v="194" actId="5793"/>
          <ac:spMkLst>
            <pc:docMk/>
            <pc:sldMk cId="0" sldId="2147470986"/>
            <ac:spMk id="7" creationId="{00000000-0000-0000-0000-000000000000}"/>
          </ac:spMkLst>
        </pc:spChg>
      </pc:sldChg>
      <pc:sldChg chg="modSp mod ord modShow">
        <pc:chgData name="Tiwari, Shravan" userId="4c27891f-95d4-4976-825b-8d72b130123b" providerId="ADAL" clId="{780D3608-A8D3-4263-91AE-C1F7209B5648}" dt="2024-05-31T08:32:26.975" v="2347" actId="729"/>
        <pc:sldMkLst>
          <pc:docMk/>
          <pc:sldMk cId="4227875535" sldId="2147470987"/>
        </pc:sldMkLst>
        <pc:spChg chg="mod">
          <ac:chgData name="Tiwari, Shravan" userId="4c27891f-95d4-4976-825b-8d72b130123b" providerId="ADAL" clId="{780D3608-A8D3-4263-91AE-C1F7209B5648}" dt="2024-05-31T07:19:37.405" v="1131" actId="20577"/>
          <ac:spMkLst>
            <pc:docMk/>
            <pc:sldMk cId="4227875535" sldId="2147470987"/>
            <ac:spMk id="2" creationId="{00000000-0000-0000-0000-000000000000}"/>
          </ac:spMkLst>
        </pc:spChg>
        <pc:picChg chg="mod">
          <ac:chgData name="Tiwari, Shravan" userId="4c27891f-95d4-4976-825b-8d72b130123b" providerId="ADAL" clId="{780D3608-A8D3-4263-91AE-C1F7209B5648}" dt="2024-05-31T06:50:07.415" v="604" actId="1036"/>
          <ac:picMkLst>
            <pc:docMk/>
            <pc:sldMk cId="4227875535" sldId="2147470987"/>
            <ac:picMk id="4" creationId="{E7CA3599-21EA-5A3F-D516-035AA6352574}"/>
          </ac:picMkLst>
        </pc:picChg>
      </pc:sldChg>
      <pc:sldChg chg="modSp mod">
        <pc:chgData name="Tiwari, Shravan" userId="4c27891f-95d4-4976-825b-8d72b130123b" providerId="ADAL" clId="{780D3608-A8D3-4263-91AE-C1F7209B5648}" dt="2024-05-31T03:21:52.228" v="46" actId="120"/>
        <pc:sldMkLst>
          <pc:docMk/>
          <pc:sldMk cId="0" sldId="2147470990"/>
        </pc:sldMkLst>
        <pc:graphicFrameChg chg="modGraphic">
          <ac:chgData name="Tiwari, Shravan" userId="4c27891f-95d4-4976-825b-8d72b130123b" providerId="ADAL" clId="{780D3608-A8D3-4263-91AE-C1F7209B5648}" dt="2024-05-31T03:21:52.228" v="46" actId="120"/>
          <ac:graphicFrameMkLst>
            <pc:docMk/>
            <pc:sldMk cId="0" sldId="2147470990"/>
            <ac:graphicFrameMk id="9" creationId="{00000000-0000-0000-0000-000000000000}"/>
          </ac:graphicFrameMkLst>
        </pc:graphicFrameChg>
      </pc:sldChg>
      <pc:sldChg chg="modSp mod">
        <pc:chgData name="Tiwari, Shravan" userId="4c27891f-95d4-4976-825b-8d72b130123b" providerId="ADAL" clId="{780D3608-A8D3-4263-91AE-C1F7209B5648}" dt="2024-05-31T07:18:10.951" v="1119" actId="2711"/>
        <pc:sldMkLst>
          <pc:docMk/>
          <pc:sldMk cId="0" sldId="2147470993"/>
        </pc:sldMkLst>
        <pc:spChg chg="mod">
          <ac:chgData name="Tiwari, Shravan" userId="4c27891f-95d4-4976-825b-8d72b130123b" providerId="ADAL" clId="{780D3608-A8D3-4263-91AE-C1F7209B5648}" dt="2024-05-31T06:50:42.796" v="617" actId="14100"/>
          <ac:spMkLst>
            <pc:docMk/>
            <pc:sldMk cId="0" sldId="2147470993"/>
            <ac:spMk id="13" creationId="{00000000-0000-0000-0000-000000000000}"/>
          </ac:spMkLst>
        </pc:spChg>
        <pc:spChg chg="mod">
          <ac:chgData name="Tiwari, Shravan" userId="4c27891f-95d4-4976-825b-8d72b130123b" providerId="ADAL" clId="{780D3608-A8D3-4263-91AE-C1F7209B5648}" dt="2024-05-31T06:50:42.340" v="616" actId="14100"/>
          <ac:spMkLst>
            <pc:docMk/>
            <pc:sldMk cId="0" sldId="2147470993"/>
            <ac:spMk id="14" creationId="{00000000-0000-0000-0000-000000000000}"/>
          </ac:spMkLst>
        </pc:spChg>
        <pc:spChg chg="mod">
          <ac:chgData name="Tiwari, Shravan" userId="4c27891f-95d4-4976-825b-8d72b130123b" providerId="ADAL" clId="{780D3608-A8D3-4263-91AE-C1F7209B5648}" dt="2024-05-31T03:04:31.476" v="21" actId="14100"/>
          <ac:spMkLst>
            <pc:docMk/>
            <pc:sldMk cId="0" sldId="2147470993"/>
            <ac:spMk id="22" creationId="{00000000-0000-0000-0000-000000000000}"/>
          </ac:spMkLst>
        </pc:spChg>
        <pc:spChg chg="mod">
          <ac:chgData name="Tiwari, Shravan" userId="4c27891f-95d4-4976-825b-8d72b130123b" providerId="ADAL" clId="{780D3608-A8D3-4263-91AE-C1F7209B5648}" dt="2024-05-31T07:18:10.951" v="1119" actId="2711"/>
          <ac:spMkLst>
            <pc:docMk/>
            <pc:sldMk cId="0" sldId="2147470993"/>
            <ac:spMk id="28" creationId="{608AE0AC-42E5-DC8C-E52D-91893E7014E8}"/>
          </ac:spMkLst>
        </pc:spChg>
        <pc:spChg chg="mod">
          <ac:chgData name="Tiwari, Shravan" userId="4c27891f-95d4-4976-825b-8d72b130123b" providerId="ADAL" clId="{780D3608-A8D3-4263-91AE-C1F7209B5648}" dt="2024-05-31T07:18:10.951" v="1119" actId="2711"/>
          <ac:spMkLst>
            <pc:docMk/>
            <pc:sldMk cId="0" sldId="2147470993"/>
            <ac:spMk id="30" creationId="{1D537793-57F1-5933-A6C1-CBD8CB4D3DC2}"/>
          </ac:spMkLst>
        </pc:spChg>
        <pc:spChg chg="mod">
          <ac:chgData name="Tiwari, Shravan" userId="4c27891f-95d4-4976-825b-8d72b130123b" providerId="ADAL" clId="{780D3608-A8D3-4263-91AE-C1F7209B5648}" dt="2024-05-31T07:18:10.951" v="1119" actId="2711"/>
          <ac:spMkLst>
            <pc:docMk/>
            <pc:sldMk cId="0" sldId="2147470993"/>
            <ac:spMk id="39" creationId="{EC6F6217-80F7-D140-0F18-669DC11FCCAF}"/>
          </ac:spMkLst>
        </pc:spChg>
        <pc:spChg chg="mod">
          <ac:chgData name="Tiwari, Shravan" userId="4c27891f-95d4-4976-825b-8d72b130123b" providerId="ADAL" clId="{780D3608-A8D3-4263-91AE-C1F7209B5648}" dt="2024-05-31T07:18:10.951" v="1119" actId="2711"/>
          <ac:spMkLst>
            <pc:docMk/>
            <pc:sldMk cId="0" sldId="2147470993"/>
            <ac:spMk id="40" creationId="{00000000-0000-0000-0000-000000000000}"/>
          </ac:spMkLst>
        </pc:spChg>
        <pc:spChg chg="mod">
          <ac:chgData name="Tiwari, Shravan" userId="4c27891f-95d4-4976-825b-8d72b130123b" providerId="ADAL" clId="{780D3608-A8D3-4263-91AE-C1F7209B5648}" dt="2024-05-31T07:18:10.951" v="1119" actId="2711"/>
          <ac:spMkLst>
            <pc:docMk/>
            <pc:sldMk cId="0" sldId="2147470993"/>
            <ac:spMk id="42" creationId="{00000000-0000-0000-0000-000000000000}"/>
          </ac:spMkLst>
        </pc:spChg>
        <pc:spChg chg="mod">
          <ac:chgData name="Tiwari, Shravan" userId="4c27891f-95d4-4976-825b-8d72b130123b" providerId="ADAL" clId="{780D3608-A8D3-4263-91AE-C1F7209B5648}" dt="2024-05-31T07:18:10.951" v="1119" actId="2711"/>
          <ac:spMkLst>
            <pc:docMk/>
            <pc:sldMk cId="0" sldId="2147470993"/>
            <ac:spMk id="43" creationId="{00000000-0000-0000-0000-000000000000}"/>
          </ac:spMkLst>
        </pc:spChg>
        <pc:spChg chg="mod">
          <ac:chgData name="Tiwari, Shravan" userId="4c27891f-95d4-4976-825b-8d72b130123b" providerId="ADAL" clId="{780D3608-A8D3-4263-91AE-C1F7209B5648}" dt="2024-05-31T07:18:10.951" v="1119" actId="2711"/>
          <ac:spMkLst>
            <pc:docMk/>
            <pc:sldMk cId="0" sldId="2147470993"/>
            <ac:spMk id="44" creationId="{00000000-0000-0000-0000-000000000000}"/>
          </ac:spMkLst>
        </pc:spChg>
        <pc:spChg chg="mod">
          <ac:chgData name="Tiwari, Shravan" userId="4c27891f-95d4-4976-825b-8d72b130123b" providerId="ADAL" clId="{780D3608-A8D3-4263-91AE-C1F7209B5648}" dt="2024-05-31T07:18:10.951" v="1119" actId="2711"/>
          <ac:spMkLst>
            <pc:docMk/>
            <pc:sldMk cId="0" sldId="2147470993"/>
            <ac:spMk id="46" creationId="{00000000-0000-0000-0000-000000000000}"/>
          </ac:spMkLst>
        </pc:spChg>
        <pc:spChg chg="mod">
          <ac:chgData name="Tiwari, Shravan" userId="4c27891f-95d4-4976-825b-8d72b130123b" providerId="ADAL" clId="{780D3608-A8D3-4263-91AE-C1F7209B5648}" dt="2024-05-31T07:18:10.951" v="1119" actId="2711"/>
          <ac:spMkLst>
            <pc:docMk/>
            <pc:sldMk cId="0" sldId="2147470993"/>
            <ac:spMk id="48" creationId="{00000000-0000-0000-0000-000000000000}"/>
          </ac:spMkLst>
        </pc:spChg>
        <pc:spChg chg="mod">
          <ac:chgData name="Tiwari, Shravan" userId="4c27891f-95d4-4976-825b-8d72b130123b" providerId="ADAL" clId="{780D3608-A8D3-4263-91AE-C1F7209B5648}" dt="2024-05-31T06:50:21.928" v="613" actId="1035"/>
          <ac:spMkLst>
            <pc:docMk/>
            <pc:sldMk cId="0" sldId="2147470993"/>
            <ac:spMk id="55" creationId="{18C4B46A-DA30-4997-2406-13DFEA6AD7F0}"/>
          </ac:spMkLst>
        </pc:spChg>
      </pc:sldChg>
      <pc:sldChg chg="modSp mod">
        <pc:chgData name="Tiwari, Shravan" userId="4c27891f-95d4-4976-825b-8d72b130123b" providerId="ADAL" clId="{780D3608-A8D3-4263-91AE-C1F7209B5648}" dt="2024-05-31T07:55:02.396" v="2034" actId="20577"/>
        <pc:sldMkLst>
          <pc:docMk/>
          <pc:sldMk cId="3093368188" sldId="2147470994"/>
        </pc:sldMkLst>
        <pc:graphicFrameChg chg="mod modGraphic">
          <ac:chgData name="Tiwari, Shravan" userId="4c27891f-95d4-4976-825b-8d72b130123b" providerId="ADAL" clId="{780D3608-A8D3-4263-91AE-C1F7209B5648}" dt="2024-05-31T07:55:02.396" v="2034" actId="20577"/>
          <ac:graphicFrameMkLst>
            <pc:docMk/>
            <pc:sldMk cId="3093368188" sldId="2147470994"/>
            <ac:graphicFrameMk id="5" creationId="{00000000-0000-0000-0000-000000000000}"/>
          </ac:graphicFrameMkLst>
        </pc:graphicFrameChg>
      </pc:sldChg>
      <pc:sldChg chg="modSp mod">
        <pc:chgData name="Tiwari, Shravan" userId="4c27891f-95d4-4976-825b-8d72b130123b" providerId="ADAL" clId="{780D3608-A8D3-4263-91AE-C1F7209B5648}" dt="2024-05-31T06:58:53.551" v="732" actId="2711"/>
        <pc:sldMkLst>
          <pc:docMk/>
          <pc:sldMk cId="1207852280" sldId="2147470995"/>
        </pc:sldMkLst>
        <pc:spChg chg="mod">
          <ac:chgData name="Tiwari, Shravan" userId="4c27891f-95d4-4976-825b-8d72b130123b" providerId="ADAL" clId="{780D3608-A8D3-4263-91AE-C1F7209B5648}" dt="2024-05-31T06:58:53.551" v="732" actId="2711"/>
          <ac:spMkLst>
            <pc:docMk/>
            <pc:sldMk cId="1207852280" sldId="2147470995"/>
            <ac:spMk id="5" creationId="{AF378696-8C61-42F5-98E1-83C006AA8E24}"/>
          </ac:spMkLst>
        </pc:spChg>
      </pc:sldChg>
      <pc:sldChg chg="modSp mod">
        <pc:chgData name="Tiwari, Shravan" userId="4c27891f-95d4-4976-825b-8d72b130123b" providerId="ADAL" clId="{780D3608-A8D3-4263-91AE-C1F7209B5648}" dt="2024-05-31T06:59:12.955" v="733" actId="14100"/>
        <pc:sldMkLst>
          <pc:docMk/>
          <pc:sldMk cId="2712077353" sldId="2147470996"/>
        </pc:sldMkLst>
        <pc:spChg chg="mod">
          <ac:chgData name="Tiwari, Shravan" userId="4c27891f-95d4-4976-825b-8d72b130123b" providerId="ADAL" clId="{780D3608-A8D3-4263-91AE-C1F7209B5648}" dt="2024-05-31T06:59:12.955" v="733" actId="14100"/>
          <ac:spMkLst>
            <pc:docMk/>
            <pc:sldMk cId="2712077353" sldId="2147470996"/>
            <ac:spMk id="3" creationId="{7E02D030-A3A3-A80D-C87E-E524D68D718D}"/>
          </ac:spMkLst>
        </pc:spChg>
      </pc:sldChg>
      <pc:sldChg chg="modSp mod">
        <pc:chgData name="Tiwari, Shravan" userId="4c27891f-95d4-4976-825b-8d72b130123b" providerId="ADAL" clId="{780D3608-A8D3-4263-91AE-C1F7209B5648}" dt="2024-05-31T08:19:01.913" v="2128" actId="1036"/>
        <pc:sldMkLst>
          <pc:docMk/>
          <pc:sldMk cId="1777637085" sldId="2147470998"/>
        </pc:sldMkLst>
        <pc:spChg chg="mod">
          <ac:chgData name="Tiwari, Shravan" userId="4c27891f-95d4-4976-825b-8d72b130123b" providerId="ADAL" clId="{780D3608-A8D3-4263-91AE-C1F7209B5648}" dt="2024-05-31T07:00:17.939" v="740" actId="113"/>
          <ac:spMkLst>
            <pc:docMk/>
            <pc:sldMk cId="1777637085" sldId="2147470998"/>
            <ac:spMk id="2" creationId="{DDB837FD-96D3-9ECA-F612-498EE88774DE}"/>
          </ac:spMkLst>
        </pc:spChg>
        <pc:graphicFrameChg chg="mod modGraphic">
          <ac:chgData name="Tiwari, Shravan" userId="4c27891f-95d4-4976-825b-8d72b130123b" providerId="ADAL" clId="{780D3608-A8D3-4263-91AE-C1F7209B5648}" dt="2024-05-31T08:19:01.913" v="2128" actId="1036"/>
          <ac:graphicFrameMkLst>
            <pc:docMk/>
            <pc:sldMk cId="1777637085" sldId="2147470998"/>
            <ac:graphicFrameMk id="4" creationId="{FED1E293-AF5C-50D1-F7B4-2185B8A0C771}"/>
          </ac:graphicFrameMkLst>
        </pc:graphicFrameChg>
      </pc:sldChg>
      <pc:sldChg chg="modSp mod">
        <pc:chgData name="Tiwari, Shravan" userId="4c27891f-95d4-4976-825b-8d72b130123b" providerId="ADAL" clId="{780D3608-A8D3-4263-91AE-C1F7209B5648}" dt="2024-05-31T08:19:15.927" v="2130" actId="14734"/>
        <pc:sldMkLst>
          <pc:docMk/>
          <pc:sldMk cId="338564591" sldId="2147470999"/>
        </pc:sldMkLst>
        <pc:spChg chg="mod">
          <ac:chgData name="Tiwari, Shravan" userId="4c27891f-95d4-4976-825b-8d72b130123b" providerId="ADAL" clId="{780D3608-A8D3-4263-91AE-C1F7209B5648}" dt="2024-05-31T07:00:04.100" v="738" actId="404"/>
          <ac:spMkLst>
            <pc:docMk/>
            <pc:sldMk cId="338564591" sldId="2147470999"/>
            <ac:spMk id="3" creationId="{858986A2-10DA-5E6D-C3B2-301F9907C731}"/>
          </ac:spMkLst>
        </pc:spChg>
        <pc:graphicFrameChg chg="mod modGraphic">
          <ac:chgData name="Tiwari, Shravan" userId="4c27891f-95d4-4976-825b-8d72b130123b" providerId="ADAL" clId="{780D3608-A8D3-4263-91AE-C1F7209B5648}" dt="2024-05-31T08:19:15.927" v="2130" actId="14734"/>
          <ac:graphicFrameMkLst>
            <pc:docMk/>
            <pc:sldMk cId="338564591" sldId="2147470999"/>
            <ac:graphicFrameMk id="2" creationId="{55B09DAF-9E2E-7B1B-56F7-16B25FB314D2}"/>
          </ac:graphicFrameMkLst>
        </pc:graphicFrameChg>
        <pc:graphicFrameChg chg="mod modGraphic">
          <ac:chgData name="Tiwari, Shravan" userId="4c27891f-95d4-4976-825b-8d72b130123b" providerId="ADAL" clId="{780D3608-A8D3-4263-91AE-C1F7209B5648}" dt="2024-05-31T08:19:11.142" v="2129" actId="14734"/>
          <ac:graphicFrameMkLst>
            <pc:docMk/>
            <pc:sldMk cId="338564591" sldId="2147470999"/>
            <ac:graphicFrameMk id="4" creationId="{FED1E293-AF5C-50D1-F7B4-2185B8A0C771}"/>
          </ac:graphicFrameMkLst>
        </pc:graphicFrameChg>
      </pc:sldChg>
      <pc:sldChg chg="modSp add mod modNotesTx">
        <pc:chgData name="Tiwari, Shravan" userId="4c27891f-95d4-4976-825b-8d72b130123b" providerId="ADAL" clId="{780D3608-A8D3-4263-91AE-C1F7209B5648}" dt="2024-05-31T03:41:37.230" v="191" actId="20577"/>
        <pc:sldMkLst>
          <pc:docMk/>
          <pc:sldMk cId="952140705" sldId="2147471002"/>
        </pc:sldMkLst>
        <pc:spChg chg="mod">
          <ac:chgData name="Tiwari, Shravan" userId="4c27891f-95d4-4976-825b-8d72b130123b" providerId="ADAL" clId="{780D3608-A8D3-4263-91AE-C1F7209B5648}" dt="2024-05-31T03:03:42.165" v="20" actId="20577"/>
          <ac:spMkLst>
            <pc:docMk/>
            <pc:sldMk cId="952140705" sldId="2147471002"/>
            <ac:spMk id="3" creationId="{BA83EAB9-6D4A-A657-B316-0CA04CD6AE81}"/>
          </ac:spMkLst>
        </pc:spChg>
      </pc:sldChg>
      <pc:sldChg chg="addSp delSp modSp add del mod">
        <pc:chgData name="Tiwari, Shravan" userId="4c27891f-95d4-4976-825b-8d72b130123b" providerId="ADAL" clId="{780D3608-A8D3-4263-91AE-C1F7209B5648}" dt="2024-05-31T07:31:34.099" v="1365" actId="47"/>
        <pc:sldMkLst>
          <pc:docMk/>
          <pc:sldMk cId="4021230726" sldId="2147471003"/>
        </pc:sldMkLst>
        <pc:spChg chg="mod">
          <ac:chgData name="Tiwari, Shravan" userId="4c27891f-95d4-4976-825b-8d72b130123b" providerId="ADAL" clId="{780D3608-A8D3-4263-91AE-C1F7209B5648}" dt="2024-05-31T03:46:05.499" v="219" actId="20577"/>
          <ac:spMkLst>
            <pc:docMk/>
            <pc:sldMk cId="4021230726" sldId="2147471003"/>
            <ac:spMk id="6" creationId="{00000000-0000-0000-0000-000000000000}"/>
          </ac:spMkLst>
        </pc:spChg>
        <pc:spChg chg="del">
          <ac:chgData name="Tiwari, Shravan" userId="4c27891f-95d4-4976-825b-8d72b130123b" providerId="ADAL" clId="{780D3608-A8D3-4263-91AE-C1F7209B5648}" dt="2024-05-31T03:45:31.288" v="195" actId="478"/>
          <ac:spMkLst>
            <pc:docMk/>
            <pc:sldMk cId="4021230726" sldId="2147471003"/>
            <ac:spMk id="7" creationId="{00000000-0000-0000-0000-000000000000}"/>
          </ac:spMkLst>
        </pc:spChg>
        <pc:graphicFrameChg chg="add mod modGraphic">
          <ac:chgData name="Tiwari, Shravan" userId="4c27891f-95d4-4976-825b-8d72b130123b" providerId="ADAL" clId="{780D3608-A8D3-4263-91AE-C1F7209B5648}" dt="2024-05-31T07:30:48.202" v="1362" actId="14100"/>
          <ac:graphicFrameMkLst>
            <pc:docMk/>
            <pc:sldMk cId="4021230726" sldId="2147471003"/>
            <ac:graphicFrameMk id="2" creationId="{00EDEA05-29B5-4094-4839-A15CBE718E16}"/>
          </ac:graphicFrameMkLst>
        </pc:graphicFrameChg>
        <pc:picChg chg="del mod">
          <ac:chgData name="Tiwari, Shravan" userId="4c27891f-95d4-4976-825b-8d72b130123b" providerId="ADAL" clId="{780D3608-A8D3-4263-91AE-C1F7209B5648}" dt="2024-05-31T03:45:49.837" v="200" actId="478"/>
          <ac:picMkLst>
            <pc:docMk/>
            <pc:sldMk cId="4021230726" sldId="2147471003"/>
            <ac:picMk id="11" creationId="{A3208262-6E56-AFE4-FC41-E2671B7B19C0}"/>
          </ac:picMkLst>
        </pc:picChg>
      </pc:sldChg>
      <pc:sldChg chg="modSp add mod">
        <pc:chgData name="Tiwari, Shravan" userId="4c27891f-95d4-4976-825b-8d72b130123b" providerId="ADAL" clId="{780D3608-A8D3-4263-91AE-C1F7209B5648}" dt="2024-05-31T07:46:32.410" v="1576" actId="122"/>
        <pc:sldMkLst>
          <pc:docMk/>
          <pc:sldMk cId="3741248778" sldId="2147471004"/>
        </pc:sldMkLst>
        <pc:graphicFrameChg chg="mod modGraphic">
          <ac:chgData name="Tiwari, Shravan" userId="4c27891f-95d4-4976-825b-8d72b130123b" providerId="ADAL" clId="{780D3608-A8D3-4263-91AE-C1F7209B5648}" dt="2024-05-31T07:46:32.410" v="1576" actId="122"/>
          <ac:graphicFrameMkLst>
            <pc:docMk/>
            <pc:sldMk cId="3741248778" sldId="2147471004"/>
            <ac:graphicFrameMk id="2" creationId="{00EDEA05-29B5-4094-4839-A15CBE718E16}"/>
          </ac:graphicFrameMkLst>
        </pc:graphicFrameChg>
      </pc:sldChg>
      <pc:sldChg chg="addSp delSp modSp add mod ord">
        <pc:chgData name="Tiwari, Shravan" userId="4c27891f-95d4-4976-825b-8d72b130123b" providerId="ADAL" clId="{780D3608-A8D3-4263-91AE-C1F7209B5648}" dt="2024-05-31T09:11:41.688" v="2895" actId="20577"/>
        <pc:sldMkLst>
          <pc:docMk/>
          <pc:sldMk cId="1449044252" sldId="2147471005"/>
        </pc:sldMkLst>
        <pc:spChg chg="mod">
          <ac:chgData name="Tiwari, Shravan" userId="4c27891f-95d4-4976-825b-8d72b130123b" providerId="ADAL" clId="{780D3608-A8D3-4263-91AE-C1F7209B5648}" dt="2024-05-31T09:11:41.688" v="2895" actId="20577"/>
          <ac:spMkLst>
            <pc:docMk/>
            <pc:sldMk cId="1449044252" sldId="2147471005"/>
            <ac:spMk id="3" creationId="{D3CF698F-3C73-8C54-0CD7-E7C3228E8278}"/>
          </ac:spMkLst>
        </pc:spChg>
        <pc:spChg chg="mod">
          <ac:chgData name="Tiwari, Shravan" userId="4c27891f-95d4-4976-825b-8d72b130123b" providerId="ADAL" clId="{780D3608-A8D3-4263-91AE-C1F7209B5648}" dt="2024-05-31T09:07:40.256" v="2781" actId="1036"/>
          <ac:spMkLst>
            <pc:docMk/>
            <pc:sldMk cId="1449044252" sldId="2147471005"/>
            <ac:spMk id="4" creationId="{4F879CF1-1627-90C6-8451-B1BD680C7DC4}"/>
          </ac:spMkLst>
        </pc:spChg>
        <pc:spChg chg="mod">
          <ac:chgData name="Tiwari, Shravan" userId="4c27891f-95d4-4976-825b-8d72b130123b" providerId="ADAL" clId="{780D3608-A8D3-4263-91AE-C1F7209B5648}" dt="2024-05-31T09:08:39.926" v="2846" actId="1036"/>
          <ac:spMkLst>
            <pc:docMk/>
            <pc:sldMk cId="1449044252" sldId="2147471005"/>
            <ac:spMk id="5" creationId="{6F0DC44B-191E-E3DB-D61C-54BDB3A84876}"/>
          </ac:spMkLst>
        </pc:spChg>
        <pc:spChg chg="mod topLvl">
          <ac:chgData name="Tiwari, Shravan" userId="4c27891f-95d4-4976-825b-8d72b130123b" providerId="ADAL" clId="{780D3608-A8D3-4263-91AE-C1F7209B5648}" dt="2024-05-31T08:54:06.351" v="2599" actId="20577"/>
          <ac:spMkLst>
            <pc:docMk/>
            <pc:sldMk cId="1449044252" sldId="2147471005"/>
            <ac:spMk id="11" creationId="{00000000-0000-0000-0000-000000000000}"/>
          </ac:spMkLst>
        </pc:spChg>
        <pc:spChg chg="mod topLvl">
          <ac:chgData name="Tiwari, Shravan" userId="4c27891f-95d4-4976-825b-8d72b130123b" providerId="ADAL" clId="{780D3608-A8D3-4263-91AE-C1F7209B5648}" dt="2024-05-31T08:54:57.392" v="2617" actId="20577"/>
          <ac:spMkLst>
            <pc:docMk/>
            <pc:sldMk cId="1449044252" sldId="2147471005"/>
            <ac:spMk id="12" creationId="{00000000-0000-0000-0000-000000000000}"/>
          </ac:spMkLst>
        </pc:spChg>
        <pc:spChg chg="mod">
          <ac:chgData name="Tiwari, Shravan" userId="4c27891f-95d4-4976-825b-8d72b130123b" providerId="ADAL" clId="{780D3608-A8D3-4263-91AE-C1F7209B5648}" dt="2024-05-31T09:03:05.665" v="2756" actId="1038"/>
          <ac:spMkLst>
            <pc:docMk/>
            <pc:sldMk cId="1449044252" sldId="2147471005"/>
            <ac:spMk id="15" creationId="{9EEE3830-FC60-0558-13EB-F5847C597475}"/>
          </ac:spMkLst>
        </pc:spChg>
        <pc:spChg chg="mod">
          <ac:chgData name="Tiwari, Shravan" userId="4c27891f-95d4-4976-825b-8d72b130123b" providerId="ADAL" clId="{780D3608-A8D3-4263-91AE-C1F7209B5648}" dt="2024-05-31T09:07:40.256" v="2781" actId="1036"/>
          <ac:spMkLst>
            <pc:docMk/>
            <pc:sldMk cId="1449044252" sldId="2147471005"/>
            <ac:spMk id="17" creationId="{8ED0368B-7EDB-8519-5F3F-345A9D60A877}"/>
          </ac:spMkLst>
        </pc:spChg>
        <pc:spChg chg="del mod">
          <ac:chgData name="Tiwari, Shravan" userId="4c27891f-95d4-4976-825b-8d72b130123b" providerId="ADAL" clId="{780D3608-A8D3-4263-91AE-C1F7209B5648}" dt="2024-05-31T09:01:50.802" v="2723" actId="478"/>
          <ac:spMkLst>
            <pc:docMk/>
            <pc:sldMk cId="1449044252" sldId="2147471005"/>
            <ac:spMk id="19" creationId="{D640BB8D-C6BF-3228-D12B-CA79012CB4A8}"/>
          </ac:spMkLst>
        </pc:spChg>
        <pc:spChg chg="mod">
          <ac:chgData name="Tiwari, Shravan" userId="4c27891f-95d4-4976-825b-8d72b130123b" providerId="ADAL" clId="{780D3608-A8D3-4263-91AE-C1F7209B5648}" dt="2024-05-31T09:11:38.639" v="2894" actId="20577"/>
          <ac:spMkLst>
            <pc:docMk/>
            <pc:sldMk cId="1449044252" sldId="2147471005"/>
            <ac:spMk id="20" creationId="{BD7C6EEF-90B0-7C09-296B-4DB4CBB1634B}"/>
          </ac:spMkLst>
        </pc:spChg>
        <pc:spChg chg="mod">
          <ac:chgData name="Tiwari, Shravan" userId="4c27891f-95d4-4976-825b-8d72b130123b" providerId="ADAL" clId="{780D3608-A8D3-4263-91AE-C1F7209B5648}" dt="2024-05-31T08:40:13.810" v="2459" actId="164"/>
          <ac:spMkLst>
            <pc:docMk/>
            <pc:sldMk cId="1449044252" sldId="2147471005"/>
            <ac:spMk id="23" creationId="{2A1E4400-8FB0-3B82-6A59-7A39252AE444}"/>
          </ac:spMkLst>
        </pc:spChg>
        <pc:spChg chg="mod">
          <ac:chgData name="Tiwari, Shravan" userId="4c27891f-95d4-4976-825b-8d72b130123b" providerId="ADAL" clId="{780D3608-A8D3-4263-91AE-C1F7209B5648}" dt="2024-05-31T09:07:40.256" v="2781" actId="1036"/>
          <ac:spMkLst>
            <pc:docMk/>
            <pc:sldMk cId="1449044252" sldId="2147471005"/>
            <ac:spMk id="25" creationId="{00000000-0000-0000-0000-000000000000}"/>
          </ac:spMkLst>
        </pc:spChg>
        <pc:spChg chg="mod">
          <ac:chgData name="Tiwari, Shravan" userId="4c27891f-95d4-4976-825b-8d72b130123b" providerId="ADAL" clId="{780D3608-A8D3-4263-91AE-C1F7209B5648}" dt="2024-05-31T09:03:05.665" v="2756" actId="1038"/>
          <ac:spMkLst>
            <pc:docMk/>
            <pc:sldMk cId="1449044252" sldId="2147471005"/>
            <ac:spMk id="40" creationId="{94C8F757-9972-5B1C-EA9D-9EA292BD0789}"/>
          </ac:spMkLst>
        </pc:spChg>
        <pc:spChg chg="add mod">
          <ac:chgData name="Tiwari, Shravan" userId="4c27891f-95d4-4976-825b-8d72b130123b" providerId="ADAL" clId="{780D3608-A8D3-4263-91AE-C1F7209B5648}" dt="2024-05-31T09:08:02.278" v="2816" actId="14100"/>
          <ac:spMkLst>
            <pc:docMk/>
            <pc:sldMk cId="1449044252" sldId="2147471005"/>
            <ac:spMk id="92" creationId="{97DEF71B-A3BE-046A-C3F1-D34285DBE725}"/>
          </ac:spMkLst>
        </pc:spChg>
        <pc:spChg chg="add mod">
          <ac:chgData name="Tiwari, Shravan" userId="4c27891f-95d4-4976-825b-8d72b130123b" providerId="ADAL" clId="{780D3608-A8D3-4263-91AE-C1F7209B5648}" dt="2024-05-31T09:08:34.878" v="2845" actId="20577"/>
          <ac:spMkLst>
            <pc:docMk/>
            <pc:sldMk cId="1449044252" sldId="2147471005"/>
            <ac:spMk id="97" creationId="{3B078D7B-469F-1FF4-6D04-53C41C795B31}"/>
          </ac:spMkLst>
        </pc:spChg>
        <pc:grpChg chg="del mod">
          <ac:chgData name="Tiwari, Shravan" userId="4c27891f-95d4-4976-825b-8d72b130123b" providerId="ADAL" clId="{780D3608-A8D3-4263-91AE-C1F7209B5648}" dt="2024-05-31T08:40:00.588" v="2458" actId="165"/>
          <ac:grpSpMkLst>
            <pc:docMk/>
            <pc:sldMk cId="1449044252" sldId="2147471005"/>
            <ac:grpSpMk id="7" creationId="{00000000-0000-0000-0000-000000000000}"/>
          </ac:grpSpMkLst>
        </pc:grpChg>
        <pc:grpChg chg="add mod">
          <ac:chgData name="Tiwari, Shravan" userId="4c27891f-95d4-4976-825b-8d72b130123b" providerId="ADAL" clId="{780D3608-A8D3-4263-91AE-C1F7209B5648}" dt="2024-05-31T09:03:05.665" v="2756" actId="1038"/>
          <ac:grpSpMkLst>
            <pc:docMk/>
            <pc:sldMk cId="1449044252" sldId="2147471005"/>
            <ac:grpSpMk id="52" creationId="{3707BABC-BA98-CDAE-DFFD-A7B576243594}"/>
          </ac:grpSpMkLst>
        </pc:grpChg>
        <pc:cxnChg chg="del">
          <ac:chgData name="Tiwari, Shravan" userId="4c27891f-95d4-4976-825b-8d72b130123b" providerId="ADAL" clId="{780D3608-A8D3-4263-91AE-C1F7209B5648}" dt="2024-05-31T08:38:24.442" v="2408" actId="478"/>
          <ac:cxnSpMkLst>
            <pc:docMk/>
            <pc:sldMk cId="1449044252" sldId="2147471005"/>
            <ac:cxnSpMk id="6" creationId="{7479EF5F-0AC4-67ED-FD31-740107A0062E}"/>
          </ac:cxnSpMkLst>
        </pc:cxnChg>
        <pc:cxnChg chg="del mod">
          <ac:chgData name="Tiwari, Shravan" userId="4c27891f-95d4-4976-825b-8d72b130123b" providerId="ADAL" clId="{780D3608-A8D3-4263-91AE-C1F7209B5648}" dt="2024-05-31T08:38:47.114" v="2411" actId="478"/>
          <ac:cxnSpMkLst>
            <pc:docMk/>
            <pc:sldMk cId="1449044252" sldId="2147471005"/>
            <ac:cxnSpMk id="14" creationId="{9CFEF5EA-5C31-4CCC-B53F-26FE64097E17}"/>
          </ac:cxnSpMkLst>
        </pc:cxnChg>
        <pc:cxnChg chg="del mod">
          <ac:chgData name="Tiwari, Shravan" userId="4c27891f-95d4-4976-825b-8d72b130123b" providerId="ADAL" clId="{780D3608-A8D3-4263-91AE-C1F7209B5648}" dt="2024-05-31T08:38:40.688" v="2410" actId="478"/>
          <ac:cxnSpMkLst>
            <pc:docMk/>
            <pc:sldMk cId="1449044252" sldId="2147471005"/>
            <ac:cxnSpMk id="18" creationId="{BC123859-E333-5B7E-F210-F82363C61794}"/>
          </ac:cxnSpMkLst>
        </pc:cxnChg>
        <pc:cxnChg chg="mod">
          <ac:chgData name="Tiwari, Shravan" userId="4c27891f-95d4-4976-825b-8d72b130123b" providerId="ADAL" clId="{780D3608-A8D3-4263-91AE-C1F7209B5648}" dt="2024-05-31T09:09:32.301" v="2866" actId="1036"/>
          <ac:cxnSpMkLst>
            <pc:docMk/>
            <pc:sldMk cId="1449044252" sldId="2147471005"/>
            <ac:cxnSpMk id="22" creationId="{A5EE7F11-8F47-3093-2B22-2DC49281B187}"/>
          </ac:cxnSpMkLst>
        </pc:cxnChg>
        <pc:cxnChg chg="del mod">
          <ac:chgData name="Tiwari, Shravan" userId="4c27891f-95d4-4976-825b-8d72b130123b" providerId="ADAL" clId="{780D3608-A8D3-4263-91AE-C1F7209B5648}" dt="2024-05-31T08:36:33.606" v="2387" actId="478"/>
          <ac:cxnSpMkLst>
            <pc:docMk/>
            <pc:sldMk cId="1449044252" sldId="2147471005"/>
            <ac:cxnSpMk id="26" creationId="{74520CF1-6968-8AEC-5F37-337E463A998A}"/>
          </ac:cxnSpMkLst>
        </pc:cxnChg>
        <pc:cxnChg chg="del mod">
          <ac:chgData name="Tiwari, Shravan" userId="4c27891f-95d4-4976-825b-8d72b130123b" providerId="ADAL" clId="{780D3608-A8D3-4263-91AE-C1F7209B5648}" dt="2024-05-31T08:36:00.426" v="2383" actId="478"/>
          <ac:cxnSpMkLst>
            <pc:docMk/>
            <pc:sldMk cId="1449044252" sldId="2147471005"/>
            <ac:cxnSpMk id="28" creationId="{24651FB2-5394-DA06-EC41-268FCF115D5C}"/>
          </ac:cxnSpMkLst>
        </pc:cxnChg>
        <pc:cxnChg chg="add del mod">
          <ac:chgData name="Tiwari, Shravan" userId="4c27891f-95d4-4976-825b-8d72b130123b" providerId="ADAL" clId="{780D3608-A8D3-4263-91AE-C1F7209B5648}" dt="2024-05-31T08:35:58.276" v="2382" actId="478"/>
          <ac:cxnSpMkLst>
            <pc:docMk/>
            <pc:sldMk cId="1449044252" sldId="2147471005"/>
            <ac:cxnSpMk id="30" creationId="{604FEB4A-1979-F840-D79C-8847AE5A1D01}"/>
          </ac:cxnSpMkLst>
        </pc:cxnChg>
        <pc:cxnChg chg="del">
          <ac:chgData name="Tiwari, Shravan" userId="4c27891f-95d4-4976-825b-8d72b130123b" providerId="ADAL" clId="{780D3608-A8D3-4263-91AE-C1F7209B5648}" dt="2024-05-31T08:35:55.623" v="2381" actId="478"/>
          <ac:cxnSpMkLst>
            <pc:docMk/>
            <pc:sldMk cId="1449044252" sldId="2147471005"/>
            <ac:cxnSpMk id="32" creationId="{DA67DDC7-B36C-ED85-3611-C63F9A07C9D2}"/>
          </ac:cxnSpMkLst>
        </pc:cxnChg>
        <pc:cxnChg chg="add del mod">
          <ac:chgData name="Tiwari, Shravan" userId="4c27891f-95d4-4976-825b-8d72b130123b" providerId="ADAL" clId="{780D3608-A8D3-4263-91AE-C1F7209B5648}" dt="2024-05-31T09:01:00.962" v="2686" actId="478"/>
          <ac:cxnSpMkLst>
            <pc:docMk/>
            <pc:sldMk cId="1449044252" sldId="2147471005"/>
            <ac:cxnSpMk id="38" creationId="{1BD80CCD-595B-2C0B-5660-09F29235B53D}"/>
          </ac:cxnSpMkLst>
        </pc:cxnChg>
        <pc:cxnChg chg="add del mod">
          <ac:chgData name="Tiwari, Shravan" userId="4c27891f-95d4-4976-825b-8d72b130123b" providerId="ADAL" clId="{780D3608-A8D3-4263-91AE-C1F7209B5648}" dt="2024-05-31T08:37:20.923" v="2402" actId="478"/>
          <ac:cxnSpMkLst>
            <pc:docMk/>
            <pc:sldMk cId="1449044252" sldId="2147471005"/>
            <ac:cxnSpMk id="39" creationId="{11C83237-F461-D39D-82CC-26814E18DFA7}"/>
          </ac:cxnSpMkLst>
        </pc:cxnChg>
        <pc:cxnChg chg="mod">
          <ac:chgData name="Tiwari, Shravan" userId="4c27891f-95d4-4976-825b-8d72b130123b" providerId="ADAL" clId="{780D3608-A8D3-4263-91AE-C1F7209B5648}" dt="2024-05-31T09:07:40.256" v="2781" actId="1036"/>
          <ac:cxnSpMkLst>
            <pc:docMk/>
            <pc:sldMk cId="1449044252" sldId="2147471005"/>
            <ac:cxnSpMk id="43" creationId="{B97F7783-F239-FD3D-1164-0263355FBDD9}"/>
          </ac:cxnSpMkLst>
        </pc:cxnChg>
        <pc:cxnChg chg="add del mod">
          <ac:chgData name="Tiwari, Shravan" userId="4c27891f-95d4-4976-825b-8d72b130123b" providerId="ADAL" clId="{780D3608-A8D3-4263-91AE-C1F7209B5648}" dt="2024-05-31T09:00:57.912" v="2685" actId="478"/>
          <ac:cxnSpMkLst>
            <pc:docMk/>
            <pc:sldMk cId="1449044252" sldId="2147471005"/>
            <ac:cxnSpMk id="45" creationId="{5AB01E87-B776-B181-DE7F-4E77A4997360}"/>
          </ac:cxnSpMkLst>
        </pc:cxnChg>
        <pc:cxnChg chg="add mod">
          <ac:chgData name="Tiwari, Shravan" userId="4c27891f-95d4-4976-825b-8d72b130123b" providerId="ADAL" clId="{780D3608-A8D3-4263-91AE-C1F7209B5648}" dt="2024-05-31T09:08:39.926" v="2846" actId="1036"/>
          <ac:cxnSpMkLst>
            <pc:docMk/>
            <pc:sldMk cId="1449044252" sldId="2147471005"/>
            <ac:cxnSpMk id="51" creationId="{A0DFD61E-C1BD-F36A-BA8C-0C62547C3BF4}"/>
          </ac:cxnSpMkLst>
        </pc:cxnChg>
        <pc:cxnChg chg="add mod">
          <ac:chgData name="Tiwari, Shravan" userId="4c27891f-95d4-4976-825b-8d72b130123b" providerId="ADAL" clId="{780D3608-A8D3-4263-91AE-C1F7209B5648}" dt="2024-05-31T09:08:39.926" v="2846" actId="1036"/>
          <ac:cxnSpMkLst>
            <pc:docMk/>
            <pc:sldMk cId="1449044252" sldId="2147471005"/>
            <ac:cxnSpMk id="58" creationId="{9B3902E6-3FAA-03ED-ED06-917935BFA83D}"/>
          </ac:cxnSpMkLst>
        </pc:cxnChg>
        <pc:cxnChg chg="add mod">
          <ac:chgData name="Tiwari, Shravan" userId="4c27891f-95d4-4976-825b-8d72b130123b" providerId="ADAL" clId="{780D3608-A8D3-4263-91AE-C1F7209B5648}" dt="2024-05-31T09:07:40.256" v="2781" actId="1036"/>
          <ac:cxnSpMkLst>
            <pc:docMk/>
            <pc:sldMk cId="1449044252" sldId="2147471005"/>
            <ac:cxnSpMk id="63" creationId="{047528D5-8DA5-ACCE-5F58-81817F7ED00C}"/>
          </ac:cxnSpMkLst>
        </pc:cxnChg>
        <pc:cxnChg chg="add mod">
          <ac:chgData name="Tiwari, Shravan" userId="4c27891f-95d4-4976-825b-8d72b130123b" providerId="ADAL" clId="{780D3608-A8D3-4263-91AE-C1F7209B5648}" dt="2024-05-31T09:07:40.256" v="2781" actId="1036"/>
          <ac:cxnSpMkLst>
            <pc:docMk/>
            <pc:sldMk cId="1449044252" sldId="2147471005"/>
            <ac:cxnSpMk id="65" creationId="{D224D9CE-0F4A-27A7-60FA-544D4DB52F56}"/>
          </ac:cxnSpMkLst>
        </pc:cxnChg>
        <pc:cxnChg chg="add mod">
          <ac:chgData name="Tiwari, Shravan" userId="4c27891f-95d4-4976-825b-8d72b130123b" providerId="ADAL" clId="{780D3608-A8D3-4263-91AE-C1F7209B5648}" dt="2024-05-31T09:07:40.256" v="2781" actId="1036"/>
          <ac:cxnSpMkLst>
            <pc:docMk/>
            <pc:sldMk cId="1449044252" sldId="2147471005"/>
            <ac:cxnSpMk id="67" creationId="{16A69150-90C4-A5CD-FD01-97F5E97140C5}"/>
          </ac:cxnSpMkLst>
        </pc:cxnChg>
        <pc:cxnChg chg="add mod">
          <ac:chgData name="Tiwari, Shravan" userId="4c27891f-95d4-4976-825b-8d72b130123b" providerId="ADAL" clId="{780D3608-A8D3-4263-91AE-C1F7209B5648}" dt="2024-05-31T09:07:40.256" v="2781" actId="1036"/>
          <ac:cxnSpMkLst>
            <pc:docMk/>
            <pc:sldMk cId="1449044252" sldId="2147471005"/>
            <ac:cxnSpMk id="69" creationId="{B7AAE1B4-B5A0-B880-D090-ED4738A55E82}"/>
          </ac:cxnSpMkLst>
        </pc:cxnChg>
        <pc:cxnChg chg="add mod">
          <ac:chgData name="Tiwari, Shravan" userId="4c27891f-95d4-4976-825b-8d72b130123b" providerId="ADAL" clId="{780D3608-A8D3-4263-91AE-C1F7209B5648}" dt="2024-05-31T09:08:39.926" v="2846" actId="1036"/>
          <ac:cxnSpMkLst>
            <pc:docMk/>
            <pc:sldMk cId="1449044252" sldId="2147471005"/>
            <ac:cxnSpMk id="81" creationId="{D8708841-1386-8868-0C74-5544EB5E8B94}"/>
          </ac:cxnSpMkLst>
        </pc:cxnChg>
        <pc:cxnChg chg="add mod">
          <ac:chgData name="Tiwari, Shravan" userId="4c27891f-95d4-4976-825b-8d72b130123b" providerId="ADAL" clId="{780D3608-A8D3-4263-91AE-C1F7209B5648}" dt="2024-05-31T09:09:25.413" v="2853" actId="1035"/>
          <ac:cxnSpMkLst>
            <pc:docMk/>
            <pc:sldMk cId="1449044252" sldId="2147471005"/>
            <ac:cxnSpMk id="94" creationId="{5AF590F2-D1CF-2379-D799-7CD505D0586A}"/>
          </ac:cxnSpMkLst>
        </pc:cxnChg>
        <pc:cxnChg chg="add mod">
          <ac:chgData name="Tiwari, Shravan" userId="4c27891f-95d4-4976-825b-8d72b130123b" providerId="ADAL" clId="{780D3608-A8D3-4263-91AE-C1F7209B5648}" dt="2024-05-31T09:09:06.084" v="2848" actId="13822"/>
          <ac:cxnSpMkLst>
            <pc:docMk/>
            <pc:sldMk cId="1449044252" sldId="2147471005"/>
            <ac:cxnSpMk id="100" creationId="{3B6AA730-48E7-652C-627C-19628764565A}"/>
          </ac:cxnSpMkLst>
        </pc:cxnChg>
      </pc:sldChg>
    </pc:docChg>
  </pc:docChgLst>
  <pc:docChgLst>
    <pc:chgData name="King, Dianne (IM&amp;T, Clayton)" userId="S::kin293@csiro.au::3fa97433-aef5-418a-a784-4a9bb0b21088" providerId="AD" clId="Web-{CCA75259-6A0F-41EE-8851-E675F56E9CF8}"/>
    <pc:docChg chg="addSld modSld">
      <pc:chgData name="King, Dianne (IM&amp;T, Clayton)" userId="S::kin293@csiro.au::3fa97433-aef5-418a-a784-4a9bb0b21088" providerId="AD" clId="Web-{CCA75259-6A0F-41EE-8851-E675F56E9CF8}" dt="2023-07-20T03:13:51.898" v="10" actId="20577"/>
      <pc:docMkLst>
        <pc:docMk/>
      </pc:docMkLst>
      <pc:sldChg chg="modSp new">
        <pc:chgData name="King, Dianne (IM&amp;T, Clayton)" userId="S::kin293@csiro.au::3fa97433-aef5-418a-a784-4a9bb0b21088" providerId="AD" clId="Web-{CCA75259-6A0F-41EE-8851-E675F56E9CF8}" dt="2023-07-20T03:13:51.898" v="10" actId="20577"/>
        <pc:sldMkLst>
          <pc:docMk/>
          <pc:sldMk cId="2489848618" sldId="438"/>
        </pc:sldMkLst>
        <pc:spChg chg="mod">
          <ac:chgData name="King, Dianne (IM&amp;T, Clayton)" userId="S::kin293@csiro.au::3fa97433-aef5-418a-a784-4a9bb0b21088" providerId="AD" clId="Web-{CCA75259-6A0F-41EE-8851-E675F56E9CF8}" dt="2023-07-20T03:13:51.898" v="10" actId="20577"/>
          <ac:spMkLst>
            <pc:docMk/>
            <pc:sldMk cId="2489848618" sldId="438"/>
            <ac:spMk id="2" creationId="{8BE602FF-2B46-C952-7A18-77A31D03DE77}"/>
          </ac:spMkLst>
        </pc:spChg>
      </pc:sldChg>
    </pc:docChg>
  </pc:docChgLst>
  <pc:docChgLst>
    <pc:chgData name="Staples, Jessie (CorpAffairs, Kensington WA)" userId="S::sta399@csiro.au::7d0f0da2-c0b8-4772-aeff-0f6772a21e28" providerId="AD" clId="Web-{C12308B9-DF1A-E6B9-AFA8-07F22A866077}"/>
    <pc:docChg chg="addSld delSld modSld sldOrd addMainMaster modMainMaster">
      <pc:chgData name="Staples, Jessie (CorpAffairs, Kensington WA)" userId="S::sta399@csiro.au::7d0f0da2-c0b8-4772-aeff-0f6772a21e28" providerId="AD" clId="Web-{C12308B9-DF1A-E6B9-AFA8-07F22A866077}" dt="2023-07-20T09:27:04.046" v="805" actId="20577"/>
      <pc:docMkLst>
        <pc:docMk/>
      </pc:docMkLst>
      <pc:sldChg chg="modNotes">
        <pc:chgData name="Staples, Jessie (CorpAffairs, Kensington WA)" userId="S::sta399@csiro.au::7d0f0da2-c0b8-4772-aeff-0f6772a21e28" providerId="AD" clId="Web-{C12308B9-DF1A-E6B9-AFA8-07F22A866077}" dt="2023-07-19T04:50:20.307" v="4"/>
        <pc:sldMkLst>
          <pc:docMk/>
          <pc:sldMk cId="546265353" sldId="259"/>
        </pc:sldMkLst>
      </pc:sldChg>
      <pc:sldChg chg="modSp">
        <pc:chgData name="Staples, Jessie (CorpAffairs, Kensington WA)" userId="S::sta399@csiro.au::7d0f0da2-c0b8-4772-aeff-0f6772a21e28" providerId="AD" clId="Web-{C12308B9-DF1A-E6B9-AFA8-07F22A866077}" dt="2023-07-19T07:34:01.166" v="11" actId="20577"/>
        <pc:sldMkLst>
          <pc:docMk/>
          <pc:sldMk cId="588011030" sldId="391"/>
        </pc:sldMkLst>
        <pc:spChg chg="mod">
          <ac:chgData name="Staples, Jessie (CorpAffairs, Kensington WA)" userId="S::sta399@csiro.au::7d0f0da2-c0b8-4772-aeff-0f6772a21e28" providerId="AD" clId="Web-{C12308B9-DF1A-E6B9-AFA8-07F22A866077}" dt="2023-07-19T07:34:01.166" v="11" actId="20577"/>
          <ac:spMkLst>
            <pc:docMk/>
            <pc:sldMk cId="588011030" sldId="391"/>
            <ac:spMk id="3" creationId="{9FFF3D01-5742-4D39-91FA-A6B4898DF900}"/>
          </ac:spMkLst>
        </pc:spChg>
      </pc:sldChg>
      <pc:sldChg chg="del">
        <pc:chgData name="Staples, Jessie (CorpAffairs, Kensington WA)" userId="S::sta399@csiro.au::7d0f0da2-c0b8-4772-aeff-0f6772a21e28" providerId="AD" clId="Web-{C12308B9-DF1A-E6B9-AFA8-07F22A866077}" dt="2023-07-19T07:55:58.379" v="69"/>
        <pc:sldMkLst>
          <pc:docMk/>
          <pc:sldMk cId="3270644854" sldId="411"/>
        </pc:sldMkLst>
      </pc:sldChg>
      <pc:sldChg chg="modSp del">
        <pc:chgData name="Staples, Jessie (CorpAffairs, Kensington WA)" userId="S::sta399@csiro.au::7d0f0da2-c0b8-4772-aeff-0f6772a21e28" providerId="AD" clId="Web-{C12308B9-DF1A-E6B9-AFA8-07F22A866077}" dt="2023-07-19T08:25:41.107" v="533"/>
        <pc:sldMkLst>
          <pc:docMk/>
          <pc:sldMk cId="3215566854" sldId="414"/>
        </pc:sldMkLst>
        <pc:spChg chg="mod">
          <ac:chgData name="Staples, Jessie (CorpAffairs, Kensington WA)" userId="S::sta399@csiro.au::7d0f0da2-c0b8-4772-aeff-0f6772a21e28" providerId="AD" clId="Web-{C12308B9-DF1A-E6B9-AFA8-07F22A866077}" dt="2023-07-19T08:24:43.590" v="500" actId="1076"/>
          <ac:spMkLst>
            <pc:docMk/>
            <pc:sldMk cId="3215566854" sldId="414"/>
            <ac:spMk id="6" creationId="{02AB8262-DE2F-A4AD-265C-94E4FEE0084A}"/>
          </ac:spMkLst>
        </pc:spChg>
      </pc:sldChg>
      <pc:sldChg chg="add mod modShow">
        <pc:chgData name="Staples, Jessie (CorpAffairs, Kensington WA)" userId="S::sta399@csiro.au::7d0f0da2-c0b8-4772-aeff-0f6772a21e28" providerId="AD" clId="Web-{C12308B9-DF1A-E6B9-AFA8-07F22A866077}" dt="2023-07-20T09:26:28.014" v="802"/>
        <pc:sldMkLst>
          <pc:docMk/>
          <pc:sldMk cId="2902858491" sldId="415"/>
        </pc:sldMkLst>
      </pc:sldChg>
      <pc:sldChg chg="addSp delSp modSp new del">
        <pc:chgData name="Staples, Jessie (CorpAffairs, Kensington WA)" userId="S::sta399@csiro.au::7d0f0da2-c0b8-4772-aeff-0f6772a21e28" providerId="AD" clId="Web-{C12308B9-DF1A-E6B9-AFA8-07F22A866077}" dt="2023-07-19T08:24:13.901" v="489"/>
        <pc:sldMkLst>
          <pc:docMk/>
          <pc:sldMk cId="1456943676" sldId="416"/>
        </pc:sldMkLst>
        <pc:spChg chg="del">
          <ac:chgData name="Staples, Jessie (CorpAffairs, Kensington WA)" userId="S::sta399@csiro.au::7d0f0da2-c0b8-4772-aeff-0f6772a21e28" providerId="AD" clId="Web-{C12308B9-DF1A-E6B9-AFA8-07F22A866077}" dt="2023-07-19T07:58:22.493" v="144"/>
          <ac:spMkLst>
            <pc:docMk/>
            <pc:sldMk cId="1456943676" sldId="416"/>
            <ac:spMk id="2" creationId="{E5DD1BAB-2B0F-577F-090D-85F0B630BAF7}"/>
          </ac:spMkLst>
        </pc:spChg>
        <pc:spChg chg="del">
          <ac:chgData name="Staples, Jessie (CorpAffairs, Kensington WA)" userId="S::sta399@csiro.au::7d0f0da2-c0b8-4772-aeff-0f6772a21e28" providerId="AD" clId="Web-{C12308B9-DF1A-E6B9-AFA8-07F22A866077}" dt="2023-07-19T05:34:48.555" v="6"/>
          <ac:spMkLst>
            <pc:docMk/>
            <pc:sldMk cId="1456943676" sldId="416"/>
            <ac:spMk id="3" creationId="{8692474C-FC80-0D39-DDA2-A92E8498B78A}"/>
          </ac:spMkLst>
        </pc:spChg>
        <pc:spChg chg="del">
          <ac:chgData name="Staples, Jessie (CorpAffairs, Kensington WA)" userId="S::sta399@csiro.au::7d0f0da2-c0b8-4772-aeff-0f6772a21e28" providerId="AD" clId="Web-{C12308B9-DF1A-E6B9-AFA8-07F22A866077}" dt="2023-07-19T05:35:43.009" v="7"/>
          <ac:spMkLst>
            <pc:docMk/>
            <pc:sldMk cId="1456943676" sldId="416"/>
            <ac:spMk id="4" creationId="{95F6A0CA-9B8D-C514-3A08-9CD55F73843F}"/>
          </ac:spMkLst>
        </pc:spChg>
        <pc:picChg chg="add mod ord">
          <ac:chgData name="Staples, Jessie (CorpAffairs, Kensington WA)" userId="S::sta399@csiro.au::7d0f0da2-c0b8-4772-aeff-0f6772a21e28" providerId="AD" clId="Web-{C12308B9-DF1A-E6B9-AFA8-07F22A866077}" dt="2023-07-19T07:58:22.493" v="144"/>
          <ac:picMkLst>
            <pc:docMk/>
            <pc:sldMk cId="1456943676" sldId="416"/>
            <ac:picMk id="3" creationId="{18800298-D1AB-8018-FD03-E7014CF95F61}"/>
          </ac:picMkLst>
        </pc:picChg>
        <pc:picChg chg="add mod ord">
          <ac:chgData name="Staples, Jessie (CorpAffairs, Kensington WA)" userId="S::sta399@csiro.au::7d0f0da2-c0b8-4772-aeff-0f6772a21e28" providerId="AD" clId="Web-{C12308B9-DF1A-E6B9-AFA8-07F22A866077}" dt="2023-07-19T07:58:38.056" v="147" actId="14100"/>
          <ac:picMkLst>
            <pc:docMk/>
            <pc:sldMk cId="1456943676" sldId="416"/>
            <ac:picMk id="5" creationId="{B0737919-A469-CA5E-0C91-796C26ECEE8C}"/>
          </ac:picMkLst>
        </pc:picChg>
      </pc:sldChg>
      <pc:sldChg chg="add del">
        <pc:chgData name="Staples, Jessie (CorpAffairs, Kensington WA)" userId="S::sta399@csiro.au::7d0f0da2-c0b8-4772-aeff-0f6772a21e28" providerId="AD" clId="Web-{C12308B9-DF1A-E6B9-AFA8-07F22A866077}" dt="2023-07-19T07:54:47.018" v="50"/>
        <pc:sldMkLst>
          <pc:docMk/>
          <pc:sldMk cId="2215685635" sldId="417"/>
        </pc:sldMkLst>
      </pc:sldChg>
      <pc:sldChg chg="addSp delSp modSp add del mod ord replId modClrScheme chgLayout">
        <pc:chgData name="Staples, Jessie (CorpAffairs, Kensington WA)" userId="S::sta399@csiro.au::7d0f0da2-c0b8-4772-aeff-0f6772a21e28" providerId="AD" clId="Web-{C12308B9-DF1A-E6B9-AFA8-07F22A866077}" dt="2023-07-19T07:56:59.116" v="139" actId="14100"/>
        <pc:sldMkLst>
          <pc:docMk/>
          <pc:sldMk cId="2772753535" sldId="418"/>
        </pc:sldMkLst>
        <pc:spChg chg="mod">
          <ac:chgData name="Staples, Jessie (CorpAffairs, Kensington WA)" userId="S::sta399@csiro.au::7d0f0da2-c0b8-4772-aeff-0f6772a21e28" providerId="AD" clId="Web-{C12308B9-DF1A-E6B9-AFA8-07F22A866077}" dt="2023-07-19T07:55:49.707" v="67" actId="20577"/>
          <ac:spMkLst>
            <pc:docMk/>
            <pc:sldMk cId="2772753535" sldId="418"/>
            <ac:spMk id="2" creationId="{36114F9A-EC92-425C-B6D4-A96C03DC3165}"/>
          </ac:spMkLst>
        </pc:spChg>
        <pc:spChg chg="add del">
          <ac:chgData name="Staples, Jessie (CorpAffairs, Kensington WA)" userId="S::sta399@csiro.au::7d0f0da2-c0b8-4772-aeff-0f6772a21e28" providerId="AD" clId="Web-{C12308B9-DF1A-E6B9-AFA8-07F22A866077}" dt="2023-07-19T07:54:26.892" v="44"/>
          <ac:spMkLst>
            <pc:docMk/>
            <pc:sldMk cId="2772753535" sldId="418"/>
            <ac:spMk id="5" creationId="{39DE1814-50D0-DE21-C436-D5866E23AAC7}"/>
          </ac:spMkLst>
        </pc:spChg>
        <pc:spChg chg="add">
          <ac:chgData name="Staples, Jessie (CorpAffairs, Kensington WA)" userId="S::sta399@csiro.au::7d0f0da2-c0b8-4772-aeff-0f6772a21e28" providerId="AD" clId="Web-{C12308B9-DF1A-E6B9-AFA8-07F22A866077}" dt="2023-07-19T07:53:57.782" v="40"/>
          <ac:spMkLst>
            <pc:docMk/>
            <pc:sldMk cId="2772753535" sldId="418"/>
            <ac:spMk id="6" creationId="{5C371FCA-160D-D141-0446-82C39C216F16}"/>
          </ac:spMkLst>
        </pc:spChg>
        <pc:spChg chg="del mod">
          <ac:chgData name="Staples, Jessie (CorpAffairs, Kensington WA)" userId="S::sta399@csiro.au::7d0f0da2-c0b8-4772-aeff-0f6772a21e28" providerId="AD" clId="Web-{C12308B9-DF1A-E6B9-AFA8-07F22A866077}" dt="2023-07-19T07:48:05.771" v="19"/>
          <ac:spMkLst>
            <pc:docMk/>
            <pc:sldMk cId="2772753535" sldId="418"/>
            <ac:spMk id="7" creationId="{8D91A5FC-21CB-4AFC-BFAD-BF0BA9ACBD2C}"/>
          </ac:spMkLst>
        </pc:spChg>
        <pc:spChg chg="del">
          <ac:chgData name="Staples, Jessie (CorpAffairs, Kensington WA)" userId="S::sta399@csiro.au::7d0f0da2-c0b8-4772-aeff-0f6772a21e28" providerId="AD" clId="Web-{C12308B9-DF1A-E6B9-AFA8-07F22A866077}" dt="2023-07-19T07:48:01.645" v="16"/>
          <ac:spMkLst>
            <pc:docMk/>
            <pc:sldMk cId="2772753535" sldId="418"/>
            <ac:spMk id="8" creationId="{EABBE8F5-F272-43EC-9796-E847902AA2D3}"/>
          </ac:spMkLst>
        </pc:spChg>
        <pc:spChg chg="add">
          <ac:chgData name="Staples, Jessie (CorpAffairs, Kensington WA)" userId="S::sta399@csiro.au::7d0f0da2-c0b8-4772-aeff-0f6772a21e28" providerId="AD" clId="Web-{C12308B9-DF1A-E6B9-AFA8-07F22A866077}" dt="2023-07-19T07:53:57.782" v="40"/>
          <ac:spMkLst>
            <pc:docMk/>
            <pc:sldMk cId="2772753535" sldId="418"/>
            <ac:spMk id="9" creationId="{31E37C96-51E3-A476-8C42-7BD7DDE69543}"/>
          </ac:spMkLst>
        </pc:spChg>
        <pc:spChg chg="add">
          <ac:chgData name="Staples, Jessie (CorpAffairs, Kensington WA)" userId="S::sta399@csiro.au::7d0f0da2-c0b8-4772-aeff-0f6772a21e28" providerId="AD" clId="Web-{C12308B9-DF1A-E6B9-AFA8-07F22A866077}" dt="2023-07-19T07:53:57.782" v="40"/>
          <ac:spMkLst>
            <pc:docMk/>
            <pc:sldMk cId="2772753535" sldId="418"/>
            <ac:spMk id="10" creationId="{4B50081E-54DC-0AAF-B7E8-989D7303823D}"/>
          </ac:spMkLst>
        </pc:spChg>
        <pc:spChg chg="add">
          <ac:chgData name="Staples, Jessie (CorpAffairs, Kensington WA)" userId="S::sta399@csiro.au::7d0f0da2-c0b8-4772-aeff-0f6772a21e28" providerId="AD" clId="Web-{C12308B9-DF1A-E6B9-AFA8-07F22A866077}" dt="2023-07-19T07:53:57.782" v="40"/>
          <ac:spMkLst>
            <pc:docMk/>
            <pc:sldMk cId="2772753535" sldId="418"/>
            <ac:spMk id="11" creationId="{92068A2B-71E8-06B6-87D1-69F70C5DA11B}"/>
          </ac:spMkLst>
        </pc:spChg>
        <pc:spChg chg="add">
          <ac:chgData name="Staples, Jessie (CorpAffairs, Kensington WA)" userId="S::sta399@csiro.au::7d0f0da2-c0b8-4772-aeff-0f6772a21e28" providerId="AD" clId="Web-{C12308B9-DF1A-E6B9-AFA8-07F22A866077}" dt="2023-07-19T07:53:57.782" v="40"/>
          <ac:spMkLst>
            <pc:docMk/>
            <pc:sldMk cId="2772753535" sldId="418"/>
            <ac:spMk id="12" creationId="{27F1A26C-39C8-C4BC-E479-B144FECB8960}"/>
          </ac:spMkLst>
        </pc:spChg>
        <pc:spChg chg="add">
          <ac:chgData name="Staples, Jessie (CorpAffairs, Kensington WA)" userId="S::sta399@csiro.au::7d0f0da2-c0b8-4772-aeff-0f6772a21e28" providerId="AD" clId="Web-{C12308B9-DF1A-E6B9-AFA8-07F22A866077}" dt="2023-07-19T07:53:57.782" v="40"/>
          <ac:spMkLst>
            <pc:docMk/>
            <pc:sldMk cId="2772753535" sldId="418"/>
            <ac:spMk id="13" creationId="{D3302F51-66E2-3840-9897-73022EF7DD37}"/>
          </ac:spMkLst>
        </pc:spChg>
        <pc:spChg chg="add">
          <ac:chgData name="Staples, Jessie (CorpAffairs, Kensington WA)" userId="S::sta399@csiro.au::7d0f0da2-c0b8-4772-aeff-0f6772a21e28" providerId="AD" clId="Web-{C12308B9-DF1A-E6B9-AFA8-07F22A866077}" dt="2023-07-19T07:53:57.782" v="40"/>
          <ac:spMkLst>
            <pc:docMk/>
            <pc:sldMk cId="2772753535" sldId="418"/>
            <ac:spMk id="14" creationId="{59D84279-CEB0-79C3-4936-58E19B0AA3A4}"/>
          </ac:spMkLst>
        </pc:spChg>
        <pc:spChg chg="add">
          <ac:chgData name="Staples, Jessie (CorpAffairs, Kensington WA)" userId="S::sta399@csiro.au::7d0f0da2-c0b8-4772-aeff-0f6772a21e28" providerId="AD" clId="Web-{C12308B9-DF1A-E6B9-AFA8-07F22A866077}" dt="2023-07-19T07:53:57.782" v="40"/>
          <ac:spMkLst>
            <pc:docMk/>
            <pc:sldMk cId="2772753535" sldId="418"/>
            <ac:spMk id="15" creationId="{027BDDE0-4FE1-33FA-0636-E8D7041B6166}"/>
          </ac:spMkLst>
        </pc:spChg>
        <pc:spChg chg="add">
          <ac:chgData name="Staples, Jessie (CorpAffairs, Kensington WA)" userId="S::sta399@csiro.au::7d0f0da2-c0b8-4772-aeff-0f6772a21e28" providerId="AD" clId="Web-{C12308B9-DF1A-E6B9-AFA8-07F22A866077}" dt="2023-07-19T07:53:57.782" v="40"/>
          <ac:spMkLst>
            <pc:docMk/>
            <pc:sldMk cId="2772753535" sldId="418"/>
            <ac:spMk id="16" creationId="{5F10F682-26C8-7583-BC39-097682794B95}"/>
          </ac:spMkLst>
        </pc:spChg>
        <pc:spChg chg="add">
          <ac:chgData name="Staples, Jessie (CorpAffairs, Kensington WA)" userId="S::sta399@csiro.au::7d0f0da2-c0b8-4772-aeff-0f6772a21e28" providerId="AD" clId="Web-{C12308B9-DF1A-E6B9-AFA8-07F22A866077}" dt="2023-07-19T07:53:57.782" v="40"/>
          <ac:spMkLst>
            <pc:docMk/>
            <pc:sldMk cId="2772753535" sldId="418"/>
            <ac:spMk id="17" creationId="{615AABAD-E3C4-BB7A-30D1-A365F9608B94}"/>
          </ac:spMkLst>
        </pc:spChg>
        <pc:spChg chg="add">
          <ac:chgData name="Staples, Jessie (CorpAffairs, Kensington WA)" userId="S::sta399@csiro.au::7d0f0da2-c0b8-4772-aeff-0f6772a21e28" providerId="AD" clId="Web-{C12308B9-DF1A-E6B9-AFA8-07F22A866077}" dt="2023-07-19T07:53:57.782" v="40"/>
          <ac:spMkLst>
            <pc:docMk/>
            <pc:sldMk cId="2772753535" sldId="418"/>
            <ac:spMk id="18" creationId="{37ED799D-A18E-EEFC-46C6-35272F08CFC3}"/>
          </ac:spMkLst>
        </pc:spChg>
        <pc:spChg chg="add mod">
          <ac:chgData name="Staples, Jessie (CorpAffairs, Kensington WA)" userId="S::sta399@csiro.au::7d0f0da2-c0b8-4772-aeff-0f6772a21e28" providerId="AD" clId="Web-{C12308B9-DF1A-E6B9-AFA8-07F22A866077}" dt="2023-07-19T07:56:59.116" v="139" actId="14100"/>
          <ac:spMkLst>
            <pc:docMk/>
            <pc:sldMk cId="2772753535" sldId="418"/>
            <ac:spMk id="20" creationId="{D5D69D7C-C330-E424-1606-8AE6ABCB0BB6}"/>
          </ac:spMkLst>
        </pc:spChg>
        <pc:spChg chg="add">
          <ac:chgData name="Staples, Jessie (CorpAffairs, Kensington WA)" userId="S::sta399@csiro.au::7d0f0da2-c0b8-4772-aeff-0f6772a21e28" providerId="AD" clId="Web-{C12308B9-DF1A-E6B9-AFA8-07F22A866077}" dt="2023-07-19T07:54:33.814" v="46"/>
          <ac:spMkLst>
            <pc:docMk/>
            <pc:sldMk cId="2772753535" sldId="418"/>
            <ac:spMk id="21" creationId="{BF29A391-BCE2-4289-1EAA-424D5F9A650A}"/>
          </ac:spMkLst>
        </pc:spChg>
        <pc:spChg chg="add">
          <ac:chgData name="Staples, Jessie (CorpAffairs, Kensington WA)" userId="S::sta399@csiro.au::7d0f0da2-c0b8-4772-aeff-0f6772a21e28" providerId="AD" clId="Web-{C12308B9-DF1A-E6B9-AFA8-07F22A866077}" dt="2023-07-19T07:54:33.814" v="46"/>
          <ac:spMkLst>
            <pc:docMk/>
            <pc:sldMk cId="2772753535" sldId="418"/>
            <ac:spMk id="22" creationId="{E1113F6A-C001-5166-8CCF-13D0EB502336}"/>
          </ac:spMkLst>
        </pc:spChg>
        <pc:spChg chg="add">
          <ac:chgData name="Staples, Jessie (CorpAffairs, Kensington WA)" userId="S::sta399@csiro.au::7d0f0da2-c0b8-4772-aeff-0f6772a21e28" providerId="AD" clId="Web-{C12308B9-DF1A-E6B9-AFA8-07F22A866077}" dt="2023-07-19T07:54:33.814" v="46"/>
          <ac:spMkLst>
            <pc:docMk/>
            <pc:sldMk cId="2772753535" sldId="418"/>
            <ac:spMk id="23" creationId="{0037AFBB-7FE5-4391-4D52-287DACECF446}"/>
          </ac:spMkLst>
        </pc:spChg>
        <pc:spChg chg="add">
          <ac:chgData name="Staples, Jessie (CorpAffairs, Kensington WA)" userId="S::sta399@csiro.au::7d0f0da2-c0b8-4772-aeff-0f6772a21e28" providerId="AD" clId="Web-{C12308B9-DF1A-E6B9-AFA8-07F22A866077}" dt="2023-07-19T07:54:33.814" v="46"/>
          <ac:spMkLst>
            <pc:docMk/>
            <pc:sldMk cId="2772753535" sldId="418"/>
            <ac:spMk id="24" creationId="{4819D2A7-5FCD-64E3-DC56-0C9AE205E24D}"/>
          </ac:spMkLst>
        </pc:spChg>
        <pc:spChg chg="add">
          <ac:chgData name="Staples, Jessie (CorpAffairs, Kensington WA)" userId="S::sta399@csiro.au::7d0f0da2-c0b8-4772-aeff-0f6772a21e28" providerId="AD" clId="Web-{C12308B9-DF1A-E6B9-AFA8-07F22A866077}" dt="2023-07-19T07:54:33.814" v="46"/>
          <ac:spMkLst>
            <pc:docMk/>
            <pc:sldMk cId="2772753535" sldId="418"/>
            <ac:spMk id="25" creationId="{D58124A2-E7B3-1A5D-37EC-CA04C5FC81C9}"/>
          </ac:spMkLst>
        </pc:spChg>
        <pc:spChg chg="add">
          <ac:chgData name="Staples, Jessie (CorpAffairs, Kensington WA)" userId="S::sta399@csiro.au::7d0f0da2-c0b8-4772-aeff-0f6772a21e28" providerId="AD" clId="Web-{C12308B9-DF1A-E6B9-AFA8-07F22A866077}" dt="2023-07-19T07:54:33.814" v="46"/>
          <ac:spMkLst>
            <pc:docMk/>
            <pc:sldMk cId="2772753535" sldId="418"/>
            <ac:spMk id="26" creationId="{9ED56E43-5847-16A2-AC3E-AECC5A2E649B}"/>
          </ac:spMkLst>
        </pc:spChg>
        <pc:spChg chg="add">
          <ac:chgData name="Staples, Jessie (CorpAffairs, Kensington WA)" userId="S::sta399@csiro.au::7d0f0da2-c0b8-4772-aeff-0f6772a21e28" providerId="AD" clId="Web-{C12308B9-DF1A-E6B9-AFA8-07F22A866077}" dt="2023-07-19T07:54:33.814" v="46"/>
          <ac:spMkLst>
            <pc:docMk/>
            <pc:sldMk cId="2772753535" sldId="418"/>
            <ac:spMk id="27" creationId="{417F6E38-F14A-6D22-50D1-4BBDEA4F7F55}"/>
          </ac:spMkLst>
        </pc:spChg>
        <pc:spChg chg="add">
          <ac:chgData name="Staples, Jessie (CorpAffairs, Kensington WA)" userId="S::sta399@csiro.au::7d0f0da2-c0b8-4772-aeff-0f6772a21e28" providerId="AD" clId="Web-{C12308B9-DF1A-E6B9-AFA8-07F22A866077}" dt="2023-07-19T07:54:33.814" v="46"/>
          <ac:spMkLst>
            <pc:docMk/>
            <pc:sldMk cId="2772753535" sldId="418"/>
            <ac:spMk id="28" creationId="{4BA234DA-F847-09A0-0456-F2AA75CCFA6E}"/>
          </ac:spMkLst>
        </pc:spChg>
        <pc:spChg chg="add">
          <ac:chgData name="Staples, Jessie (CorpAffairs, Kensington WA)" userId="S::sta399@csiro.au::7d0f0da2-c0b8-4772-aeff-0f6772a21e28" providerId="AD" clId="Web-{C12308B9-DF1A-E6B9-AFA8-07F22A866077}" dt="2023-07-19T07:54:53.127" v="51"/>
          <ac:spMkLst>
            <pc:docMk/>
            <pc:sldMk cId="2772753535" sldId="418"/>
            <ac:spMk id="30" creationId="{D5D69D7C-C330-E424-1606-8AE6ABCB0BB6}"/>
          </ac:spMkLst>
        </pc:spChg>
        <pc:spChg chg="add">
          <ac:chgData name="Staples, Jessie (CorpAffairs, Kensington WA)" userId="S::sta399@csiro.au::7d0f0da2-c0b8-4772-aeff-0f6772a21e28" providerId="AD" clId="Web-{C12308B9-DF1A-E6B9-AFA8-07F22A866077}" dt="2023-07-19T07:54:53.127" v="51"/>
          <ac:spMkLst>
            <pc:docMk/>
            <pc:sldMk cId="2772753535" sldId="418"/>
            <ac:spMk id="31" creationId="{BF29A391-BCE2-4289-1EAA-424D5F9A650A}"/>
          </ac:spMkLst>
        </pc:spChg>
        <pc:spChg chg="add">
          <ac:chgData name="Staples, Jessie (CorpAffairs, Kensington WA)" userId="S::sta399@csiro.au::7d0f0da2-c0b8-4772-aeff-0f6772a21e28" providerId="AD" clId="Web-{C12308B9-DF1A-E6B9-AFA8-07F22A866077}" dt="2023-07-19T07:54:53.127" v="51"/>
          <ac:spMkLst>
            <pc:docMk/>
            <pc:sldMk cId="2772753535" sldId="418"/>
            <ac:spMk id="32" creationId="{E1113F6A-C001-5166-8CCF-13D0EB502336}"/>
          </ac:spMkLst>
        </pc:spChg>
        <pc:spChg chg="add">
          <ac:chgData name="Staples, Jessie (CorpAffairs, Kensington WA)" userId="S::sta399@csiro.au::7d0f0da2-c0b8-4772-aeff-0f6772a21e28" providerId="AD" clId="Web-{C12308B9-DF1A-E6B9-AFA8-07F22A866077}" dt="2023-07-19T07:54:53.127" v="51"/>
          <ac:spMkLst>
            <pc:docMk/>
            <pc:sldMk cId="2772753535" sldId="418"/>
            <ac:spMk id="33" creationId="{0037AFBB-7FE5-4391-4D52-287DACECF446}"/>
          </ac:spMkLst>
        </pc:spChg>
        <pc:spChg chg="add">
          <ac:chgData name="Staples, Jessie (CorpAffairs, Kensington WA)" userId="S::sta399@csiro.au::7d0f0da2-c0b8-4772-aeff-0f6772a21e28" providerId="AD" clId="Web-{C12308B9-DF1A-E6B9-AFA8-07F22A866077}" dt="2023-07-19T07:54:53.127" v="51"/>
          <ac:spMkLst>
            <pc:docMk/>
            <pc:sldMk cId="2772753535" sldId="418"/>
            <ac:spMk id="34" creationId="{4819D2A7-5FCD-64E3-DC56-0C9AE205E24D}"/>
          </ac:spMkLst>
        </pc:spChg>
        <pc:spChg chg="add">
          <ac:chgData name="Staples, Jessie (CorpAffairs, Kensington WA)" userId="S::sta399@csiro.au::7d0f0da2-c0b8-4772-aeff-0f6772a21e28" providerId="AD" clId="Web-{C12308B9-DF1A-E6B9-AFA8-07F22A866077}" dt="2023-07-19T07:54:53.127" v="51"/>
          <ac:spMkLst>
            <pc:docMk/>
            <pc:sldMk cId="2772753535" sldId="418"/>
            <ac:spMk id="35" creationId="{D58124A2-E7B3-1A5D-37EC-CA04C5FC81C9}"/>
          </ac:spMkLst>
        </pc:spChg>
        <pc:spChg chg="add">
          <ac:chgData name="Staples, Jessie (CorpAffairs, Kensington WA)" userId="S::sta399@csiro.au::7d0f0da2-c0b8-4772-aeff-0f6772a21e28" providerId="AD" clId="Web-{C12308B9-DF1A-E6B9-AFA8-07F22A866077}" dt="2023-07-19T07:54:53.127" v="51"/>
          <ac:spMkLst>
            <pc:docMk/>
            <pc:sldMk cId="2772753535" sldId="418"/>
            <ac:spMk id="36" creationId="{9ED56E43-5847-16A2-AC3E-AECC5A2E649B}"/>
          </ac:spMkLst>
        </pc:spChg>
        <pc:spChg chg="add">
          <ac:chgData name="Staples, Jessie (CorpAffairs, Kensington WA)" userId="S::sta399@csiro.au::7d0f0da2-c0b8-4772-aeff-0f6772a21e28" providerId="AD" clId="Web-{C12308B9-DF1A-E6B9-AFA8-07F22A866077}" dt="2023-07-19T07:54:53.127" v="51"/>
          <ac:spMkLst>
            <pc:docMk/>
            <pc:sldMk cId="2772753535" sldId="418"/>
            <ac:spMk id="37" creationId="{417F6E38-F14A-6D22-50D1-4BBDEA4F7F55}"/>
          </ac:spMkLst>
        </pc:spChg>
        <pc:spChg chg="add">
          <ac:chgData name="Staples, Jessie (CorpAffairs, Kensington WA)" userId="S::sta399@csiro.au::7d0f0da2-c0b8-4772-aeff-0f6772a21e28" providerId="AD" clId="Web-{C12308B9-DF1A-E6B9-AFA8-07F22A866077}" dt="2023-07-19T07:54:53.127" v="51"/>
          <ac:spMkLst>
            <pc:docMk/>
            <pc:sldMk cId="2772753535" sldId="418"/>
            <ac:spMk id="38" creationId="{4BA234DA-F847-09A0-0456-F2AA75CCFA6E}"/>
          </ac:spMkLst>
        </pc:spChg>
        <pc:grpChg chg="add del mod">
          <ac:chgData name="Staples, Jessie (CorpAffairs, Kensington WA)" userId="S::sta399@csiro.au::7d0f0da2-c0b8-4772-aeff-0f6772a21e28" providerId="AD" clId="Web-{C12308B9-DF1A-E6B9-AFA8-07F22A866077}" dt="2023-07-19T07:54:28.408" v="45"/>
          <ac:grpSpMkLst>
            <pc:docMk/>
            <pc:sldMk cId="2772753535" sldId="418"/>
            <ac:grpSpMk id="4" creationId="{EDF9C500-3876-24D0-8780-50B85CD28CD5}"/>
          </ac:grpSpMkLst>
        </pc:grpChg>
        <pc:grpChg chg="add mod">
          <ac:chgData name="Staples, Jessie (CorpAffairs, Kensington WA)" userId="S::sta399@csiro.au::7d0f0da2-c0b8-4772-aeff-0f6772a21e28" providerId="AD" clId="Web-{C12308B9-DF1A-E6B9-AFA8-07F22A866077}" dt="2023-07-19T07:55:55.239" v="68" actId="1076"/>
          <ac:grpSpMkLst>
            <pc:docMk/>
            <pc:sldMk cId="2772753535" sldId="418"/>
            <ac:grpSpMk id="19" creationId="{525192EF-E8B4-585A-92F4-BD6957691E81}"/>
          </ac:grpSpMkLst>
        </pc:grpChg>
        <pc:grpChg chg="add del mod">
          <ac:chgData name="Staples, Jessie (CorpAffairs, Kensington WA)" userId="S::sta399@csiro.au::7d0f0da2-c0b8-4772-aeff-0f6772a21e28" providerId="AD" clId="Web-{C12308B9-DF1A-E6B9-AFA8-07F22A866077}" dt="2023-07-19T07:55:07.706" v="53"/>
          <ac:grpSpMkLst>
            <pc:docMk/>
            <pc:sldMk cId="2772753535" sldId="418"/>
            <ac:grpSpMk id="29" creationId="{525192EF-E8B4-585A-92F4-BD6957691E81}"/>
          </ac:grpSpMkLst>
        </pc:grpChg>
        <pc:picChg chg="add del mod">
          <ac:chgData name="Staples, Jessie (CorpAffairs, Kensington WA)" userId="S::sta399@csiro.au::7d0f0da2-c0b8-4772-aeff-0f6772a21e28" providerId="AD" clId="Web-{C12308B9-DF1A-E6B9-AFA8-07F22A866077}" dt="2023-07-19T07:53:55.157" v="39"/>
          <ac:picMkLst>
            <pc:docMk/>
            <pc:sldMk cId="2772753535" sldId="418"/>
            <ac:picMk id="3" creationId="{F3748742-FE69-727D-C127-FB41AB2CBADD}"/>
          </ac:picMkLst>
        </pc:picChg>
        <pc:picChg chg="del">
          <ac:chgData name="Staples, Jessie (CorpAffairs, Kensington WA)" userId="S::sta399@csiro.au::7d0f0da2-c0b8-4772-aeff-0f6772a21e28" providerId="AD" clId="Web-{C12308B9-DF1A-E6B9-AFA8-07F22A866077}" dt="2023-07-19T07:34:49.620" v="15"/>
          <ac:picMkLst>
            <pc:docMk/>
            <pc:sldMk cId="2772753535" sldId="418"/>
            <ac:picMk id="1026" creationId="{AA87C445-3F19-4011-AA89-CACF006B58DC}"/>
          </ac:picMkLst>
        </pc:picChg>
      </pc:sldChg>
      <pc:sldChg chg="addSp modSp new ord">
        <pc:chgData name="Staples, Jessie (CorpAffairs, Kensington WA)" userId="S::sta399@csiro.au::7d0f0da2-c0b8-4772-aeff-0f6772a21e28" providerId="AD" clId="Web-{C12308B9-DF1A-E6B9-AFA8-07F22A866077}" dt="2023-07-19T08:23:00.633" v="480" actId="1076"/>
        <pc:sldMkLst>
          <pc:docMk/>
          <pc:sldMk cId="1650274325" sldId="419"/>
        </pc:sldMkLst>
        <pc:spChg chg="mod">
          <ac:chgData name="Staples, Jessie (CorpAffairs, Kensington WA)" userId="S::sta399@csiro.au::7d0f0da2-c0b8-4772-aeff-0f6772a21e28" providerId="AD" clId="Web-{C12308B9-DF1A-E6B9-AFA8-07F22A866077}" dt="2023-07-19T08:23:00.633" v="480" actId="1076"/>
          <ac:spMkLst>
            <pc:docMk/>
            <pc:sldMk cId="1650274325" sldId="419"/>
            <ac:spMk id="2" creationId="{6147868E-6960-387C-70A2-E5180B3D9AFF}"/>
          </ac:spMkLst>
        </pc:spChg>
        <pc:spChg chg="mod">
          <ac:chgData name="Staples, Jessie (CorpAffairs, Kensington WA)" userId="S::sta399@csiro.au::7d0f0da2-c0b8-4772-aeff-0f6772a21e28" providerId="AD" clId="Web-{C12308B9-DF1A-E6B9-AFA8-07F22A866077}" dt="2023-07-19T08:21:17.818" v="430" actId="14100"/>
          <ac:spMkLst>
            <pc:docMk/>
            <pc:sldMk cId="1650274325" sldId="419"/>
            <ac:spMk id="3" creationId="{929F54A8-E5E2-2DD2-8BCE-C41A44ABA3B5}"/>
          </ac:spMkLst>
        </pc:spChg>
        <pc:spChg chg="add mod">
          <ac:chgData name="Staples, Jessie (CorpAffairs, Kensington WA)" userId="S::sta399@csiro.au::7d0f0da2-c0b8-4772-aeff-0f6772a21e28" providerId="AD" clId="Web-{C12308B9-DF1A-E6B9-AFA8-07F22A866077}" dt="2023-07-19T08:22:52.227" v="479" actId="1076"/>
          <ac:spMkLst>
            <pc:docMk/>
            <pc:sldMk cId="1650274325" sldId="419"/>
            <ac:spMk id="4" creationId="{85F399F2-D628-8E74-3746-4F5E74DC13A9}"/>
          </ac:spMkLst>
        </pc:spChg>
      </pc:sldChg>
      <pc:sldChg chg="addSp delSp modSp new del">
        <pc:chgData name="Staples, Jessie (CorpAffairs, Kensington WA)" userId="S::sta399@csiro.au::7d0f0da2-c0b8-4772-aeff-0f6772a21e28" providerId="AD" clId="Web-{C12308B9-DF1A-E6B9-AFA8-07F22A866077}" dt="2023-07-19T07:55:46.223" v="66"/>
        <pc:sldMkLst>
          <pc:docMk/>
          <pc:sldMk cId="2524381423" sldId="419"/>
        </pc:sldMkLst>
        <pc:spChg chg="mod">
          <ac:chgData name="Staples, Jessie (CorpAffairs, Kensington WA)" userId="S::sta399@csiro.au::7d0f0da2-c0b8-4772-aeff-0f6772a21e28" providerId="AD" clId="Web-{C12308B9-DF1A-E6B9-AFA8-07F22A866077}" dt="2023-07-19T07:55:18.550" v="58" actId="20577"/>
          <ac:spMkLst>
            <pc:docMk/>
            <pc:sldMk cId="2524381423" sldId="419"/>
            <ac:spMk id="2" creationId="{F0EFE809-4D37-0896-F24F-BF023F3CB3B8}"/>
          </ac:spMkLst>
        </pc:spChg>
        <pc:spChg chg="del">
          <ac:chgData name="Staples, Jessie (CorpAffairs, Kensington WA)" userId="S::sta399@csiro.au::7d0f0da2-c0b8-4772-aeff-0f6772a21e28" providerId="AD" clId="Web-{C12308B9-DF1A-E6B9-AFA8-07F22A866077}" dt="2023-07-19T07:55:25.722" v="60"/>
          <ac:spMkLst>
            <pc:docMk/>
            <pc:sldMk cId="2524381423" sldId="419"/>
            <ac:spMk id="3" creationId="{A4C84737-A469-5B15-83BE-A95313617515}"/>
          </ac:spMkLst>
        </pc:spChg>
        <pc:spChg chg="add">
          <ac:chgData name="Staples, Jessie (CorpAffairs, Kensington WA)" userId="S::sta399@csiro.au::7d0f0da2-c0b8-4772-aeff-0f6772a21e28" providerId="AD" clId="Web-{C12308B9-DF1A-E6B9-AFA8-07F22A866077}" dt="2023-07-19T07:55:22.753" v="59"/>
          <ac:spMkLst>
            <pc:docMk/>
            <pc:sldMk cId="2524381423" sldId="419"/>
            <ac:spMk id="5" creationId="{D5D69D7C-C330-E424-1606-8AE6ABCB0BB6}"/>
          </ac:spMkLst>
        </pc:spChg>
        <pc:spChg chg="add">
          <ac:chgData name="Staples, Jessie (CorpAffairs, Kensington WA)" userId="S::sta399@csiro.au::7d0f0da2-c0b8-4772-aeff-0f6772a21e28" providerId="AD" clId="Web-{C12308B9-DF1A-E6B9-AFA8-07F22A866077}" dt="2023-07-19T07:55:22.753" v="59"/>
          <ac:spMkLst>
            <pc:docMk/>
            <pc:sldMk cId="2524381423" sldId="419"/>
            <ac:spMk id="6" creationId="{BF29A391-BCE2-4289-1EAA-424D5F9A650A}"/>
          </ac:spMkLst>
        </pc:spChg>
        <pc:spChg chg="add">
          <ac:chgData name="Staples, Jessie (CorpAffairs, Kensington WA)" userId="S::sta399@csiro.au::7d0f0da2-c0b8-4772-aeff-0f6772a21e28" providerId="AD" clId="Web-{C12308B9-DF1A-E6B9-AFA8-07F22A866077}" dt="2023-07-19T07:55:22.753" v="59"/>
          <ac:spMkLst>
            <pc:docMk/>
            <pc:sldMk cId="2524381423" sldId="419"/>
            <ac:spMk id="7" creationId="{E1113F6A-C001-5166-8CCF-13D0EB502336}"/>
          </ac:spMkLst>
        </pc:spChg>
        <pc:spChg chg="add">
          <ac:chgData name="Staples, Jessie (CorpAffairs, Kensington WA)" userId="S::sta399@csiro.au::7d0f0da2-c0b8-4772-aeff-0f6772a21e28" providerId="AD" clId="Web-{C12308B9-DF1A-E6B9-AFA8-07F22A866077}" dt="2023-07-19T07:55:22.753" v="59"/>
          <ac:spMkLst>
            <pc:docMk/>
            <pc:sldMk cId="2524381423" sldId="419"/>
            <ac:spMk id="8" creationId="{0037AFBB-7FE5-4391-4D52-287DACECF446}"/>
          </ac:spMkLst>
        </pc:spChg>
        <pc:spChg chg="add">
          <ac:chgData name="Staples, Jessie (CorpAffairs, Kensington WA)" userId="S::sta399@csiro.au::7d0f0da2-c0b8-4772-aeff-0f6772a21e28" providerId="AD" clId="Web-{C12308B9-DF1A-E6B9-AFA8-07F22A866077}" dt="2023-07-19T07:55:22.753" v="59"/>
          <ac:spMkLst>
            <pc:docMk/>
            <pc:sldMk cId="2524381423" sldId="419"/>
            <ac:spMk id="9" creationId="{4819D2A7-5FCD-64E3-DC56-0C9AE205E24D}"/>
          </ac:spMkLst>
        </pc:spChg>
        <pc:spChg chg="add">
          <ac:chgData name="Staples, Jessie (CorpAffairs, Kensington WA)" userId="S::sta399@csiro.au::7d0f0da2-c0b8-4772-aeff-0f6772a21e28" providerId="AD" clId="Web-{C12308B9-DF1A-E6B9-AFA8-07F22A866077}" dt="2023-07-19T07:55:22.753" v="59"/>
          <ac:spMkLst>
            <pc:docMk/>
            <pc:sldMk cId="2524381423" sldId="419"/>
            <ac:spMk id="10" creationId="{D58124A2-E7B3-1A5D-37EC-CA04C5FC81C9}"/>
          </ac:spMkLst>
        </pc:spChg>
        <pc:spChg chg="add">
          <ac:chgData name="Staples, Jessie (CorpAffairs, Kensington WA)" userId="S::sta399@csiro.au::7d0f0da2-c0b8-4772-aeff-0f6772a21e28" providerId="AD" clId="Web-{C12308B9-DF1A-E6B9-AFA8-07F22A866077}" dt="2023-07-19T07:55:22.753" v="59"/>
          <ac:spMkLst>
            <pc:docMk/>
            <pc:sldMk cId="2524381423" sldId="419"/>
            <ac:spMk id="11" creationId="{9ED56E43-5847-16A2-AC3E-AECC5A2E649B}"/>
          </ac:spMkLst>
        </pc:spChg>
        <pc:spChg chg="add">
          <ac:chgData name="Staples, Jessie (CorpAffairs, Kensington WA)" userId="S::sta399@csiro.au::7d0f0da2-c0b8-4772-aeff-0f6772a21e28" providerId="AD" clId="Web-{C12308B9-DF1A-E6B9-AFA8-07F22A866077}" dt="2023-07-19T07:55:22.753" v="59"/>
          <ac:spMkLst>
            <pc:docMk/>
            <pc:sldMk cId="2524381423" sldId="419"/>
            <ac:spMk id="12" creationId="{417F6E38-F14A-6D22-50D1-4BBDEA4F7F55}"/>
          </ac:spMkLst>
        </pc:spChg>
        <pc:spChg chg="add">
          <ac:chgData name="Staples, Jessie (CorpAffairs, Kensington WA)" userId="S::sta399@csiro.au::7d0f0da2-c0b8-4772-aeff-0f6772a21e28" providerId="AD" clId="Web-{C12308B9-DF1A-E6B9-AFA8-07F22A866077}" dt="2023-07-19T07:55:22.753" v="59"/>
          <ac:spMkLst>
            <pc:docMk/>
            <pc:sldMk cId="2524381423" sldId="419"/>
            <ac:spMk id="13" creationId="{4BA234DA-F847-09A0-0456-F2AA75CCFA6E}"/>
          </ac:spMkLst>
        </pc:spChg>
        <pc:grpChg chg="add mod">
          <ac:chgData name="Staples, Jessie (CorpAffairs, Kensington WA)" userId="S::sta399@csiro.au::7d0f0da2-c0b8-4772-aeff-0f6772a21e28" providerId="AD" clId="Web-{C12308B9-DF1A-E6B9-AFA8-07F22A866077}" dt="2023-07-19T07:55:36.347" v="64" actId="14100"/>
          <ac:grpSpMkLst>
            <pc:docMk/>
            <pc:sldMk cId="2524381423" sldId="419"/>
            <ac:grpSpMk id="4" creationId="{525192EF-E8B4-585A-92F4-BD6957691E81}"/>
          </ac:grpSpMkLst>
        </pc:grpChg>
      </pc:sldChg>
      <pc:sldChg chg="new del">
        <pc:chgData name="Staples, Jessie (CorpAffairs, Kensington WA)" userId="S::sta399@csiro.au::7d0f0da2-c0b8-4772-aeff-0f6772a21e28" providerId="AD" clId="Web-{C12308B9-DF1A-E6B9-AFA8-07F22A866077}" dt="2023-07-19T08:12:25.082" v="215"/>
        <pc:sldMkLst>
          <pc:docMk/>
          <pc:sldMk cId="1634838537" sldId="420"/>
        </pc:sldMkLst>
      </pc:sldChg>
      <pc:sldChg chg="modSp add ord">
        <pc:chgData name="Staples, Jessie (CorpAffairs, Kensington WA)" userId="S::sta399@csiro.au::7d0f0da2-c0b8-4772-aeff-0f6772a21e28" providerId="AD" clId="Web-{C12308B9-DF1A-E6B9-AFA8-07F22A866077}" dt="2023-07-19T08:30:40.820" v="569" actId="20577"/>
        <pc:sldMkLst>
          <pc:docMk/>
          <pc:sldMk cId="4156154523" sldId="421"/>
        </pc:sldMkLst>
        <pc:spChg chg="mod">
          <ac:chgData name="Staples, Jessie (CorpAffairs, Kensington WA)" userId="S::sta399@csiro.au::7d0f0da2-c0b8-4772-aeff-0f6772a21e28" providerId="AD" clId="Web-{C12308B9-DF1A-E6B9-AFA8-07F22A866077}" dt="2023-07-19T08:30:36.507" v="568" actId="1076"/>
          <ac:spMkLst>
            <pc:docMk/>
            <pc:sldMk cId="4156154523" sldId="421"/>
            <ac:spMk id="3" creationId="{9645895A-CA4E-4638-8059-F7011CA65C83}"/>
          </ac:spMkLst>
        </pc:spChg>
        <pc:spChg chg="mod">
          <ac:chgData name="Staples, Jessie (CorpAffairs, Kensington WA)" userId="S::sta399@csiro.au::7d0f0da2-c0b8-4772-aeff-0f6772a21e28" providerId="AD" clId="Web-{C12308B9-DF1A-E6B9-AFA8-07F22A866077}" dt="2023-07-19T08:30:40.820" v="569" actId="20577"/>
          <ac:spMkLst>
            <pc:docMk/>
            <pc:sldMk cId="4156154523" sldId="421"/>
            <ac:spMk id="5" creationId="{97DD0EDF-12F1-405A-98F7-75983739557C}"/>
          </ac:spMkLst>
        </pc:spChg>
        <pc:spChg chg="mod">
          <ac:chgData name="Staples, Jessie (CorpAffairs, Kensington WA)" userId="S::sta399@csiro.au::7d0f0da2-c0b8-4772-aeff-0f6772a21e28" providerId="AD" clId="Web-{C12308B9-DF1A-E6B9-AFA8-07F22A866077}" dt="2023-07-19T08:12:51.177" v="242" actId="1076"/>
          <ac:spMkLst>
            <pc:docMk/>
            <pc:sldMk cId="4156154523" sldId="421"/>
            <ac:spMk id="6" creationId="{77D929BC-9C47-4DE9-B23C-4F5F26BA5389}"/>
          </ac:spMkLst>
        </pc:spChg>
      </pc:sldChg>
      <pc:sldChg chg="addSp delSp modSp add ord replId">
        <pc:chgData name="Staples, Jessie (CorpAffairs, Kensington WA)" userId="S::sta399@csiro.au::7d0f0da2-c0b8-4772-aeff-0f6772a21e28" providerId="AD" clId="Web-{C12308B9-DF1A-E6B9-AFA8-07F22A866077}" dt="2023-07-19T08:35:57.236" v="694"/>
        <pc:sldMkLst>
          <pc:docMk/>
          <pc:sldMk cId="1392688973" sldId="422"/>
        </pc:sldMkLst>
        <pc:spChg chg="del mod">
          <ac:chgData name="Staples, Jessie (CorpAffairs, Kensington WA)" userId="S::sta399@csiro.au::7d0f0da2-c0b8-4772-aeff-0f6772a21e28" providerId="AD" clId="Web-{C12308B9-DF1A-E6B9-AFA8-07F22A866077}" dt="2023-07-19T08:24:20.183" v="491"/>
          <ac:spMkLst>
            <pc:docMk/>
            <pc:sldMk cId="1392688973" sldId="422"/>
            <ac:spMk id="2" creationId="{36114F9A-EC92-425C-B6D4-A96C03DC3165}"/>
          </ac:spMkLst>
        </pc:spChg>
        <pc:spChg chg="mod">
          <ac:chgData name="Staples, Jessie (CorpAffairs, Kensington WA)" userId="S::sta399@csiro.au::7d0f0da2-c0b8-4772-aeff-0f6772a21e28" providerId="AD" clId="Web-{C12308B9-DF1A-E6B9-AFA8-07F22A866077}" dt="2023-07-19T08:24:03.698" v="486" actId="20577"/>
          <ac:spMkLst>
            <pc:docMk/>
            <pc:sldMk cId="1392688973" sldId="422"/>
            <ac:spMk id="7" creationId="{8D91A5FC-21CB-4AFC-BFAD-BF0BA9ACBD2C}"/>
          </ac:spMkLst>
        </pc:spChg>
        <pc:spChg chg="del">
          <ac:chgData name="Staples, Jessie (CorpAffairs, Kensington WA)" userId="S::sta399@csiro.au::7d0f0da2-c0b8-4772-aeff-0f6772a21e28" providerId="AD" clId="Web-{C12308B9-DF1A-E6B9-AFA8-07F22A866077}" dt="2023-07-19T08:24:01.104" v="484"/>
          <ac:spMkLst>
            <pc:docMk/>
            <pc:sldMk cId="1392688973" sldId="422"/>
            <ac:spMk id="8" creationId="{EABBE8F5-F272-43EC-9796-E847902AA2D3}"/>
          </ac:spMkLst>
        </pc:spChg>
        <pc:picChg chg="add mod">
          <ac:chgData name="Staples, Jessie (CorpAffairs, Kensington WA)" userId="S::sta399@csiro.au::7d0f0da2-c0b8-4772-aeff-0f6772a21e28" providerId="AD" clId="Web-{C12308B9-DF1A-E6B9-AFA8-07F22A866077}" dt="2023-07-19T08:34:44.562" v="685" actId="1076"/>
          <ac:picMkLst>
            <pc:docMk/>
            <pc:sldMk cId="1392688973" sldId="422"/>
            <ac:picMk id="4" creationId="{31AFF7DB-0CEB-7C70-9B56-7B12D681DB31}"/>
          </ac:picMkLst>
        </pc:picChg>
        <pc:picChg chg="del">
          <ac:chgData name="Staples, Jessie (CorpAffairs, Kensington WA)" userId="S::sta399@csiro.au::7d0f0da2-c0b8-4772-aeff-0f6772a21e28" providerId="AD" clId="Web-{C12308B9-DF1A-E6B9-AFA8-07F22A866077}" dt="2023-07-19T08:23:58.807" v="483"/>
          <ac:picMkLst>
            <pc:docMk/>
            <pc:sldMk cId="1392688973" sldId="422"/>
            <ac:picMk id="1026" creationId="{AA87C445-3F19-4011-AA89-CACF006B58DC}"/>
          </ac:picMkLst>
        </pc:picChg>
      </pc:sldChg>
      <pc:sldChg chg="addSp delSp modSp new">
        <pc:chgData name="Staples, Jessie (CorpAffairs, Kensington WA)" userId="S::sta399@csiro.au::7d0f0da2-c0b8-4772-aeff-0f6772a21e28" providerId="AD" clId="Web-{C12308B9-DF1A-E6B9-AFA8-07F22A866077}" dt="2023-07-19T08:25:37.482" v="532"/>
        <pc:sldMkLst>
          <pc:docMk/>
          <pc:sldMk cId="1344052534" sldId="423"/>
        </pc:sldMkLst>
        <pc:spChg chg="mod">
          <ac:chgData name="Staples, Jessie (CorpAffairs, Kensington WA)" userId="S::sta399@csiro.au::7d0f0da2-c0b8-4772-aeff-0f6772a21e28" providerId="AD" clId="Web-{C12308B9-DF1A-E6B9-AFA8-07F22A866077}" dt="2023-07-19T08:25:27.951" v="530" actId="1076"/>
          <ac:spMkLst>
            <pc:docMk/>
            <pc:sldMk cId="1344052534" sldId="423"/>
            <ac:spMk id="2" creationId="{B0F65E70-EBF8-EC0B-0074-3227F01F7B09}"/>
          </ac:spMkLst>
        </pc:spChg>
        <pc:spChg chg="del">
          <ac:chgData name="Staples, Jessie (CorpAffairs, Kensington WA)" userId="S::sta399@csiro.au::7d0f0da2-c0b8-4772-aeff-0f6772a21e28" providerId="AD" clId="Web-{C12308B9-DF1A-E6B9-AFA8-07F22A866077}" dt="2023-07-19T08:25:11.763" v="525"/>
          <ac:spMkLst>
            <pc:docMk/>
            <pc:sldMk cId="1344052534" sldId="423"/>
            <ac:spMk id="3" creationId="{CA7775F1-5D85-5D9F-7A9E-EBE65ECC56D6}"/>
          </ac:spMkLst>
        </pc:spChg>
        <pc:spChg chg="del">
          <ac:chgData name="Staples, Jessie (CorpAffairs, Kensington WA)" userId="S::sta399@csiro.au::7d0f0da2-c0b8-4772-aeff-0f6772a21e28" providerId="AD" clId="Web-{C12308B9-DF1A-E6B9-AFA8-07F22A866077}" dt="2023-07-19T08:25:13.716" v="526"/>
          <ac:spMkLst>
            <pc:docMk/>
            <pc:sldMk cId="1344052534" sldId="423"/>
            <ac:spMk id="4" creationId="{85432AF2-8B40-F6CF-1BF9-02D9486AE71B}"/>
          </ac:spMkLst>
        </pc:spChg>
        <pc:graphicFrameChg chg="add mod">
          <ac:chgData name="Staples, Jessie (CorpAffairs, Kensington WA)" userId="S::sta399@csiro.au::7d0f0da2-c0b8-4772-aeff-0f6772a21e28" providerId="AD" clId="Web-{C12308B9-DF1A-E6B9-AFA8-07F22A866077}" dt="2023-07-19T08:25:29.748" v="531" actId="1076"/>
          <ac:graphicFrameMkLst>
            <pc:docMk/>
            <pc:sldMk cId="1344052534" sldId="423"/>
            <ac:graphicFrameMk id="6" creationId="{514E346B-84BE-970A-FB1C-65DC3A036AC0}"/>
          </ac:graphicFrameMkLst>
        </pc:graphicFrameChg>
        <pc:picChg chg="add">
          <ac:chgData name="Staples, Jessie (CorpAffairs, Kensington WA)" userId="S::sta399@csiro.au::7d0f0da2-c0b8-4772-aeff-0f6772a21e28" providerId="AD" clId="Web-{C12308B9-DF1A-E6B9-AFA8-07F22A866077}" dt="2023-07-19T08:25:37.482" v="532"/>
          <ac:picMkLst>
            <pc:docMk/>
            <pc:sldMk cId="1344052534" sldId="423"/>
            <ac:picMk id="8" creationId="{4004E4A9-C742-7805-4165-419E87ED620F}"/>
          </ac:picMkLst>
        </pc:picChg>
      </pc:sldChg>
      <pc:sldChg chg="addSp delSp modSp new mod ord modClrScheme chgLayout">
        <pc:chgData name="Staples, Jessie (CorpAffairs, Kensington WA)" userId="S::sta399@csiro.au::7d0f0da2-c0b8-4772-aeff-0f6772a21e28" providerId="AD" clId="Web-{C12308B9-DF1A-E6B9-AFA8-07F22A866077}" dt="2023-07-19T08:34:55.953" v="686"/>
        <pc:sldMkLst>
          <pc:docMk/>
          <pc:sldMk cId="1127582349" sldId="424"/>
        </pc:sldMkLst>
        <pc:spChg chg="del">
          <ac:chgData name="Staples, Jessie (CorpAffairs, Kensington WA)" userId="S::sta399@csiro.au::7d0f0da2-c0b8-4772-aeff-0f6772a21e28" providerId="AD" clId="Web-{C12308B9-DF1A-E6B9-AFA8-07F22A866077}" dt="2023-07-19T08:26:17.796" v="535"/>
          <ac:spMkLst>
            <pc:docMk/>
            <pc:sldMk cId="1127582349" sldId="424"/>
            <ac:spMk id="2" creationId="{1F1AF9D7-4800-F9DE-3C42-111F385907F8}"/>
          </ac:spMkLst>
        </pc:spChg>
        <pc:spChg chg="mod ord">
          <ac:chgData name="Staples, Jessie (CorpAffairs, Kensington WA)" userId="S::sta399@csiro.au::7d0f0da2-c0b8-4772-aeff-0f6772a21e28" providerId="AD" clId="Web-{C12308B9-DF1A-E6B9-AFA8-07F22A866077}" dt="2023-07-19T08:29:09.567" v="555"/>
          <ac:spMkLst>
            <pc:docMk/>
            <pc:sldMk cId="1127582349" sldId="424"/>
            <ac:spMk id="3" creationId="{A466D725-8D80-EBBE-B20E-A9880AE012B3}"/>
          </ac:spMkLst>
        </pc:spChg>
        <pc:spChg chg="add del mod ord">
          <ac:chgData name="Staples, Jessie (CorpAffairs, Kensington WA)" userId="S::sta399@csiro.au::7d0f0da2-c0b8-4772-aeff-0f6772a21e28" providerId="AD" clId="Web-{C12308B9-DF1A-E6B9-AFA8-07F22A866077}" dt="2023-07-19T08:29:32.974" v="559"/>
          <ac:spMkLst>
            <pc:docMk/>
            <pc:sldMk cId="1127582349" sldId="424"/>
            <ac:spMk id="6" creationId="{F73D14B0-8E2D-9811-A180-9463774DF396}"/>
          </ac:spMkLst>
        </pc:spChg>
        <pc:spChg chg="add del mod">
          <ac:chgData name="Staples, Jessie (CorpAffairs, Kensington WA)" userId="S::sta399@csiro.au::7d0f0da2-c0b8-4772-aeff-0f6772a21e28" providerId="AD" clId="Web-{C12308B9-DF1A-E6B9-AFA8-07F22A866077}" dt="2023-07-19T08:27:05.219" v="540"/>
          <ac:spMkLst>
            <pc:docMk/>
            <pc:sldMk cId="1127582349" sldId="424"/>
            <ac:spMk id="8" creationId="{691F771D-EDF9-6D09-505D-703C0B35CCE4}"/>
          </ac:spMkLst>
        </pc:spChg>
        <pc:spChg chg="add mod">
          <ac:chgData name="Staples, Jessie (CorpAffairs, Kensington WA)" userId="S::sta399@csiro.au::7d0f0da2-c0b8-4772-aeff-0f6772a21e28" providerId="AD" clId="Web-{C12308B9-DF1A-E6B9-AFA8-07F22A866077}" dt="2023-07-19T08:29:49.849" v="565" actId="1076"/>
          <ac:spMkLst>
            <pc:docMk/>
            <pc:sldMk cId="1127582349" sldId="424"/>
            <ac:spMk id="9" creationId="{F4D517CB-F07C-6A9A-2DFF-D5ADCB16E918}"/>
          </ac:spMkLst>
        </pc:spChg>
        <pc:picChg chg="add del mod ord">
          <ac:chgData name="Staples, Jessie (CorpAffairs, Kensington WA)" userId="S::sta399@csiro.au::7d0f0da2-c0b8-4772-aeff-0f6772a21e28" providerId="AD" clId="Web-{C12308B9-DF1A-E6B9-AFA8-07F22A866077}" dt="2023-07-19T08:26:37.953" v="539"/>
          <ac:picMkLst>
            <pc:docMk/>
            <pc:sldMk cId="1127582349" sldId="424"/>
            <ac:picMk id="4" creationId="{A8EDA1B0-DA26-E957-A6D6-A18E60435D62}"/>
          </ac:picMkLst>
        </pc:picChg>
        <pc:picChg chg="add del mod">
          <ac:chgData name="Staples, Jessie (CorpAffairs, Kensington WA)" userId="S::sta399@csiro.au::7d0f0da2-c0b8-4772-aeff-0f6772a21e28" providerId="AD" clId="Web-{C12308B9-DF1A-E6B9-AFA8-07F22A866077}" dt="2023-07-19T08:26:35.765" v="538"/>
          <ac:picMkLst>
            <pc:docMk/>
            <pc:sldMk cId="1127582349" sldId="424"/>
            <ac:picMk id="5" creationId="{798916B4-C73B-8341-2B29-AA76F0CD9AF3}"/>
          </ac:picMkLst>
        </pc:picChg>
      </pc:sldChg>
      <pc:sldChg chg="addSp delSp modSp new mod modClrScheme chgLayout">
        <pc:chgData name="Staples, Jessie (CorpAffairs, Kensington WA)" userId="S::sta399@csiro.au::7d0f0da2-c0b8-4772-aeff-0f6772a21e28" providerId="AD" clId="Web-{C12308B9-DF1A-E6B9-AFA8-07F22A866077}" dt="2023-07-19T08:31:39.447" v="613" actId="1076"/>
        <pc:sldMkLst>
          <pc:docMk/>
          <pc:sldMk cId="1242594982" sldId="425"/>
        </pc:sldMkLst>
        <pc:spChg chg="del">
          <ac:chgData name="Staples, Jessie (CorpAffairs, Kensington WA)" userId="S::sta399@csiro.au::7d0f0da2-c0b8-4772-aeff-0f6772a21e28" providerId="AD" clId="Web-{C12308B9-DF1A-E6B9-AFA8-07F22A866077}" dt="2023-07-19T08:30:56.398" v="570"/>
          <ac:spMkLst>
            <pc:docMk/>
            <pc:sldMk cId="1242594982" sldId="425"/>
            <ac:spMk id="2" creationId="{E16AFC7B-EB14-8A97-F59E-4A75B1AF638D}"/>
          </ac:spMkLst>
        </pc:spChg>
        <pc:spChg chg="del">
          <ac:chgData name="Staples, Jessie (CorpAffairs, Kensington WA)" userId="S::sta399@csiro.au::7d0f0da2-c0b8-4772-aeff-0f6772a21e28" providerId="AD" clId="Web-{C12308B9-DF1A-E6B9-AFA8-07F22A866077}" dt="2023-07-19T08:30:56.398" v="570"/>
          <ac:spMkLst>
            <pc:docMk/>
            <pc:sldMk cId="1242594982" sldId="425"/>
            <ac:spMk id="3" creationId="{279BF37F-7D9A-3AB5-A868-607FD7EC4F4A}"/>
          </ac:spMkLst>
        </pc:spChg>
        <pc:spChg chg="add mod">
          <ac:chgData name="Staples, Jessie (CorpAffairs, Kensington WA)" userId="S::sta399@csiro.au::7d0f0da2-c0b8-4772-aeff-0f6772a21e28" providerId="AD" clId="Web-{C12308B9-DF1A-E6B9-AFA8-07F22A866077}" dt="2023-07-19T08:31:37.306" v="612" actId="1076"/>
          <ac:spMkLst>
            <pc:docMk/>
            <pc:sldMk cId="1242594982" sldId="425"/>
            <ac:spMk id="8" creationId="{8E96A9F9-ED0B-5E83-0E81-CBB58D99AD5A}"/>
          </ac:spMkLst>
        </pc:spChg>
        <pc:spChg chg="add mod">
          <ac:chgData name="Staples, Jessie (CorpAffairs, Kensington WA)" userId="S::sta399@csiro.au::7d0f0da2-c0b8-4772-aeff-0f6772a21e28" providerId="AD" clId="Web-{C12308B9-DF1A-E6B9-AFA8-07F22A866077}" dt="2023-07-19T08:31:39.447" v="613" actId="1076"/>
          <ac:spMkLst>
            <pc:docMk/>
            <pc:sldMk cId="1242594982" sldId="425"/>
            <ac:spMk id="10" creationId="{18AC89ED-BD6F-2C73-7C49-4D1DD2BADA80}"/>
          </ac:spMkLst>
        </pc:spChg>
      </pc:sldChg>
      <pc:sldChg chg="new del">
        <pc:chgData name="Staples, Jessie (CorpAffairs, Kensington WA)" userId="S::sta399@csiro.au::7d0f0da2-c0b8-4772-aeff-0f6772a21e28" providerId="AD" clId="Web-{C12308B9-DF1A-E6B9-AFA8-07F22A866077}" dt="2023-07-19T08:31:55.963" v="616"/>
        <pc:sldMkLst>
          <pc:docMk/>
          <pc:sldMk cId="2580648047" sldId="426"/>
        </pc:sldMkLst>
      </pc:sldChg>
      <pc:sldChg chg="modSp add ord">
        <pc:chgData name="Staples, Jessie (CorpAffairs, Kensington WA)" userId="S::sta399@csiro.au::7d0f0da2-c0b8-4772-aeff-0f6772a21e28" providerId="AD" clId="Web-{C12308B9-DF1A-E6B9-AFA8-07F22A866077}" dt="2023-07-19T08:34:39.218" v="683" actId="20577"/>
        <pc:sldMkLst>
          <pc:docMk/>
          <pc:sldMk cId="1218492683" sldId="427"/>
        </pc:sldMkLst>
        <pc:spChg chg="mod">
          <ac:chgData name="Staples, Jessie (CorpAffairs, Kensington WA)" userId="S::sta399@csiro.au::7d0f0da2-c0b8-4772-aeff-0f6772a21e28" providerId="AD" clId="Web-{C12308B9-DF1A-E6B9-AFA8-07F22A866077}" dt="2023-07-19T08:33:32.278" v="649" actId="20577"/>
          <ac:spMkLst>
            <pc:docMk/>
            <pc:sldMk cId="1218492683" sldId="427"/>
            <ac:spMk id="8" creationId="{8E96A9F9-ED0B-5E83-0E81-CBB58D99AD5A}"/>
          </ac:spMkLst>
        </pc:spChg>
        <pc:spChg chg="mod">
          <ac:chgData name="Staples, Jessie (CorpAffairs, Kensington WA)" userId="S::sta399@csiro.au::7d0f0da2-c0b8-4772-aeff-0f6772a21e28" providerId="AD" clId="Web-{C12308B9-DF1A-E6B9-AFA8-07F22A866077}" dt="2023-07-19T08:34:39.218" v="683" actId="20577"/>
          <ac:spMkLst>
            <pc:docMk/>
            <pc:sldMk cId="1218492683" sldId="427"/>
            <ac:spMk id="10" creationId="{18AC89ED-BD6F-2C73-7C49-4D1DD2BADA80}"/>
          </ac:spMkLst>
        </pc:spChg>
      </pc:sldChg>
      <pc:sldChg chg="new del">
        <pc:chgData name="Staples, Jessie (CorpAffairs, Kensington WA)" userId="S::sta399@csiro.au::7d0f0da2-c0b8-4772-aeff-0f6772a21e28" providerId="AD" clId="Web-{C12308B9-DF1A-E6B9-AFA8-07F22A866077}" dt="2023-07-19T08:34:41.484" v="684"/>
        <pc:sldMkLst>
          <pc:docMk/>
          <pc:sldMk cId="2894754891" sldId="428"/>
        </pc:sldMkLst>
      </pc:sldChg>
      <pc:sldChg chg="modSp add ord replId">
        <pc:chgData name="Staples, Jessie (CorpAffairs, Kensington WA)" userId="S::sta399@csiro.au::7d0f0da2-c0b8-4772-aeff-0f6772a21e28" providerId="AD" clId="Web-{C12308B9-DF1A-E6B9-AFA8-07F22A866077}" dt="2023-07-19T08:34:25.718" v="673" actId="20577"/>
        <pc:sldMkLst>
          <pc:docMk/>
          <pc:sldMk cId="3795042471" sldId="429"/>
        </pc:sldMkLst>
        <pc:spChg chg="mod">
          <ac:chgData name="Staples, Jessie (CorpAffairs, Kensington WA)" userId="S::sta399@csiro.au::7d0f0da2-c0b8-4772-aeff-0f6772a21e28" providerId="AD" clId="Web-{C12308B9-DF1A-E6B9-AFA8-07F22A866077}" dt="2023-07-19T08:34:25.718" v="673" actId="20577"/>
          <ac:spMkLst>
            <pc:docMk/>
            <pc:sldMk cId="3795042471" sldId="429"/>
            <ac:spMk id="8" creationId="{8E96A9F9-ED0B-5E83-0E81-CBB58D99AD5A}"/>
          </ac:spMkLst>
        </pc:spChg>
        <pc:spChg chg="mod">
          <ac:chgData name="Staples, Jessie (CorpAffairs, Kensington WA)" userId="S::sta399@csiro.au::7d0f0da2-c0b8-4772-aeff-0f6772a21e28" providerId="AD" clId="Web-{C12308B9-DF1A-E6B9-AFA8-07F22A866077}" dt="2023-07-19T08:34:07.998" v="659" actId="20577"/>
          <ac:spMkLst>
            <pc:docMk/>
            <pc:sldMk cId="3795042471" sldId="429"/>
            <ac:spMk id="10" creationId="{18AC89ED-BD6F-2C73-7C49-4D1DD2BADA80}"/>
          </ac:spMkLst>
        </pc:spChg>
      </pc:sldChg>
      <pc:sldChg chg="delSp modSp new mod modClrScheme chgLayout">
        <pc:chgData name="Staples, Jessie (CorpAffairs, Kensington WA)" userId="S::sta399@csiro.au::7d0f0da2-c0b8-4772-aeff-0f6772a21e28" providerId="AD" clId="Web-{C12308B9-DF1A-E6B9-AFA8-07F22A866077}" dt="2023-07-19T08:35:30.329" v="693" actId="20577"/>
        <pc:sldMkLst>
          <pc:docMk/>
          <pc:sldMk cId="2173793217" sldId="430"/>
        </pc:sldMkLst>
        <pc:spChg chg="mod ord">
          <ac:chgData name="Staples, Jessie (CorpAffairs, Kensington WA)" userId="S::sta399@csiro.au::7d0f0da2-c0b8-4772-aeff-0f6772a21e28" providerId="AD" clId="Web-{C12308B9-DF1A-E6B9-AFA8-07F22A866077}" dt="2023-07-19T08:35:30.329" v="693" actId="20577"/>
          <ac:spMkLst>
            <pc:docMk/>
            <pc:sldMk cId="2173793217" sldId="430"/>
            <ac:spMk id="2" creationId="{A5B9BE14-36A5-D377-339C-64EB77156E31}"/>
          </ac:spMkLst>
        </pc:spChg>
        <pc:spChg chg="del">
          <ac:chgData name="Staples, Jessie (CorpAffairs, Kensington WA)" userId="S::sta399@csiro.au::7d0f0da2-c0b8-4772-aeff-0f6772a21e28" providerId="AD" clId="Web-{C12308B9-DF1A-E6B9-AFA8-07F22A866077}" dt="2023-07-19T08:35:19.891" v="688"/>
          <ac:spMkLst>
            <pc:docMk/>
            <pc:sldMk cId="2173793217" sldId="430"/>
            <ac:spMk id="3" creationId="{2C310710-30E3-FF00-C5BF-C56ED4CF4455}"/>
          </ac:spMkLst>
        </pc:spChg>
        <pc:spChg chg="del">
          <ac:chgData name="Staples, Jessie (CorpAffairs, Kensington WA)" userId="S::sta399@csiro.au::7d0f0da2-c0b8-4772-aeff-0f6772a21e28" providerId="AD" clId="Web-{C12308B9-DF1A-E6B9-AFA8-07F22A866077}" dt="2023-07-19T08:35:19.891" v="688"/>
          <ac:spMkLst>
            <pc:docMk/>
            <pc:sldMk cId="2173793217" sldId="430"/>
            <ac:spMk id="4" creationId="{B675B547-9CA1-0F7B-7BC8-40A1D5F15C88}"/>
          </ac:spMkLst>
        </pc:spChg>
      </pc:sldChg>
      <pc:sldChg chg="new del">
        <pc:chgData name="Staples, Jessie (CorpAffairs, Kensington WA)" userId="S::sta399@csiro.au::7d0f0da2-c0b8-4772-aeff-0f6772a21e28" providerId="AD" clId="Web-{C12308B9-DF1A-E6B9-AFA8-07F22A866077}" dt="2023-07-19T08:36:26.128" v="697"/>
        <pc:sldMkLst>
          <pc:docMk/>
          <pc:sldMk cId="4275880253" sldId="431"/>
        </pc:sldMkLst>
      </pc:sldChg>
      <pc:sldChg chg="add ord">
        <pc:chgData name="Staples, Jessie (CorpAffairs, Kensington WA)" userId="S::sta399@csiro.au::7d0f0da2-c0b8-4772-aeff-0f6772a21e28" providerId="AD" clId="Web-{C12308B9-DF1A-E6B9-AFA8-07F22A866077}" dt="2023-07-19T08:36:27.237" v="698"/>
        <pc:sldMkLst>
          <pc:docMk/>
          <pc:sldMk cId="3000502401" sldId="432"/>
        </pc:sldMkLst>
      </pc:sldChg>
      <pc:sldChg chg="modSp add">
        <pc:chgData name="Staples, Jessie (CorpAffairs, Kensington WA)" userId="S::sta399@csiro.au::7d0f0da2-c0b8-4772-aeff-0f6772a21e28" providerId="AD" clId="Web-{C12308B9-DF1A-E6B9-AFA8-07F22A866077}" dt="2023-07-19T08:37:29.426" v="706" actId="20577"/>
        <pc:sldMkLst>
          <pc:docMk/>
          <pc:sldMk cId="1828809446" sldId="433"/>
        </pc:sldMkLst>
        <pc:spChg chg="mod">
          <ac:chgData name="Staples, Jessie (CorpAffairs, Kensington WA)" userId="S::sta399@csiro.au::7d0f0da2-c0b8-4772-aeff-0f6772a21e28" providerId="AD" clId="Web-{C12308B9-DF1A-E6B9-AFA8-07F22A866077}" dt="2023-07-19T08:37:29.426" v="706" actId="20577"/>
          <ac:spMkLst>
            <pc:docMk/>
            <pc:sldMk cId="1828809446" sldId="433"/>
            <ac:spMk id="3" creationId="{703981CC-0BC8-6F47-1730-B80DEED3CD27}"/>
          </ac:spMkLst>
        </pc:spChg>
      </pc:sldChg>
      <pc:sldChg chg="new del">
        <pc:chgData name="Staples, Jessie (CorpAffairs, Kensington WA)" userId="S::sta399@csiro.au::7d0f0da2-c0b8-4772-aeff-0f6772a21e28" providerId="AD" clId="Web-{C12308B9-DF1A-E6B9-AFA8-07F22A866077}" dt="2023-07-19T08:37:36.270" v="709"/>
        <pc:sldMkLst>
          <pc:docMk/>
          <pc:sldMk cId="3962742612" sldId="434"/>
        </pc:sldMkLst>
      </pc:sldChg>
      <pc:sldChg chg="addSp delSp modSp add mod modShow">
        <pc:chgData name="Staples, Jessie (CorpAffairs, Kensington WA)" userId="S::sta399@csiro.au::7d0f0da2-c0b8-4772-aeff-0f6772a21e28" providerId="AD" clId="Web-{C12308B9-DF1A-E6B9-AFA8-07F22A866077}" dt="2023-07-19T08:43:17.906" v="747"/>
        <pc:sldMkLst>
          <pc:docMk/>
          <pc:sldMk cId="2546813330" sldId="435"/>
        </pc:sldMkLst>
        <pc:spChg chg="mod">
          <ac:chgData name="Staples, Jessie (CorpAffairs, Kensington WA)" userId="S::sta399@csiro.au::7d0f0da2-c0b8-4772-aeff-0f6772a21e28" providerId="AD" clId="Web-{C12308B9-DF1A-E6B9-AFA8-07F22A866077}" dt="2023-07-19T08:42:12.310" v="746" actId="20577"/>
          <ac:spMkLst>
            <pc:docMk/>
            <pc:sldMk cId="2546813330" sldId="435"/>
            <ac:spMk id="5" creationId="{9C3EF919-D4D1-D698-C70B-227609CA6BBD}"/>
          </ac:spMkLst>
        </pc:spChg>
        <pc:picChg chg="del">
          <ac:chgData name="Staples, Jessie (CorpAffairs, Kensington WA)" userId="S::sta399@csiro.au::7d0f0da2-c0b8-4772-aeff-0f6772a21e28" providerId="AD" clId="Web-{C12308B9-DF1A-E6B9-AFA8-07F22A866077}" dt="2023-07-19T08:38:22.866" v="710"/>
          <ac:picMkLst>
            <pc:docMk/>
            <pc:sldMk cId="2546813330" sldId="435"/>
            <ac:picMk id="4" creationId="{7D69766F-B380-C2DB-8EA4-454BEF6A4416}"/>
          </ac:picMkLst>
        </pc:picChg>
        <pc:picChg chg="add mod">
          <ac:chgData name="Staples, Jessie (CorpAffairs, Kensington WA)" userId="S::sta399@csiro.au::7d0f0da2-c0b8-4772-aeff-0f6772a21e28" providerId="AD" clId="Web-{C12308B9-DF1A-E6B9-AFA8-07F22A866077}" dt="2023-07-19T08:41:24.293" v="732" actId="1076"/>
          <ac:picMkLst>
            <pc:docMk/>
            <pc:sldMk cId="2546813330" sldId="435"/>
            <ac:picMk id="6" creationId="{EFD64DDB-3C25-9FE8-3FB0-C233FD6D203E}"/>
          </ac:picMkLst>
        </pc:picChg>
        <pc:picChg chg="add mod">
          <ac:chgData name="Staples, Jessie (CorpAffairs, Kensington WA)" userId="S::sta399@csiro.au::7d0f0da2-c0b8-4772-aeff-0f6772a21e28" providerId="AD" clId="Web-{C12308B9-DF1A-E6B9-AFA8-07F22A866077}" dt="2023-07-19T08:41:26.403" v="734" actId="1076"/>
          <ac:picMkLst>
            <pc:docMk/>
            <pc:sldMk cId="2546813330" sldId="435"/>
            <ac:picMk id="7" creationId="{D18C5292-10AF-90FE-CE03-4C4EA3BCB5D2}"/>
          </ac:picMkLst>
        </pc:picChg>
        <pc:picChg chg="add del mod">
          <ac:chgData name="Staples, Jessie (CorpAffairs, Kensington WA)" userId="S::sta399@csiro.au::7d0f0da2-c0b8-4772-aeff-0f6772a21e28" providerId="AD" clId="Web-{C12308B9-DF1A-E6B9-AFA8-07F22A866077}" dt="2023-07-19T08:41:23.574" v="731"/>
          <ac:picMkLst>
            <pc:docMk/>
            <pc:sldMk cId="2546813330" sldId="435"/>
            <ac:picMk id="8" creationId="{0D53FA2F-E83B-9E7F-4939-0D42D943C959}"/>
          </ac:picMkLst>
        </pc:picChg>
      </pc:sldChg>
      <pc:sldChg chg="modSp new">
        <pc:chgData name="Staples, Jessie (CorpAffairs, Kensington WA)" userId="S::sta399@csiro.au::7d0f0da2-c0b8-4772-aeff-0f6772a21e28" providerId="AD" clId="Web-{C12308B9-DF1A-E6B9-AFA8-07F22A866077}" dt="2023-07-19T08:43:51.188" v="756" actId="20577"/>
        <pc:sldMkLst>
          <pc:docMk/>
          <pc:sldMk cId="2597516294" sldId="436"/>
        </pc:sldMkLst>
        <pc:spChg chg="mod">
          <ac:chgData name="Staples, Jessie (CorpAffairs, Kensington WA)" userId="S::sta399@csiro.au::7d0f0da2-c0b8-4772-aeff-0f6772a21e28" providerId="AD" clId="Web-{C12308B9-DF1A-E6B9-AFA8-07F22A866077}" dt="2023-07-19T08:43:51.188" v="756" actId="20577"/>
          <ac:spMkLst>
            <pc:docMk/>
            <pc:sldMk cId="2597516294" sldId="436"/>
            <ac:spMk id="3" creationId="{BD678041-FADD-1B9C-CB81-8E81687BF145}"/>
          </ac:spMkLst>
        </pc:spChg>
      </pc:sldChg>
      <pc:sldChg chg="addSp delSp modSp new mod modClrScheme chgLayout">
        <pc:chgData name="Staples, Jessie (CorpAffairs, Kensington WA)" userId="S::sta399@csiro.au::7d0f0da2-c0b8-4772-aeff-0f6772a21e28" providerId="AD" clId="Web-{C12308B9-DF1A-E6B9-AFA8-07F22A866077}" dt="2023-07-20T09:27:04.046" v="805" actId="20577"/>
        <pc:sldMkLst>
          <pc:docMk/>
          <pc:sldMk cId="1485149024" sldId="437"/>
        </pc:sldMkLst>
        <pc:spChg chg="mod ord">
          <ac:chgData name="Staples, Jessie (CorpAffairs, Kensington WA)" userId="S::sta399@csiro.au::7d0f0da2-c0b8-4772-aeff-0f6772a21e28" providerId="AD" clId="Web-{C12308B9-DF1A-E6B9-AFA8-07F22A866077}" dt="2023-07-20T09:27:04.046" v="805" actId="20577"/>
          <ac:spMkLst>
            <pc:docMk/>
            <pc:sldMk cId="1485149024" sldId="437"/>
            <ac:spMk id="2" creationId="{A033AC1F-4B8C-21FB-ACFE-7532098C1E90}"/>
          </ac:spMkLst>
        </pc:spChg>
        <pc:spChg chg="del">
          <ac:chgData name="Staples, Jessie (CorpAffairs, Kensington WA)" userId="S::sta399@csiro.au::7d0f0da2-c0b8-4772-aeff-0f6772a21e28" providerId="AD" clId="Web-{C12308B9-DF1A-E6B9-AFA8-07F22A866077}" dt="2023-07-19T08:44:02.298" v="758"/>
          <ac:spMkLst>
            <pc:docMk/>
            <pc:sldMk cId="1485149024" sldId="437"/>
            <ac:spMk id="3" creationId="{4BAB83AF-F50A-71C7-3C2A-3EDB98DA138A}"/>
          </ac:spMkLst>
        </pc:spChg>
        <pc:spChg chg="add mod ord">
          <ac:chgData name="Staples, Jessie (CorpAffairs, Kensington WA)" userId="S::sta399@csiro.au::7d0f0da2-c0b8-4772-aeff-0f6772a21e28" providerId="AD" clId="Web-{C12308B9-DF1A-E6B9-AFA8-07F22A866077}" dt="2023-07-19T08:44:07.345" v="768" actId="20577"/>
          <ac:spMkLst>
            <pc:docMk/>
            <pc:sldMk cId="1485149024" sldId="437"/>
            <ac:spMk id="4" creationId="{AB7F006A-F9C2-FBF5-E440-30B91B212C83}"/>
          </ac:spMkLst>
        </pc:spChg>
      </pc:sldChg>
      <pc:sldMasterChg chg="add addSldLayout">
        <pc:chgData name="Staples, Jessie (CorpAffairs, Kensington WA)" userId="S::sta399@csiro.au::7d0f0da2-c0b8-4772-aeff-0f6772a21e28" providerId="AD" clId="Web-{C12308B9-DF1A-E6B9-AFA8-07F22A866077}" dt="2023-07-19T07:34:28.885" v="12"/>
        <pc:sldMasterMkLst>
          <pc:docMk/>
          <pc:sldMasterMk cId="2373414395" sldId="2147483648"/>
        </pc:sldMasterMkLst>
        <pc:sldLayoutChg chg="add">
          <pc:chgData name="Staples, Jessie (CorpAffairs, Kensington WA)" userId="S::sta399@csiro.au::7d0f0da2-c0b8-4772-aeff-0f6772a21e28" providerId="AD" clId="Web-{C12308B9-DF1A-E6B9-AFA8-07F22A866077}" dt="2023-07-19T07:34:28.885" v="12"/>
          <pc:sldLayoutMkLst>
            <pc:docMk/>
            <pc:sldMasterMk cId="2373414395" sldId="2147483648"/>
            <pc:sldLayoutMk cId="3713487428" sldId="2147483649"/>
          </pc:sldLayoutMkLst>
        </pc:sldLayoutChg>
        <pc:sldLayoutChg chg="add">
          <pc:chgData name="Staples, Jessie (CorpAffairs, Kensington WA)" userId="S::sta399@csiro.au::7d0f0da2-c0b8-4772-aeff-0f6772a21e28" providerId="AD" clId="Web-{C12308B9-DF1A-E6B9-AFA8-07F22A866077}" dt="2023-07-19T07:34:28.885" v="12"/>
          <pc:sldLayoutMkLst>
            <pc:docMk/>
            <pc:sldMasterMk cId="2373414395" sldId="2147483648"/>
            <pc:sldLayoutMk cId="3811926706" sldId="2147483650"/>
          </pc:sldLayoutMkLst>
        </pc:sldLayoutChg>
        <pc:sldLayoutChg chg="add">
          <pc:chgData name="Staples, Jessie (CorpAffairs, Kensington WA)" userId="S::sta399@csiro.au::7d0f0da2-c0b8-4772-aeff-0f6772a21e28" providerId="AD" clId="Web-{C12308B9-DF1A-E6B9-AFA8-07F22A866077}" dt="2023-07-19T07:34:28.885" v="12"/>
          <pc:sldLayoutMkLst>
            <pc:docMk/>
            <pc:sldMasterMk cId="2373414395" sldId="2147483648"/>
            <pc:sldLayoutMk cId="2096015110" sldId="2147483651"/>
          </pc:sldLayoutMkLst>
        </pc:sldLayoutChg>
        <pc:sldLayoutChg chg="add">
          <pc:chgData name="Staples, Jessie (CorpAffairs, Kensington WA)" userId="S::sta399@csiro.au::7d0f0da2-c0b8-4772-aeff-0f6772a21e28" providerId="AD" clId="Web-{C12308B9-DF1A-E6B9-AFA8-07F22A866077}" dt="2023-07-19T07:34:28.885" v="12"/>
          <pc:sldLayoutMkLst>
            <pc:docMk/>
            <pc:sldMasterMk cId="2373414395" sldId="2147483648"/>
            <pc:sldLayoutMk cId="2401669919" sldId="2147483652"/>
          </pc:sldLayoutMkLst>
        </pc:sldLayoutChg>
        <pc:sldLayoutChg chg="add">
          <pc:chgData name="Staples, Jessie (CorpAffairs, Kensington WA)" userId="S::sta399@csiro.au::7d0f0da2-c0b8-4772-aeff-0f6772a21e28" providerId="AD" clId="Web-{C12308B9-DF1A-E6B9-AFA8-07F22A866077}" dt="2023-07-19T07:34:28.885" v="12"/>
          <pc:sldLayoutMkLst>
            <pc:docMk/>
            <pc:sldMasterMk cId="2373414395" sldId="2147483648"/>
            <pc:sldLayoutMk cId="3956721693" sldId="2147483653"/>
          </pc:sldLayoutMkLst>
        </pc:sldLayoutChg>
        <pc:sldLayoutChg chg="add">
          <pc:chgData name="Staples, Jessie (CorpAffairs, Kensington WA)" userId="S::sta399@csiro.au::7d0f0da2-c0b8-4772-aeff-0f6772a21e28" providerId="AD" clId="Web-{C12308B9-DF1A-E6B9-AFA8-07F22A866077}" dt="2023-07-19T07:34:28.885" v="12"/>
          <pc:sldLayoutMkLst>
            <pc:docMk/>
            <pc:sldMasterMk cId="2373414395" sldId="2147483648"/>
            <pc:sldLayoutMk cId="2381997238" sldId="2147483654"/>
          </pc:sldLayoutMkLst>
        </pc:sldLayoutChg>
        <pc:sldLayoutChg chg="add">
          <pc:chgData name="Staples, Jessie (CorpAffairs, Kensington WA)" userId="S::sta399@csiro.au::7d0f0da2-c0b8-4772-aeff-0f6772a21e28" providerId="AD" clId="Web-{C12308B9-DF1A-E6B9-AFA8-07F22A866077}" dt="2023-07-19T07:34:28.885" v="12"/>
          <pc:sldLayoutMkLst>
            <pc:docMk/>
            <pc:sldMasterMk cId="2373414395" sldId="2147483648"/>
            <pc:sldLayoutMk cId="2612477257" sldId="2147483655"/>
          </pc:sldLayoutMkLst>
        </pc:sldLayoutChg>
        <pc:sldLayoutChg chg="add">
          <pc:chgData name="Staples, Jessie (CorpAffairs, Kensington WA)" userId="S::sta399@csiro.au::7d0f0da2-c0b8-4772-aeff-0f6772a21e28" providerId="AD" clId="Web-{C12308B9-DF1A-E6B9-AFA8-07F22A866077}" dt="2023-07-19T07:34:28.885" v="12"/>
          <pc:sldLayoutMkLst>
            <pc:docMk/>
            <pc:sldMasterMk cId="2373414395" sldId="2147483648"/>
            <pc:sldLayoutMk cId="2286077824" sldId="2147483656"/>
          </pc:sldLayoutMkLst>
        </pc:sldLayoutChg>
        <pc:sldLayoutChg chg="add">
          <pc:chgData name="Staples, Jessie (CorpAffairs, Kensington WA)" userId="S::sta399@csiro.au::7d0f0da2-c0b8-4772-aeff-0f6772a21e28" providerId="AD" clId="Web-{C12308B9-DF1A-E6B9-AFA8-07F22A866077}" dt="2023-07-19T07:34:28.885" v="12"/>
          <pc:sldLayoutMkLst>
            <pc:docMk/>
            <pc:sldMasterMk cId="2373414395" sldId="2147483648"/>
            <pc:sldLayoutMk cId="2393956559" sldId="2147483657"/>
          </pc:sldLayoutMkLst>
        </pc:sldLayoutChg>
        <pc:sldLayoutChg chg="add">
          <pc:chgData name="Staples, Jessie (CorpAffairs, Kensington WA)" userId="S::sta399@csiro.au::7d0f0da2-c0b8-4772-aeff-0f6772a21e28" providerId="AD" clId="Web-{C12308B9-DF1A-E6B9-AFA8-07F22A866077}" dt="2023-07-19T07:34:28.885" v="12"/>
          <pc:sldLayoutMkLst>
            <pc:docMk/>
            <pc:sldMasterMk cId="2373414395" sldId="2147483648"/>
            <pc:sldLayoutMk cId="3623554197" sldId="2147483658"/>
          </pc:sldLayoutMkLst>
        </pc:sldLayoutChg>
        <pc:sldLayoutChg chg="add">
          <pc:chgData name="Staples, Jessie (CorpAffairs, Kensington WA)" userId="S::sta399@csiro.au::7d0f0da2-c0b8-4772-aeff-0f6772a21e28" providerId="AD" clId="Web-{C12308B9-DF1A-E6B9-AFA8-07F22A866077}" dt="2023-07-19T07:34:28.885" v="12"/>
          <pc:sldLayoutMkLst>
            <pc:docMk/>
            <pc:sldMasterMk cId="2373414395" sldId="2147483648"/>
            <pc:sldLayoutMk cId="889066458" sldId="2147483659"/>
          </pc:sldLayoutMkLst>
        </pc:sldLayoutChg>
      </pc:sldMasterChg>
      <pc:sldMasterChg chg="modSldLayout">
        <pc:chgData name="Staples, Jessie (CorpAffairs, Kensington WA)" userId="S::sta399@csiro.au::7d0f0da2-c0b8-4772-aeff-0f6772a21e28" providerId="AD" clId="Web-{C12308B9-DF1A-E6B9-AFA8-07F22A866077}" dt="2023-07-19T08:36:41.769" v="699"/>
        <pc:sldMasterMkLst>
          <pc:docMk/>
          <pc:sldMasterMk cId="2968426397" sldId="2147483709"/>
        </pc:sldMasterMkLst>
        <pc:sldLayoutChg chg="replId">
          <pc:chgData name="Staples, Jessie (CorpAffairs, Kensington WA)" userId="S::sta399@csiro.au::7d0f0da2-c0b8-4772-aeff-0f6772a21e28" providerId="AD" clId="Web-{C12308B9-DF1A-E6B9-AFA8-07F22A866077}" dt="2023-07-19T08:36:41.769" v="699"/>
          <pc:sldLayoutMkLst>
            <pc:docMk/>
            <pc:sldMasterMk cId="2968426397" sldId="2147483709"/>
            <pc:sldLayoutMk cId="4071210774" sldId="2147483868"/>
          </pc:sldLayoutMkLst>
        </pc:sldLayoutChg>
        <pc:sldLayoutChg chg="replId">
          <pc:chgData name="Staples, Jessie (CorpAffairs, Kensington WA)" userId="S::sta399@csiro.au::7d0f0da2-c0b8-4772-aeff-0f6772a21e28" providerId="AD" clId="Web-{C12308B9-DF1A-E6B9-AFA8-07F22A866077}" dt="2023-07-19T08:36:41.769" v="699"/>
          <pc:sldLayoutMkLst>
            <pc:docMk/>
            <pc:sldMasterMk cId="2968426397" sldId="2147483709"/>
            <pc:sldLayoutMk cId="345343017" sldId="2147483869"/>
          </pc:sldLayoutMkLst>
        </pc:sldLayoutChg>
        <pc:sldLayoutChg chg="replId">
          <pc:chgData name="Staples, Jessie (CorpAffairs, Kensington WA)" userId="S::sta399@csiro.au::7d0f0da2-c0b8-4772-aeff-0f6772a21e28" providerId="AD" clId="Web-{C12308B9-DF1A-E6B9-AFA8-07F22A866077}" dt="2023-07-19T08:36:41.769" v="699"/>
          <pc:sldLayoutMkLst>
            <pc:docMk/>
            <pc:sldMasterMk cId="2968426397" sldId="2147483709"/>
            <pc:sldLayoutMk cId="250784183" sldId="2147483870"/>
          </pc:sldLayoutMkLst>
        </pc:sldLayoutChg>
        <pc:sldLayoutChg chg="replId">
          <pc:chgData name="Staples, Jessie (CorpAffairs, Kensington WA)" userId="S::sta399@csiro.au::7d0f0da2-c0b8-4772-aeff-0f6772a21e28" providerId="AD" clId="Web-{C12308B9-DF1A-E6B9-AFA8-07F22A866077}" dt="2023-07-19T08:36:41.769" v="699"/>
          <pc:sldLayoutMkLst>
            <pc:docMk/>
            <pc:sldMasterMk cId="2968426397" sldId="2147483709"/>
            <pc:sldLayoutMk cId="2615437075" sldId="2147483871"/>
          </pc:sldLayoutMkLst>
        </pc:sldLayoutChg>
      </pc:sldMasterChg>
      <pc:sldMasterChg chg="add addSldLayout">
        <pc:chgData name="Staples, Jessie (CorpAffairs, Kensington WA)" userId="S::sta399@csiro.au::7d0f0da2-c0b8-4772-aeff-0f6772a21e28" providerId="AD" clId="Web-{C12308B9-DF1A-E6B9-AFA8-07F22A866077}" dt="2023-07-19T08:36:41.769" v="699"/>
        <pc:sldMasterMkLst>
          <pc:docMk/>
          <pc:sldMasterMk cId="1607783698" sldId="2147483817"/>
        </pc:sldMasterMkLst>
        <pc:sldLayoutChg chg="add">
          <pc:chgData name="Staples, Jessie (CorpAffairs, Kensington WA)" userId="S::sta399@csiro.au::7d0f0da2-c0b8-4772-aeff-0f6772a21e28" providerId="AD" clId="Web-{C12308B9-DF1A-E6B9-AFA8-07F22A866077}" dt="2023-07-19T08:36:41.769" v="699"/>
          <pc:sldLayoutMkLst>
            <pc:docMk/>
            <pc:sldMasterMk cId="1607783698" sldId="2147483817"/>
            <pc:sldLayoutMk cId="2203764448" sldId="2147483818"/>
          </pc:sldLayoutMkLst>
        </pc:sldLayoutChg>
        <pc:sldLayoutChg chg="add">
          <pc:chgData name="Staples, Jessie (CorpAffairs, Kensington WA)" userId="S::sta399@csiro.au::7d0f0da2-c0b8-4772-aeff-0f6772a21e28" providerId="AD" clId="Web-{C12308B9-DF1A-E6B9-AFA8-07F22A866077}" dt="2023-07-19T08:36:41.769" v="699"/>
          <pc:sldLayoutMkLst>
            <pc:docMk/>
            <pc:sldMasterMk cId="1607783698" sldId="2147483817"/>
            <pc:sldLayoutMk cId="296548501" sldId="2147483819"/>
          </pc:sldLayoutMkLst>
        </pc:sldLayoutChg>
        <pc:sldLayoutChg chg="add">
          <pc:chgData name="Staples, Jessie (CorpAffairs, Kensington WA)" userId="S::sta399@csiro.au::7d0f0da2-c0b8-4772-aeff-0f6772a21e28" providerId="AD" clId="Web-{C12308B9-DF1A-E6B9-AFA8-07F22A866077}" dt="2023-07-19T08:36:41.769" v="699"/>
          <pc:sldLayoutMkLst>
            <pc:docMk/>
            <pc:sldMasterMk cId="1607783698" sldId="2147483817"/>
            <pc:sldLayoutMk cId="3222515709" sldId="2147483820"/>
          </pc:sldLayoutMkLst>
        </pc:sldLayoutChg>
        <pc:sldLayoutChg chg="add">
          <pc:chgData name="Staples, Jessie (CorpAffairs, Kensington WA)" userId="S::sta399@csiro.au::7d0f0da2-c0b8-4772-aeff-0f6772a21e28" providerId="AD" clId="Web-{C12308B9-DF1A-E6B9-AFA8-07F22A866077}" dt="2023-07-19T08:36:41.769" v="699"/>
          <pc:sldLayoutMkLst>
            <pc:docMk/>
            <pc:sldMasterMk cId="1607783698" sldId="2147483817"/>
            <pc:sldLayoutMk cId="2884212476" sldId="2147483821"/>
          </pc:sldLayoutMkLst>
        </pc:sldLayoutChg>
        <pc:sldLayoutChg chg="add">
          <pc:chgData name="Staples, Jessie (CorpAffairs, Kensington WA)" userId="S::sta399@csiro.au::7d0f0da2-c0b8-4772-aeff-0f6772a21e28" providerId="AD" clId="Web-{C12308B9-DF1A-E6B9-AFA8-07F22A866077}" dt="2023-07-19T08:36:41.769" v="699"/>
          <pc:sldLayoutMkLst>
            <pc:docMk/>
            <pc:sldMasterMk cId="1607783698" sldId="2147483817"/>
            <pc:sldLayoutMk cId="3065071386" sldId="2147483822"/>
          </pc:sldLayoutMkLst>
        </pc:sldLayoutChg>
        <pc:sldLayoutChg chg="add">
          <pc:chgData name="Staples, Jessie (CorpAffairs, Kensington WA)" userId="S::sta399@csiro.au::7d0f0da2-c0b8-4772-aeff-0f6772a21e28" providerId="AD" clId="Web-{C12308B9-DF1A-E6B9-AFA8-07F22A866077}" dt="2023-07-19T08:36:41.769" v="699"/>
          <pc:sldLayoutMkLst>
            <pc:docMk/>
            <pc:sldMasterMk cId="1607783698" sldId="2147483817"/>
            <pc:sldLayoutMk cId="148419333" sldId="2147483823"/>
          </pc:sldLayoutMkLst>
        </pc:sldLayoutChg>
        <pc:sldLayoutChg chg="add">
          <pc:chgData name="Staples, Jessie (CorpAffairs, Kensington WA)" userId="S::sta399@csiro.au::7d0f0da2-c0b8-4772-aeff-0f6772a21e28" providerId="AD" clId="Web-{C12308B9-DF1A-E6B9-AFA8-07F22A866077}" dt="2023-07-19T08:36:41.769" v="699"/>
          <pc:sldLayoutMkLst>
            <pc:docMk/>
            <pc:sldMasterMk cId="1607783698" sldId="2147483817"/>
            <pc:sldLayoutMk cId="1518563162" sldId="2147483824"/>
          </pc:sldLayoutMkLst>
        </pc:sldLayoutChg>
        <pc:sldLayoutChg chg="add">
          <pc:chgData name="Staples, Jessie (CorpAffairs, Kensington WA)" userId="S::sta399@csiro.au::7d0f0da2-c0b8-4772-aeff-0f6772a21e28" providerId="AD" clId="Web-{C12308B9-DF1A-E6B9-AFA8-07F22A866077}" dt="2023-07-19T08:36:41.769" v="699"/>
          <pc:sldLayoutMkLst>
            <pc:docMk/>
            <pc:sldMasterMk cId="1607783698" sldId="2147483817"/>
            <pc:sldLayoutMk cId="1695783235" sldId="2147483825"/>
          </pc:sldLayoutMkLst>
        </pc:sldLayoutChg>
        <pc:sldLayoutChg chg="add">
          <pc:chgData name="Staples, Jessie (CorpAffairs, Kensington WA)" userId="S::sta399@csiro.au::7d0f0da2-c0b8-4772-aeff-0f6772a21e28" providerId="AD" clId="Web-{C12308B9-DF1A-E6B9-AFA8-07F22A866077}" dt="2023-07-19T08:36:41.769" v="699"/>
          <pc:sldLayoutMkLst>
            <pc:docMk/>
            <pc:sldMasterMk cId="1607783698" sldId="2147483817"/>
            <pc:sldLayoutMk cId="2405243674" sldId="2147483826"/>
          </pc:sldLayoutMkLst>
        </pc:sldLayoutChg>
        <pc:sldLayoutChg chg="add">
          <pc:chgData name="Staples, Jessie (CorpAffairs, Kensington WA)" userId="S::sta399@csiro.au::7d0f0da2-c0b8-4772-aeff-0f6772a21e28" providerId="AD" clId="Web-{C12308B9-DF1A-E6B9-AFA8-07F22A866077}" dt="2023-07-19T08:36:41.769" v="699"/>
          <pc:sldLayoutMkLst>
            <pc:docMk/>
            <pc:sldMasterMk cId="1607783698" sldId="2147483817"/>
            <pc:sldLayoutMk cId="672789416" sldId="2147483827"/>
          </pc:sldLayoutMkLst>
        </pc:sldLayoutChg>
        <pc:sldLayoutChg chg="add">
          <pc:chgData name="Staples, Jessie (CorpAffairs, Kensington WA)" userId="S::sta399@csiro.au::7d0f0da2-c0b8-4772-aeff-0f6772a21e28" providerId="AD" clId="Web-{C12308B9-DF1A-E6B9-AFA8-07F22A866077}" dt="2023-07-19T08:36:41.769" v="699"/>
          <pc:sldLayoutMkLst>
            <pc:docMk/>
            <pc:sldMasterMk cId="1607783698" sldId="2147483817"/>
            <pc:sldLayoutMk cId="1655633224" sldId="2147483828"/>
          </pc:sldLayoutMkLst>
        </pc:sldLayoutChg>
        <pc:sldLayoutChg chg="add">
          <pc:chgData name="Staples, Jessie (CorpAffairs, Kensington WA)" userId="S::sta399@csiro.au::7d0f0da2-c0b8-4772-aeff-0f6772a21e28" providerId="AD" clId="Web-{C12308B9-DF1A-E6B9-AFA8-07F22A866077}" dt="2023-07-19T08:36:41.769" v="699"/>
          <pc:sldLayoutMkLst>
            <pc:docMk/>
            <pc:sldMasterMk cId="1607783698" sldId="2147483817"/>
            <pc:sldLayoutMk cId="2603636571" sldId="2147483829"/>
          </pc:sldLayoutMkLst>
        </pc:sldLayoutChg>
        <pc:sldLayoutChg chg="add">
          <pc:chgData name="Staples, Jessie (CorpAffairs, Kensington WA)" userId="S::sta399@csiro.au::7d0f0da2-c0b8-4772-aeff-0f6772a21e28" providerId="AD" clId="Web-{C12308B9-DF1A-E6B9-AFA8-07F22A866077}" dt="2023-07-19T08:36:41.769" v="699"/>
          <pc:sldLayoutMkLst>
            <pc:docMk/>
            <pc:sldMasterMk cId="1607783698" sldId="2147483817"/>
            <pc:sldLayoutMk cId="6619353" sldId="2147483830"/>
          </pc:sldLayoutMkLst>
        </pc:sldLayoutChg>
        <pc:sldLayoutChg chg="add">
          <pc:chgData name="Staples, Jessie (CorpAffairs, Kensington WA)" userId="S::sta399@csiro.au::7d0f0da2-c0b8-4772-aeff-0f6772a21e28" providerId="AD" clId="Web-{C12308B9-DF1A-E6B9-AFA8-07F22A866077}" dt="2023-07-19T08:36:41.769" v="699"/>
          <pc:sldLayoutMkLst>
            <pc:docMk/>
            <pc:sldMasterMk cId="1607783698" sldId="2147483817"/>
            <pc:sldLayoutMk cId="1369275203" sldId="2147483831"/>
          </pc:sldLayoutMkLst>
        </pc:sldLayoutChg>
        <pc:sldLayoutChg chg="add">
          <pc:chgData name="Staples, Jessie (CorpAffairs, Kensington WA)" userId="S::sta399@csiro.au::7d0f0da2-c0b8-4772-aeff-0f6772a21e28" providerId="AD" clId="Web-{C12308B9-DF1A-E6B9-AFA8-07F22A866077}" dt="2023-07-19T08:36:41.769" v="699"/>
          <pc:sldLayoutMkLst>
            <pc:docMk/>
            <pc:sldMasterMk cId="1607783698" sldId="2147483817"/>
            <pc:sldLayoutMk cId="444236719" sldId="2147483832"/>
          </pc:sldLayoutMkLst>
        </pc:sldLayoutChg>
        <pc:sldLayoutChg chg="add">
          <pc:chgData name="Staples, Jessie (CorpAffairs, Kensington WA)" userId="S::sta399@csiro.au::7d0f0da2-c0b8-4772-aeff-0f6772a21e28" providerId="AD" clId="Web-{C12308B9-DF1A-E6B9-AFA8-07F22A866077}" dt="2023-07-19T08:36:41.769" v="699"/>
          <pc:sldLayoutMkLst>
            <pc:docMk/>
            <pc:sldMasterMk cId="1607783698" sldId="2147483817"/>
            <pc:sldLayoutMk cId="2337592891" sldId="2147483833"/>
          </pc:sldLayoutMkLst>
        </pc:sldLayoutChg>
        <pc:sldLayoutChg chg="add">
          <pc:chgData name="Staples, Jessie (CorpAffairs, Kensington WA)" userId="S::sta399@csiro.au::7d0f0da2-c0b8-4772-aeff-0f6772a21e28" providerId="AD" clId="Web-{C12308B9-DF1A-E6B9-AFA8-07F22A866077}" dt="2023-07-19T08:36:41.769" v="699"/>
          <pc:sldLayoutMkLst>
            <pc:docMk/>
            <pc:sldMasterMk cId="1607783698" sldId="2147483817"/>
            <pc:sldLayoutMk cId="3510203313" sldId="2147483834"/>
          </pc:sldLayoutMkLst>
        </pc:sldLayoutChg>
      </pc:sldMasterChg>
      <pc:sldMasterChg chg="replId modSldLayout">
        <pc:chgData name="Staples, Jessie (CorpAffairs, Kensington WA)" userId="S::sta399@csiro.au::7d0f0da2-c0b8-4772-aeff-0f6772a21e28" providerId="AD" clId="Web-{C12308B9-DF1A-E6B9-AFA8-07F22A866077}" dt="2023-07-19T08:36:41.769" v="699"/>
        <pc:sldMasterMkLst>
          <pc:docMk/>
          <pc:sldMasterMk cId="2723935421" sldId="2147483864"/>
        </pc:sldMasterMkLst>
        <pc:sldLayoutChg chg="replId">
          <pc:chgData name="Staples, Jessie (CorpAffairs, Kensington WA)" userId="S::sta399@csiro.au::7d0f0da2-c0b8-4772-aeff-0f6772a21e28" providerId="AD" clId="Web-{C12308B9-DF1A-E6B9-AFA8-07F22A866077}" dt="2023-07-19T07:34:28.885" v="12"/>
          <pc:sldLayoutMkLst>
            <pc:docMk/>
            <pc:sldMasterMk cId="2723935421" sldId="2147483864"/>
            <pc:sldLayoutMk cId="1775978711" sldId="2147483865"/>
          </pc:sldLayoutMkLst>
        </pc:sldLayoutChg>
        <pc:sldLayoutChg chg="replId">
          <pc:chgData name="Staples, Jessie (CorpAffairs, Kensington WA)" userId="S::sta399@csiro.au::7d0f0da2-c0b8-4772-aeff-0f6772a21e28" providerId="AD" clId="Web-{C12308B9-DF1A-E6B9-AFA8-07F22A866077}" dt="2023-07-19T07:34:28.885" v="12"/>
          <pc:sldLayoutMkLst>
            <pc:docMk/>
            <pc:sldMasterMk cId="2723935421" sldId="2147483864"/>
            <pc:sldLayoutMk cId="2809613329" sldId="2147483866"/>
          </pc:sldLayoutMkLst>
        </pc:sldLayoutChg>
        <pc:sldLayoutChg chg="replId">
          <pc:chgData name="Staples, Jessie (CorpAffairs, Kensington WA)" userId="S::sta399@csiro.au::7d0f0da2-c0b8-4772-aeff-0f6772a21e28" providerId="AD" clId="Web-{C12308B9-DF1A-E6B9-AFA8-07F22A866077}" dt="2023-07-19T08:36:41.769" v="699"/>
          <pc:sldLayoutMkLst>
            <pc:docMk/>
            <pc:sldMasterMk cId="2723935421" sldId="2147483864"/>
            <pc:sldLayoutMk cId="791145545" sldId="2147483867"/>
          </pc:sldLayoutMkLst>
        </pc:sldLayoutChg>
      </pc:sldMasterChg>
      <pc:sldMasterChg chg="replId modSldLayout">
        <pc:chgData name="Staples, Jessie (CorpAffairs, Kensington WA)" userId="S::sta399@csiro.au::7d0f0da2-c0b8-4772-aeff-0f6772a21e28" providerId="AD" clId="Web-{C12308B9-DF1A-E6B9-AFA8-07F22A866077}" dt="2023-07-19T08:36:41.769" v="699"/>
        <pc:sldMasterMkLst>
          <pc:docMk/>
          <pc:sldMasterMk cId="2595589218" sldId="2147483872"/>
        </pc:sldMasterMkLst>
        <pc:sldLayoutChg chg="replId">
          <pc:chgData name="Staples, Jessie (CorpAffairs, Kensington WA)" userId="S::sta399@csiro.au::7d0f0da2-c0b8-4772-aeff-0f6772a21e28" providerId="AD" clId="Web-{C12308B9-DF1A-E6B9-AFA8-07F22A866077}" dt="2023-07-19T08:36:41.769" v="699"/>
          <pc:sldLayoutMkLst>
            <pc:docMk/>
            <pc:sldMasterMk cId="2595589218" sldId="2147483872"/>
            <pc:sldLayoutMk cId="821854090" sldId="2147483873"/>
          </pc:sldLayoutMkLst>
        </pc:sldLayoutChg>
        <pc:sldLayoutChg chg="replId">
          <pc:chgData name="Staples, Jessie (CorpAffairs, Kensington WA)" userId="S::sta399@csiro.au::7d0f0da2-c0b8-4772-aeff-0f6772a21e28" providerId="AD" clId="Web-{C12308B9-DF1A-E6B9-AFA8-07F22A866077}" dt="2023-07-19T08:36:41.769" v="699"/>
          <pc:sldLayoutMkLst>
            <pc:docMk/>
            <pc:sldMasterMk cId="2595589218" sldId="2147483872"/>
            <pc:sldLayoutMk cId="4195825545" sldId="2147483874"/>
          </pc:sldLayoutMkLst>
        </pc:sldLayoutChg>
        <pc:sldLayoutChg chg="replId">
          <pc:chgData name="Staples, Jessie (CorpAffairs, Kensington WA)" userId="S::sta399@csiro.au::7d0f0da2-c0b8-4772-aeff-0f6772a21e28" providerId="AD" clId="Web-{C12308B9-DF1A-E6B9-AFA8-07F22A866077}" dt="2023-07-19T08:36:41.769" v="699"/>
          <pc:sldLayoutMkLst>
            <pc:docMk/>
            <pc:sldMasterMk cId="2595589218" sldId="2147483872"/>
            <pc:sldLayoutMk cId="1610422685" sldId="2147483875"/>
          </pc:sldLayoutMkLst>
        </pc:sldLayoutChg>
        <pc:sldLayoutChg chg="replId">
          <pc:chgData name="Staples, Jessie (CorpAffairs, Kensington WA)" userId="S::sta399@csiro.au::7d0f0da2-c0b8-4772-aeff-0f6772a21e28" providerId="AD" clId="Web-{C12308B9-DF1A-E6B9-AFA8-07F22A866077}" dt="2023-07-19T08:36:41.769" v="699"/>
          <pc:sldLayoutMkLst>
            <pc:docMk/>
            <pc:sldMasterMk cId="2595589218" sldId="2147483872"/>
            <pc:sldLayoutMk cId="1088355396" sldId="2147483876"/>
          </pc:sldLayoutMkLst>
        </pc:sldLayoutChg>
        <pc:sldLayoutChg chg="replId">
          <pc:chgData name="Staples, Jessie (CorpAffairs, Kensington WA)" userId="S::sta399@csiro.au::7d0f0da2-c0b8-4772-aeff-0f6772a21e28" providerId="AD" clId="Web-{C12308B9-DF1A-E6B9-AFA8-07F22A866077}" dt="2023-07-19T08:36:41.769" v="699"/>
          <pc:sldLayoutMkLst>
            <pc:docMk/>
            <pc:sldMasterMk cId="2595589218" sldId="2147483872"/>
            <pc:sldLayoutMk cId="2058893597" sldId="2147483877"/>
          </pc:sldLayoutMkLst>
        </pc:sldLayoutChg>
        <pc:sldLayoutChg chg="replId">
          <pc:chgData name="Staples, Jessie (CorpAffairs, Kensington WA)" userId="S::sta399@csiro.au::7d0f0da2-c0b8-4772-aeff-0f6772a21e28" providerId="AD" clId="Web-{C12308B9-DF1A-E6B9-AFA8-07F22A866077}" dt="2023-07-19T08:36:41.769" v="699"/>
          <pc:sldLayoutMkLst>
            <pc:docMk/>
            <pc:sldMasterMk cId="2595589218" sldId="2147483872"/>
            <pc:sldLayoutMk cId="4199716675" sldId="2147483878"/>
          </pc:sldLayoutMkLst>
        </pc:sldLayoutChg>
      </pc:sldMasterChg>
    </pc:docChg>
  </pc:docChgLst>
  <pc:docChgLst>
    <pc:chgData name="Errington-Wood, Graeme (IM&amp;T, Kensington WA)" userId="693a62d0-adec-463b-9054-d02453ad5b2f" providerId="ADAL" clId="{EDB6FDD7-266A-476D-B264-C266775CB5E7}"/>
    <pc:docChg chg="addSld delSld modSld">
      <pc:chgData name="Errington-Wood, Graeme (IM&amp;T, Kensington WA)" userId="693a62d0-adec-463b-9054-d02453ad5b2f" providerId="ADAL" clId="{EDB6FDD7-266A-476D-B264-C266775CB5E7}" dt="2023-08-04T03:23:48.573" v="1" actId="47"/>
      <pc:docMkLst>
        <pc:docMk/>
      </pc:docMkLst>
      <pc:sldChg chg="add del">
        <pc:chgData name="Errington-Wood, Graeme (IM&amp;T, Kensington WA)" userId="693a62d0-adec-463b-9054-d02453ad5b2f" providerId="ADAL" clId="{EDB6FDD7-266A-476D-B264-C266775CB5E7}" dt="2023-08-04T03:23:48.573" v="1" actId="47"/>
        <pc:sldMkLst>
          <pc:docMk/>
          <pc:sldMk cId="380654874" sldId="2147470955"/>
        </pc:sldMkLst>
      </pc:sldChg>
    </pc:docChg>
  </pc:docChgLst>
  <pc:docChgLst>
    <pc:chgData name="Dianne King" userId="3fa97433-aef5-418a-a784-4a9bb0b21088" providerId="ADAL" clId="{3513EA4A-C67C-4B21-A8EA-099368013F35}"/>
    <pc:docChg chg="custSel addSld modSld sldOrd modNotesMaster modHandout">
      <pc:chgData name="Dianne King" userId="3fa97433-aef5-418a-a784-4a9bb0b21088" providerId="ADAL" clId="{3513EA4A-C67C-4B21-A8EA-099368013F35}" dt="2023-07-24T04:54:13.731" v="606"/>
      <pc:docMkLst>
        <pc:docMk/>
      </pc:docMkLst>
      <pc:sldChg chg="modNotesTx">
        <pc:chgData name="Dianne King" userId="3fa97433-aef5-418a-a784-4a9bb0b21088" providerId="ADAL" clId="{3513EA4A-C67C-4B21-A8EA-099368013F35}" dt="2023-07-23T22:48:47.961" v="584" actId="20577"/>
        <pc:sldMkLst>
          <pc:docMk/>
          <pc:sldMk cId="4251587149" sldId="268"/>
        </pc:sldMkLst>
      </pc:sldChg>
      <pc:sldChg chg="delSp modSp mod">
        <pc:chgData name="Dianne King" userId="3fa97433-aef5-418a-a784-4a9bb0b21088" providerId="ADAL" clId="{3513EA4A-C67C-4B21-A8EA-099368013F35}" dt="2023-07-23T21:47:18.990" v="3" actId="478"/>
        <pc:sldMkLst>
          <pc:docMk/>
          <pc:sldMk cId="3934606366" sldId="410"/>
        </pc:sldMkLst>
        <pc:spChg chg="del mod">
          <ac:chgData name="Dianne King" userId="3fa97433-aef5-418a-a784-4a9bb0b21088" providerId="ADAL" clId="{3513EA4A-C67C-4B21-A8EA-099368013F35}" dt="2023-07-23T21:47:18.990" v="3" actId="478"/>
          <ac:spMkLst>
            <pc:docMk/>
            <pc:sldMk cId="3934606366" sldId="410"/>
            <ac:spMk id="6" creationId="{00000000-0000-0000-0000-000000000000}"/>
          </ac:spMkLst>
        </pc:spChg>
      </pc:sldChg>
      <pc:sldChg chg="ord">
        <pc:chgData name="Dianne King" userId="3fa97433-aef5-418a-a784-4a9bb0b21088" providerId="ADAL" clId="{3513EA4A-C67C-4B21-A8EA-099368013F35}" dt="2023-07-24T02:26:00.646" v="586"/>
        <pc:sldMkLst>
          <pc:docMk/>
          <pc:sldMk cId="613955024" sldId="445"/>
        </pc:sldMkLst>
      </pc:sldChg>
      <pc:sldChg chg="ord">
        <pc:chgData name="Dianne King" userId="3fa97433-aef5-418a-a784-4a9bb0b21088" providerId="ADAL" clId="{3513EA4A-C67C-4B21-A8EA-099368013F35}" dt="2023-07-24T04:54:13.731" v="606"/>
        <pc:sldMkLst>
          <pc:docMk/>
          <pc:sldMk cId="3761222711" sldId="448"/>
        </pc:sldMkLst>
      </pc:sldChg>
      <pc:sldChg chg="modNotes">
        <pc:chgData name="Dianne King" userId="3fa97433-aef5-418a-a784-4a9bb0b21088" providerId="ADAL" clId="{3513EA4A-C67C-4B21-A8EA-099368013F35}" dt="2023-07-23T21:43:34.965" v="0"/>
        <pc:sldMkLst>
          <pc:docMk/>
          <pc:sldMk cId="1478236237" sldId="2147470927"/>
        </pc:sldMkLst>
      </pc:sldChg>
      <pc:sldChg chg="modNotes">
        <pc:chgData name="Dianne King" userId="3fa97433-aef5-418a-a784-4a9bb0b21088" providerId="ADAL" clId="{3513EA4A-C67C-4B21-A8EA-099368013F35}" dt="2023-07-23T21:43:34.965" v="0"/>
        <pc:sldMkLst>
          <pc:docMk/>
          <pc:sldMk cId="3735410855" sldId="2147470928"/>
        </pc:sldMkLst>
      </pc:sldChg>
      <pc:sldChg chg="modSp">
        <pc:chgData name="Dianne King" userId="3fa97433-aef5-418a-a784-4a9bb0b21088" providerId="ADAL" clId="{3513EA4A-C67C-4B21-A8EA-099368013F35}" dt="2023-07-24T02:27:29.512" v="596" actId="20577"/>
        <pc:sldMkLst>
          <pc:docMk/>
          <pc:sldMk cId="1739849173" sldId="2147470942"/>
        </pc:sldMkLst>
        <pc:graphicFrameChg chg="mod">
          <ac:chgData name="Dianne King" userId="3fa97433-aef5-418a-a784-4a9bb0b21088" providerId="ADAL" clId="{3513EA4A-C67C-4B21-A8EA-099368013F35}" dt="2023-07-24T02:27:29.512" v="596" actId="20577"/>
          <ac:graphicFrameMkLst>
            <pc:docMk/>
            <pc:sldMk cId="1739849173" sldId="2147470942"/>
            <ac:graphicFrameMk id="6" creationId="{DD4C9966-CFBE-424C-CD70-198246AE0A24}"/>
          </ac:graphicFrameMkLst>
        </pc:graphicFrameChg>
      </pc:sldChg>
      <pc:sldChg chg="addSp delSp modSp new mod ord">
        <pc:chgData name="Dianne King" userId="3fa97433-aef5-418a-a784-4a9bb0b21088" providerId="ADAL" clId="{3513EA4A-C67C-4B21-A8EA-099368013F35}" dt="2023-07-24T04:53:58.403" v="602"/>
        <pc:sldMkLst>
          <pc:docMk/>
          <pc:sldMk cId="1348470024" sldId="2147470954"/>
        </pc:sldMkLst>
        <pc:spChg chg="mod">
          <ac:chgData name="Dianne King" userId="3fa97433-aef5-418a-a784-4a9bb0b21088" providerId="ADAL" clId="{3513EA4A-C67C-4B21-A8EA-099368013F35}" dt="2023-07-24T02:27:13.759" v="595" actId="1076"/>
          <ac:spMkLst>
            <pc:docMk/>
            <pc:sldMk cId="1348470024" sldId="2147470954"/>
            <ac:spMk id="3" creationId="{54A0623E-10F2-36F7-909A-43FAF5AEFB72}"/>
          </ac:spMkLst>
        </pc:spChg>
        <pc:spChg chg="del">
          <ac:chgData name="Dianne King" userId="3fa97433-aef5-418a-a784-4a9bb0b21088" providerId="ADAL" clId="{3513EA4A-C67C-4B21-A8EA-099368013F35}" dt="2023-07-24T02:27:09.504" v="594" actId="478"/>
          <ac:spMkLst>
            <pc:docMk/>
            <pc:sldMk cId="1348470024" sldId="2147470954"/>
            <ac:spMk id="4" creationId="{1E270090-9311-97E6-B40A-72B974ECB026}"/>
          </ac:spMkLst>
        </pc:spChg>
        <pc:spChg chg="add mod">
          <ac:chgData name="Dianne King" userId="3fa97433-aef5-418a-a784-4a9bb0b21088" providerId="ADAL" clId="{3513EA4A-C67C-4B21-A8EA-099368013F35}" dt="2023-07-24T02:27:44.707" v="598" actId="1076"/>
          <ac:spMkLst>
            <pc:docMk/>
            <pc:sldMk cId="1348470024" sldId="2147470954"/>
            <ac:spMk id="5" creationId="{91CA87EF-29D1-D9C2-EB05-B0C7943D0E9E}"/>
          </ac:spMkLst>
        </pc:spChg>
      </pc:sldChg>
    </pc:docChg>
  </pc:docChgLst>
  <pc:docChgLst>
    <pc:chgData name="King, Dianne (IM&amp;T, Clayton)" userId="3fa97433-aef5-418a-a784-4a9bb0b21088" providerId="ADAL" clId="{3513EA4A-C67C-4B21-A8EA-099368013F35}"/>
    <pc:docChg chg="undo redo custSel addSld delSld modSld sldOrd">
      <pc:chgData name="King, Dianne (IM&amp;T, Clayton)" userId="3fa97433-aef5-418a-a784-4a9bb0b21088" providerId="ADAL" clId="{3513EA4A-C67C-4B21-A8EA-099368013F35}" dt="2023-07-21T06:05:24.702" v="2159" actId="478"/>
      <pc:docMkLst>
        <pc:docMk/>
      </pc:docMkLst>
      <pc:sldChg chg="delSp modSp add mod modClrScheme chgLayout">
        <pc:chgData name="King, Dianne (IM&amp;T, Clayton)" userId="3fa97433-aef5-418a-a784-4a9bb0b21088" providerId="ADAL" clId="{3513EA4A-C67C-4B21-A8EA-099368013F35}" dt="2023-07-21T05:38:28.004" v="1849" actId="478"/>
        <pc:sldMkLst>
          <pc:docMk/>
          <pc:sldMk cId="935549789" sldId="256"/>
        </pc:sldMkLst>
        <pc:spChg chg="del mod ord">
          <ac:chgData name="King, Dianne (IM&amp;T, Clayton)" userId="3fa97433-aef5-418a-a784-4a9bb0b21088" providerId="ADAL" clId="{3513EA4A-C67C-4B21-A8EA-099368013F35}" dt="2023-07-21T05:38:28.004" v="1849" actId="478"/>
          <ac:spMkLst>
            <pc:docMk/>
            <pc:sldMk cId="935549789" sldId="256"/>
            <ac:spMk id="2" creationId="{7093CE5A-D9ED-55C5-9705-A85B2CBEBE05}"/>
          </ac:spMkLst>
        </pc:spChg>
        <pc:spChg chg="mod ord">
          <ac:chgData name="King, Dianne (IM&amp;T, Clayton)" userId="3fa97433-aef5-418a-a784-4a9bb0b21088" providerId="ADAL" clId="{3513EA4A-C67C-4B21-A8EA-099368013F35}" dt="2023-07-21T05:38:23.729" v="1848" actId="700"/>
          <ac:spMkLst>
            <pc:docMk/>
            <pc:sldMk cId="935549789" sldId="256"/>
            <ac:spMk id="3" creationId="{43E9AD8F-F6FA-8053-43CB-7A11973B4D19}"/>
          </ac:spMkLst>
        </pc:spChg>
      </pc:sldChg>
      <pc:sldChg chg="modSp add mod">
        <pc:chgData name="King, Dianne (IM&amp;T, Clayton)" userId="3fa97433-aef5-418a-a784-4a9bb0b21088" providerId="ADAL" clId="{3513EA4A-C67C-4B21-A8EA-099368013F35}" dt="2023-07-20T03:55:21.919" v="382" actId="1076"/>
        <pc:sldMkLst>
          <pc:docMk/>
          <pc:sldMk cId="884876300" sldId="263"/>
        </pc:sldMkLst>
        <pc:spChg chg="mod">
          <ac:chgData name="King, Dianne (IM&amp;T, Clayton)" userId="3fa97433-aef5-418a-a784-4a9bb0b21088" providerId="ADAL" clId="{3513EA4A-C67C-4B21-A8EA-099368013F35}" dt="2023-07-20T03:55:14.038" v="378" actId="14100"/>
          <ac:spMkLst>
            <pc:docMk/>
            <pc:sldMk cId="884876300" sldId="263"/>
            <ac:spMk id="2" creationId="{C9DD08B9-9F59-4235-B36A-EE0DF494EDD1}"/>
          </ac:spMkLst>
        </pc:spChg>
        <pc:spChg chg="mod">
          <ac:chgData name="King, Dianne (IM&amp;T, Clayton)" userId="3fa97433-aef5-418a-a784-4a9bb0b21088" providerId="ADAL" clId="{3513EA4A-C67C-4B21-A8EA-099368013F35}" dt="2023-07-20T03:55:21.919" v="382" actId="1076"/>
          <ac:spMkLst>
            <pc:docMk/>
            <pc:sldMk cId="884876300" sldId="263"/>
            <ac:spMk id="3" creationId="{BAD3678C-DACD-42B1-8C69-66E5EADF29ED}"/>
          </ac:spMkLst>
        </pc:spChg>
        <pc:spChg chg="mod">
          <ac:chgData name="King, Dianne (IM&amp;T, Clayton)" userId="3fa97433-aef5-418a-a784-4a9bb0b21088" providerId="ADAL" clId="{3513EA4A-C67C-4B21-A8EA-099368013F35}" dt="2023-07-20T03:55:21.919" v="382" actId="1076"/>
          <ac:spMkLst>
            <pc:docMk/>
            <pc:sldMk cId="884876300" sldId="263"/>
            <ac:spMk id="4" creationId="{7F42F7A5-0ACC-4330-AF4E-1EF6A2154632}"/>
          </ac:spMkLst>
        </pc:spChg>
      </pc:sldChg>
      <pc:sldChg chg="modSp add mod">
        <pc:chgData name="King, Dianne (IM&amp;T, Clayton)" userId="3fa97433-aef5-418a-a784-4a9bb0b21088" providerId="ADAL" clId="{3513EA4A-C67C-4B21-A8EA-099368013F35}" dt="2023-07-20T03:54:46.125" v="374" actId="13822"/>
        <pc:sldMkLst>
          <pc:docMk/>
          <pc:sldMk cId="3737707652" sldId="264"/>
        </pc:sldMkLst>
        <pc:spChg chg="mod">
          <ac:chgData name="King, Dianne (IM&amp;T, Clayton)" userId="3fa97433-aef5-418a-a784-4a9bb0b21088" providerId="ADAL" clId="{3513EA4A-C67C-4B21-A8EA-099368013F35}" dt="2023-07-20T03:54:11.208" v="370" actId="14100"/>
          <ac:spMkLst>
            <pc:docMk/>
            <pc:sldMk cId="3737707652" sldId="264"/>
            <ac:spMk id="2" creationId="{6F23911E-7A5C-473E-82AB-209ECC172FBA}"/>
          </ac:spMkLst>
        </pc:spChg>
        <pc:spChg chg="mod">
          <ac:chgData name="King, Dianne (IM&amp;T, Clayton)" userId="3fa97433-aef5-418a-a784-4a9bb0b21088" providerId="ADAL" clId="{3513EA4A-C67C-4B21-A8EA-099368013F35}" dt="2023-07-20T03:54:27.812" v="371" actId="1076"/>
          <ac:spMkLst>
            <pc:docMk/>
            <pc:sldMk cId="3737707652" sldId="264"/>
            <ac:spMk id="6" creationId="{AAACC501-4A9A-E76E-9A12-86F6F6F744D5}"/>
          </ac:spMkLst>
        </pc:spChg>
        <pc:spChg chg="mod">
          <ac:chgData name="King, Dianne (IM&amp;T, Clayton)" userId="3fa97433-aef5-418a-a784-4a9bb0b21088" providerId="ADAL" clId="{3513EA4A-C67C-4B21-A8EA-099368013F35}" dt="2023-07-20T03:54:27.812" v="371" actId="1076"/>
          <ac:spMkLst>
            <pc:docMk/>
            <pc:sldMk cId="3737707652" sldId="264"/>
            <ac:spMk id="7" creationId="{B832A132-6C33-D57F-C3C7-4327F8CD8E7E}"/>
          </ac:spMkLst>
        </pc:spChg>
        <pc:spChg chg="mod">
          <ac:chgData name="King, Dianne (IM&amp;T, Clayton)" userId="3fa97433-aef5-418a-a784-4a9bb0b21088" providerId="ADAL" clId="{3513EA4A-C67C-4B21-A8EA-099368013F35}" dt="2023-07-20T03:54:27.812" v="371" actId="1076"/>
          <ac:spMkLst>
            <pc:docMk/>
            <pc:sldMk cId="3737707652" sldId="264"/>
            <ac:spMk id="8" creationId="{5BEE58C9-D317-1E23-429E-8907EE06D7BD}"/>
          </ac:spMkLst>
        </pc:spChg>
        <pc:spChg chg="mod">
          <ac:chgData name="King, Dianne (IM&amp;T, Clayton)" userId="3fa97433-aef5-418a-a784-4a9bb0b21088" providerId="ADAL" clId="{3513EA4A-C67C-4B21-A8EA-099368013F35}" dt="2023-07-20T03:54:46.125" v="374" actId="13822"/>
          <ac:spMkLst>
            <pc:docMk/>
            <pc:sldMk cId="3737707652" sldId="264"/>
            <ac:spMk id="9" creationId="{FA2CE996-C061-6C69-0BAF-125334DB68F7}"/>
          </ac:spMkLst>
        </pc:spChg>
        <pc:spChg chg="mod">
          <ac:chgData name="King, Dianne (IM&amp;T, Clayton)" userId="3fa97433-aef5-418a-a784-4a9bb0b21088" providerId="ADAL" clId="{3513EA4A-C67C-4B21-A8EA-099368013F35}" dt="2023-07-20T03:54:46.125" v="374" actId="13822"/>
          <ac:spMkLst>
            <pc:docMk/>
            <pc:sldMk cId="3737707652" sldId="264"/>
            <ac:spMk id="11" creationId="{B74BB503-126C-3A76-EB11-1E9BE6AAAB53}"/>
          </ac:spMkLst>
        </pc:spChg>
        <pc:spChg chg="mod">
          <ac:chgData name="King, Dianne (IM&amp;T, Clayton)" userId="3fa97433-aef5-418a-a784-4a9bb0b21088" providerId="ADAL" clId="{3513EA4A-C67C-4B21-A8EA-099368013F35}" dt="2023-07-20T03:54:46.125" v="374" actId="13822"/>
          <ac:spMkLst>
            <pc:docMk/>
            <pc:sldMk cId="3737707652" sldId="264"/>
            <ac:spMk id="12" creationId="{22B192E4-A3EB-EB63-EEE1-D1D1377BC7AE}"/>
          </ac:spMkLst>
        </pc:spChg>
        <pc:spChg chg="mod">
          <ac:chgData name="King, Dianne (IM&amp;T, Clayton)" userId="3fa97433-aef5-418a-a784-4a9bb0b21088" providerId="ADAL" clId="{3513EA4A-C67C-4B21-A8EA-099368013F35}" dt="2023-07-20T03:54:43.145" v="373" actId="13822"/>
          <ac:spMkLst>
            <pc:docMk/>
            <pc:sldMk cId="3737707652" sldId="264"/>
            <ac:spMk id="13" creationId="{38573C9B-CBA8-3E64-F9EC-2159DCCD8719}"/>
          </ac:spMkLst>
        </pc:spChg>
        <pc:spChg chg="mod">
          <ac:chgData name="King, Dianne (IM&amp;T, Clayton)" userId="3fa97433-aef5-418a-a784-4a9bb0b21088" providerId="ADAL" clId="{3513EA4A-C67C-4B21-A8EA-099368013F35}" dt="2023-07-20T03:54:43.145" v="373" actId="13822"/>
          <ac:spMkLst>
            <pc:docMk/>
            <pc:sldMk cId="3737707652" sldId="264"/>
            <ac:spMk id="15" creationId="{E0FA0AA9-9A07-36D5-260C-90B6E09BCB23}"/>
          </ac:spMkLst>
        </pc:spChg>
        <pc:spChg chg="mod">
          <ac:chgData name="King, Dianne (IM&amp;T, Clayton)" userId="3fa97433-aef5-418a-a784-4a9bb0b21088" providerId="ADAL" clId="{3513EA4A-C67C-4B21-A8EA-099368013F35}" dt="2023-07-20T03:54:43.145" v="373" actId="13822"/>
          <ac:spMkLst>
            <pc:docMk/>
            <pc:sldMk cId="3737707652" sldId="264"/>
            <ac:spMk id="16" creationId="{186B1DD0-2A72-4388-667D-947852A39063}"/>
          </ac:spMkLst>
        </pc:spChg>
        <pc:spChg chg="mod">
          <ac:chgData name="King, Dianne (IM&amp;T, Clayton)" userId="3fa97433-aef5-418a-a784-4a9bb0b21088" providerId="ADAL" clId="{3513EA4A-C67C-4B21-A8EA-099368013F35}" dt="2023-07-20T03:54:46.125" v="374" actId="13822"/>
          <ac:spMkLst>
            <pc:docMk/>
            <pc:sldMk cId="3737707652" sldId="264"/>
            <ac:spMk id="19" creationId="{1DD3524F-901D-9D42-A463-82CA7D9F17F8}"/>
          </ac:spMkLst>
        </pc:spChg>
        <pc:spChg chg="mod">
          <ac:chgData name="King, Dianne (IM&amp;T, Clayton)" userId="3fa97433-aef5-418a-a784-4a9bb0b21088" providerId="ADAL" clId="{3513EA4A-C67C-4B21-A8EA-099368013F35}" dt="2023-07-20T03:54:27.812" v="371" actId="1076"/>
          <ac:spMkLst>
            <pc:docMk/>
            <pc:sldMk cId="3737707652" sldId="264"/>
            <ac:spMk id="22" creationId="{DD58197B-B2D6-434E-CCDE-23DCA263868B}"/>
          </ac:spMkLst>
        </pc:spChg>
        <pc:spChg chg="mod">
          <ac:chgData name="King, Dianne (IM&amp;T, Clayton)" userId="3fa97433-aef5-418a-a784-4a9bb0b21088" providerId="ADAL" clId="{3513EA4A-C67C-4B21-A8EA-099368013F35}" dt="2023-07-20T03:54:27.812" v="371" actId="1076"/>
          <ac:spMkLst>
            <pc:docMk/>
            <pc:sldMk cId="3737707652" sldId="264"/>
            <ac:spMk id="23" creationId="{FABA9024-0BB7-0024-8CCC-41424175CCCF}"/>
          </ac:spMkLst>
        </pc:spChg>
        <pc:spChg chg="mod">
          <ac:chgData name="King, Dianne (IM&amp;T, Clayton)" userId="3fa97433-aef5-418a-a784-4a9bb0b21088" providerId="ADAL" clId="{3513EA4A-C67C-4B21-A8EA-099368013F35}" dt="2023-07-20T03:54:27.812" v="371" actId="1076"/>
          <ac:spMkLst>
            <pc:docMk/>
            <pc:sldMk cId="3737707652" sldId="264"/>
            <ac:spMk id="24" creationId="{C6B4CA35-1D65-779F-C15B-5151D4BCD17D}"/>
          </ac:spMkLst>
        </pc:spChg>
        <pc:spChg chg="mod">
          <ac:chgData name="King, Dianne (IM&amp;T, Clayton)" userId="3fa97433-aef5-418a-a784-4a9bb0b21088" providerId="ADAL" clId="{3513EA4A-C67C-4B21-A8EA-099368013F35}" dt="2023-07-20T03:54:27.812" v="371" actId="1076"/>
          <ac:spMkLst>
            <pc:docMk/>
            <pc:sldMk cId="3737707652" sldId="264"/>
            <ac:spMk id="25" creationId="{83A5ED29-4FB6-EB91-8B65-24E1DF92F628}"/>
          </ac:spMkLst>
        </pc:spChg>
        <pc:spChg chg="mod">
          <ac:chgData name="King, Dianne (IM&amp;T, Clayton)" userId="3fa97433-aef5-418a-a784-4a9bb0b21088" providerId="ADAL" clId="{3513EA4A-C67C-4B21-A8EA-099368013F35}" dt="2023-07-20T03:54:27.812" v="371" actId="1076"/>
          <ac:spMkLst>
            <pc:docMk/>
            <pc:sldMk cId="3737707652" sldId="264"/>
            <ac:spMk id="26" creationId="{BA739157-C5A9-9F95-5036-5442F2001CFC}"/>
          </ac:spMkLst>
        </pc:spChg>
        <pc:spChg chg="mod">
          <ac:chgData name="King, Dianne (IM&amp;T, Clayton)" userId="3fa97433-aef5-418a-a784-4a9bb0b21088" providerId="ADAL" clId="{3513EA4A-C67C-4B21-A8EA-099368013F35}" dt="2023-07-20T03:54:27.812" v="371" actId="1076"/>
          <ac:spMkLst>
            <pc:docMk/>
            <pc:sldMk cId="3737707652" sldId="264"/>
            <ac:spMk id="27" creationId="{59F7BEA3-F3DF-6087-9A19-1A6DD6E8B71C}"/>
          </ac:spMkLst>
        </pc:spChg>
        <pc:spChg chg="mod">
          <ac:chgData name="King, Dianne (IM&amp;T, Clayton)" userId="3fa97433-aef5-418a-a784-4a9bb0b21088" providerId="ADAL" clId="{3513EA4A-C67C-4B21-A8EA-099368013F35}" dt="2023-07-20T03:54:31.918" v="372" actId="1076"/>
          <ac:spMkLst>
            <pc:docMk/>
            <pc:sldMk cId="3737707652" sldId="264"/>
            <ac:spMk id="30" creationId="{25E6041A-F6B4-A8E3-C1A8-D2EF819954E3}"/>
          </ac:spMkLst>
        </pc:spChg>
        <pc:spChg chg="mod">
          <ac:chgData name="King, Dianne (IM&amp;T, Clayton)" userId="3fa97433-aef5-418a-a784-4a9bb0b21088" providerId="ADAL" clId="{3513EA4A-C67C-4B21-A8EA-099368013F35}" dt="2023-07-20T03:54:27.812" v="371" actId="1076"/>
          <ac:spMkLst>
            <pc:docMk/>
            <pc:sldMk cId="3737707652" sldId="264"/>
            <ac:spMk id="31" creationId="{EC6D814F-6C4A-E57E-1453-52F43B76A632}"/>
          </ac:spMkLst>
        </pc:spChg>
        <pc:grpChg chg="mod">
          <ac:chgData name="King, Dianne (IM&amp;T, Clayton)" userId="3fa97433-aef5-418a-a784-4a9bb0b21088" providerId="ADAL" clId="{3513EA4A-C67C-4B21-A8EA-099368013F35}" dt="2023-07-20T03:54:27.812" v="371" actId="1076"/>
          <ac:grpSpMkLst>
            <pc:docMk/>
            <pc:sldMk cId="3737707652" sldId="264"/>
            <ac:grpSpMk id="21" creationId="{403E287E-31A8-3842-4E35-E68056EACFEB}"/>
          </ac:grpSpMkLst>
        </pc:grpChg>
      </pc:sldChg>
      <pc:sldChg chg="modSp add mod">
        <pc:chgData name="King, Dianne (IM&amp;T, Clayton)" userId="3fa97433-aef5-418a-a784-4a9bb0b21088" providerId="ADAL" clId="{3513EA4A-C67C-4B21-A8EA-099368013F35}" dt="2023-07-20T03:55:29.928" v="384" actId="14100"/>
        <pc:sldMkLst>
          <pc:docMk/>
          <pc:sldMk cId="194708393" sldId="265"/>
        </pc:sldMkLst>
        <pc:spChg chg="mod">
          <ac:chgData name="King, Dianne (IM&amp;T, Clayton)" userId="3fa97433-aef5-418a-a784-4a9bb0b21088" providerId="ADAL" clId="{3513EA4A-C67C-4B21-A8EA-099368013F35}" dt="2023-07-20T03:55:29.928" v="384" actId="14100"/>
          <ac:spMkLst>
            <pc:docMk/>
            <pc:sldMk cId="194708393" sldId="265"/>
            <ac:spMk id="2" creationId="{BF9DE8FD-E775-49B6-84B4-C5EAFFDC0C10}"/>
          </ac:spMkLst>
        </pc:spChg>
        <pc:spChg chg="mod">
          <ac:chgData name="King, Dianne (IM&amp;T, Clayton)" userId="3fa97433-aef5-418a-a784-4a9bb0b21088" providerId="ADAL" clId="{3513EA4A-C67C-4B21-A8EA-099368013F35}" dt="2023-07-20T03:53:26.901" v="365" actId="27636"/>
          <ac:spMkLst>
            <pc:docMk/>
            <pc:sldMk cId="194708393" sldId="265"/>
            <ac:spMk id="3" creationId="{1657B292-6958-4A19-8C63-661F4CF796DD}"/>
          </ac:spMkLst>
        </pc:spChg>
      </pc:sldChg>
      <pc:sldChg chg="addSp delSp modSp add mod">
        <pc:chgData name="King, Dianne (IM&amp;T, Clayton)" userId="3fa97433-aef5-418a-a784-4a9bb0b21088" providerId="ADAL" clId="{3513EA4A-C67C-4B21-A8EA-099368013F35}" dt="2023-07-21T05:35:56.404" v="1823" actId="20577"/>
        <pc:sldMkLst>
          <pc:docMk/>
          <pc:sldMk cId="178267109" sldId="408"/>
        </pc:sldMkLst>
        <pc:spChg chg="del mod">
          <ac:chgData name="King, Dianne (IM&amp;T, Clayton)" userId="3fa97433-aef5-418a-a784-4a9bb0b21088" providerId="ADAL" clId="{3513EA4A-C67C-4B21-A8EA-099368013F35}" dt="2023-07-21T05:31:18.582" v="1707" actId="478"/>
          <ac:spMkLst>
            <pc:docMk/>
            <pc:sldMk cId="178267109" sldId="408"/>
            <ac:spMk id="2" creationId="{C7BE3C80-A49B-9D7E-63CA-1148C2F0BAD7}"/>
          </ac:spMkLst>
        </pc:spChg>
        <pc:spChg chg="mod">
          <ac:chgData name="King, Dianne (IM&amp;T, Clayton)" userId="3fa97433-aef5-418a-a784-4a9bb0b21088" providerId="ADAL" clId="{3513EA4A-C67C-4B21-A8EA-099368013F35}" dt="2023-07-21T05:33:08.663" v="1737" actId="20577"/>
          <ac:spMkLst>
            <pc:docMk/>
            <pc:sldMk cId="178267109" sldId="408"/>
            <ac:spMk id="3" creationId="{9A1B783A-4178-2361-B42F-B1C6725EECA5}"/>
          </ac:spMkLst>
        </pc:spChg>
        <pc:spChg chg="del">
          <ac:chgData name="King, Dianne (IM&amp;T, Clayton)" userId="3fa97433-aef5-418a-a784-4a9bb0b21088" providerId="ADAL" clId="{3513EA4A-C67C-4B21-A8EA-099368013F35}" dt="2023-07-21T05:29:30.436" v="1698" actId="478"/>
          <ac:spMkLst>
            <pc:docMk/>
            <pc:sldMk cId="178267109" sldId="408"/>
            <ac:spMk id="4" creationId="{EB75E0DE-EE53-626D-F3E6-6E6D14E03293}"/>
          </ac:spMkLst>
        </pc:spChg>
        <pc:spChg chg="del mod">
          <ac:chgData name="King, Dianne (IM&amp;T, Clayton)" userId="3fa97433-aef5-418a-a784-4a9bb0b21088" providerId="ADAL" clId="{3513EA4A-C67C-4B21-A8EA-099368013F35}" dt="2023-07-21T05:29:34.005" v="1700" actId="478"/>
          <ac:spMkLst>
            <pc:docMk/>
            <pc:sldMk cId="178267109" sldId="408"/>
            <ac:spMk id="5" creationId="{53395E88-1D3F-974B-A75B-B6C1E4CED57D}"/>
          </ac:spMkLst>
        </pc:spChg>
        <pc:graphicFrameChg chg="add mod modGraphic">
          <ac:chgData name="King, Dianne (IM&amp;T, Clayton)" userId="3fa97433-aef5-418a-a784-4a9bb0b21088" providerId="ADAL" clId="{3513EA4A-C67C-4B21-A8EA-099368013F35}" dt="2023-07-21T05:35:56.404" v="1823" actId="20577"/>
          <ac:graphicFrameMkLst>
            <pc:docMk/>
            <pc:sldMk cId="178267109" sldId="408"/>
            <ac:graphicFrameMk id="6" creationId="{22B1CFF6-9B68-5329-020C-F5E843259EB0}"/>
          </ac:graphicFrameMkLst>
        </pc:graphicFrameChg>
        <pc:graphicFrameChg chg="add mod">
          <ac:chgData name="King, Dianne (IM&amp;T, Clayton)" userId="3fa97433-aef5-418a-a784-4a9bb0b21088" providerId="ADAL" clId="{3513EA4A-C67C-4B21-A8EA-099368013F35}" dt="2023-07-21T05:35:04.295" v="1785" actId="20577"/>
          <ac:graphicFrameMkLst>
            <pc:docMk/>
            <pc:sldMk cId="178267109" sldId="408"/>
            <ac:graphicFrameMk id="7" creationId="{02AD19E5-DF43-0EDE-5B9A-0BCAFC131DAE}"/>
          </ac:graphicFrameMkLst>
        </pc:graphicFrameChg>
      </pc:sldChg>
      <pc:sldChg chg="ord">
        <pc:chgData name="King, Dianne (IM&amp;T, Clayton)" userId="3fa97433-aef5-418a-a784-4a9bb0b21088" providerId="ADAL" clId="{3513EA4A-C67C-4B21-A8EA-099368013F35}" dt="2023-07-20T03:34:08.007" v="254"/>
        <pc:sldMkLst>
          <pc:docMk/>
          <pc:sldMk cId="3934606366" sldId="410"/>
        </pc:sldMkLst>
      </pc:sldChg>
      <pc:sldChg chg="modSp mod modClrScheme chgLayout">
        <pc:chgData name="King, Dianne (IM&amp;T, Clayton)" userId="3fa97433-aef5-418a-a784-4a9bb0b21088" providerId="ADAL" clId="{3513EA4A-C67C-4B21-A8EA-099368013F35}" dt="2023-07-20T03:37:43.962" v="275" actId="1076"/>
        <pc:sldMkLst>
          <pc:docMk/>
          <pc:sldMk cId="1253921648" sldId="413"/>
        </pc:sldMkLst>
        <pc:spChg chg="mod ord">
          <ac:chgData name="King, Dianne (IM&amp;T, Clayton)" userId="3fa97433-aef5-418a-a784-4a9bb0b21088" providerId="ADAL" clId="{3513EA4A-C67C-4B21-A8EA-099368013F35}" dt="2023-07-20T03:37:31.611" v="274" actId="14100"/>
          <ac:spMkLst>
            <pc:docMk/>
            <pc:sldMk cId="1253921648" sldId="413"/>
            <ac:spMk id="3" creationId="{13AE9319-ED15-49DE-9BE0-951D8F67568E}"/>
          </ac:spMkLst>
        </pc:spChg>
        <pc:spChg chg="mod">
          <ac:chgData name="King, Dianne (IM&amp;T, Clayton)" userId="3fa97433-aef5-418a-a784-4a9bb0b21088" providerId="ADAL" clId="{3513EA4A-C67C-4B21-A8EA-099368013F35}" dt="2023-07-20T03:37:31.611" v="274" actId="14100"/>
          <ac:spMkLst>
            <pc:docMk/>
            <pc:sldMk cId="1253921648" sldId="413"/>
            <ac:spMk id="7" creationId="{DED80C29-8302-6540-89DA-EEE31ECE7D07}"/>
          </ac:spMkLst>
        </pc:spChg>
        <pc:spChg chg="mod">
          <ac:chgData name="King, Dianne (IM&amp;T, Clayton)" userId="3fa97433-aef5-418a-a784-4a9bb0b21088" providerId="ADAL" clId="{3513EA4A-C67C-4B21-A8EA-099368013F35}" dt="2023-07-20T03:37:31.611" v="274" actId="14100"/>
          <ac:spMkLst>
            <pc:docMk/>
            <pc:sldMk cId="1253921648" sldId="413"/>
            <ac:spMk id="9" creationId="{082344F1-A99B-539A-EDC7-638A6C30773C}"/>
          </ac:spMkLst>
        </pc:spChg>
        <pc:graphicFrameChg chg="mod ord">
          <ac:chgData name="King, Dianne (IM&amp;T, Clayton)" userId="3fa97433-aef5-418a-a784-4a9bb0b21088" providerId="ADAL" clId="{3513EA4A-C67C-4B21-A8EA-099368013F35}" dt="2023-07-20T03:37:43.962" v="275" actId="1076"/>
          <ac:graphicFrameMkLst>
            <pc:docMk/>
            <pc:sldMk cId="1253921648" sldId="413"/>
            <ac:graphicFrameMk id="6" creationId="{1BFDCC1B-805A-EE4A-A241-B4EC5F270C74}"/>
          </ac:graphicFrameMkLst>
        </pc:graphicFrameChg>
      </pc:sldChg>
      <pc:sldChg chg="modNotesTx">
        <pc:chgData name="King, Dianne (IM&amp;T, Clayton)" userId="3fa97433-aef5-418a-a784-4a9bb0b21088" providerId="ADAL" clId="{3513EA4A-C67C-4B21-A8EA-099368013F35}" dt="2023-07-21T01:40:13.334" v="480" actId="6549"/>
        <pc:sldMkLst>
          <pc:docMk/>
          <pc:sldMk cId="2902858491" sldId="415"/>
        </pc:sldMkLst>
      </pc:sldChg>
      <pc:sldChg chg="addSp delSp modSp mod modClrScheme chgLayout">
        <pc:chgData name="King, Dianne (IM&amp;T, Clayton)" userId="3fa97433-aef5-418a-a784-4a9bb0b21088" providerId="ADAL" clId="{3513EA4A-C67C-4B21-A8EA-099368013F35}" dt="2023-07-21T05:37:14.090" v="1826" actId="700"/>
        <pc:sldMkLst>
          <pc:docMk/>
          <pc:sldMk cId="2173793217" sldId="430"/>
        </pc:sldMkLst>
        <pc:spChg chg="mod ord">
          <ac:chgData name="King, Dianne (IM&amp;T, Clayton)" userId="3fa97433-aef5-418a-a784-4a9bb0b21088" providerId="ADAL" clId="{3513EA4A-C67C-4B21-A8EA-099368013F35}" dt="2023-07-21T05:37:14.090" v="1826" actId="700"/>
          <ac:spMkLst>
            <pc:docMk/>
            <pc:sldMk cId="2173793217" sldId="430"/>
            <ac:spMk id="2" creationId="{A5B9BE14-36A5-D377-339C-64EB77156E31}"/>
          </ac:spMkLst>
        </pc:spChg>
        <pc:spChg chg="add del mod ord">
          <ac:chgData name="King, Dianne (IM&amp;T, Clayton)" userId="3fa97433-aef5-418a-a784-4a9bb0b21088" providerId="ADAL" clId="{3513EA4A-C67C-4B21-A8EA-099368013F35}" dt="2023-07-21T05:37:14.090" v="1826" actId="700"/>
          <ac:spMkLst>
            <pc:docMk/>
            <pc:sldMk cId="2173793217" sldId="430"/>
            <ac:spMk id="3" creationId="{8DD2FF65-D9E4-FDE2-8818-742AA5E1B171}"/>
          </ac:spMkLst>
        </pc:spChg>
      </pc:sldChg>
      <pc:sldChg chg="addSp delSp modSp mod modClrScheme chgLayout">
        <pc:chgData name="King, Dianne (IM&amp;T, Clayton)" userId="3fa97433-aef5-418a-a784-4a9bb0b21088" providerId="ADAL" clId="{3513EA4A-C67C-4B21-A8EA-099368013F35}" dt="2023-07-20T03:35:50.048" v="262" actId="14100"/>
        <pc:sldMkLst>
          <pc:docMk/>
          <pc:sldMk cId="3000502401" sldId="432"/>
        </pc:sldMkLst>
        <pc:spChg chg="add del mod ord">
          <ac:chgData name="King, Dianne (IM&amp;T, Clayton)" userId="3fa97433-aef5-418a-a784-4a9bb0b21088" providerId="ADAL" clId="{3513EA4A-C67C-4B21-A8EA-099368013F35}" dt="2023-07-20T03:35:45.885" v="261" actId="478"/>
          <ac:spMkLst>
            <pc:docMk/>
            <pc:sldMk cId="3000502401" sldId="432"/>
            <ac:spMk id="3" creationId="{24C476FA-77D5-EE6C-C6BC-778AA00FDA45}"/>
          </ac:spMkLst>
        </pc:spChg>
        <pc:picChg chg="mod">
          <ac:chgData name="King, Dianne (IM&amp;T, Clayton)" userId="3fa97433-aef5-418a-a784-4a9bb0b21088" providerId="ADAL" clId="{3513EA4A-C67C-4B21-A8EA-099368013F35}" dt="2023-07-20T03:35:50.048" v="262" actId="14100"/>
          <ac:picMkLst>
            <pc:docMk/>
            <pc:sldMk cId="3000502401" sldId="432"/>
            <ac:picMk id="9" creationId="{3EDEA748-4CD3-C0FE-BD2A-684D6D3B9851}"/>
          </ac:picMkLst>
        </pc:picChg>
      </pc:sldChg>
      <pc:sldChg chg="addSp modSp mod modClrScheme chgLayout">
        <pc:chgData name="King, Dianne (IM&amp;T, Clayton)" userId="3fa97433-aef5-418a-a784-4a9bb0b21088" providerId="ADAL" clId="{3513EA4A-C67C-4B21-A8EA-099368013F35}" dt="2023-07-20T03:36:10.929" v="265" actId="1076"/>
        <pc:sldMkLst>
          <pc:docMk/>
          <pc:sldMk cId="1828809446" sldId="433"/>
        </pc:sldMkLst>
        <pc:spChg chg="mod ord">
          <ac:chgData name="King, Dianne (IM&amp;T, Clayton)" userId="3fa97433-aef5-418a-a784-4a9bb0b21088" providerId="ADAL" clId="{3513EA4A-C67C-4B21-A8EA-099368013F35}" dt="2023-07-20T03:36:02.085" v="263" actId="700"/>
          <ac:spMkLst>
            <pc:docMk/>
            <pc:sldMk cId="1828809446" sldId="433"/>
            <ac:spMk id="2" creationId="{26E51A1A-A501-35B6-AAD2-52F1B921617F}"/>
          </ac:spMkLst>
        </pc:spChg>
        <pc:spChg chg="mod ord">
          <ac:chgData name="King, Dianne (IM&amp;T, Clayton)" userId="3fa97433-aef5-418a-a784-4a9bb0b21088" providerId="ADAL" clId="{3513EA4A-C67C-4B21-A8EA-099368013F35}" dt="2023-07-20T03:36:02.085" v="263" actId="700"/>
          <ac:spMkLst>
            <pc:docMk/>
            <pc:sldMk cId="1828809446" sldId="433"/>
            <ac:spMk id="3" creationId="{703981CC-0BC8-6F47-1730-B80DEED3CD27}"/>
          </ac:spMkLst>
        </pc:spChg>
        <pc:spChg chg="add mod ord">
          <ac:chgData name="King, Dianne (IM&amp;T, Clayton)" userId="3fa97433-aef5-418a-a784-4a9bb0b21088" providerId="ADAL" clId="{3513EA4A-C67C-4B21-A8EA-099368013F35}" dt="2023-07-20T03:36:02.085" v="263" actId="700"/>
          <ac:spMkLst>
            <pc:docMk/>
            <pc:sldMk cId="1828809446" sldId="433"/>
            <ac:spMk id="4" creationId="{51E94081-6ECA-88E5-4BC8-25D1CDD74676}"/>
          </ac:spMkLst>
        </pc:spChg>
        <pc:spChg chg="mod">
          <ac:chgData name="King, Dianne (IM&amp;T, Clayton)" userId="3fa97433-aef5-418a-a784-4a9bb0b21088" providerId="ADAL" clId="{3513EA4A-C67C-4B21-A8EA-099368013F35}" dt="2023-07-20T03:36:10.929" v="265" actId="1076"/>
          <ac:spMkLst>
            <pc:docMk/>
            <pc:sldMk cId="1828809446" sldId="433"/>
            <ac:spMk id="6" creationId="{6F02D69B-7E1D-9284-E1C2-D62EDBEF67D4}"/>
          </ac:spMkLst>
        </pc:spChg>
        <pc:picChg chg="mod">
          <ac:chgData name="King, Dianne (IM&amp;T, Clayton)" userId="3fa97433-aef5-418a-a784-4a9bb0b21088" providerId="ADAL" clId="{3513EA4A-C67C-4B21-A8EA-099368013F35}" dt="2023-07-20T03:36:07.488" v="264" actId="1076"/>
          <ac:picMkLst>
            <pc:docMk/>
            <pc:sldMk cId="1828809446" sldId="433"/>
            <ac:picMk id="5" creationId="{8898F1B1-AE91-339E-21D7-235CEDD47F98}"/>
          </ac:picMkLst>
        </pc:picChg>
      </pc:sldChg>
      <pc:sldChg chg="addSp modSp add mod modClrScheme chgLayout modNotesTx">
        <pc:chgData name="King, Dianne (IM&amp;T, Clayton)" userId="3fa97433-aef5-418a-a784-4a9bb0b21088" providerId="ADAL" clId="{3513EA4A-C67C-4B21-A8EA-099368013F35}" dt="2023-07-21T05:40:29.107" v="1859" actId="1076"/>
        <pc:sldMkLst>
          <pc:docMk/>
          <pc:sldMk cId="4067780168" sldId="434"/>
        </pc:sldMkLst>
        <pc:spChg chg="mod ord">
          <ac:chgData name="King, Dianne (IM&amp;T, Clayton)" userId="3fa97433-aef5-418a-a784-4a9bb0b21088" providerId="ADAL" clId="{3513EA4A-C67C-4B21-A8EA-099368013F35}" dt="2023-07-21T05:39:05.726" v="1854" actId="27636"/>
          <ac:spMkLst>
            <pc:docMk/>
            <pc:sldMk cId="4067780168" sldId="434"/>
            <ac:spMk id="2" creationId="{D04F7919-EEBC-9E8F-7F35-BD0719582A4E}"/>
          </ac:spMkLst>
        </pc:spChg>
        <pc:spChg chg="mod ord">
          <ac:chgData name="King, Dianne (IM&amp;T, Clayton)" userId="3fa97433-aef5-418a-a784-4a9bb0b21088" providerId="ADAL" clId="{3513EA4A-C67C-4B21-A8EA-099368013F35}" dt="2023-07-20T03:44:20.211" v="333" actId="700"/>
          <ac:spMkLst>
            <pc:docMk/>
            <pc:sldMk cId="4067780168" sldId="434"/>
            <ac:spMk id="3" creationId="{77500185-51AA-7165-6714-321D7D1DDEB3}"/>
          </ac:spMkLst>
        </pc:spChg>
        <pc:picChg chg="add mod">
          <ac:chgData name="King, Dianne (IM&amp;T, Clayton)" userId="3fa97433-aef5-418a-a784-4a9bb0b21088" providerId="ADAL" clId="{3513EA4A-C67C-4B21-A8EA-099368013F35}" dt="2023-07-21T05:40:29.107" v="1859" actId="1076"/>
          <ac:picMkLst>
            <pc:docMk/>
            <pc:sldMk cId="4067780168" sldId="434"/>
            <ac:picMk id="5" creationId="{C92F7247-A634-1638-BE21-FC49017BB3C6}"/>
          </ac:picMkLst>
        </pc:picChg>
      </pc:sldChg>
      <pc:sldChg chg="addSp delSp modSp mod modClrScheme chgLayout">
        <pc:chgData name="King, Dianne (IM&amp;T, Clayton)" userId="3fa97433-aef5-418a-a784-4a9bb0b21088" providerId="ADAL" clId="{3513EA4A-C67C-4B21-A8EA-099368013F35}" dt="2023-07-20T03:36:51.056" v="270" actId="1076"/>
        <pc:sldMkLst>
          <pc:docMk/>
          <pc:sldMk cId="2546813330" sldId="435"/>
        </pc:sldMkLst>
        <pc:spChg chg="mod ord">
          <ac:chgData name="King, Dianne (IM&amp;T, Clayton)" userId="3fa97433-aef5-418a-a784-4a9bb0b21088" providerId="ADAL" clId="{3513EA4A-C67C-4B21-A8EA-099368013F35}" dt="2023-07-20T03:36:39.928" v="268" actId="14100"/>
          <ac:spMkLst>
            <pc:docMk/>
            <pc:sldMk cId="2546813330" sldId="435"/>
            <ac:spMk id="2" creationId="{C1EA445D-EE75-B5C2-7656-043EFC347C1E}"/>
          </ac:spMkLst>
        </pc:spChg>
        <pc:spChg chg="mod ord">
          <ac:chgData name="King, Dianne (IM&amp;T, Clayton)" userId="3fa97433-aef5-418a-a784-4a9bb0b21088" providerId="ADAL" clId="{3513EA4A-C67C-4B21-A8EA-099368013F35}" dt="2023-07-20T03:36:35.128" v="267" actId="1076"/>
          <ac:spMkLst>
            <pc:docMk/>
            <pc:sldMk cId="2546813330" sldId="435"/>
            <ac:spMk id="3" creationId="{EECDCF26-7588-9268-C170-8248EEDA6190}"/>
          </ac:spMkLst>
        </pc:spChg>
        <pc:spChg chg="add del mod ord">
          <ac:chgData name="King, Dianne (IM&amp;T, Clayton)" userId="3fa97433-aef5-418a-a784-4a9bb0b21088" providerId="ADAL" clId="{3513EA4A-C67C-4B21-A8EA-099368013F35}" dt="2023-07-20T03:36:47.531" v="269" actId="478"/>
          <ac:spMkLst>
            <pc:docMk/>
            <pc:sldMk cId="2546813330" sldId="435"/>
            <ac:spMk id="4" creationId="{DF394454-5138-30ED-D6C3-DBCD95E94B61}"/>
          </ac:spMkLst>
        </pc:spChg>
        <pc:spChg chg="mod">
          <ac:chgData name="King, Dianne (IM&amp;T, Clayton)" userId="3fa97433-aef5-418a-a784-4a9bb0b21088" providerId="ADAL" clId="{3513EA4A-C67C-4B21-A8EA-099368013F35}" dt="2023-07-20T03:36:51.056" v="270" actId="1076"/>
          <ac:spMkLst>
            <pc:docMk/>
            <pc:sldMk cId="2546813330" sldId="435"/>
            <ac:spMk id="5" creationId="{9C3EF919-D4D1-D698-C70B-227609CA6BBD}"/>
          </ac:spMkLst>
        </pc:spChg>
      </pc:sldChg>
      <pc:sldChg chg="addSp delSp modSp mod modClrScheme chgLayout">
        <pc:chgData name="King, Dianne (IM&amp;T, Clayton)" userId="3fa97433-aef5-418a-a784-4a9bb0b21088" providerId="ADAL" clId="{3513EA4A-C67C-4B21-A8EA-099368013F35}" dt="2023-07-21T05:37:56.341" v="1847" actId="478"/>
        <pc:sldMkLst>
          <pc:docMk/>
          <pc:sldMk cId="2597516294" sldId="436"/>
        </pc:sldMkLst>
        <pc:spChg chg="add mod ord">
          <ac:chgData name="King, Dianne (IM&amp;T, Clayton)" userId="3fa97433-aef5-418a-a784-4a9bb0b21088" providerId="ADAL" clId="{3513EA4A-C67C-4B21-A8EA-099368013F35}" dt="2023-07-21T05:37:52.483" v="1846" actId="20577"/>
          <ac:spMkLst>
            <pc:docMk/>
            <pc:sldMk cId="2597516294" sldId="436"/>
            <ac:spMk id="2" creationId="{3403E7F5-F181-54FE-0DF2-CACA4F169CE7}"/>
          </ac:spMkLst>
        </pc:spChg>
        <pc:spChg chg="del">
          <ac:chgData name="King, Dianne (IM&amp;T, Clayton)" userId="3fa97433-aef5-418a-a784-4a9bb0b21088" providerId="ADAL" clId="{3513EA4A-C67C-4B21-A8EA-099368013F35}" dt="2023-07-20T03:38:26.768" v="276" actId="700"/>
          <ac:spMkLst>
            <pc:docMk/>
            <pc:sldMk cId="2597516294" sldId="436"/>
            <ac:spMk id="2" creationId="{EF706C91-0051-C247-D78D-FC4704486BA3}"/>
          </ac:spMkLst>
        </pc:spChg>
        <pc:spChg chg="del mod ord">
          <ac:chgData name="King, Dianne (IM&amp;T, Clayton)" userId="3fa97433-aef5-418a-a784-4a9bb0b21088" providerId="ADAL" clId="{3513EA4A-C67C-4B21-A8EA-099368013F35}" dt="2023-07-21T05:37:56.341" v="1847" actId="478"/>
          <ac:spMkLst>
            <pc:docMk/>
            <pc:sldMk cId="2597516294" sldId="436"/>
            <ac:spMk id="3" creationId="{BD678041-FADD-1B9C-CB81-8E81687BF145}"/>
          </ac:spMkLst>
        </pc:spChg>
      </pc:sldChg>
      <pc:sldChg chg="addSp delSp modSp mod modClrScheme chgLayout">
        <pc:chgData name="King, Dianne (IM&amp;T, Clayton)" userId="3fa97433-aef5-418a-a784-4a9bb0b21088" providerId="ADAL" clId="{3513EA4A-C67C-4B21-A8EA-099368013F35}" dt="2023-07-20T03:39:04.509" v="285" actId="26606"/>
        <pc:sldMkLst>
          <pc:docMk/>
          <pc:sldMk cId="1485149024" sldId="437"/>
        </pc:sldMkLst>
        <pc:spChg chg="mod ord">
          <ac:chgData name="King, Dianne (IM&amp;T, Clayton)" userId="3fa97433-aef5-418a-a784-4a9bb0b21088" providerId="ADAL" clId="{3513EA4A-C67C-4B21-A8EA-099368013F35}" dt="2023-07-20T03:39:04.509" v="285" actId="26606"/>
          <ac:spMkLst>
            <pc:docMk/>
            <pc:sldMk cId="1485149024" sldId="437"/>
            <ac:spMk id="2" creationId="{A033AC1F-4B8C-21FB-ACFE-7532098C1E90}"/>
          </ac:spMkLst>
        </pc:spChg>
        <pc:spChg chg="mod ord">
          <ac:chgData name="King, Dianne (IM&amp;T, Clayton)" userId="3fa97433-aef5-418a-a784-4a9bb0b21088" providerId="ADAL" clId="{3513EA4A-C67C-4B21-A8EA-099368013F35}" dt="2023-07-20T03:39:04.509" v="285" actId="26606"/>
          <ac:spMkLst>
            <pc:docMk/>
            <pc:sldMk cId="1485149024" sldId="437"/>
            <ac:spMk id="4" creationId="{AB7F006A-F9C2-FBF5-E440-30B91B212C83}"/>
          </ac:spMkLst>
        </pc:spChg>
        <pc:spChg chg="add del mod ord">
          <ac:chgData name="King, Dianne (IM&amp;T, Clayton)" userId="3fa97433-aef5-418a-a784-4a9bb0b21088" providerId="ADAL" clId="{3513EA4A-C67C-4B21-A8EA-099368013F35}" dt="2023-07-20T03:38:50.073" v="282" actId="478"/>
          <ac:spMkLst>
            <pc:docMk/>
            <pc:sldMk cId="1485149024" sldId="437"/>
            <ac:spMk id="6" creationId="{EC644A93-E346-A64D-9F65-F8A6E06B9171}"/>
          </ac:spMkLst>
        </pc:spChg>
        <pc:picChg chg="add mod">
          <ac:chgData name="King, Dianne (IM&amp;T, Clayton)" userId="3fa97433-aef5-418a-a784-4a9bb0b21088" providerId="ADAL" clId="{3513EA4A-C67C-4B21-A8EA-099368013F35}" dt="2023-07-20T03:39:04.509" v="285" actId="26606"/>
          <ac:picMkLst>
            <pc:docMk/>
            <pc:sldMk cId="1485149024" sldId="437"/>
            <ac:picMk id="5" creationId="{75020FC9-9FBC-A5D4-5A38-C61A5C81AAB1}"/>
          </ac:picMkLst>
        </pc:picChg>
      </pc:sldChg>
      <pc:sldChg chg="addSp delSp modSp mod modClrScheme chgLayout">
        <pc:chgData name="King, Dianne (IM&amp;T, Clayton)" userId="3fa97433-aef5-418a-a784-4a9bb0b21088" providerId="ADAL" clId="{3513EA4A-C67C-4B21-A8EA-099368013F35}" dt="2023-07-20T03:24:15.790" v="23" actId="26606"/>
        <pc:sldMkLst>
          <pc:docMk/>
          <pc:sldMk cId="2489848618" sldId="438"/>
        </pc:sldMkLst>
        <pc:spChg chg="mod ord">
          <ac:chgData name="King, Dianne (IM&amp;T, Clayton)" userId="3fa97433-aef5-418a-a784-4a9bb0b21088" providerId="ADAL" clId="{3513EA4A-C67C-4B21-A8EA-099368013F35}" dt="2023-07-20T03:24:15.790" v="23" actId="26606"/>
          <ac:spMkLst>
            <pc:docMk/>
            <pc:sldMk cId="2489848618" sldId="438"/>
            <ac:spMk id="2" creationId="{8BE602FF-2B46-C952-7A18-77A31D03DE77}"/>
          </ac:spMkLst>
        </pc:spChg>
        <pc:spChg chg="del">
          <ac:chgData name="King, Dianne (IM&amp;T, Clayton)" userId="3fa97433-aef5-418a-a784-4a9bb0b21088" providerId="ADAL" clId="{3513EA4A-C67C-4B21-A8EA-099368013F35}" dt="2023-07-20T03:20:00.209" v="2" actId="26606"/>
          <ac:spMkLst>
            <pc:docMk/>
            <pc:sldMk cId="2489848618" sldId="438"/>
            <ac:spMk id="3" creationId="{DA45A271-6439-D503-7CE3-27D844384B38}"/>
          </ac:spMkLst>
        </pc:spChg>
        <pc:spChg chg="del">
          <ac:chgData name="King, Dianne (IM&amp;T, Clayton)" userId="3fa97433-aef5-418a-a784-4a9bb0b21088" providerId="ADAL" clId="{3513EA4A-C67C-4B21-A8EA-099368013F35}" dt="2023-07-20T03:19:40.786" v="0" actId="931"/>
          <ac:spMkLst>
            <pc:docMk/>
            <pc:sldMk cId="2489848618" sldId="438"/>
            <ac:spMk id="4" creationId="{3E3D1C47-1F0F-88BE-9084-D3BCEAF16A60}"/>
          </ac:spMkLst>
        </pc:spChg>
        <pc:spChg chg="add del mod">
          <ac:chgData name="King, Dianne (IM&amp;T, Clayton)" userId="3fa97433-aef5-418a-a784-4a9bb0b21088" providerId="ADAL" clId="{3513EA4A-C67C-4B21-A8EA-099368013F35}" dt="2023-07-20T03:23:40.163" v="16" actId="478"/>
          <ac:spMkLst>
            <pc:docMk/>
            <pc:sldMk cId="2489848618" sldId="438"/>
            <ac:spMk id="8" creationId="{2FDB35DD-DB47-1994-EADF-FC1A2022335A}"/>
          </ac:spMkLst>
        </pc:spChg>
        <pc:spChg chg="add del mod">
          <ac:chgData name="King, Dianne (IM&amp;T, Clayton)" userId="3fa97433-aef5-418a-a784-4a9bb0b21088" providerId="ADAL" clId="{3513EA4A-C67C-4B21-A8EA-099368013F35}" dt="2023-07-20T03:20:31.099" v="3" actId="478"/>
          <ac:spMkLst>
            <pc:docMk/>
            <pc:sldMk cId="2489848618" sldId="438"/>
            <ac:spMk id="11" creationId="{E31991C8-5E4C-7636-7145-F490CB26973E}"/>
          </ac:spMkLst>
        </pc:spChg>
        <pc:spChg chg="add del mod">
          <ac:chgData name="King, Dianne (IM&amp;T, Clayton)" userId="3fa97433-aef5-418a-a784-4a9bb0b21088" providerId="ADAL" clId="{3513EA4A-C67C-4B21-A8EA-099368013F35}" dt="2023-07-20T03:24:15.790" v="23" actId="26606"/>
          <ac:spMkLst>
            <pc:docMk/>
            <pc:sldMk cId="2489848618" sldId="438"/>
            <ac:spMk id="12" creationId="{2F39AE1A-D518-9FD5-0E41-B029F8E62360}"/>
          </ac:spMkLst>
        </pc:spChg>
        <pc:picChg chg="add del mod ord">
          <ac:chgData name="King, Dianne (IM&amp;T, Clayton)" userId="3fa97433-aef5-418a-a784-4a9bb0b21088" providerId="ADAL" clId="{3513EA4A-C67C-4B21-A8EA-099368013F35}" dt="2023-07-20T03:24:08.711" v="20" actId="478"/>
          <ac:picMkLst>
            <pc:docMk/>
            <pc:sldMk cId="2489848618" sldId="438"/>
            <ac:picMk id="6" creationId="{13F8CBB1-6C3C-931A-9E7B-7A650E5CC55C}"/>
          </ac:picMkLst>
        </pc:picChg>
        <pc:picChg chg="add mod">
          <ac:chgData name="King, Dianne (IM&amp;T, Clayton)" userId="3fa97433-aef5-418a-a784-4a9bb0b21088" providerId="ADAL" clId="{3513EA4A-C67C-4B21-A8EA-099368013F35}" dt="2023-07-20T03:24:15.790" v="23" actId="26606"/>
          <ac:picMkLst>
            <pc:docMk/>
            <pc:sldMk cId="2489848618" sldId="438"/>
            <ac:picMk id="9" creationId="{8AE217B3-3441-DC52-6727-F15009576894}"/>
          </ac:picMkLst>
        </pc:picChg>
      </pc:sldChg>
      <pc:sldChg chg="addSp delSp modSp add mod modClrScheme chgLayout">
        <pc:chgData name="King, Dianne (IM&amp;T, Clayton)" userId="3fa97433-aef5-418a-a784-4a9bb0b21088" providerId="ADAL" clId="{3513EA4A-C67C-4B21-A8EA-099368013F35}" dt="2023-07-21T05:59:19.656" v="2023" actId="12"/>
        <pc:sldMkLst>
          <pc:docMk/>
          <pc:sldMk cId="3070686884" sldId="439"/>
        </pc:sldMkLst>
        <pc:spChg chg="add del mod ord">
          <ac:chgData name="King, Dianne (IM&amp;T, Clayton)" userId="3fa97433-aef5-418a-a784-4a9bb0b21088" providerId="ADAL" clId="{3513EA4A-C67C-4B21-A8EA-099368013F35}" dt="2023-07-21T05:59:14.119" v="2020" actId="21"/>
          <ac:spMkLst>
            <pc:docMk/>
            <pc:sldMk cId="3070686884" sldId="439"/>
            <ac:spMk id="2" creationId="{2775D0F4-D415-CBCD-C576-E39E21C8CDBB}"/>
          </ac:spMkLst>
        </pc:spChg>
        <pc:spChg chg="mod ord">
          <ac:chgData name="King, Dianne (IM&amp;T, Clayton)" userId="3fa97433-aef5-418a-a784-4a9bb0b21088" providerId="ADAL" clId="{3513EA4A-C67C-4B21-A8EA-099368013F35}" dt="2023-07-21T05:41:47.231" v="1876" actId="26606"/>
          <ac:spMkLst>
            <pc:docMk/>
            <pc:sldMk cId="3070686884" sldId="439"/>
            <ac:spMk id="3" creationId="{A22D9FCD-7B9E-1114-6E62-09427DB57736}"/>
          </ac:spMkLst>
        </pc:spChg>
        <pc:spChg chg="add mod ord">
          <ac:chgData name="King, Dianne (IM&amp;T, Clayton)" userId="3fa97433-aef5-418a-a784-4a9bb0b21088" providerId="ADAL" clId="{3513EA4A-C67C-4B21-A8EA-099368013F35}" dt="2023-07-21T05:59:19.656" v="2023" actId="12"/>
          <ac:spMkLst>
            <pc:docMk/>
            <pc:sldMk cId="3070686884" sldId="439"/>
            <ac:spMk id="4" creationId="{23D873B8-63C1-03E7-80D6-1DC0F57648C8}"/>
          </ac:spMkLst>
        </pc:spChg>
        <pc:graphicFrameChg chg="add del">
          <ac:chgData name="King, Dianne (IM&amp;T, Clayton)" userId="3fa97433-aef5-418a-a784-4a9bb0b21088" providerId="ADAL" clId="{3513EA4A-C67C-4B21-A8EA-099368013F35}" dt="2023-07-21T05:41:25.855" v="1870" actId="26606"/>
          <ac:graphicFrameMkLst>
            <pc:docMk/>
            <pc:sldMk cId="3070686884" sldId="439"/>
            <ac:graphicFrameMk id="6" creationId="{1BF7AC7C-21F7-DC16-6EA7-72C6C9BDEC28}"/>
          </ac:graphicFrameMkLst>
        </pc:graphicFrameChg>
        <pc:graphicFrameChg chg="add del">
          <ac:chgData name="King, Dianne (IM&amp;T, Clayton)" userId="3fa97433-aef5-418a-a784-4a9bb0b21088" providerId="ADAL" clId="{3513EA4A-C67C-4B21-A8EA-099368013F35}" dt="2023-07-21T05:41:31.953" v="1872" actId="26606"/>
          <ac:graphicFrameMkLst>
            <pc:docMk/>
            <pc:sldMk cId="3070686884" sldId="439"/>
            <ac:graphicFrameMk id="8" creationId="{93CBCF9D-3638-C711-3C7C-608129DBDC09}"/>
          </ac:graphicFrameMkLst>
        </pc:graphicFrameChg>
        <pc:graphicFrameChg chg="add del">
          <ac:chgData name="King, Dianne (IM&amp;T, Clayton)" userId="3fa97433-aef5-418a-a784-4a9bb0b21088" providerId="ADAL" clId="{3513EA4A-C67C-4B21-A8EA-099368013F35}" dt="2023-07-21T05:41:33.834" v="1874" actId="26606"/>
          <ac:graphicFrameMkLst>
            <pc:docMk/>
            <pc:sldMk cId="3070686884" sldId="439"/>
            <ac:graphicFrameMk id="10" creationId="{F6112CAD-8897-3771-4AD8-5720AE3DF840}"/>
          </ac:graphicFrameMkLst>
        </pc:graphicFrameChg>
        <pc:graphicFrameChg chg="add del">
          <ac:chgData name="King, Dianne (IM&amp;T, Clayton)" userId="3fa97433-aef5-418a-a784-4a9bb0b21088" providerId="ADAL" clId="{3513EA4A-C67C-4B21-A8EA-099368013F35}" dt="2023-07-21T05:41:47.231" v="1876" actId="26606"/>
          <ac:graphicFrameMkLst>
            <pc:docMk/>
            <pc:sldMk cId="3070686884" sldId="439"/>
            <ac:graphicFrameMk id="12" creationId="{9D21838E-856D-6E51-E72F-BE454CEC3E00}"/>
          </ac:graphicFrameMkLst>
        </pc:graphicFrameChg>
        <pc:picChg chg="add del mod">
          <ac:chgData name="King, Dianne (IM&amp;T, Clayton)" userId="3fa97433-aef5-418a-a784-4a9bb0b21088" providerId="ADAL" clId="{3513EA4A-C67C-4B21-A8EA-099368013F35}" dt="2023-07-21T05:51:44.208" v="1975" actId="478"/>
          <ac:picMkLst>
            <pc:docMk/>
            <pc:sldMk cId="3070686884" sldId="439"/>
            <ac:picMk id="7" creationId="{739EE736-F06C-6D45-B3BF-0778EE6B068C}"/>
          </ac:picMkLst>
        </pc:picChg>
      </pc:sldChg>
      <pc:sldChg chg="addSp modSp add mod modClrScheme chgLayout modNotesTx">
        <pc:chgData name="King, Dianne (IM&amp;T, Clayton)" userId="3fa97433-aef5-418a-a784-4a9bb0b21088" providerId="ADAL" clId="{3513EA4A-C67C-4B21-A8EA-099368013F35}" dt="2023-07-21T06:00:24.236" v="2059" actId="1076"/>
        <pc:sldMkLst>
          <pc:docMk/>
          <pc:sldMk cId="3553500088" sldId="440"/>
        </pc:sldMkLst>
        <pc:spChg chg="mod ord">
          <ac:chgData name="King, Dianne (IM&amp;T, Clayton)" userId="3fa97433-aef5-418a-a784-4a9bb0b21088" providerId="ADAL" clId="{3513EA4A-C67C-4B21-A8EA-099368013F35}" dt="2023-07-21T06:00:24.236" v="2059" actId="1076"/>
          <ac:spMkLst>
            <pc:docMk/>
            <pc:sldMk cId="3553500088" sldId="440"/>
            <ac:spMk id="2" creationId="{E4E354AF-70AD-0FC8-84B0-CF417CE368FA}"/>
          </ac:spMkLst>
        </pc:spChg>
        <pc:spChg chg="mod ord">
          <ac:chgData name="King, Dianne (IM&amp;T, Clayton)" userId="3fa97433-aef5-418a-a784-4a9bb0b21088" providerId="ADAL" clId="{3513EA4A-C67C-4B21-A8EA-099368013F35}" dt="2023-07-21T05:58:51.093" v="2008" actId="1076"/>
          <ac:spMkLst>
            <pc:docMk/>
            <pc:sldMk cId="3553500088" sldId="440"/>
            <ac:spMk id="3" creationId="{9896766F-C5F2-C048-4F69-0341D773E548}"/>
          </ac:spMkLst>
        </pc:spChg>
        <pc:spChg chg="add mod ord">
          <ac:chgData name="King, Dianne (IM&amp;T, Clayton)" userId="3fa97433-aef5-418a-a784-4a9bb0b21088" providerId="ADAL" clId="{3513EA4A-C67C-4B21-A8EA-099368013F35}" dt="2023-07-21T06:00:15.539" v="2056" actId="255"/>
          <ac:spMkLst>
            <pc:docMk/>
            <pc:sldMk cId="3553500088" sldId="440"/>
            <ac:spMk id="6" creationId="{D6C4401D-A2B5-F289-D9E9-FC38111B88AF}"/>
          </ac:spMkLst>
        </pc:spChg>
        <pc:picChg chg="add mod ord">
          <ac:chgData name="King, Dianne (IM&amp;T, Clayton)" userId="3fa97433-aef5-418a-a784-4a9bb0b21088" providerId="ADAL" clId="{3513EA4A-C67C-4B21-A8EA-099368013F35}" dt="2023-07-21T06:00:21.525" v="2058" actId="1076"/>
          <ac:picMkLst>
            <pc:docMk/>
            <pc:sldMk cId="3553500088" sldId="440"/>
            <ac:picMk id="5" creationId="{8C1766CF-7A42-BB4B-FD51-CA4898CEA189}"/>
          </ac:picMkLst>
        </pc:picChg>
      </pc:sldChg>
      <pc:sldChg chg="addSp modSp add mod modClrScheme chgLayout modNotesTx">
        <pc:chgData name="King, Dianne (IM&amp;T, Clayton)" userId="3fa97433-aef5-418a-a784-4a9bb0b21088" providerId="ADAL" clId="{3513EA4A-C67C-4B21-A8EA-099368013F35}" dt="2023-07-21T06:01:19.044" v="2074" actId="1076"/>
        <pc:sldMkLst>
          <pc:docMk/>
          <pc:sldMk cId="3568694510" sldId="441"/>
        </pc:sldMkLst>
        <pc:spChg chg="mod ord">
          <ac:chgData name="King, Dianne (IM&amp;T, Clayton)" userId="3fa97433-aef5-418a-a784-4a9bb0b21088" providerId="ADAL" clId="{3513EA4A-C67C-4B21-A8EA-099368013F35}" dt="2023-07-21T06:01:12.078" v="2073" actId="403"/>
          <ac:spMkLst>
            <pc:docMk/>
            <pc:sldMk cId="3568694510" sldId="441"/>
            <ac:spMk id="2" creationId="{F22081B7-316F-9D13-3681-47731FB9461D}"/>
          </ac:spMkLst>
        </pc:spChg>
        <pc:spChg chg="mod ord">
          <ac:chgData name="King, Dianne (IM&amp;T, Clayton)" userId="3fa97433-aef5-418a-a784-4a9bb0b21088" providerId="ADAL" clId="{3513EA4A-C67C-4B21-A8EA-099368013F35}" dt="2023-07-21T06:00:47.790" v="2060" actId="700"/>
          <ac:spMkLst>
            <pc:docMk/>
            <pc:sldMk cId="3568694510" sldId="441"/>
            <ac:spMk id="3" creationId="{2170E0F0-D656-6EA4-8483-2E79874A126F}"/>
          </ac:spMkLst>
        </pc:spChg>
        <pc:spChg chg="add mod ord">
          <ac:chgData name="King, Dianne (IM&amp;T, Clayton)" userId="3fa97433-aef5-418a-a784-4a9bb0b21088" providerId="ADAL" clId="{3513EA4A-C67C-4B21-A8EA-099368013F35}" dt="2023-07-21T06:01:07.840" v="2071" actId="27636"/>
          <ac:spMkLst>
            <pc:docMk/>
            <pc:sldMk cId="3568694510" sldId="441"/>
            <ac:spMk id="6" creationId="{5A89C744-78BA-F3FC-CA72-B48E92E3D1A9}"/>
          </ac:spMkLst>
        </pc:spChg>
        <pc:picChg chg="add mod">
          <ac:chgData name="King, Dianne (IM&amp;T, Clayton)" userId="3fa97433-aef5-418a-a784-4a9bb0b21088" providerId="ADAL" clId="{3513EA4A-C67C-4B21-A8EA-099368013F35}" dt="2023-07-21T06:01:19.044" v="2074" actId="1076"/>
          <ac:picMkLst>
            <pc:docMk/>
            <pc:sldMk cId="3568694510" sldId="441"/>
            <ac:picMk id="5" creationId="{DF018365-9294-0835-F2BE-617BF4CBCFF6}"/>
          </ac:picMkLst>
        </pc:picChg>
      </pc:sldChg>
      <pc:sldChg chg="addSp modSp add mod modClrScheme chgLayout modNotesTx">
        <pc:chgData name="King, Dianne (IM&amp;T, Clayton)" userId="3fa97433-aef5-418a-a784-4a9bb0b21088" providerId="ADAL" clId="{3513EA4A-C67C-4B21-A8EA-099368013F35}" dt="2023-07-21T06:01:42.474" v="2086" actId="27636"/>
        <pc:sldMkLst>
          <pc:docMk/>
          <pc:sldMk cId="1096305638" sldId="442"/>
        </pc:sldMkLst>
        <pc:spChg chg="mod ord">
          <ac:chgData name="King, Dianne (IM&amp;T, Clayton)" userId="3fa97433-aef5-418a-a784-4a9bb0b21088" providerId="ADAL" clId="{3513EA4A-C67C-4B21-A8EA-099368013F35}" dt="2023-07-21T06:01:42.473" v="2085" actId="27636"/>
          <ac:spMkLst>
            <pc:docMk/>
            <pc:sldMk cId="1096305638" sldId="442"/>
            <ac:spMk id="2" creationId="{7F2FA5D3-547F-29BF-C84B-DED32288BFC0}"/>
          </ac:spMkLst>
        </pc:spChg>
        <pc:spChg chg="mod ord">
          <ac:chgData name="King, Dianne (IM&amp;T, Clayton)" userId="3fa97433-aef5-418a-a784-4a9bb0b21088" providerId="ADAL" clId="{3513EA4A-C67C-4B21-A8EA-099368013F35}" dt="2023-07-21T06:01:29.946" v="2075" actId="700"/>
          <ac:spMkLst>
            <pc:docMk/>
            <pc:sldMk cId="1096305638" sldId="442"/>
            <ac:spMk id="3" creationId="{7336E75F-D57B-0340-408B-297A147C1D94}"/>
          </ac:spMkLst>
        </pc:spChg>
        <pc:spChg chg="add mod ord">
          <ac:chgData name="King, Dianne (IM&amp;T, Clayton)" userId="3fa97433-aef5-418a-a784-4a9bb0b21088" providerId="ADAL" clId="{3513EA4A-C67C-4B21-A8EA-099368013F35}" dt="2023-07-21T06:01:42.474" v="2086" actId="27636"/>
          <ac:spMkLst>
            <pc:docMk/>
            <pc:sldMk cId="1096305638" sldId="442"/>
            <ac:spMk id="4" creationId="{7EBEEC4B-CF3C-3F0C-B142-967D15570C01}"/>
          </ac:spMkLst>
        </pc:spChg>
      </pc:sldChg>
      <pc:sldChg chg="addSp modSp add mod modClrScheme chgLayout">
        <pc:chgData name="King, Dianne (IM&amp;T, Clayton)" userId="3fa97433-aef5-418a-a784-4a9bb0b21088" providerId="ADAL" clId="{3513EA4A-C67C-4B21-A8EA-099368013F35}" dt="2023-07-21T06:02:12.101" v="2099" actId="1076"/>
        <pc:sldMkLst>
          <pc:docMk/>
          <pc:sldMk cId="875188334" sldId="443"/>
        </pc:sldMkLst>
        <pc:spChg chg="mod ord">
          <ac:chgData name="King, Dianne (IM&amp;T, Clayton)" userId="3fa97433-aef5-418a-a784-4a9bb0b21088" providerId="ADAL" clId="{3513EA4A-C67C-4B21-A8EA-099368013F35}" dt="2023-07-21T06:02:07.754" v="2097" actId="27636"/>
          <ac:spMkLst>
            <pc:docMk/>
            <pc:sldMk cId="875188334" sldId="443"/>
            <ac:spMk id="2" creationId="{E4CFF3A8-94E5-7A12-71B5-4F15EA3DBFD4}"/>
          </ac:spMkLst>
        </pc:spChg>
        <pc:spChg chg="mod ord">
          <ac:chgData name="King, Dianne (IM&amp;T, Clayton)" userId="3fa97433-aef5-418a-a784-4a9bb0b21088" providerId="ADAL" clId="{3513EA4A-C67C-4B21-A8EA-099368013F35}" dt="2023-07-21T06:01:55.352" v="2087" actId="700"/>
          <ac:spMkLst>
            <pc:docMk/>
            <pc:sldMk cId="875188334" sldId="443"/>
            <ac:spMk id="3" creationId="{98C5F448-2C50-AAD2-8367-A66C21E04695}"/>
          </ac:spMkLst>
        </pc:spChg>
        <pc:spChg chg="add mod ord">
          <ac:chgData name="King, Dianne (IM&amp;T, Clayton)" userId="3fa97433-aef5-418a-a784-4a9bb0b21088" providerId="ADAL" clId="{3513EA4A-C67C-4B21-A8EA-099368013F35}" dt="2023-07-21T06:02:07.755" v="2098" actId="27636"/>
          <ac:spMkLst>
            <pc:docMk/>
            <pc:sldMk cId="875188334" sldId="443"/>
            <ac:spMk id="6" creationId="{10EED5DC-70D0-F24F-9FC9-DC18CBD78518}"/>
          </ac:spMkLst>
        </pc:spChg>
        <pc:picChg chg="add mod ord">
          <ac:chgData name="King, Dianne (IM&amp;T, Clayton)" userId="3fa97433-aef5-418a-a784-4a9bb0b21088" providerId="ADAL" clId="{3513EA4A-C67C-4B21-A8EA-099368013F35}" dt="2023-07-21T06:02:12.101" v="2099" actId="1076"/>
          <ac:picMkLst>
            <pc:docMk/>
            <pc:sldMk cId="875188334" sldId="443"/>
            <ac:picMk id="5" creationId="{3E180389-0E69-5B2B-AE4E-DDE5218E4E7F}"/>
          </ac:picMkLst>
        </pc:picChg>
      </pc:sldChg>
      <pc:sldChg chg="addSp modSp add mod modClrScheme chgLayout modNotesTx">
        <pc:chgData name="King, Dianne (IM&amp;T, Clayton)" userId="3fa97433-aef5-418a-a784-4a9bb0b21088" providerId="ADAL" clId="{3513EA4A-C67C-4B21-A8EA-099368013F35}" dt="2023-07-21T06:02:36.812" v="2101" actId="20577"/>
        <pc:sldMkLst>
          <pc:docMk/>
          <pc:sldMk cId="4174107256" sldId="444"/>
        </pc:sldMkLst>
        <pc:spChg chg="mod ord">
          <ac:chgData name="King, Dianne (IM&amp;T, Clayton)" userId="3fa97433-aef5-418a-a784-4a9bb0b21088" providerId="ADAL" clId="{3513EA4A-C67C-4B21-A8EA-099368013F35}" dt="2023-07-21T06:02:36.812" v="2101" actId="20577"/>
          <ac:spMkLst>
            <pc:docMk/>
            <pc:sldMk cId="4174107256" sldId="444"/>
            <ac:spMk id="2" creationId="{C83D2FFF-3FD4-33F5-1689-3821A9F96CBD}"/>
          </ac:spMkLst>
        </pc:spChg>
        <pc:spChg chg="mod ord">
          <ac:chgData name="King, Dianne (IM&amp;T, Clayton)" userId="3fa97433-aef5-418a-a784-4a9bb0b21088" providerId="ADAL" clId="{3513EA4A-C67C-4B21-A8EA-099368013F35}" dt="2023-07-21T05:55:43.517" v="1999" actId="26606"/>
          <ac:spMkLst>
            <pc:docMk/>
            <pc:sldMk cId="4174107256" sldId="444"/>
            <ac:spMk id="3" creationId="{115701AC-5A3C-3AB9-059A-D9B392098891}"/>
          </ac:spMkLst>
        </pc:spChg>
        <pc:picChg chg="add mod ord">
          <ac:chgData name="King, Dianne (IM&amp;T, Clayton)" userId="3fa97433-aef5-418a-a784-4a9bb0b21088" providerId="ADAL" clId="{3513EA4A-C67C-4B21-A8EA-099368013F35}" dt="2023-07-21T05:55:43.517" v="1999" actId="26606"/>
          <ac:picMkLst>
            <pc:docMk/>
            <pc:sldMk cId="4174107256" sldId="444"/>
            <ac:picMk id="5" creationId="{E22B3E16-8873-26C1-06F6-D60779EF41DD}"/>
          </ac:picMkLst>
        </pc:picChg>
      </pc:sldChg>
      <pc:sldChg chg="addSp delSp modSp new mod modClrScheme chgLayout">
        <pc:chgData name="King, Dianne (IM&amp;T, Clayton)" userId="3fa97433-aef5-418a-a784-4a9bb0b21088" providerId="ADAL" clId="{3513EA4A-C67C-4B21-A8EA-099368013F35}" dt="2023-07-20T03:40:13.613" v="296" actId="26606"/>
        <pc:sldMkLst>
          <pc:docMk/>
          <pc:sldMk cId="613955024" sldId="445"/>
        </pc:sldMkLst>
        <pc:spChg chg="del mod ord">
          <ac:chgData name="King, Dianne (IM&amp;T, Clayton)" userId="3fa97433-aef5-418a-a784-4a9bb0b21088" providerId="ADAL" clId="{3513EA4A-C67C-4B21-A8EA-099368013F35}" dt="2023-07-20T03:39:24.478" v="286" actId="700"/>
          <ac:spMkLst>
            <pc:docMk/>
            <pc:sldMk cId="613955024" sldId="445"/>
            <ac:spMk id="2" creationId="{0DA018C8-2F99-B37E-10B6-8865EEF50525}"/>
          </ac:spMkLst>
        </pc:spChg>
        <pc:spChg chg="del mod ord">
          <ac:chgData name="King, Dianne (IM&amp;T, Clayton)" userId="3fa97433-aef5-418a-a784-4a9bb0b21088" providerId="ADAL" clId="{3513EA4A-C67C-4B21-A8EA-099368013F35}" dt="2023-07-20T03:39:24.478" v="286" actId="700"/>
          <ac:spMkLst>
            <pc:docMk/>
            <pc:sldMk cId="613955024" sldId="445"/>
            <ac:spMk id="3" creationId="{98326405-CFF6-7097-5D5B-C4A5966E596A}"/>
          </ac:spMkLst>
        </pc:spChg>
        <pc:spChg chg="del">
          <ac:chgData name="King, Dianne (IM&amp;T, Clayton)" userId="3fa97433-aef5-418a-a784-4a9bb0b21088" providerId="ADAL" clId="{3513EA4A-C67C-4B21-A8EA-099368013F35}" dt="2023-07-20T03:39:24.478" v="286" actId="700"/>
          <ac:spMkLst>
            <pc:docMk/>
            <pc:sldMk cId="613955024" sldId="445"/>
            <ac:spMk id="4" creationId="{2F04DD68-4A7D-D5B2-5EED-EF767F896B62}"/>
          </ac:spMkLst>
        </pc:spChg>
        <pc:spChg chg="add del mod ord">
          <ac:chgData name="King, Dianne (IM&amp;T, Clayton)" userId="3fa97433-aef5-418a-a784-4a9bb0b21088" providerId="ADAL" clId="{3513EA4A-C67C-4B21-A8EA-099368013F35}" dt="2023-07-20T03:40:03.544" v="290" actId="26606"/>
          <ac:spMkLst>
            <pc:docMk/>
            <pc:sldMk cId="613955024" sldId="445"/>
            <ac:spMk id="5" creationId="{AB3F7AD9-3AA1-CE75-06C8-510F79EBFC89}"/>
          </ac:spMkLst>
        </pc:spChg>
        <pc:spChg chg="add del mod ord">
          <ac:chgData name="King, Dianne (IM&amp;T, Clayton)" userId="3fa97433-aef5-418a-a784-4a9bb0b21088" providerId="ADAL" clId="{3513EA4A-C67C-4B21-A8EA-099368013F35}" dt="2023-07-20T03:39:57.008" v="287" actId="931"/>
          <ac:spMkLst>
            <pc:docMk/>
            <pc:sldMk cId="613955024" sldId="445"/>
            <ac:spMk id="6" creationId="{83EEBA6A-84CC-D599-AE92-062E7DDEF5F7}"/>
          </ac:spMkLst>
        </pc:spChg>
        <pc:spChg chg="add del mod">
          <ac:chgData name="King, Dianne (IM&amp;T, Clayton)" userId="3fa97433-aef5-418a-a784-4a9bb0b21088" providerId="ADAL" clId="{3513EA4A-C67C-4B21-A8EA-099368013F35}" dt="2023-07-20T03:40:03.542" v="289" actId="26606"/>
          <ac:spMkLst>
            <pc:docMk/>
            <pc:sldMk cId="613955024" sldId="445"/>
            <ac:spMk id="13" creationId="{21A6FFBE-F11F-2970-5AA7-53FA295A528A}"/>
          </ac:spMkLst>
        </pc:spChg>
        <pc:spChg chg="add mod">
          <ac:chgData name="King, Dianne (IM&amp;T, Clayton)" userId="3fa97433-aef5-418a-a784-4a9bb0b21088" providerId="ADAL" clId="{3513EA4A-C67C-4B21-A8EA-099368013F35}" dt="2023-07-20T03:40:13.613" v="296" actId="26606"/>
          <ac:spMkLst>
            <pc:docMk/>
            <pc:sldMk cId="613955024" sldId="445"/>
            <ac:spMk id="15" creationId="{4F7ED7F3-5728-F47B-8304-0809EFB65939}"/>
          </ac:spMkLst>
        </pc:spChg>
        <pc:picChg chg="add mod">
          <ac:chgData name="King, Dianne (IM&amp;T, Clayton)" userId="3fa97433-aef5-418a-a784-4a9bb0b21088" providerId="ADAL" clId="{3513EA4A-C67C-4B21-A8EA-099368013F35}" dt="2023-07-20T03:40:13.613" v="296" actId="26606"/>
          <ac:picMkLst>
            <pc:docMk/>
            <pc:sldMk cId="613955024" sldId="445"/>
            <ac:picMk id="8" creationId="{61BC722C-FCBD-01E6-A75C-4B10ECAF2642}"/>
          </ac:picMkLst>
        </pc:picChg>
      </pc:sldChg>
      <pc:sldChg chg="addSp delSp modSp new mod modClrScheme chgLayout">
        <pc:chgData name="King, Dianne (IM&amp;T, Clayton)" userId="3fa97433-aef5-418a-a784-4a9bb0b21088" providerId="ADAL" clId="{3513EA4A-C67C-4B21-A8EA-099368013F35}" dt="2023-07-20T03:42:34.271" v="312" actId="26606"/>
        <pc:sldMkLst>
          <pc:docMk/>
          <pc:sldMk cId="148293674" sldId="446"/>
        </pc:sldMkLst>
        <pc:spChg chg="del">
          <ac:chgData name="King, Dianne (IM&amp;T, Clayton)" userId="3fa97433-aef5-418a-a784-4a9bb0b21088" providerId="ADAL" clId="{3513EA4A-C67C-4B21-A8EA-099368013F35}" dt="2023-07-20T03:41:55.907" v="298" actId="700"/>
          <ac:spMkLst>
            <pc:docMk/>
            <pc:sldMk cId="148293674" sldId="446"/>
            <ac:spMk id="2" creationId="{CB461D58-FE2C-C3BB-5C9E-9E2EE7354F85}"/>
          </ac:spMkLst>
        </pc:spChg>
        <pc:spChg chg="del mod ord">
          <ac:chgData name="King, Dianne (IM&amp;T, Clayton)" userId="3fa97433-aef5-418a-a784-4a9bb0b21088" providerId="ADAL" clId="{3513EA4A-C67C-4B21-A8EA-099368013F35}" dt="2023-07-20T03:41:55.907" v="298" actId="700"/>
          <ac:spMkLst>
            <pc:docMk/>
            <pc:sldMk cId="148293674" sldId="446"/>
            <ac:spMk id="3" creationId="{B95373B9-2ABA-2732-00DA-30747664D0BE}"/>
          </ac:spMkLst>
        </pc:spChg>
        <pc:spChg chg="del mod ord">
          <ac:chgData name="King, Dianne (IM&amp;T, Clayton)" userId="3fa97433-aef5-418a-a784-4a9bb0b21088" providerId="ADAL" clId="{3513EA4A-C67C-4B21-A8EA-099368013F35}" dt="2023-07-20T03:41:55.907" v="298" actId="700"/>
          <ac:spMkLst>
            <pc:docMk/>
            <pc:sldMk cId="148293674" sldId="446"/>
            <ac:spMk id="4" creationId="{4B160477-413F-BCB9-DF3B-7180261C5664}"/>
          </ac:spMkLst>
        </pc:spChg>
        <pc:spChg chg="add del mod ord">
          <ac:chgData name="King, Dianne (IM&amp;T, Clayton)" userId="3fa97433-aef5-418a-a784-4a9bb0b21088" providerId="ADAL" clId="{3513EA4A-C67C-4B21-A8EA-099368013F35}" dt="2023-07-20T03:42:02.398" v="299" actId="700"/>
          <ac:spMkLst>
            <pc:docMk/>
            <pc:sldMk cId="148293674" sldId="446"/>
            <ac:spMk id="5" creationId="{71C35FE0-B431-3535-D0F3-0F5E1760822E}"/>
          </ac:spMkLst>
        </pc:spChg>
        <pc:spChg chg="add del mod ord">
          <ac:chgData name="King, Dianne (IM&amp;T, Clayton)" userId="3fa97433-aef5-418a-a784-4a9bb0b21088" providerId="ADAL" clId="{3513EA4A-C67C-4B21-A8EA-099368013F35}" dt="2023-07-20T03:42:02.398" v="299" actId="700"/>
          <ac:spMkLst>
            <pc:docMk/>
            <pc:sldMk cId="148293674" sldId="446"/>
            <ac:spMk id="6" creationId="{668D960E-6C13-3DF0-C22E-9B73F3C745D8}"/>
          </ac:spMkLst>
        </pc:spChg>
        <pc:spChg chg="add mod ord">
          <ac:chgData name="King, Dianne (IM&amp;T, Clayton)" userId="3fa97433-aef5-418a-a784-4a9bb0b21088" providerId="ADAL" clId="{3513EA4A-C67C-4B21-A8EA-099368013F35}" dt="2023-07-20T03:42:34.271" v="312" actId="26606"/>
          <ac:spMkLst>
            <pc:docMk/>
            <pc:sldMk cId="148293674" sldId="446"/>
            <ac:spMk id="7" creationId="{46041617-CC00-FEB9-C09C-3F417B15AB39}"/>
          </ac:spMkLst>
        </pc:spChg>
        <pc:spChg chg="add del mod ord">
          <ac:chgData name="King, Dianne (IM&amp;T, Clayton)" userId="3fa97433-aef5-418a-a784-4a9bb0b21088" providerId="ADAL" clId="{3513EA4A-C67C-4B21-A8EA-099368013F35}" dt="2023-07-20T03:42:29.470" v="311" actId="931"/>
          <ac:spMkLst>
            <pc:docMk/>
            <pc:sldMk cId="148293674" sldId="446"/>
            <ac:spMk id="8" creationId="{45577CE3-0E82-B7F1-B4B6-85D691770DEB}"/>
          </ac:spMkLst>
        </pc:spChg>
        <pc:picChg chg="add mod">
          <ac:chgData name="King, Dianne (IM&amp;T, Clayton)" userId="3fa97433-aef5-418a-a784-4a9bb0b21088" providerId="ADAL" clId="{3513EA4A-C67C-4B21-A8EA-099368013F35}" dt="2023-07-20T03:42:34.271" v="312" actId="26606"/>
          <ac:picMkLst>
            <pc:docMk/>
            <pc:sldMk cId="148293674" sldId="446"/>
            <ac:picMk id="10" creationId="{6C0E60B6-080F-9EE6-5CBA-310EDBAE2E35}"/>
          </ac:picMkLst>
        </pc:picChg>
      </pc:sldChg>
      <pc:sldChg chg="modSp add mod">
        <pc:chgData name="King, Dianne (IM&amp;T, Clayton)" userId="3fa97433-aef5-418a-a784-4a9bb0b21088" providerId="ADAL" clId="{3513EA4A-C67C-4B21-A8EA-099368013F35}" dt="2023-07-20T03:43:35.164" v="323" actId="14826"/>
        <pc:sldMkLst>
          <pc:docMk/>
          <pc:sldMk cId="245211525" sldId="447"/>
        </pc:sldMkLst>
        <pc:spChg chg="mod">
          <ac:chgData name="King, Dianne (IM&amp;T, Clayton)" userId="3fa97433-aef5-418a-a784-4a9bb0b21088" providerId="ADAL" clId="{3513EA4A-C67C-4B21-A8EA-099368013F35}" dt="2023-07-20T03:43:03.286" v="322" actId="20577"/>
          <ac:spMkLst>
            <pc:docMk/>
            <pc:sldMk cId="245211525" sldId="447"/>
            <ac:spMk id="7" creationId="{46041617-CC00-FEB9-C09C-3F417B15AB39}"/>
          </ac:spMkLst>
        </pc:spChg>
        <pc:picChg chg="mod">
          <ac:chgData name="King, Dianne (IM&amp;T, Clayton)" userId="3fa97433-aef5-418a-a784-4a9bb0b21088" providerId="ADAL" clId="{3513EA4A-C67C-4B21-A8EA-099368013F35}" dt="2023-07-20T03:43:35.164" v="323" actId="14826"/>
          <ac:picMkLst>
            <pc:docMk/>
            <pc:sldMk cId="245211525" sldId="447"/>
            <ac:picMk id="10" creationId="{6C0E60B6-080F-9EE6-5CBA-310EDBAE2E35}"/>
          </ac:picMkLst>
        </pc:picChg>
      </pc:sldChg>
      <pc:sldChg chg="addSp delSp modSp new mod modClrScheme chgLayout">
        <pc:chgData name="King, Dianne (IM&amp;T, Clayton)" userId="3fa97433-aef5-418a-a784-4a9bb0b21088" providerId="ADAL" clId="{3513EA4A-C67C-4B21-A8EA-099368013F35}" dt="2023-07-20T03:49:21.113" v="359" actId="14826"/>
        <pc:sldMkLst>
          <pc:docMk/>
          <pc:sldMk cId="3761222711" sldId="448"/>
        </pc:sldMkLst>
        <pc:spChg chg="del mod ord">
          <ac:chgData name="King, Dianne (IM&amp;T, Clayton)" userId="3fa97433-aef5-418a-a784-4a9bb0b21088" providerId="ADAL" clId="{3513EA4A-C67C-4B21-A8EA-099368013F35}" dt="2023-07-20T03:44:20.211" v="333" actId="700"/>
          <ac:spMkLst>
            <pc:docMk/>
            <pc:sldMk cId="3761222711" sldId="448"/>
            <ac:spMk id="2" creationId="{29985BE2-7BCE-AC7D-2E21-CAE39AF4DA9B}"/>
          </ac:spMkLst>
        </pc:spChg>
        <pc:spChg chg="mod ord">
          <ac:chgData name="King, Dianne (IM&amp;T, Clayton)" userId="3fa97433-aef5-418a-a784-4a9bb0b21088" providerId="ADAL" clId="{3513EA4A-C67C-4B21-A8EA-099368013F35}" dt="2023-07-20T03:45:49.316" v="355" actId="27636"/>
          <ac:spMkLst>
            <pc:docMk/>
            <pc:sldMk cId="3761222711" sldId="448"/>
            <ac:spMk id="3" creationId="{5A93638D-1D82-46A8-840F-320DCA6FE1DD}"/>
          </ac:spMkLst>
        </pc:spChg>
        <pc:spChg chg="add del mod ord">
          <ac:chgData name="King, Dianne (IM&amp;T, Clayton)" userId="3fa97433-aef5-418a-a784-4a9bb0b21088" providerId="ADAL" clId="{3513EA4A-C67C-4B21-A8EA-099368013F35}" dt="2023-07-20T03:45:49.305" v="354" actId="700"/>
          <ac:spMkLst>
            <pc:docMk/>
            <pc:sldMk cId="3761222711" sldId="448"/>
            <ac:spMk id="4" creationId="{88A84026-2B75-E34C-5EE0-E01353F6328C}"/>
          </ac:spMkLst>
        </pc:spChg>
        <pc:spChg chg="add mod ord">
          <ac:chgData name="King, Dianne (IM&amp;T, Clayton)" userId="3fa97433-aef5-418a-a784-4a9bb0b21088" providerId="ADAL" clId="{3513EA4A-C67C-4B21-A8EA-099368013F35}" dt="2023-07-20T03:45:49.305" v="354" actId="700"/>
          <ac:spMkLst>
            <pc:docMk/>
            <pc:sldMk cId="3761222711" sldId="448"/>
            <ac:spMk id="5" creationId="{4337704B-52BB-A4D3-5401-2749D590D82B}"/>
          </ac:spMkLst>
        </pc:spChg>
        <pc:spChg chg="add del mod ord">
          <ac:chgData name="King, Dianne (IM&amp;T, Clayton)" userId="3fa97433-aef5-418a-a784-4a9bb0b21088" providerId="ADAL" clId="{3513EA4A-C67C-4B21-A8EA-099368013F35}" dt="2023-07-20T03:46:03.605" v="356" actId="931"/>
          <ac:spMkLst>
            <pc:docMk/>
            <pc:sldMk cId="3761222711" sldId="448"/>
            <ac:spMk id="6" creationId="{1A2D6251-D3E8-B667-63A6-401D988A932E}"/>
          </ac:spMkLst>
        </pc:spChg>
        <pc:picChg chg="add mod">
          <ac:chgData name="King, Dianne (IM&amp;T, Clayton)" userId="3fa97433-aef5-418a-a784-4a9bb0b21088" providerId="ADAL" clId="{3513EA4A-C67C-4B21-A8EA-099368013F35}" dt="2023-07-20T03:49:21.113" v="359" actId="14826"/>
          <ac:picMkLst>
            <pc:docMk/>
            <pc:sldMk cId="3761222711" sldId="448"/>
            <ac:picMk id="8" creationId="{E9E56042-5244-C9D0-5F2F-C94E95CA8AB2}"/>
          </ac:picMkLst>
        </pc:picChg>
      </pc:sldChg>
      <pc:sldChg chg="modSp add mod">
        <pc:chgData name="King, Dianne (IM&amp;T, Clayton)" userId="3fa97433-aef5-418a-a784-4a9bb0b21088" providerId="ADAL" clId="{3513EA4A-C67C-4B21-A8EA-099368013F35}" dt="2023-07-20T03:54:57.646" v="376" actId="1076"/>
        <pc:sldMkLst>
          <pc:docMk/>
          <pc:sldMk cId="2028119931" sldId="449"/>
        </pc:sldMkLst>
        <pc:spChg chg="mod">
          <ac:chgData name="King, Dianne (IM&amp;T, Clayton)" userId="3fa97433-aef5-418a-a784-4a9bb0b21088" providerId="ADAL" clId="{3513EA4A-C67C-4B21-A8EA-099368013F35}" dt="2023-07-20T03:54:57.646" v="376" actId="1076"/>
          <ac:spMkLst>
            <pc:docMk/>
            <pc:sldMk cId="2028119931" sldId="449"/>
            <ac:spMk id="2" creationId="{61DC27F9-7CEE-4669-B3AF-0E4EC01F7F74}"/>
          </ac:spMkLst>
        </pc:spChg>
        <pc:spChg chg="mod">
          <ac:chgData name="King, Dianne (IM&amp;T, Clayton)" userId="3fa97433-aef5-418a-a784-4a9bb0b21088" providerId="ADAL" clId="{3513EA4A-C67C-4B21-A8EA-099368013F35}" dt="2023-07-20T03:53:26.879" v="361" actId="27636"/>
          <ac:spMkLst>
            <pc:docMk/>
            <pc:sldMk cId="2028119931" sldId="449"/>
            <ac:spMk id="4" creationId="{4C71A31D-1D70-487B-A758-37EB612E4A7C}"/>
          </ac:spMkLst>
        </pc:spChg>
      </pc:sldChg>
      <pc:sldChg chg="modSp add mod">
        <pc:chgData name="King, Dianne (IM&amp;T, Clayton)" userId="3fa97433-aef5-418a-a784-4a9bb0b21088" providerId="ADAL" clId="{3513EA4A-C67C-4B21-A8EA-099368013F35}" dt="2023-07-20T03:57:20.670" v="407"/>
        <pc:sldMkLst>
          <pc:docMk/>
          <pc:sldMk cId="1083498661" sldId="450"/>
        </pc:sldMkLst>
        <pc:spChg chg="mod">
          <ac:chgData name="King, Dianne (IM&amp;T, Clayton)" userId="3fa97433-aef5-418a-a784-4a9bb0b21088" providerId="ADAL" clId="{3513EA4A-C67C-4B21-A8EA-099368013F35}" dt="2023-07-20T03:55:43.177" v="386" actId="404"/>
          <ac:spMkLst>
            <pc:docMk/>
            <pc:sldMk cId="1083498661" sldId="450"/>
            <ac:spMk id="2" creationId="{6489C985-1E23-4785-AE23-1A8CA200AA6C}"/>
          </ac:spMkLst>
        </pc:spChg>
        <pc:spChg chg="mod">
          <ac:chgData name="King, Dianne (IM&amp;T, Clayton)" userId="3fa97433-aef5-418a-a784-4a9bb0b21088" providerId="ADAL" clId="{3513EA4A-C67C-4B21-A8EA-099368013F35}" dt="2023-07-20T03:56:00.582" v="390" actId="1076"/>
          <ac:spMkLst>
            <pc:docMk/>
            <pc:sldMk cId="1083498661" sldId="450"/>
            <ac:spMk id="7" creationId="{C6042960-381F-4C23-A44E-BB2EECABFD30}"/>
          </ac:spMkLst>
        </pc:spChg>
        <pc:spChg chg="mod">
          <ac:chgData name="King, Dianne (IM&amp;T, Clayton)" userId="3fa97433-aef5-418a-a784-4a9bb0b21088" providerId="ADAL" clId="{3513EA4A-C67C-4B21-A8EA-099368013F35}" dt="2023-07-20T03:56:04.591" v="391" actId="1076"/>
          <ac:spMkLst>
            <pc:docMk/>
            <pc:sldMk cId="1083498661" sldId="450"/>
            <ac:spMk id="8" creationId="{878809B2-2286-4D60-8C00-E6A12B451185}"/>
          </ac:spMkLst>
        </pc:spChg>
        <pc:graphicFrameChg chg="mod modGraphic">
          <ac:chgData name="King, Dianne (IM&amp;T, Clayton)" userId="3fa97433-aef5-418a-a784-4a9bb0b21088" providerId="ADAL" clId="{3513EA4A-C67C-4B21-A8EA-099368013F35}" dt="2023-07-20T03:57:20.670" v="407"/>
          <ac:graphicFrameMkLst>
            <pc:docMk/>
            <pc:sldMk cId="1083498661" sldId="450"/>
            <ac:graphicFrameMk id="5" creationId="{24D86926-1288-4BBB-989A-9B06E16B13C9}"/>
          </ac:graphicFrameMkLst>
        </pc:graphicFrameChg>
      </pc:sldChg>
      <pc:sldChg chg="modSp add mod">
        <pc:chgData name="King, Dianne (IM&amp;T, Clayton)" userId="3fa97433-aef5-418a-a784-4a9bb0b21088" providerId="ADAL" clId="{3513EA4A-C67C-4B21-A8EA-099368013F35}" dt="2023-07-20T06:04:11.480" v="449" actId="14826"/>
        <pc:sldMkLst>
          <pc:docMk/>
          <pc:sldMk cId="353554901" sldId="451"/>
        </pc:sldMkLst>
        <pc:spChg chg="mod">
          <ac:chgData name="King, Dianne (IM&amp;T, Clayton)" userId="3fa97433-aef5-418a-a784-4a9bb0b21088" providerId="ADAL" clId="{3513EA4A-C67C-4B21-A8EA-099368013F35}" dt="2023-07-20T06:03:12.262" v="448" actId="27636"/>
          <ac:spMkLst>
            <pc:docMk/>
            <pc:sldMk cId="353554901" sldId="451"/>
            <ac:spMk id="3" creationId="{5A93638D-1D82-46A8-840F-320DCA6FE1DD}"/>
          </ac:spMkLst>
        </pc:spChg>
        <pc:picChg chg="mod">
          <ac:chgData name="King, Dianne (IM&amp;T, Clayton)" userId="3fa97433-aef5-418a-a784-4a9bb0b21088" providerId="ADAL" clId="{3513EA4A-C67C-4B21-A8EA-099368013F35}" dt="2023-07-20T06:04:11.480" v="449" actId="14826"/>
          <ac:picMkLst>
            <pc:docMk/>
            <pc:sldMk cId="353554901" sldId="451"/>
            <ac:picMk id="8" creationId="{E9E56042-5244-C9D0-5F2F-C94E95CA8AB2}"/>
          </ac:picMkLst>
        </pc:picChg>
      </pc:sldChg>
      <pc:sldChg chg="addSp delSp modSp new del mod modClrScheme chgLayout">
        <pc:chgData name="King, Dianne (IM&amp;T, Clayton)" userId="3fa97433-aef5-418a-a784-4a9bb0b21088" providerId="ADAL" clId="{3513EA4A-C67C-4B21-A8EA-099368013F35}" dt="2023-07-21T01:47:36.980" v="488" actId="47"/>
        <pc:sldMkLst>
          <pc:docMk/>
          <pc:sldMk cId="3695965247" sldId="452"/>
        </pc:sldMkLst>
        <pc:spChg chg="del">
          <ac:chgData name="King, Dianne (IM&amp;T, Clayton)" userId="3fa97433-aef5-418a-a784-4a9bb0b21088" providerId="ADAL" clId="{3513EA4A-C67C-4B21-A8EA-099368013F35}" dt="2023-07-21T01:34:15.978" v="451" actId="700"/>
          <ac:spMkLst>
            <pc:docMk/>
            <pc:sldMk cId="3695965247" sldId="452"/>
            <ac:spMk id="2" creationId="{CA62EFE4-041C-DD7B-2FD7-4B7198ECC1ED}"/>
          </ac:spMkLst>
        </pc:spChg>
        <pc:spChg chg="del mod ord">
          <ac:chgData name="King, Dianne (IM&amp;T, Clayton)" userId="3fa97433-aef5-418a-a784-4a9bb0b21088" providerId="ADAL" clId="{3513EA4A-C67C-4B21-A8EA-099368013F35}" dt="2023-07-21T01:34:15.978" v="451" actId="700"/>
          <ac:spMkLst>
            <pc:docMk/>
            <pc:sldMk cId="3695965247" sldId="452"/>
            <ac:spMk id="3" creationId="{A5FF0C5A-EF02-BA24-A3ED-DE725FFE875E}"/>
          </ac:spMkLst>
        </pc:spChg>
        <pc:spChg chg="del mod ord">
          <ac:chgData name="King, Dianne (IM&amp;T, Clayton)" userId="3fa97433-aef5-418a-a784-4a9bb0b21088" providerId="ADAL" clId="{3513EA4A-C67C-4B21-A8EA-099368013F35}" dt="2023-07-21T01:34:15.978" v="451" actId="700"/>
          <ac:spMkLst>
            <pc:docMk/>
            <pc:sldMk cId="3695965247" sldId="452"/>
            <ac:spMk id="4" creationId="{CDB5558D-E951-997C-1852-401FDB427DE4}"/>
          </ac:spMkLst>
        </pc:spChg>
        <pc:spChg chg="add mod ord">
          <ac:chgData name="King, Dianne (IM&amp;T, Clayton)" userId="3fa97433-aef5-418a-a784-4a9bb0b21088" providerId="ADAL" clId="{3513EA4A-C67C-4B21-A8EA-099368013F35}" dt="2023-07-21T01:35:35.850" v="479" actId="20577"/>
          <ac:spMkLst>
            <pc:docMk/>
            <pc:sldMk cId="3695965247" sldId="452"/>
            <ac:spMk id="5" creationId="{4B6F1CE6-F223-86B7-F5C1-EBFDA87B2EEA}"/>
          </ac:spMkLst>
        </pc:spChg>
        <pc:spChg chg="add mod ord">
          <ac:chgData name="King, Dianne (IM&amp;T, Clayton)" userId="3fa97433-aef5-418a-a784-4a9bb0b21088" providerId="ADAL" clId="{3513EA4A-C67C-4B21-A8EA-099368013F35}" dt="2023-07-21T01:47:19.560" v="486" actId="20577"/>
          <ac:spMkLst>
            <pc:docMk/>
            <pc:sldMk cId="3695965247" sldId="452"/>
            <ac:spMk id="6" creationId="{7A34E494-9BA5-340D-0A8A-B51390C69F5D}"/>
          </ac:spMkLst>
        </pc:spChg>
      </pc:sldChg>
      <pc:sldChg chg="modSp add mod modClrScheme chgLayout">
        <pc:chgData name="King, Dianne (IM&amp;T, Clayton)" userId="3fa97433-aef5-418a-a784-4a9bb0b21088" providerId="ADAL" clId="{3513EA4A-C67C-4B21-A8EA-099368013F35}" dt="2023-07-21T01:56:51.339" v="692" actId="26606"/>
        <pc:sldMkLst>
          <pc:docMk/>
          <pc:sldMk cId="318729724" sldId="453"/>
        </pc:sldMkLst>
        <pc:spChg chg="mod">
          <ac:chgData name="King, Dianne (IM&amp;T, Clayton)" userId="3fa97433-aef5-418a-a784-4a9bb0b21088" providerId="ADAL" clId="{3513EA4A-C67C-4B21-A8EA-099368013F35}" dt="2023-07-21T01:56:51.339" v="692" actId="26606"/>
          <ac:spMkLst>
            <pc:docMk/>
            <pc:sldMk cId="318729724" sldId="453"/>
            <ac:spMk id="2" creationId="{A033AC1F-4B8C-21FB-ACFE-7532098C1E90}"/>
          </ac:spMkLst>
        </pc:spChg>
        <pc:spChg chg="mod">
          <ac:chgData name="King, Dianne (IM&amp;T, Clayton)" userId="3fa97433-aef5-418a-a784-4a9bb0b21088" providerId="ADAL" clId="{3513EA4A-C67C-4B21-A8EA-099368013F35}" dt="2023-07-21T01:56:51.339" v="692" actId="26606"/>
          <ac:spMkLst>
            <pc:docMk/>
            <pc:sldMk cId="318729724" sldId="453"/>
            <ac:spMk id="4" creationId="{AB7F006A-F9C2-FBF5-E440-30B91B212C83}"/>
          </ac:spMkLst>
        </pc:spChg>
        <pc:picChg chg="mod">
          <ac:chgData name="King, Dianne (IM&amp;T, Clayton)" userId="3fa97433-aef5-418a-a784-4a9bb0b21088" providerId="ADAL" clId="{3513EA4A-C67C-4B21-A8EA-099368013F35}" dt="2023-07-21T01:56:51.339" v="692" actId="26606"/>
          <ac:picMkLst>
            <pc:docMk/>
            <pc:sldMk cId="318729724" sldId="453"/>
            <ac:picMk id="5" creationId="{75020FC9-9FBC-A5D4-5A38-C61A5C81AAB1}"/>
          </ac:picMkLst>
        </pc:picChg>
      </pc:sldChg>
      <pc:sldChg chg="addSp delSp modSp add del mod ord modClrScheme chgLayout">
        <pc:chgData name="King, Dianne (IM&amp;T, Clayton)" userId="3fa97433-aef5-418a-a784-4a9bb0b21088" providerId="ADAL" clId="{3513EA4A-C67C-4B21-A8EA-099368013F35}" dt="2023-07-21T05:12:43.205" v="1219" actId="47"/>
        <pc:sldMkLst>
          <pc:docMk/>
          <pc:sldMk cId="3168988785" sldId="454"/>
        </pc:sldMkLst>
        <pc:spChg chg="mod ord">
          <ac:chgData name="King, Dianne (IM&amp;T, Clayton)" userId="3fa97433-aef5-418a-a784-4a9bb0b21088" providerId="ADAL" clId="{3513EA4A-C67C-4B21-A8EA-099368013F35}" dt="2023-07-21T02:17:20.639" v="1045" actId="20577"/>
          <ac:spMkLst>
            <pc:docMk/>
            <pc:sldMk cId="3168988785" sldId="454"/>
            <ac:spMk id="2" creationId="{A033AC1F-4B8C-21FB-ACFE-7532098C1E90}"/>
          </ac:spMkLst>
        </pc:spChg>
        <pc:spChg chg="mod">
          <ac:chgData name="King, Dianne (IM&amp;T, Clayton)" userId="3fa97433-aef5-418a-a784-4a9bb0b21088" providerId="ADAL" clId="{3513EA4A-C67C-4B21-A8EA-099368013F35}" dt="2023-07-21T05:12:04.424" v="1218" actId="20577"/>
          <ac:spMkLst>
            <pc:docMk/>
            <pc:sldMk cId="3168988785" sldId="454"/>
            <ac:spMk id="4" creationId="{AB7F006A-F9C2-FBF5-E440-30B91B212C83}"/>
          </ac:spMkLst>
        </pc:spChg>
        <pc:picChg chg="del">
          <ac:chgData name="King, Dianne (IM&amp;T, Clayton)" userId="3fa97433-aef5-418a-a784-4a9bb0b21088" providerId="ADAL" clId="{3513EA4A-C67C-4B21-A8EA-099368013F35}" dt="2023-07-21T02:14:03.191" v="976" actId="478"/>
          <ac:picMkLst>
            <pc:docMk/>
            <pc:sldMk cId="3168988785" sldId="454"/>
            <ac:picMk id="5" creationId="{75020FC9-9FBC-A5D4-5A38-C61A5C81AAB1}"/>
          </ac:picMkLst>
        </pc:picChg>
        <pc:picChg chg="add mod">
          <ac:chgData name="King, Dianne (IM&amp;T, Clayton)" userId="3fa97433-aef5-418a-a784-4a9bb0b21088" providerId="ADAL" clId="{3513EA4A-C67C-4B21-A8EA-099368013F35}" dt="2023-07-21T02:16:17.589" v="980" actId="26606"/>
          <ac:picMkLst>
            <pc:docMk/>
            <pc:sldMk cId="3168988785" sldId="454"/>
            <ac:picMk id="6" creationId="{9D0A82CE-7705-4FFB-940D-FEB23BCB07A4}"/>
          </ac:picMkLst>
        </pc:picChg>
      </pc:sldChg>
      <pc:sldChg chg="modSp add del mod ord">
        <pc:chgData name="King, Dianne (IM&amp;T, Clayton)" userId="3fa97433-aef5-418a-a784-4a9bb0b21088" providerId="ADAL" clId="{3513EA4A-C67C-4B21-A8EA-099368013F35}" dt="2023-07-21T05:23:30.900" v="1494" actId="47"/>
        <pc:sldMkLst>
          <pc:docMk/>
          <pc:sldMk cId="1000062530" sldId="2147470924"/>
        </pc:sldMkLst>
        <pc:spChg chg="mod">
          <ac:chgData name="King, Dianne (IM&amp;T, Clayton)" userId="3fa97433-aef5-418a-a784-4a9bb0b21088" providerId="ADAL" clId="{3513EA4A-C67C-4B21-A8EA-099368013F35}" dt="2023-07-21T05:12:59.242" v="1287" actId="20577"/>
          <ac:spMkLst>
            <pc:docMk/>
            <pc:sldMk cId="1000062530" sldId="2147470924"/>
            <ac:spMk id="3" creationId="{1D62C025-3D37-445D-B3EF-463B6572468A}"/>
          </ac:spMkLst>
        </pc:spChg>
        <pc:spChg chg="mod">
          <ac:chgData name="King, Dianne (IM&amp;T, Clayton)" userId="3fa97433-aef5-418a-a784-4a9bb0b21088" providerId="ADAL" clId="{3513EA4A-C67C-4B21-A8EA-099368013F35}" dt="2023-07-21T05:13:09.657" v="1288" actId="1076"/>
          <ac:spMkLst>
            <pc:docMk/>
            <pc:sldMk cId="1000062530" sldId="2147470924"/>
            <ac:spMk id="69" creationId="{1ACD8492-7399-4C4F-908D-140B7B3F7AD8}"/>
          </ac:spMkLst>
        </pc:spChg>
      </pc:sldChg>
      <pc:sldChg chg="delSp mod">
        <pc:chgData name="King, Dianne (IM&amp;T, Clayton)" userId="3fa97433-aef5-418a-a784-4a9bb0b21088" providerId="ADAL" clId="{3513EA4A-C67C-4B21-A8EA-099368013F35}" dt="2023-07-21T06:05:19.677" v="2158" actId="478"/>
        <pc:sldMkLst>
          <pc:docMk/>
          <pc:sldMk cId="1478236237" sldId="2147470927"/>
        </pc:sldMkLst>
        <pc:spChg chg="del">
          <ac:chgData name="King, Dianne (IM&amp;T, Clayton)" userId="3fa97433-aef5-418a-a784-4a9bb0b21088" providerId="ADAL" clId="{3513EA4A-C67C-4B21-A8EA-099368013F35}" dt="2023-07-21T06:05:19.677" v="2158" actId="478"/>
          <ac:spMkLst>
            <pc:docMk/>
            <pc:sldMk cId="1478236237" sldId="2147470927"/>
            <ac:spMk id="3" creationId="{7628EEE4-CDDF-4E26-8111-80A4C581EB61}"/>
          </ac:spMkLst>
        </pc:spChg>
      </pc:sldChg>
      <pc:sldChg chg="delSp mod">
        <pc:chgData name="King, Dianne (IM&amp;T, Clayton)" userId="3fa97433-aef5-418a-a784-4a9bb0b21088" providerId="ADAL" clId="{3513EA4A-C67C-4B21-A8EA-099368013F35}" dt="2023-07-21T06:05:24.702" v="2159" actId="478"/>
        <pc:sldMkLst>
          <pc:docMk/>
          <pc:sldMk cId="3735410855" sldId="2147470928"/>
        </pc:sldMkLst>
        <pc:spChg chg="del">
          <ac:chgData name="King, Dianne (IM&amp;T, Clayton)" userId="3fa97433-aef5-418a-a784-4a9bb0b21088" providerId="ADAL" clId="{3513EA4A-C67C-4B21-A8EA-099368013F35}" dt="2023-07-21T06:05:24.702" v="2159" actId="478"/>
          <ac:spMkLst>
            <pc:docMk/>
            <pc:sldMk cId="3735410855" sldId="2147470928"/>
            <ac:spMk id="3" creationId="{1E786EEE-2A8A-424D-A8F3-87FBF2ED6684}"/>
          </ac:spMkLst>
        </pc:spChg>
      </pc:sldChg>
      <pc:sldChg chg="addSp delSp modSp new mod modClrScheme chgLayout">
        <pc:chgData name="King, Dianne (IM&amp;T, Clayton)" userId="3fa97433-aef5-418a-a784-4a9bb0b21088" providerId="ADAL" clId="{3513EA4A-C67C-4B21-A8EA-099368013F35}" dt="2023-07-21T03:44:44.474" v="1198" actId="18131"/>
        <pc:sldMkLst>
          <pc:docMk/>
          <pc:sldMk cId="1722493865" sldId="2147470939"/>
        </pc:sldMkLst>
        <pc:spChg chg="del">
          <ac:chgData name="King, Dianne (IM&amp;T, Clayton)" userId="3fa97433-aef5-418a-a784-4a9bb0b21088" providerId="ADAL" clId="{3513EA4A-C67C-4B21-A8EA-099368013F35}" dt="2023-07-21T03:43:55.152" v="1192" actId="931"/>
          <ac:spMkLst>
            <pc:docMk/>
            <pc:sldMk cId="1722493865" sldId="2147470939"/>
            <ac:spMk id="2" creationId="{A64B382F-C476-278E-5655-1860ED4197F4}"/>
          </ac:spMkLst>
        </pc:spChg>
        <pc:spChg chg="mod">
          <ac:chgData name="King, Dianne (IM&amp;T, Clayton)" userId="3fa97433-aef5-418a-a784-4a9bb0b21088" providerId="ADAL" clId="{3513EA4A-C67C-4B21-A8EA-099368013F35}" dt="2023-07-21T03:44:04.789" v="1195" actId="26606"/>
          <ac:spMkLst>
            <pc:docMk/>
            <pc:sldMk cId="1722493865" sldId="2147470939"/>
            <ac:spMk id="3" creationId="{A2B30957-4310-B398-2507-A2BD5ED628F9}"/>
          </ac:spMkLst>
        </pc:spChg>
        <pc:picChg chg="add mod ord modCrop">
          <ac:chgData name="King, Dianne (IM&amp;T, Clayton)" userId="3fa97433-aef5-418a-a784-4a9bb0b21088" providerId="ADAL" clId="{3513EA4A-C67C-4B21-A8EA-099368013F35}" dt="2023-07-21T03:44:44.474" v="1198" actId="18131"/>
          <ac:picMkLst>
            <pc:docMk/>
            <pc:sldMk cId="1722493865" sldId="2147470939"/>
            <ac:picMk id="5" creationId="{FBF92DE6-3C6A-1937-B7D7-03424CB93F2E}"/>
          </ac:picMkLst>
        </pc:picChg>
      </pc:sldChg>
      <pc:sldChg chg="addSp delSp modSp new mod modClrScheme chgLayout">
        <pc:chgData name="King, Dianne (IM&amp;T, Clayton)" userId="3fa97433-aef5-418a-a784-4a9bb0b21088" providerId="ADAL" clId="{3513EA4A-C67C-4B21-A8EA-099368013F35}" dt="2023-07-21T03:46:37.629" v="1204" actId="732"/>
        <pc:sldMkLst>
          <pc:docMk/>
          <pc:sldMk cId="712343263" sldId="2147470940"/>
        </pc:sldMkLst>
        <pc:spChg chg="del">
          <ac:chgData name="King, Dianne (IM&amp;T, Clayton)" userId="3fa97433-aef5-418a-a784-4a9bb0b21088" providerId="ADAL" clId="{3513EA4A-C67C-4B21-A8EA-099368013F35}" dt="2023-07-21T03:40:45.540" v="1189" actId="931"/>
          <ac:spMkLst>
            <pc:docMk/>
            <pc:sldMk cId="712343263" sldId="2147470940"/>
            <ac:spMk id="2" creationId="{8040CE82-8AFF-35A2-4F34-1E69421AB51D}"/>
          </ac:spMkLst>
        </pc:spChg>
        <pc:spChg chg="del">
          <ac:chgData name="King, Dianne (IM&amp;T, Clayton)" userId="3fa97433-aef5-418a-a784-4a9bb0b21088" providerId="ADAL" clId="{3513EA4A-C67C-4B21-A8EA-099368013F35}" dt="2023-07-21T03:45:30.890" v="1199" actId="26606"/>
          <ac:spMkLst>
            <pc:docMk/>
            <pc:sldMk cId="712343263" sldId="2147470940"/>
            <ac:spMk id="3" creationId="{456E8D36-C78A-7729-C31F-C54081F922FD}"/>
          </ac:spMkLst>
        </pc:spChg>
        <pc:spChg chg="mod ord">
          <ac:chgData name="King, Dianne (IM&amp;T, Clayton)" userId="3fa97433-aef5-418a-a784-4a9bb0b21088" providerId="ADAL" clId="{3513EA4A-C67C-4B21-A8EA-099368013F35}" dt="2023-07-21T03:46:18.107" v="1203" actId="26606"/>
          <ac:spMkLst>
            <pc:docMk/>
            <pc:sldMk cId="712343263" sldId="2147470940"/>
            <ac:spMk id="4" creationId="{EE4D5913-FA76-A2C3-3A13-F45880A3AB18}"/>
          </ac:spMkLst>
        </pc:spChg>
        <pc:picChg chg="add mod ord modCrop">
          <ac:chgData name="King, Dianne (IM&amp;T, Clayton)" userId="3fa97433-aef5-418a-a784-4a9bb0b21088" providerId="ADAL" clId="{3513EA4A-C67C-4B21-A8EA-099368013F35}" dt="2023-07-21T03:46:37.629" v="1204" actId="732"/>
          <ac:picMkLst>
            <pc:docMk/>
            <pc:sldMk cId="712343263" sldId="2147470940"/>
            <ac:picMk id="6" creationId="{A83998C0-DD83-AB33-501A-FA83E95177F9}"/>
          </ac:picMkLst>
        </pc:picChg>
      </pc:sldChg>
      <pc:sldChg chg="modSp add mod">
        <pc:chgData name="King, Dianne (IM&amp;T, Clayton)" userId="3fa97433-aef5-418a-a784-4a9bb0b21088" providerId="ADAL" clId="{3513EA4A-C67C-4B21-A8EA-099368013F35}" dt="2023-07-21T05:28:55.251" v="1693" actId="27636"/>
        <pc:sldMkLst>
          <pc:docMk/>
          <pc:sldMk cId="3679621217" sldId="2147470941"/>
        </pc:sldMkLst>
        <pc:spChg chg="mod">
          <ac:chgData name="King, Dianne (IM&amp;T, Clayton)" userId="3fa97433-aef5-418a-a784-4a9bb0b21088" providerId="ADAL" clId="{3513EA4A-C67C-4B21-A8EA-099368013F35}" dt="2023-07-21T05:28:55.251" v="1693" actId="27636"/>
          <ac:spMkLst>
            <pc:docMk/>
            <pc:sldMk cId="3679621217" sldId="2147470941"/>
            <ac:spMk id="4" creationId="{AB7F006A-F9C2-FBF5-E440-30B91B212C83}"/>
          </ac:spMkLst>
        </pc:spChg>
      </pc:sldChg>
      <pc:sldChg chg="addSp delSp modSp new mod modClrScheme chgLayout">
        <pc:chgData name="King, Dianne (IM&amp;T, Clayton)" userId="3fa97433-aef5-418a-a784-4a9bb0b21088" providerId="ADAL" clId="{3513EA4A-C67C-4B21-A8EA-099368013F35}" dt="2023-07-21T05:28:39.635" v="1679"/>
        <pc:sldMkLst>
          <pc:docMk/>
          <pc:sldMk cId="1739849173" sldId="2147470942"/>
        </pc:sldMkLst>
        <pc:spChg chg="del">
          <ac:chgData name="King, Dianne (IM&amp;T, Clayton)" userId="3fa97433-aef5-418a-a784-4a9bb0b21088" providerId="ADAL" clId="{3513EA4A-C67C-4B21-A8EA-099368013F35}" dt="2023-07-21T05:13:32.948" v="1290" actId="700"/>
          <ac:spMkLst>
            <pc:docMk/>
            <pc:sldMk cId="1739849173" sldId="2147470942"/>
            <ac:spMk id="2" creationId="{B0D33FC4-1D24-672D-26A6-FDE08F9E5EB0}"/>
          </ac:spMkLst>
        </pc:spChg>
        <pc:spChg chg="del mod ord">
          <ac:chgData name="King, Dianne (IM&amp;T, Clayton)" userId="3fa97433-aef5-418a-a784-4a9bb0b21088" providerId="ADAL" clId="{3513EA4A-C67C-4B21-A8EA-099368013F35}" dt="2023-07-21T05:13:32.948" v="1290" actId="700"/>
          <ac:spMkLst>
            <pc:docMk/>
            <pc:sldMk cId="1739849173" sldId="2147470942"/>
            <ac:spMk id="3" creationId="{FCC7202B-7B93-889A-3B3C-176A4C36B953}"/>
          </ac:spMkLst>
        </pc:spChg>
        <pc:spChg chg="del">
          <ac:chgData name="King, Dianne (IM&amp;T, Clayton)" userId="3fa97433-aef5-418a-a784-4a9bb0b21088" providerId="ADAL" clId="{3513EA4A-C67C-4B21-A8EA-099368013F35}" dt="2023-07-21T05:13:32.948" v="1290" actId="700"/>
          <ac:spMkLst>
            <pc:docMk/>
            <pc:sldMk cId="1739849173" sldId="2147470942"/>
            <ac:spMk id="4" creationId="{6E1BE087-064F-9BB3-F928-FD78D0F305AB}"/>
          </ac:spMkLst>
        </pc:spChg>
        <pc:spChg chg="add del mod ord">
          <ac:chgData name="King, Dianne (IM&amp;T, Clayton)" userId="3fa97433-aef5-418a-a784-4a9bb0b21088" providerId="ADAL" clId="{3513EA4A-C67C-4B21-A8EA-099368013F35}" dt="2023-07-21T05:15:19.660" v="1363" actId="478"/>
          <ac:spMkLst>
            <pc:docMk/>
            <pc:sldMk cId="1739849173" sldId="2147470942"/>
            <ac:spMk id="5" creationId="{01EA2255-5CB5-C280-C3E0-8DD240C4236D}"/>
          </ac:spMkLst>
        </pc:spChg>
        <pc:spChg chg="add del mod">
          <ac:chgData name="King, Dianne (IM&amp;T, Clayton)" userId="3fa97433-aef5-418a-a784-4a9bb0b21088" providerId="ADAL" clId="{3513EA4A-C67C-4B21-A8EA-099368013F35}" dt="2023-07-21T05:15:26.664" v="1364" actId="478"/>
          <ac:spMkLst>
            <pc:docMk/>
            <pc:sldMk cId="1739849173" sldId="2147470942"/>
            <ac:spMk id="8" creationId="{1774FFCA-B949-84FE-D6F3-84EAA4374713}"/>
          </ac:spMkLst>
        </pc:spChg>
        <pc:spChg chg="add del mod ord">
          <ac:chgData name="King, Dianne (IM&amp;T, Clayton)" userId="3fa97433-aef5-418a-a784-4a9bb0b21088" providerId="ADAL" clId="{3513EA4A-C67C-4B21-A8EA-099368013F35}" dt="2023-07-21T05:23:34.214" v="1503" actId="20577"/>
          <ac:spMkLst>
            <pc:docMk/>
            <pc:sldMk cId="1739849173" sldId="2147470942"/>
            <ac:spMk id="9" creationId="{8CF0D5AB-3DCC-2484-6EF2-9E0EEE5ADEB8}"/>
          </ac:spMkLst>
        </pc:spChg>
        <pc:graphicFrameChg chg="add mod modGraphic">
          <ac:chgData name="King, Dianne (IM&amp;T, Clayton)" userId="3fa97433-aef5-418a-a784-4a9bb0b21088" providerId="ADAL" clId="{3513EA4A-C67C-4B21-A8EA-099368013F35}" dt="2023-07-21T05:28:39.635" v="1679"/>
          <ac:graphicFrameMkLst>
            <pc:docMk/>
            <pc:sldMk cId="1739849173" sldId="2147470942"/>
            <ac:graphicFrameMk id="6" creationId="{DD4C9966-CFBE-424C-CD70-198246AE0A24}"/>
          </ac:graphicFrameMkLst>
        </pc:graphicFrameChg>
      </pc:sldChg>
      <pc:sldChg chg="modSp add del">
        <pc:chgData name="King, Dianne (IM&amp;T, Clayton)" userId="3fa97433-aef5-418a-a784-4a9bb0b21088" providerId="ADAL" clId="{3513EA4A-C67C-4B21-A8EA-099368013F35}" dt="2023-07-21T05:36:12.064" v="1824" actId="47"/>
        <pc:sldMkLst>
          <pc:docMk/>
          <pc:sldMk cId="1435262730" sldId="2147470943"/>
        </pc:sldMkLst>
        <pc:graphicFrameChg chg="mod">
          <ac:chgData name="King, Dianne (IM&amp;T, Clayton)" userId="3fa97433-aef5-418a-a784-4a9bb0b21088" providerId="ADAL" clId="{3513EA4A-C67C-4B21-A8EA-099368013F35}" dt="2023-07-21T05:33:22.296" v="1739" actId="20577"/>
          <ac:graphicFrameMkLst>
            <pc:docMk/>
            <pc:sldMk cId="1435262730" sldId="2147470943"/>
            <ac:graphicFrameMk id="6" creationId="{22B1CFF6-9B68-5329-020C-F5E843259EB0}"/>
          </ac:graphicFrameMkLst>
        </pc:graphicFrameChg>
      </pc:sldChg>
      <pc:sldChg chg="modSp add mod">
        <pc:chgData name="King, Dianne (IM&amp;T, Clayton)" userId="3fa97433-aef5-418a-a784-4a9bb0b21088" providerId="ADAL" clId="{3513EA4A-C67C-4B21-A8EA-099368013F35}" dt="2023-07-21T06:04:11.396" v="2135" actId="20577"/>
        <pc:sldMkLst>
          <pc:docMk/>
          <pc:sldMk cId="2904686522" sldId="2147470943"/>
        </pc:sldMkLst>
        <pc:spChg chg="mod">
          <ac:chgData name="King, Dianne (IM&amp;T, Clayton)" userId="3fa97433-aef5-418a-a784-4a9bb0b21088" providerId="ADAL" clId="{3513EA4A-C67C-4B21-A8EA-099368013F35}" dt="2023-07-21T06:04:11.396" v="2135" actId="20577"/>
          <ac:spMkLst>
            <pc:docMk/>
            <pc:sldMk cId="2904686522" sldId="2147470943"/>
            <ac:spMk id="3" creationId="{43E9AD8F-F6FA-8053-43CB-7A11973B4D19}"/>
          </ac:spMkLst>
        </pc:spChg>
      </pc:sldChg>
      <pc:sldChg chg="modSp add mod">
        <pc:chgData name="King, Dianne (IM&amp;T, Clayton)" userId="3fa97433-aef5-418a-a784-4a9bb0b21088" providerId="ADAL" clId="{3513EA4A-C67C-4B21-A8EA-099368013F35}" dt="2023-07-21T06:04:37.864" v="2157" actId="1076"/>
        <pc:sldMkLst>
          <pc:docMk/>
          <pc:sldMk cId="4140433523" sldId="2147470944"/>
        </pc:sldMkLst>
        <pc:spChg chg="mod">
          <ac:chgData name="King, Dianne (IM&amp;T, Clayton)" userId="3fa97433-aef5-418a-a784-4a9bb0b21088" providerId="ADAL" clId="{3513EA4A-C67C-4B21-A8EA-099368013F35}" dt="2023-07-21T06:04:37.864" v="2157" actId="1076"/>
          <ac:spMkLst>
            <pc:docMk/>
            <pc:sldMk cId="4140433523" sldId="2147470944"/>
            <ac:spMk id="3" creationId="{43E9AD8F-F6FA-8053-43CB-7A11973B4D19}"/>
          </ac:spMkLst>
        </pc:spChg>
      </pc:sldChg>
      <pc:sldMasterChg chg="addSldLayout delSldLayout">
        <pc:chgData name="King, Dianne (IM&amp;T, Clayton)" userId="3fa97433-aef5-418a-a784-4a9bb0b21088" providerId="ADAL" clId="{3513EA4A-C67C-4B21-A8EA-099368013F35}" dt="2023-07-21T05:23:30.900" v="1494" actId="47"/>
        <pc:sldMasterMkLst>
          <pc:docMk/>
          <pc:sldMasterMk cId="2723935421" sldId="2147483864"/>
        </pc:sldMasterMkLst>
        <pc:sldLayoutChg chg="add del">
          <pc:chgData name="King, Dianne (IM&amp;T, Clayton)" userId="3fa97433-aef5-418a-a784-4a9bb0b21088" providerId="ADAL" clId="{3513EA4A-C67C-4B21-A8EA-099368013F35}" dt="2023-07-21T05:23:30.900" v="1494" actId="47"/>
          <pc:sldLayoutMkLst>
            <pc:docMk/>
            <pc:sldMasterMk cId="2723935421" sldId="2147483864"/>
            <pc:sldLayoutMk cId="1704671448" sldId="2147483881"/>
          </pc:sldLayoutMkLst>
        </pc:sldLayoutChg>
      </pc:sldMasterChg>
    </pc:docChg>
  </pc:docChgLst>
  <pc:docChgLst>
    <pc:chgData name="Bourne, Nicholas (A&amp;F, St. Lucia)" userId="S::bou13h@csiro.au::415f5734-e6d0-4e0d-b569-19a82570428f" providerId="AD" clId="Web-{4C3FF029-8107-2B8D-77DD-A08706B3D5E3}"/>
    <pc:docChg chg="modSld">
      <pc:chgData name="Bourne, Nicholas (A&amp;F, St. Lucia)" userId="S::bou13h@csiro.au::415f5734-e6d0-4e0d-b569-19a82570428f" providerId="AD" clId="Web-{4C3FF029-8107-2B8D-77DD-A08706B3D5E3}" dt="2023-08-03T02:03:49.523" v="0" actId="1076"/>
      <pc:docMkLst>
        <pc:docMk/>
      </pc:docMkLst>
      <pc:sldChg chg="modSp">
        <pc:chgData name="Bourne, Nicholas (A&amp;F, St. Lucia)" userId="S::bou13h@csiro.au::415f5734-e6d0-4e0d-b569-19a82570428f" providerId="AD" clId="Web-{4C3FF029-8107-2B8D-77DD-A08706B3D5E3}" dt="2023-08-03T02:03:49.523" v="0" actId="1076"/>
        <pc:sldMkLst>
          <pc:docMk/>
          <pc:sldMk cId="1175510100" sldId="2147470946"/>
        </pc:sldMkLst>
        <pc:graphicFrameChg chg="mod">
          <ac:chgData name="Bourne, Nicholas (A&amp;F, St. Lucia)" userId="S::bou13h@csiro.au::415f5734-e6d0-4e0d-b569-19a82570428f" providerId="AD" clId="Web-{4C3FF029-8107-2B8D-77DD-A08706B3D5E3}" dt="2023-08-03T02:03:49.523" v="0" actId="1076"/>
          <ac:graphicFrameMkLst>
            <pc:docMk/>
            <pc:sldMk cId="1175510100" sldId="2147470946"/>
            <ac:graphicFrameMk id="4" creationId="{C489C250-E27B-40F1-9B7B-F961B675D86C}"/>
          </ac:graphicFrameMkLst>
        </pc:graphicFrameChg>
      </pc:sldChg>
    </pc:docChg>
  </pc:docChgLst>
  <pc:docChgLst>
    <pc:chgData name="Huo, Hanni" userId="62744832-41d2-4007-b3e5-0d11d744955f" providerId="ADAL" clId="{7CC14032-74FE-4F38-897D-CF2A7DC5A1B9}"/>
    <pc:docChg chg="undo custSel delSld modSld modSection modShowInfo">
      <pc:chgData name="Huo, Hanni" userId="62744832-41d2-4007-b3e5-0d11d744955f" providerId="ADAL" clId="{7CC14032-74FE-4F38-897D-CF2A7DC5A1B9}" dt="2024-06-05T01:32:28.856" v="405"/>
      <pc:docMkLst>
        <pc:docMk/>
      </pc:docMkLst>
      <pc:sldChg chg="addSp modSp mod modTransition">
        <pc:chgData name="Huo, Hanni" userId="62744832-41d2-4007-b3e5-0d11d744955f" providerId="ADAL" clId="{7CC14032-74FE-4F38-897D-CF2A7DC5A1B9}" dt="2024-06-02T14:36:22.016" v="390" actId="20577"/>
        <pc:sldMkLst>
          <pc:docMk/>
          <pc:sldMk cId="210284878" sldId="307"/>
        </pc:sldMkLst>
        <pc:spChg chg="mod">
          <ac:chgData name="Huo, Hanni" userId="62744832-41d2-4007-b3e5-0d11d744955f" providerId="ADAL" clId="{7CC14032-74FE-4F38-897D-CF2A7DC5A1B9}" dt="2024-06-02T14:36:22.016" v="390" actId="20577"/>
          <ac:spMkLst>
            <pc:docMk/>
            <pc:sldMk cId="210284878" sldId="307"/>
            <ac:spMk id="3" creationId="{65FB86BF-F6A5-3995-F221-8FB07F760E87}"/>
          </ac:spMkLst>
        </pc:spChg>
        <pc:picChg chg="add mod">
          <ac:chgData name="Huo, Hanni" userId="62744832-41d2-4007-b3e5-0d11d744955f" providerId="ADAL" clId="{7CC14032-74FE-4F38-897D-CF2A7DC5A1B9}" dt="2024-06-01T02:50:57.519" v="16"/>
          <ac:picMkLst>
            <pc:docMk/>
            <pc:sldMk cId="210284878" sldId="307"/>
            <ac:picMk id="6" creationId="{0B28019A-CCEB-4BA7-1B91-5A7AA1CCB417}"/>
          </ac:picMkLst>
        </pc:picChg>
      </pc:sldChg>
      <pc:sldChg chg="del">
        <pc:chgData name="Huo, Hanni" userId="62744832-41d2-4007-b3e5-0d11d744955f" providerId="ADAL" clId="{7CC14032-74FE-4F38-897D-CF2A7DC5A1B9}" dt="2024-06-01T02:40:35.465" v="0" actId="2696"/>
        <pc:sldMkLst>
          <pc:docMk/>
          <pc:sldMk cId="0" sldId="309"/>
        </pc:sldMkLst>
      </pc:sldChg>
      <pc:sldChg chg="del">
        <pc:chgData name="Huo, Hanni" userId="62744832-41d2-4007-b3e5-0d11d744955f" providerId="ADAL" clId="{7CC14032-74FE-4F38-897D-CF2A7DC5A1B9}" dt="2024-06-01T02:55:23.908" v="80" actId="47"/>
        <pc:sldMkLst>
          <pc:docMk/>
          <pc:sldMk cId="0" sldId="385"/>
        </pc:sldMkLst>
      </pc:sldChg>
      <pc:sldChg chg="del">
        <pc:chgData name="Huo, Hanni" userId="62744832-41d2-4007-b3e5-0d11d744955f" providerId="ADAL" clId="{7CC14032-74FE-4F38-897D-CF2A7DC5A1B9}" dt="2024-06-01T02:41:37.457" v="2" actId="2696"/>
        <pc:sldMkLst>
          <pc:docMk/>
          <pc:sldMk cId="1127582349" sldId="424"/>
        </pc:sldMkLst>
      </pc:sldChg>
      <pc:sldChg chg="addSp modSp modTransition">
        <pc:chgData name="Huo, Hanni" userId="62744832-41d2-4007-b3e5-0d11d744955f" providerId="ADAL" clId="{7CC14032-74FE-4F38-897D-CF2A7DC5A1B9}" dt="2024-06-02T08:44:35.360" v="383"/>
        <pc:sldMkLst>
          <pc:docMk/>
          <pc:sldMk cId="0" sldId="2917"/>
        </pc:sldMkLst>
        <pc:picChg chg="add mod">
          <ac:chgData name="Huo, Hanni" userId="62744832-41d2-4007-b3e5-0d11d744955f" providerId="ADAL" clId="{7CC14032-74FE-4F38-897D-CF2A7DC5A1B9}" dt="2024-06-01T02:50:42.614" v="13"/>
          <ac:picMkLst>
            <pc:docMk/>
            <pc:sldMk cId="0" sldId="2917"/>
            <ac:picMk id="3" creationId="{0DF1DC1A-1F91-FC99-6974-174EC7DA54AD}"/>
          </ac:picMkLst>
        </pc:picChg>
      </pc:sldChg>
      <pc:sldChg chg="addSp modSp mod modTransition">
        <pc:chgData name="Huo, Hanni" userId="62744832-41d2-4007-b3e5-0d11d744955f" providerId="ADAL" clId="{7CC14032-74FE-4F38-897D-CF2A7DC5A1B9}" dt="2024-06-02T08:44:35.360" v="383"/>
        <pc:sldMkLst>
          <pc:docMk/>
          <pc:sldMk cId="0" sldId="8097"/>
        </pc:sldMkLst>
        <pc:spChg chg="mod">
          <ac:chgData name="Huo, Hanni" userId="62744832-41d2-4007-b3e5-0d11d744955f" providerId="ADAL" clId="{7CC14032-74FE-4F38-897D-CF2A7DC5A1B9}" dt="2024-06-01T03:21:50.949" v="99" actId="1035"/>
          <ac:spMkLst>
            <pc:docMk/>
            <pc:sldMk cId="0" sldId="8097"/>
            <ac:spMk id="9" creationId="{00000000-0000-0000-0000-000000000000}"/>
          </ac:spMkLst>
        </pc:spChg>
        <pc:picChg chg="add mod">
          <ac:chgData name="Huo, Hanni" userId="62744832-41d2-4007-b3e5-0d11d744955f" providerId="ADAL" clId="{7CC14032-74FE-4F38-897D-CF2A7DC5A1B9}" dt="2024-06-01T02:42:58.888" v="3"/>
          <ac:picMkLst>
            <pc:docMk/>
            <pc:sldMk cId="0" sldId="8097"/>
            <ac:picMk id="2" creationId="{D984E0E1-7C50-9FE4-C4C2-6DF89023E66E}"/>
          </ac:picMkLst>
        </pc:picChg>
      </pc:sldChg>
      <pc:sldChg chg="addSp modSp mod modTransition">
        <pc:chgData name="Huo, Hanni" userId="62744832-41d2-4007-b3e5-0d11d744955f" providerId="ADAL" clId="{7CC14032-74FE-4F38-897D-CF2A7DC5A1B9}" dt="2024-06-02T08:44:35.360" v="383"/>
        <pc:sldMkLst>
          <pc:docMk/>
          <pc:sldMk cId="0" sldId="8098"/>
        </pc:sldMkLst>
        <pc:spChg chg="mod">
          <ac:chgData name="Huo, Hanni" userId="62744832-41d2-4007-b3e5-0d11d744955f" providerId="ADAL" clId="{7CC14032-74FE-4F38-897D-CF2A7DC5A1B9}" dt="2024-06-02T02:36:11.242" v="268" actId="1076"/>
          <ac:spMkLst>
            <pc:docMk/>
            <pc:sldMk cId="0" sldId="8098"/>
            <ac:spMk id="2" creationId="{7BCCBB0F-E237-CF31-00A3-0F396381834F}"/>
          </ac:spMkLst>
        </pc:spChg>
        <pc:picChg chg="add mod">
          <ac:chgData name="Huo, Hanni" userId="62744832-41d2-4007-b3e5-0d11d744955f" providerId="ADAL" clId="{7CC14032-74FE-4F38-897D-CF2A7DC5A1B9}" dt="2024-06-01T02:43:50.779" v="5"/>
          <ac:picMkLst>
            <pc:docMk/>
            <pc:sldMk cId="0" sldId="8098"/>
            <ac:picMk id="3" creationId="{193D228A-A279-7B03-D047-D14B55C2443E}"/>
          </ac:picMkLst>
        </pc:picChg>
      </pc:sldChg>
      <pc:sldChg chg="addSp modSp mod modTransition">
        <pc:chgData name="Huo, Hanni" userId="62744832-41d2-4007-b3e5-0d11d744955f" providerId="ADAL" clId="{7CC14032-74FE-4F38-897D-CF2A7DC5A1B9}" dt="2024-06-02T08:44:35.360" v="383"/>
        <pc:sldMkLst>
          <pc:docMk/>
          <pc:sldMk cId="3108547940" sldId="22429"/>
        </pc:sldMkLst>
        <pc:spChg chg="mod">
          <ac:chgData name="Huo, Hanni" userId="62744832-41d2-4007-b3e5-0d11d744955f" providerId="ADAL" clId="{7CC14032-74FE-4F38-897D-CF2A7DC5A1B9}" dt="2024-06-02T08:20:23.530" v="380" actId="14100"/>
          <ac:spMkLst>
            <pc:docMk/>
            <pc:sldMk cId="3108547940" sldId="22429"/>
            <ac:spMk id="36" creationId="{B5F6094D-100C-4F6E-6D0F-3074FAD5157E}"/>
          </ac:spMkLst>
        </pc:spChg>
        <pc:spChg chg="mod">
          <ac:chgData name="Huo, Hanni" userId="62744832-41d2-4007-b3e5-0d11d744955f" providerId="ADAL" clId="{7CC14032-74FE-4F38-897D-CF2A7DC5A1B9}" dt="2024-06-02T07:17:34.815" v="365" actId="1038"/>
          <ac:spMkLst>
            <pc:docMk/>
            <pc:sldMk cId="3108547940" sldId="22429"/>
            <ac:spMk id="91" creationId="{5B1F580B-3DAF-AAF5-9F7C-C445E7AFB45F}"/>
          </ac:spMkLst>
        </pc:spChg>
        <pc:picChg chg="add mod">
          <ac:chgData name="Huo, Hanni" userId="62744832-41d2-4007-b3e5-0d11d744955f" providerId="ADAL" clId="{7CC14032-74FE-4F38-897D-CF2A7DC5A1B9}" dt="2024-06-01T02:47:55.265" v="11"/>
          <ac:picMkLst>
            <pc:docMk/>
            <pc:sldMk cId="3108547940" sldId="22429"/>
            <ac:picMk id="16" creationId="{5D3ED354-7936-D0D7-2CFE-2E4B8D00C16B}"/>
          </ac:picMkLst>
        </pc:picChg>
      </pc:sldChg>
      <pc:sldChg chg="del">
        <pc:chgData name="Huo, Hanni" userId="62744832-41d2-4007-b3e5-0d11d744955f" providerId="ADAL" clId="{7CC14032-74FE-4F38-897D-CF2A7DC5A1B9}" dt="2024-06-01T02:55:26.024" v="81" actId="47"/>
        <pc:sldMkLst>
          <pc:docMk/>
          <pc:sldMk cId="0" sldId="4099538"/>
        </pc:sldMkLst>
      </pc:sldChg>
      <pc:sldChg chg="del">
        <pc:chgData name="Huo, Hanni" userId="62744832-41d2-4007-b3e5-0d11d744955f" providerId="ADAL" clId="{7CC14032-74FE-4F38-897D-CF2A7DC5A1B9}" dt="2024-06-01T02:55:26.861" v="82" actId="47"/>
        <pc:sldMkLst>
          <pc:docMk/>
          <pc:sldMk cId="0" sldId="4099539"/>
        </pc:sldMkLst>
      </pc:sldChg>
      <pc:sldChg chg="del">
        <pc:chgData name="Huo, Hanni" userId="62744832-41d2-4007-b3e5-0d11d744955f" providerId="ADAL" clId="{7CC14032-74FE-4F38-897D-CF2A7DC5A1B9}" dt="2024-06-01T02:55:27.889" v="83" actId="47"/>
        <pc:sldMkLst>
          <pc:docMk/>
          <pc:sldMk cId="0" sldId="4099672"/>
        </pc:sldMkLst>
      </pc:sldChg>
      <pc:sldChg chg="addSp modSp modTransition">
        <pc:chgData name="Huo, Hanni" userId="62744832-41d2-4007-b3e5-0d11d744955f" providerId="ADAL" clId="{7CC14032-74FE-4F38-897D-CF2A7DC5A1B9}" dt="2024-06-02T08:44:35.360" v="383"/>
        <pc:sldMkLst>
          <pc:docMk/>
          <pc:sldMk cId="2198174340" sldId="2134806101"/>
        </pc:sldMkLst>
        <pc:picChg chg="add mod">
          <ac:chgData name="Huo, Hanni" userId="62744832-41d2-4007-b3e5-0d11d744955f" providerId="ADAL" clId="{7CC14032-74FE-4F38-897D-CF2A7DC5A1B9}" dt="2024-06-01T02:44:53.995" v="7"/>
          <ac:picMkLst>
            <pc:docMk/>
            <pc:sldMk cId="2198174340" sldId="2134806101"/>
            <ac:picMk id="3" creationId="{B1290CD3-CDC9-D838-E32F-CD937978B183}"/>
          </ac:picMkLst>
        </pc:picChg>
      </pc:sldChg>
      <pc:sldChg chg="addSp modSp mod">
        <pc:chgData name="Huo, Hanni" userId="62744832-41d2-4007-b3e5-0d11d744955f" providerId="ADAL" clId="{7CC14032-74FE-4F38-897D-CF2A7DC5A1B9}" dt="2024-06-01T03:39:44.920" v="116" actId="108"/>
        <pc:sldMkLst>
          <pc:docMk/>
          <pc:sldMk cId="301473336" sldId="2147470956"/>
        </pc:sldMkLst>
        <pc:spChg chg="mod">
          <ac:chgData name="Huo, Hanni" userId="62744832-41d2-4007-b3e5-0d11d744955f" providerId="ADAL" clId="{7CC14032-74FE-4F38-897D-CF2A7DC5A1B9}" dt="2024-06-01T03:36:29.167" v="107" actId="14100"/>
          <ac:spMkLst>
            <pc:docMk/>
            <pc:sldMk cId="301473336" sldId="2147470956"/>
            <ac:spMk id="6" creationId="{7759BB0C-F6E8-DB45-4A3D-FFD459537B0E}"/>
          </ac:spMkLst>
        </pc:spChg>
        <pc:spChg chg="mod">
          <ac:chgData name="Huo, Hanni" userId="62744832-41d2-4007-b3e5-0d11d744955f" providerId="ADAL" clId="{7CC14032-74FE-4F38-897D-CF2A7DC5A1B9}" dt="2024-06-01T03:36:32.518" v="108" actId="14100"/>
          <ac:spMkLst>
            <pc:docMk/>
            <pc:sldMk cId="301473336" sldId="2147470956"/>
            <ac:spMk id="7" creationId="{D58EE1D1-8AD8-A80D-22BB-ED6964686E1A}"/>
          </ac:spMkLst>
        </pc:spChg>
        <pc:spChg chg="mod">
          <ac:chgData name="Huo, Hanni" userId="62744832-41d2-4007-b3e5-0d11d744955f" providerId="ADAL" clId="{7CC14032-74FE-4F38-897D-CF2A7DC5A1B9}" dt="2024-06-01T03:36:13.933" v="105"/>
          <ac:spMkLst>
            <pc:docMk/>
            <pc:sldMk cId="301473336" sldId="2147470956"/>
            <ac:spMk id="8" creationId="{EC75587C-C905-7333-6297-C728680E3797}"/>
          </ac:spMkLst>
        </pc:spChg>
        <pc:spChg chg="mod">
          <ac:chgData name="Huo, Hanni" userId="62744832-41d2-4007-b3e5-0d11d744955f" providerId="ADAL" clId="{7CC14032-74FE-4F38-897D-CF2A7DC5A1B9}" dt="2024-06-01T03:39:24.206" v="112" actId="108"/>
          <ac:spMkLst>
            <pc:docMk/>
            <pc:sldMk cId="301473336" sldId="2147470956"/>
            <ac:spMk id="9" creationId="{D779F1FD-8242-4BF9-A956-8A35D31D25BC}"/>
          </ac:spMkLst>
        </pc:spChg>
        <pc:spChg chg="mod">
          <ac:chgData name="Huo, Hanni" userId="62744832-41d2-4007-b3e5-0d11d744955f" providerId="ADAL" clId="{7CC14032-74FE-4F38-897D-CF2A7DC5A1B9}" dt="2024-06-01T03:39:44.920" v="116" actId="108"/>
          <ac:spMkLst>
            <pc:docMk/>
            <pc:sldMk cId="301473336" sldId="2147470956"/>
            <ac:spMk id="11" creationId="{D5C0F1F7-E7A6-5FBC-747C-292F4E26EAA6}"/>
          </ac:spMkLst>
        </pc:spChg>
        <pc:picChg chg="add mod">
          <ac:chgData name="Huo, Hanni" userId="62744832-41d2-4007-b3e5-0d11d744955f" providerId="ADAL" clId="{7CC14032-74FE-4F38-897D-CF2A7DC5A1B9}" dt="2024-06-01T02:47:06.563" v="8"/>
          <ac:picMkLst>
            <pc:docMk/>
            <pc:sldMk cId="301473336" sldId="2147470956"/>
            <ac:picMk id="4" creationId="{B0B3433C-FB36-3540-A9F9-98D0641BF523}"/>
          </ac:picMkLst>
        </pc:picChg>
      </pc:sldChg>
      <pc:sldChg chg="addSp modSp modTransition modNotesTx">
        <pc:chgData name="Huo, Hanni" userId="62744832-41d2-4007-b3e5-0d11d744955f" providerId="ADAL" clId="{7CC14032-74FE-4F38-897D-CF2A7DC5A1B9}" dt="2024-06-02T08:44:35.360" v="383"/>
        <pc:sldMkLst>
          <pc:docMk/>
          <pc:sldMk cId="1089217732" sldId="2147470957"/>
        </pc:sldMkLst>
        <pc:picChg chg="add mod">
          <ac:chgData name="Huo, Hanni" userId="62744832-41d2-4007-b3e5-0d11d744955f" providerId="ADAL" clId="{7CC14032-74FE-4F38-897D-CF2A7DC5A1B9}" dt="2024-06-01T02:51:02.329" v="17"/>
          <ac:picMkLst>
            <pc:docMk/>
            <pc:sldMk cId="1089217732" sldId="2147470957"/>
            <ac:picMk id="2" creationId="{163F364E-E651-9303-30F4-A334BAD3955B}"/>
          </ac:picMkLst>
        </pc:picChg>
      </pc:sldChg>
      <pc:sldChg chg="addSp delSp modSp mod modTransition">
        <pc:chgData name="Huo, Hanni" userId="62744832-41d2-4007-b3e5-0d11d744955f" providerId="ADAL" clId="{7CC14032-74FE-4F38-897D-CF2A7DC5A1B9}" dt="2024-06-02T08:44:35.360" v="383"/>
        <pc:sldMkLst>
          <pc:docMk/>
          <pc:sldMk cId="1381858524" sldId="2147470962"/>
        </pc:sldMkLst>
        <pc:grpChg chg="add del mod">
          <ac:chgData name="Huo, Hanni" userId="62744832-41d2-4007-b3e5-0d11d744955f" providerId="ADAL" clId="{7CC14032-74FE-4F38-897D-CF2A7DC5A1B9}" dt="2024-06-02T02:55:28.074" v="272" actId="478"/>
          <ac:grpSpMkLst>
            <pc:docMk/>
            <pc:sldMk cId="1381858524" sldId="2147470962"/>
            <ac:grpSpMk id="12" creationId="{B824E811-A47D-4198-997D-483EE7270168}"/>
          </ac:grpSpMkLst>
        </pc:grpChg>
        <pc:grpChg chg="add mod">
          <ac:chgData name="Huo, Hanni" userId="62744832-41d2-4007-b3e5-0d11d744955f" providerId="ADAL" clId="{7CC14032-74FE-4F38-897D-CF2A7DC5A1B9}" dt="2024-06-02T02:57:00.066" v="286" actId="1076"/>
          <ac:grpSpMkLst>
            <pc:docMk/>
            <pc:sldMk cId="1381858524" sldId="2147470962"/>
            <ac:grpSpMk id="18" creationId="{92073C25-9358-CA44-A817-AB22FC8FA705}"/>
          </ac:grpSpMkLst>
        </pc:grpChg>
        <pc:graphicFrameChg chg="add mod modGraphic">
          <ac:chgData name="Huo, Hanni" userId="62744832-41d2-4007-b3e5-0d11d744955f" providerId="ADAL" clId="{7CC14032-74FE-4F38-897D-CF2A7DC5A1B9}" dt="2024-06-02T02:56:55.964" v="285" actId="14100"/>
          <ac:graphicFrameMkLst>
            <pc:docMk/>
            <pc:sldMk cId="1381858524" sldId="2147470962"/>
            <ac:graphicFrameMk id="11" creationId="{AB1845AD-494F-3F5B-B154-F467AE154E75}"/>
          </ac:graphicFrameMkLst>
        </pc:graphicFrameChg>
        <pc:picChg chg="add mod">
          <ac:chgData name="Huo, Hanni" userId="62744832-41d2-4007-b3e5-0d11d744955f" providerId="ADAL" clId="{7CC14032-74FE-4F38-897D-CF2A7DC5A1B9}" dt="2024-06-01T02:47:46.038" v="10"/>
          <ac:picMkLst>
            <pc:docMk/>
            <pc:sldMk cId="1381858524" sldId="2147470962"/>
            <ac:picMk id="6" creationId="{9C4F37D6-A491-30D8-03CA-7D109D9704D2}"/>
          </ac:picMkLst>
        </pc:picChg>
        <pc:picChg chg="mod">
          <ac:chgData name="Huo, Hanni" userId="62744832-41d2-4007-b3e5-0d11d744955f" providerId="ADAL" clId="{7CC14032-74FE-4F38-897D-CF2A7DC5A1B9}" dt="2024-06-02T02:55:15.663" v="269"/>
          <ac:picMkLst>
            <pc:docMk/>
            <pc:sldMk cId="1381858524" sldId="2147470962"/>
            <ac:picMk id="13" creationId="{DF225D2A-4616-5E95-6C79-E3A29A3356DA}"/>
          </ac:picMkLst>
        </pc:picChg>
        <pc:picChg chg="mod">
          <ac:chgData name="Huo, Hanni" userId="62744832-41d2-4007-b3e5-0d11d744955f" providerId="ADAL" clId="{7CC14032-74FE-4F38-897D-CF2A7DC5A1B9}" dt="2024-06-02T02:55:15.663" v="269"/>
          <ac:picMkLst>
            <pc:docMk/>
            <pc:sldMk cId="1381858524" sldId="2147470962"/>
            <ac:picMk id="14" creationId="{E91401E6-3020-2508-D59C-157B76F533CA}"/>
          </ac:picMkLst>
        </pc:picChg>
        <pc:picChg chg="mod">
          <ac:chgData name="Huo, Hanni" userId="62744832-41d2-4007-b3e5-0d11d744955f" providerId="ADAL" clId="{7CC14032-74FE-4F38-897D-CF2A7DC5A1B9}" dt="2024-06-02T02:55:15.663" v="269"/>
          <ac:picMkLst>
            <pc:docMk/>
            <pc:sldMk cId="1381858524" sldId="2147470962"/>
            <ac:picMk id="16" creationId="{B9F1643D-482A-42B1-2B3F-43B25A2241BC}"/>
          </ac:picMkLst>
        </pc:picChg>
        <pc:picChg chg="mod">
          <ac:chgData name="Huo, Hanni" userId="62744832-41d2-4007-b3e5-0d11d744955f" providerId="ADAL" clId="{7CC14032-74FE-4F38-897D-CF2A7DC5A1B9}" dt="2024-06-02T02:55:15.663" v="269"/>
          <ac:picMkLst>
            <pc:docMk/>
            <pc:sldMk cId="1381858524" sldId="2147470962"/>
            <ac:picMk id="17" creationId="{E675122C-3334-5EBD-AB09-05B4337F0085}"/>
          </ac:picMkLst>
        </pc:picChg>
        <pc:picChg chg="add mod">
          <ac:chgData name="Huo, Hanni" userId="62744832-41d2-4007-b3e5-0d11d744955f" providerId="ADAL" clId="{7CC14032-74FE-4F38-897D-CF2A7DC5A1B9}" dt="2024-06-02T02:56:06.413" v="277"/>
          <ac:picMkLst>
            <pc:docMk/>
            <pc:sldMk cId="1381858524" sldId="2147470962"/>
            <ac:picMk id="19" creationId="{DF225D2A-4616-5E95-6C79-E3A29A3356DA}"/>
          </ac:picMkLst>
        </pc:picChg>
        <pc:picChg chg="add mod">
          <ac:chgData name="Huo, Hanni" userId="62744832-41d2-4007-b3e5-0d11d744955f" providerId="ADAL" clId="{7CC14032-74FE-4F38-897D-CF2A7DC5A1B9}" dt="2024-06-02T02:56:06.413" v="277"/>
          <ac:picMkLst>
            <pc:docMk/>
            <pc:sldMk cId="1381858524" sldId="2147470962"/>
            <ac:picMk id="20" creationId="{E91401E6-3020-2508-D59C-157B76F533CA}"/>
          </ac:picMkLst>
        </pc:picChg>
        <pc:picChg chg="add mod">
          <ac:chgData name="Huo, Hanni" userId="62744832-41d2-4007-b3e5-0d11d744955f" providerId="ADAL" clId="{7CC14032-74FE-4F38-897D-CF2A7DC5A1B9}" dt="2024-06-02T02:56:06.413" v="277"/>
          <ac:picMkLst>
            <pc:docMk/>
            <pc:sldMk cId="1381858524" sldId="2147470962"/>
            <ac:picMk id="21" creationId="{B9F1643D-482A-42B1-2B3F-43B25A2241BC}"/>
          </ac:picMkLst>
        </pc:picChg>
        <pc:picChg chg="add mod">
          <ac:chgData name="Huo, Hanni" userId="62744832-41d2-4007-b3e5-0d11d744955f" providerId="ADAL" clId="{7CC14032-74FE-4F38-897D-CF2A7DC5A1B9}" dt="2024-06-02T02:56:06.413" v="277"/>
          <ac:picMkLst>
            <pc:docMk/>
            <pc:sldMk cId="1381858524" sldId="2147470962"/>
            <ac:picMk id="22" creationId="{E675122C-3334-5EBD-AB09-05B4337F0085}"/>
          </ac:picMkLst>
        </pc:picChg>
      </pc:sldChg>
      <pc:sldChg chg="addSp modSp modTransition">
        <pc:chgData name="Huo, Hanni" userId="62744832-41d2-4007-b3e5-0d11d744955f" providerId="ADAL" clId="{7CC14032-74FE-4F38-897D-CF2A7DC5A1B9}" dt="2024-06-02T08:44:35.360" v="383"/>
        <pc:sldMkLst>
          <pc:docMk/>
          <pc:sldMk cId="669040465" sldId="2147470963"/>
        </pc:sldMkLst>
        <pc:picChg chg="add mod">
          <ac:chgData name="Huo, Hanni" userId="62744832-41d2-4007-b3e5-0d11d744955f" providerId="ADAL" clId="{7CC14032-74FE-4F38-897D-CF2A7DC5A1B9}" dt="2024-06-01T02:51:17.746" v="19"/>
          <ac:picMkLst>
            <pc:docMk/>
            <pc:sldMk cId="669040465" sldId="2147470963"/>
            <ac:picMk id="4" creationId="{B905ED61-AFAC-5FB0-E29D-82569E55F5D8}"/>
          </ac:picMkLst>
        </pc:picChg>
      </pc:sldChg>
      <pc:sldChg chg="addSp modSp modTransition">
        <pc:chgData name="Huo, Hanni" userId="62744832-41d2-4007-b3e5-0d11d744955f" providerId="ADAL" clId="{7CC14032-74FE-4F38-897D-CF2A7DC5A1B9}" dt="2024-06-02T08:44:35.360" v="383"/>
        <pc:sldMkLst>
          <pc:docMk/>
          <pc:sldMk cId="2581009699" sldId="2147470966"/>
        </pc:sldMkLst>
        <pc:picChg chg="add mod">
          <ac:chgData name="Huo, Hanni" userId="62744832-41d2-4007-b3e5-0d11d744955f" providerId="ADAL" clId="{7CC14032-74FE-4F38-897D-CF2A7DC5A1B9}" dt="2024-06-01T02:51:38.045" v="21"/>
          <ac:picMkLst>
            <pc:docMk/>
            <pc:sldMk cId="2581009699" sldId="2147470966"/>
            <ac:picMk id="6" creationId="{BDE0D32D-8136-ACB1-1C17-36D0275CC101}"/>
          </ac:picMkLst>
        </pc:picChg>
      </pc:sldChg>
      <pc:sldChg chg="addSp modSp modTransition">
        <pc:chgData name="Huo, Hanni" userId="62744832-41d2-4007-b3e5-0d11d744955f" providerId="ADAL" clId="{7CC14032-74FE-4F38-897D-CF2A7DC5A1B9}" dt="2024-06-02T08:44:35.360" v="383"/>
        <pc:sldMkLst>
          <pc:docMk/>
          <pc:sldMk cId="2896910057" sldId="2147470968"/>
        </pc:sldMkLst>
        <pc:picChg chg="add mod">
          <ac:chgData name="Huo, Hanni" userId="62744832-41d2-4007-b3e5-0d11d744955f" providerId="ADAL" clId="{7CC14032-74FE-4F38-897D-CF2A7DC5A1B9}" dt="2024-06-01T02:51:46.898" v="23"/>
          <ac:picMkLst>
            <pc:docMk/>
            <pc:sldMk cId="2896910057" sldId="2147470968"/>
            <ac:picMk id="6" creationId="{AE738CBF-5C83-B9E9-F814-AFF45B387002}"/>
          </ac:picMkLst>
        </pc:picChg>
      </pc:sldChg>
      <pc:sldChg chg="del">
        <pc:chgData name="Huo, Hanni" userId="62744832-41d2-4007-b3e5-0d11d744955f" providerId="ADAL" clId="{7CC14032-74FE-4F38-897D-CF2A7DC5A1B9}" dt="2024-06-01T02:55:15.135" v="77" actId="47"/>
        <pc:sldMkLst>
          <pc:docMk/>
          <pc:sldMk cId="474156820" sldId="2147470971"/>
        </pc:sldMkLst>
      </pc:sldChg>
      <pc:sldChg chg="del">
        <pc:chgData name="Huo, Hanni" userId="62744832-41d2-4007-b3e5-0d11d744955f" providerId="ADAL" clId="{7CC14032-74FE-4F38-897D-CF2A7DC5A1B9}" dt="2024-06-01T02:55:21.540" v="78" actId="47"/>
        <pc:sldMkLst>
          <pc:docMk/>
          <pc:sldMk cId="3871844161" sldId="2147470972"/>
        </pc:sldMkLst>
      </pc:sldChg>
      <pc:sldChg chg="addSp modSp modTransition">
        <pc:chgData name="Huo, Hanni" userId="62744832-41d2-4007-b3e5-0d11d744955f" providerId="ADAL" clId="{7CC14032-74FE-4F38-897D-CF2A7DC5A1B9}" dt="2024-06-02T08:44:35.360" v="383"/>
        <pc:sldMkLst>
          <pc:docMk/>
          <pc:sldMk cId="780652253" sldId="2147470976"/>
        </pc:sldMkLst>
        <pc:picChg chg="add mod">
          <ac:chgData name="Huo, Hanni" userId="62744832-41d2-4007-b3e5-0d11d744955f" providerId="ADAL" clId="{7CC14032-74FE-4F38-897D-CF2A7DC5A1B9}" dt="2024-06-01T02:51:41.492" v="22"/>
          <ac:picMkLst>
            <pc:docMk/>
            <pc:sldMk cId="780652253" sldId="2147470976"/>
            <ac:picMk id="4" creationId="{99432EC5-C2F6-D3C9-3A82-2CAE0C238BFF}"/>
          </ac:picMkLst>
        </pc:picChg>
      </pc:sldChg>
      <pc:sldChg chg="addSp modSp modTransition">
        <pc:chgData name="Huo, Hanni" userId="62744832-41d2-4007-b3e5-0d11d744955f" providerId="ADAL" clId="{7CC14032-74FE-4F38-897D-CF2A7DC5A1B9}" dt="2024-06-02T08:44:35.360" v="383"/>
        <pc:sldMkLst>
          <pc:docMk/>
          <pc:sldMk cId="1991961777" sldId="2147470982"/>
        </pc:sldMkLst>
        <pc:picChg chg="add mod">
          <ac:chgData name="Huo, Hanni" userId="62744832-41d2-4007-b3e5-0d11d744955f" providerId="ADAL" clId="{7CC14032-74FE-4F38-897D-CF2A7DC5A1B9}" dt="2024-06-01T02:51:34.869" v="20"/>
          <ac:picMkLst>
            <pc:docMk/>
            <pc:sldMk cId="1991961777" sldId="2147470982"/>
            <ac:picMk id="5" creationId="{03A8A758-BD64-70B9-7892-621EADFBFA37}"/>
          </ac:picMkLst>
        </pc:picChg>
      </pc:sldChg>
      <pc:sldChg chg="addSp modSp mod modTransition">
        <pc:chgData name="Huo, Hanni" userId="62744832-41d2-4007-b3e5-0d11d744955f" providerId="ADAL" clId="{7CC14032-74FE-4F38-897D-CF2A7DC5A1B9}" dt="2024-06-02T08:44:35.360" v="383"/>
        <pc:sldMkLst>
          <pc:docMk/>
          <pc:sldMk cId="770146690" sldId="2147470983"/>
        </pc:sldMkLst>
        <pc:spChg chg="mod">
          <ac:chgData name="Huo, Hanni" userId="62744832-41d2-4007-b3e5-0d11d744955f" providerId="ADAL" clId="{7CC14032-74FE-4F38-897D-CF2A7DC5A1B9}" dt="2024-06-01T02:54:28.968" v="74" actId="20577"/>
          <ac:spMkLst>
            <pc:docMk/>
            <pc:sldMk cId="770146690" sldId="2147470983"/>
            <ac:spMk id="2" creationId="{F391410C-BE20-4D24-1AD7-97E59F733BD5}"/>
          </ac:spMkLst>
        </pc:spChg>
        <pc:picChg chg="add mod">
          <ac:chgData name="Huo, Hanni" userId="62744832-41d2-4007-b3e5-0d11d744955f" providerId="ADAL" clId="{7CC14032-74FE-4F38-897D-CF2A7DC5A1B9}" dt="2024-06-01T02:52:10.365" v="28"/>
          <ac:picMkLst>
            <pc:docMk/>
            <pc:sldMk cId="770146690" sldId="2147470983"/>
            <ac:picMk id="6" creationId="{E00DD0F4-7C16-790C-3218-1E9E82BC0450}"/>
          </ac:picMkLst>
        </pc:picChg>
      </pc:sldChg>
      <pc:sldChg chg="addSp modSp modTransition">
        <pc:chgData name="Huo, Hanni" userId="62744832-41d2-4007-b3e5-0d11d744955f" providerId="ADAL" clId="{7CC14032-74FE-4F38-897D-CF2A7DC5A1B9}" dt="2024-06-02T08:44:35.360" v="383"/>
        <pc:sldMkLst>
          <pc:docMk/>
          <pc:sldMk cId="3087313422" sldId="2147470984"/>
        </pc:sldMkLst>
        <pc:picChg chg="add mod">
          <ac:chgData name="Huo, Hanni" userId="62744832-41d2-4007-b3e5-0d11d744955f" providerId="ADAL" clId="{7CC14032-74FE-4F38-897D-CF2A7DC5A1B9}" dt="2024-06-01T02:51:53.073" v="25"/>
          <ac:picMkLst>
            <pc:docMk/>
            <pc:sldMk cId="3087313422" sldId="2147470984"/>
            <ac:picMk id="5" creationId="{46C3FCA2-8276-4BA6-243E-6AD32E43CA6B}"/>
          </ac:picMkLst>
        </pc:picChg>
      </pc:sldChg>
      <pc:sldChg chg="addSp modSp modTransition">
        <pc:chgData name="Huo, Hanni" userId="62744832-41d2-4007-b3e5-0d11d744955f" providerId="ADAL" clId="{7CC14032-74FE-4F38-897D-CF2A7DC5A1B9}" dt="2024-06-04T07:24:22.931" v="392" actId="20577"/>
        <pc:sldMkLst>
          <pc:docMk/>
          <pc:sldMk cId="2494671928" sldId="2147470985"/>
        </pc:sldMkLst>
        <pc:graphicFrameChg chg="mod">
          <ac:chgData name="Huo, Hanni" userId="62744832-41d2-4007-b3e5-0d11d744955f" providerId="ADAL" clId="{7CC14032-74FE-4F38-897D-CF2A7DC5A1B9}" dt="2024-06-04T07:24:22.931" v="392" actId="20577"/>
          <ac:graphicFrameMkLst>
            <pc:docMk/>
            <pc:sldMk cId="2494671928" sldId="2147470985"/>
            <ac:graphicFrameMk id="4" creationId="{1D3E1B60-69AA-E663-E7ED-1F3A46F04B81}"/>
          </ac:graphicFrameMkLst>
        </pc:graphicFrameChg>
        <pc:picChg chg="add mod">
          <ac:chgData name="Huo, Hanni" userId="62744832-41d2-4007-b3e5-0d11d744955f" providerId="ADAL" clId="{7CC14032-74FE-4F38-897D-CF2A7DC5A1B9}" dt="2024-06-01T02:47:22.258" v="9"/>
          <ac:picMkLst>
            <pc:docMk/>
            <pc:sldMk cId="2494671928" sldId="2147470985"/>
            <ac:picMk id="11" creationId="{9E70F1CD-6AA3-1880-811F-210AEF84FA30}"/>
          </ac:picMkLst>
        </pc:picChg>
      </pc:sldChg>
      <pc:sldChg chg="del">
        <pc:chgData name="Huo, Hanni" userId="62744832-41d2-4007-b3e5-0d11d744955f" providerId="ADAL" clId="{7CC14032-74FE-4F38-897D-CF2A7DC5A1B9}" dt="2024-06-01T02:55:22.810" v="79" actId="47"/>
        <pc:sldMkLst>
          <pc:docMk/>
          <pc:sldMk cId="0" sldId="2147470986"/>
        </pc:sldMkLst>
      </pc:sldChg>
      <pc:sldChg chg="del">
        <pc:chgData name="Huo, Hanni" userId="62744832-41d2-4007-b3e5-0d11d744955f" providerId="ADAL" clId="{7CC14032-74FE-4F38-897D-CF2A7DC5A1B9}" dt="2024-06-01T02:55:30.565" v="84" actId="47"/>
        <pc:sldMkLst>
          <pc:docMk/>
          <pc:sldMk cId="4227875535" sldId="2147470987"/>
        </pc:sldMkLst>
      </pc:sldChg>
      <pc:sldChg chg="del">
        <pc:chgData name="Huo, Hanni" userId="62744832-41d2-4007-b3e5-0d11d744955f" providerId="ADAL" clId="{7CC14032-74FE-4F38-897D-CF2A7DC5A1B9}" dt="2024-06-01T02:40:38.403" v="1" actId="2696"/>
        <pc:sldMkLst>
          <pc:docMk/>
          <pc:sldMk cId="0" sldId="2147470990"/>
        </pc:sldMkLst>
      </pc:sldChg>
      <pc:sldChg chg="addSp delSp modSp mod modTransition">
        <pc:chgData name="Huo, Hanni" userId="62744832-41d2-4007-b3e5-0d11d744955f" providerId="ADAL" clId="{7CC14032-74FE-4F38-897D-CF2A7DC5A1B9}" dt="2024-06-02T08:44:35.360" v="383"/>
        <pc:sldMkLst>
          <pc:docMk/>
          <pc:sldMk cId="0" sldId="2147470993"/>
        </pc:sldMkLst>
        <pc:spChg chg="del">
          <ac:chgData name="Huo, Hanni" userId="62744832-41d2-4007-b3e5-0d11d744955f" providerId="ADAL" clId="{7CC14032-74FE-4F38-897D-CF2A7DC5A1B9}" dt="2024-06-02T07:18:31.879" v="366" actId="478"/>
          <ac:spMkLst>
            <pc:docMk/>
            <pc:sldMk cId="0" sldId="2147470993"/>
            <ac:spMk id="12" creationId="{00000000-0000-0000-0000-000000000000}"/>
          </ac:spMkLst>
        </pc:spChg>
        <pc:spChg chg="del">
          <ac:chgData name="Huo, Hanni" userId="62744832-41d2-4007-b3e5-0d11d744955f" providerId="ADAL" clId="{7CC14032-74FE-4F38-897D-CF2A7DC5A1B9}" dt="2024-06-02T07:19:09.060" v="367" actId="478"/>
          <ac:spMkLst>
            <pc:docMk/>
            <pc:sldMk cId="0" sldId="2147470993"/>
            <ac:spMk id="54" creationId="{7E94E140-9782-452A-ADB5-DEB1D3CE8E1F}"/>
          </ac:spMkLst>
        </pc:spChg>
        <pc:picChg chg="add mod">
          <ac:chgData name="Huo, Hanni" userId="62744832-41d2-4007-b3e5-0d11d744955f" providerId="ADAL" clId="{7CC14032-74FE-4F38-897D-CF2A7DC5A1B9}" dt="2024-06-01T02:50:17.881" v="12"/>
          <ac:picMkLst>
            <pc:docMk/>
            <pc:sldMk cId="0" sldId="2147470993"/>
            <ac:picMk id="17" creationId="{42CCE7C1-88ED-95AF-672B-D2B4BA850AD0}"/>
          </ac:picMkLst>
        </pc:picChg>
      </pc:sldChg>
      <pc:sldChg chg="addSp modSp modTransition">
        <pc:chgData name="Huo, Hanni" userId="62744832-41d2-4007-b3e5-0d11d744955f" providerId="ADAL" clId="{7CC14032-74FE-4F38-897D-CF2A7DC5A1B9}" dt="2024-06-02T08:44:35.360" v="383"/>
        <pc:sldMkLst>
          <pc:docMk/>
          <pc:sldMk cId="3093368188" sldId="2147470994"/>
        </pc:sldMkLst>
        <pc:picChg chg="add mod">
          <ac:chgData name="Huo, Hanni" userId="62744832-41d2-4007-b3e5-0d11d744955f" providerId="ADAL" clId="{7CC14032-74FE-4F38-897D-CF2A7DC5A1B9}" dt="2024-06-01T02:50:46.055" v="14"/>
          <ac:picMkLst>
            <pc:docMk/>
            <pc:sldMk cId="3093368188" sldId="2147470994"/>
            <ac:picMk id="4" creationId="{912AEFDD-B470-0F8E-8F33-9FFC626D49CB}"/>
          </ac:picMkLst>
        </pc:picChg>
      </pc:sldChg>
      <pc:sldChg chg="addSp modSp mod modTransition">
        <pc:chgData name="Huo, Hanni" userId="62744832-41d2-4007-b3e5-0d11d744955f" providerId="ADAL" clId="{7CC14032-74FE-4F38-897D-CF2A7DC5A1B9}" dt="2024-06-02T08:44:35.360" v="383"/>
        <pc:sldMkLst>
          <pc:docMk/>
          <pc:sldMk cId="1207852280" sldId="2147470995"/>
        </pc:sldMkLst>
        <pc:spChg chg="mod">
          <ac:chgData name="Huo, Hanni" userId="62744832-41d2-4007-b3e5-0d11d744955f" providerId="ADAL" clId="{7CC14032-74FE-4F38-897D-CF2A7DC5A1B9}" dt="2024-06-02T07:42:40.848" v="374" actId="20577"/>
          <ac:spMkLst>
            <pc:docMk/>
            <pc:sldMk cId="1207852280" sldId="2147470995"/>
            <ac:spMk id="5" creationId="{AF378696-8C61-42F5-98E1-83C006AA8E24}"/>
          </ac:spMkLst>
        </pc:spChg>
        <pc:picChg chg="add mod">
          <ac:chgData name="Huo, Hanni" userId="62744832-41d2-4007-b3e5-0d11d744955f" providerId="ADAL" clId="{7CC14032-74FE-4F38-897D-CF2A7DC5A1B9}" dt="2024-06-01T02:54:34.714" v="75"/>
          <ac:picMkLst>
            <pc:docMk/>
            <pc:sldMk cId="1207852280" sldId="2147470995"/>
            <ac:picMk id="10" creationId="{4D7B51F7-45F1-FEFD-7689-7E2C39505E51}"/>
          </ac:picMkLst>
        </pc:picChg>
      </pc:sldChg>
      <pc:sldChg chg="addSp modSp">
        <pc:chgData name="Huo, Hanni" userId="62744832-41d2-4007-b3e5-0d11d744955f" providerId="ADAL" clId="{7CC14032-74FE-4F38-897D-CF2A7DC5A1B9}" dt="2024-06-01T02:54:40.276" v="76"/>
        <pc:sldMkLst>
          <pc:docMk/>
          <pc:sldMk cId="2712077353" sldId="2147470996"/>
        </pc:sldMkLst>
        <pc:picChg chg="add mod">
          <ac:chgData name="Huo, Hanni" userId="62744832-41d2-4007-b3e5-0d11d744955f" providerId="ADAL" clId="{7CC14032-74FE-4F38-897D-CF2A7DC5A1B9}" dt="2024-06-01T02:54:40.276" v="76"/>
          <ac:picMkLst>
            <pc:docMk/>
            <pc:sldMk cId="2712077353" sldId="2147470996"/>
            <ac:picMk id="6" creationId="{D45CF06A-B83A-6651-EEF3-1209BD153592}"/>
          </ac:picMkLst>
        </pc:picChg>
      </pc:sldChg>
      <pc:sldChg chg="addSp modSp mod modTransition">
        <pc:chgData name="Huo, Hanni" userId="62744832-41d2-4007-b3e5-0d11d744955f" providerId="ADAL" clId="{7CC14032-74FE-4F38-897D-CF2A7DC5A1B9}" dt="2024-06-05T01:32:28.856" v="405"/>
        <pc:sldMkLst>
          <pc:docMk/>
          <pc:sldMk cId="1777637085" sldId="2147470998"/>
        </pc:sldMkLst>
        <pc:spChg chg="mod">
          <ac:chgData name="Huo, Hanni" userId="62744832-41d2-4007-b3e5-0d11d744955f" providerId="ADAL" clId="{7CC14032-74FE-4F38-897D-CF2A7DC5A1B9}" dt="2024-06-05T01:32:28.856" v="405"/>
          <ac:spMkLst>
            <pc:docMk/>
            <pc:sldMk cId="1777637085" sldId="2147470998"/>
            <ac:spMk id="2" creationId="{DDB837FD-96D3-9ECA-F612-498EE88774DE}"/>
          </ac:spMkLst>
        </pc:spChg>
        <pc:picChg chg="add mod">
          <ac:chgData name="Huo, Hanni" userId="62744832-41d2-4007-b3e5-0d11d744955f" providerId="ADAL" clId="{7CC14032-74FE-4F38-897D-CF2A7DC5A1B9}" dt="2024-06-01T02:51:56.891" v="26"/>
          <ac:picMkLst>
            <pc:docMk/>
            <pc:sldMk cId="1777637085" sldId="2147470998"/>
            <ac:picMk id="7" creationId="{0DF82858-D627-00F9-6DB5-D5C11825D001}"/>
          </ac:picMkLst>
        </pc:picChg>
      </pc:sldChg>
      <pc:sldChg chg="addSp modSp mod modTransition">
        <pc:chgData name="Huo, Hanni" userId="62744832-41d2-4007-b3e5-0d11d744955f" providerId="ADAL" clId="{7CC14032-74FE-4F38-897D-CF2A7DC5A1B9}" dt="2024-06-05T01:32:16.719" v="399"/>
        <pc:sldMkLst>
          <pc:docMk/>
          <pc:sldMk cId="338564591" sldId="2147470999"/>
        </pc:sldMkLst>
        <pc:spChg chg="mod">
          <ac:chgData name="Huo, Hanni" userId="62744832-41d2-4007-b3e5-0d11d744955f" providerId="ADAL" clId="{7CC14032-74FE-4F38-897D-CF2A7DC5A1B9}" dt="2024-06-05T01:32:16.719" v="399"/>
          <ac:spMkLst>
            <pc:docMk/>
            <pc:sldMk cId="338564591" sldId="2147470999"/>
            <ac:spMk id="3" creationId="{858986A2-10DA-5E6D-C3B2-301F9907C731}"/>
          </ac:spMkLst>
        </pc:spChg>
        <pc:picChg chg="add mod">
          <ac:chgData name="Huo, Hanni" userId="62744832-41d2-4007-b3e5-0d11d744955f" providerId="ADAL" clId="{7CC14032-74FE-4F38-897D-CF2A7DC5A1B9}" dt="2024-06-01T02:52:02.752" v="27"/>
          <ac:picMkLst>
            <pc:docMk/>
            <pc:sldMk cId="338564591" sldId="2147470999"/>
            <ac:picMk id="8" creationId="{2B781E89-6CBF-2D0B-A814-294DBC4A1B9B}"/>
          </ac:picMkLst>
        </pc:picChg>
      </pc:sldChg>
      <pc:sldChg chg="addSp modSp modTransition">
        <pc:chgData name="Huo, Hanni" userId="62744832-41d2-4007-b3e5-0d11d744955f" providerId="ADAL" clId="{7CC14032-74FE-4F38-897D-CF2A7DC5A1B9}" dt="2024-06-02T08:44:35.360" v="383"/>
        <pc:sldMkLst>
          <pc:docMk/>
          <pc:sldMk cId="1521347753" sldId="2147471000"/>
        </pc:sldMkLst>
        <pc:picChg chg="add mod">
          <ac:chgData name="Huo, Hanni" userId="62744832-41d2-4007-b3e5-0d11d744955f" providerId="ADAL" clId="{7CC14032-74FE-4F38-897D-CF2A7DC5A1B9}" dt="2024-06-01T02:51:50.002" v="24"/>
          <ac:picMkLst>
            <pc:docMk/>
            <pc:sldMk cId="1521347753" sldId="2147471000"/>
            <ac:picMk id="5" creationId="{7F5DE224-0557-B6F1-A145-7BA9819FCC69}"/>
          </ac:picMkLst>
        </pc:picChg>
      </pc:sldChg>
      <pc:sldChg chg="addSp modSp modTransition">
        <pc:chgData name="Huo, Hanni" userId="62744832-41d2-4007-b3e5-0d11d744955f" providerId="ADAL" clId="{7CC14032-74FE-4F38-897D-CF2A7DC5A1B9}" dt="2024-06-02T08:44:35.360" v="383"/>
        <pc:sldMkLst>
          <pc:docMk/>
          <pc:sldMk cId="2269983943" sldId="2147471001"/>
        </pc:sldMkLst>
        <pc:picChg chg="add mod">
          <ac:chgData name="Huo, Hanni" userId="62744832-41d2-4007-b3e5-0d11d744955f" providerId="ADAL" clId="{7CC14032-74FE-4F38-897D-CF2A7DC5A1B9}" dt="2024-06-01T03:15:30.498" v="85"/>
          <ac:picMkLst>
            <pc:docMk/>
            <pc:sldMk cId="2269983943" sldId="2147471001"/>
            <ac:picMk id="4" creationId="{8DEB0CFE-BC1C-0560-A871-8D889BF2F1E6}"/>
          </ac:picMkLst>
        </pc:picChg>
      </pc:sldChg>
      <pc:sldChg chg="addSp modSp modTransition">
        <pc:chgData name="Huo, Hanni" userId="62744832-41d2-4007-b3e5-0d11d744955f" providerId="ADAL" clId="{7CC14032-74FE-4F38-897D-CF2A7DC5A1B9}" dt="2024-06-02T08:44:35.360" v="383"/>
        <pc:sldMkLst>
          <pc:docMk/>
          <pc:sldMk cId="952140705" sldId="2147471002"/>
        </pc:sldMkLst>
        <pc:picChg chg="add mod">
          <ac:chgData name="Huo, Hanni" userId="62744832-41d2-4007-b3e5-0d11d744955f" providerId="ADAL" clId="{7CC14032-74FE-4F38-897D-CF2A7DC5A1B9}" dt="2024-06-01T02:50:53.658" v="15"/>
          <ac:picMkLst>
            <pc:docMk/>
            <pc:sldMk cId="952140705" sldId="2147471002"/>
            <ac:picMk id="6" creationId="{F459A302-317C-9D1A-C88D-5E5D15F19E30}"/>
          </ac:picMkLst>
        </pc:picChg>
      </pc:sldChg>
      <pc:sldChg chg="addSp modSp mod modTransition">
        <pc:chgData name="Huo, Hanni" userId="62744832-41d2-4007-b3e5-0d11d744955f" providerId="ADAL" clId="{7CC14032-74FE-4F38-897D-CF2A7DC5A1B9}" dt="2024-06-02T08:44:35.360" v="383"/>
        <pc:sldMkLst>
          <pc:docMk/>
          <pc:sldMk cId="3741248778" sldId="2147471004"/>
        </pc:sldMkLst>
        <pc:graphicFrameChg chg="mod modGraphic">
          <ac:chgData name="Huo, Hanni" userId="62744832-41d2-4007-b3e5-0d11d744955f" providerId="ADAL" clId="{7CC14032-74FE-4F38-897D-CF2A7DC5A1B9}" dt="2024-06-01T12:49:47.042" v="266" actId="20577"/>
          <ac:graphicFrameMkLst>
            <pc:docMk/>
            <pc:sldMk cId="3741248778" sldId="2147471004"/>
            <ac:graphicFrameMk id="2" creationId="{00EDEA05-29B5-4094-4839-A15CBE718E16}"/>
          </ac:graphicFrameMkLst>
        </pc:graphicFrameChg>
        <pc:picChg chg="add mod">
          <ac:chgData name="Huo, Hanni" userId="62744832-41d2-4007-b3e5-0d11d744955f" providerId="ADAL" clId="{7CC14032-74FE-4F38-897D-CF2A7DC5A1B9}" dt="2024-06-01T02:51:08.864" v="18"/>
          <ac:picMkLst>
            <pc:docMk/>
            <pc:sldMk cId="3741248778" sldId="2147471004"/>
            <ac:picMk id="4" creationId="{873544F0-87BB-4D97-99A8-4C7BBA07515E}"/>
          </ac:picMkLst>
        </pc:picChg>
      </pc:sldChg>
      <pc:sldChg chg="addSp modSp modTransition">
        <pc:chgData name="Huo, Hanni" userId="62744832-41d2-4007-b3e5-0d11d744955f" providerId="ADAL" clId="{7CC14032-74FE-4F38-897D-CF2A7DC5A1B9}" dt="2024-06-02T08:44:35.360" v="383"/>
        <pc:sldMkLst>
          <pc:docMk/>
          <pc:sldMk cId="1449044252" sldId="2147471005"/>
        </pc:sldMkLst>
        <pc:picChg chg="add mod">
          <ac:chgData name="Huo, Hanni" userId="62744832-41d2-4007-b3e5-0d11d744955f" providerId="ADAL" clId="{7CC14032-74FE-4F38-897D-CF2A7DC5A1B9}" dt="2024-06-01T02:44:34.397" v="6"/>
          <ac:picMkLst>
            <pc:docMk/>
            <pc:sldMk cId="1449044252" sldId="2147471005"/>
            <ac:picMk id="6" creationId="{8E8E0B77-2953-06EE-C2CD-5294E8EE691E}"/>
          </ac:picMkLst>
        </pc:picChg>
      </pc:sldChg>
      <pc:sldChg chg="modTransition">
        <pc:chgData name="Huo, Hanni" userId="62744832-41d2-4007-b3e5-0d11d744955f" providerId="ADAL" clId="{7CC14032-74FE-4F38-897D-CF2A7DC5A1B9}" dt="2024-06-02T08:44:35.360" v="383"/>
        <pc:sldMkLst>
          <pc:docMk/>
          <pc:sldMk cId="0" sldId="2147471006"/>
        </pc:sldMkLst>
      </pc:sldChg>
      <pc:sldChg chg="addSp delSp modSp modTransition modAnim">
        <pc:chgData name="Huo, Hanni" userId="62744832-41d2-4007-b3e5-0d11d744955f" providerId="ADAL" clId="{7CC14032-74FE-4F38-897D-CF2A7DC5A1B9}" dt="2024-06-02T08:44:35.360" v="383"/>
        <pc:sldMkLst>
          <pc:docMk/>
          <pc:sldMk cId="901804564" sldId="2147476458"/>
        </pc:sldMkLst>
        <pc:picChg chg="add del mod">
          <ac:chgData name="Huo, Hanni" userId="62744832-41d2-4007-b3e5-0d11d744955f" providerId="ADAL" clId="{7CC14032-74FE-4F38-897D-CF2A7DC5A1B9}" dt="2024-06-02T08:44:35.360" v="383"/>
          <ac:picMkLst>
            <pc:docMk/>
            <pc:sldMk cId="901804564" sldId="2147476458"/>
            <ac:picMk id="20" creationId="{17CE8CAA-E7E1-E1AC-33C6-9F420276CDAE}"/>
          </ac:picMkLst>
        </pc:picChg>
      </pc:sldChg>
      <pc:sldChg chg="modSp mod modTransition">
        <pc:chgData name="Huo, Hanni" userId="62744832-41d2-4007-b3e5-0d11d744955f" providerId="ADAL" clId="{7CC14032-74FE-4F38-897D-CF2A7DC5A1B9}" dt="2024-06-02T08:44:35.360" v="383"/>
        <pc:sldMkLst>
          <pc:docMk/>
          <pc:sldMk cId="1040155934" sldId="2147476459"/>
        </pc:sldMkLst>
        <pc:spChg chg="mod">
          <ac:chgData name="Huo, Hanni" userId="62744832-41d2-4007-b3e5-0d11d744955f" providerId="ADAL" clId="{7CC14032-74FE-4F38-897D-CF2A7DC5A1B9}" dt="2024-06-02T06:08:24.567" v="356" actId="20577"/>
          <ac:spMkLst>
            <pc:docMk/>
            <pc:sldMk cId="1040155934" sldId="2147476459"/>
            <ac:spMk id="6" creationId="{7759BB0C-F6E8-DB45-4A3D-FFD459537B0E}"/>
          </ac:spMkLst>
        </pc:spChg>
      </pc:sldChg>
      <pc:sldChg chg="modTransition">
        <pc:chgData name="Huo, Hanni" userId="62744832-41d2-4007-b3e5-0d11d744955f" providerId="ADAL" clId="{7CC14032-74FE-4F38-897D-CF2A7DC5A1B9}" dt="2024-06-02T08:44:35.360" v="383"/>
        <pc:sldMkLst>
          <pc:docMk/>
          <pc:sldMk cId="3606592644" sldId="2147476461"/>
        </pc:sldMkLst>
      </pc:sldChg>
      <pc:sldChg chg="modTransition">
        <pc:chgData name="Huo, Hanni" userId="62744832-41d2-4007-b3e5-0d11d744955f" providerId="ADAL" clId="{7CC14032-74FE-4F38-897D-CF2A7DC5A1B9}" dt="2024-06-02T08:44:35.360" v="383"/>
        <pc:sldMkLst>
          <pc:docMk/>
          <pc:sldMk cId="837342241" sldId="2147476462"/>
        </pc:sldMkLst>
      </pc:sldChg>
    </pc:docChg>
  </pc:docChgLst>
  <pc:docChgLst>
    <pc:chgData name="Errington-Wood, Graeme (IM&amp;T, Kensington WA)" userId="693a62d0-adec-463b-9054-d02453ad5b2f" providerId="ADAL" clId="{2279978A-F192-47A0-88B3-8C2FA6974B89}"/>
    <pc:docChg chg="custSel modSld">
      <pc:chgData name="Errington-Wood, Graeme (IM&amp;T, Kensington WA)" userId="693a62d0-adec-463b-9054-d02453ad5b2f" providerId="ADAL" clId="{2279978A-F192-47A0-88B3-8C2FA6974B89}" dt="2023-07-21T03:04:26.721" v="0" actId="27636"/>
      <pc:docMkLst>
        <pc:docMk/>
      </pc:docMkLst>
      <pc:sldChg chg="modSp mod">
        <pc:chgData name="Errington-Wood, Graeme (IM&amp;T, Kensington WA)" userId="693a62d0-adec-463b-9054-d02453ad5b2f" providerId="ADAL" clId="{2279978A-F192-47A0-88B3-8C2FA6974B89}" dt="2023-07-21T03:04:26.721" v="0" actId="27636"/>
        <pc:sldMkLst>
          <pc:docMk/>
          <pc:sldMk cId="3790331534" sldId="2147470939"/>
        </pc:sldMkLst>
        <pc:spChg chg="mod">
          <ac:chgData name="Errington-Wood, Graeme (IM&amp;T, Kensington WA)" userId="693a62d0-adec-463b-9054-d02453ad5b2f" providerId="ADAL" clId="{2279978A-F192-47A0-88B3-8C2FA6974B89}" dt="2023-07-21T03:04:26.721" v="0" actId="27636"/>
          <ac:spMkLst>
            <pc:docMk/>
            <pc:sldMk cId="3790331534" sldId="2147470939"/>
            <ac:spMk id="3" creationId="{3DA5228C-5A1D-12C7-D41C-30A4707D4AAC}"/>
          </ac:spMkLst>
        </pc:spChg>
      </pc:sldChg>
    </pc:docChg>
  </pc:docChgLst>
  <pc:docChgLst>
    <pc:chgData name="Liang, Shuang" userId="e97fcbab-b476-41d4-9539-6788aa0925a2" providerId="ADAL" clId="{F46F67BB-5D36-4C4A-B6C6-FCD5D5A43BB3}"/>
    <pc:docChg chg="undo custSel modSld">
      <pc:chgData name="Liang, Shuang" userId="e97fcbab-b476-41d4-9539-6788aa0925a2" providerId="ADAL" clId="{F46F67BB-5D36-4C4A-B6C6-FCD5D5A43BB3}" dt="2024-05-31T07:42:45.808" v="178" actId="20577"/>
      <pc:docMkLst>
        <pc:docMk/>
      </pc:docMkLst>
      <pc:sldChg chg="addSp modSp mod">
        <pc:chgData name="Liang, Shuang" userId="e97fcbab-b476-41d4-9539-6788aa0925a2" providerId="ADAL" clId="{F46F67BB-5D36-4C4A-B6C6-FCD5D5A43BB3}" dt="2024-05-31T07:42:45.808" v="178" actId="20577"/>
        <pc:sldMkLst>
          <pc:docMk/>
          <pc:sldMk cId="2198174340" sldId="2134806101"/>
        </pc:sldMkLst>
        <pc:graphicFrameChg chg="add mod">
          <ac:chgData name="Liang, Shuang" userId="e97fcbab-b476-41d4-9539-6788aa0925a2" providerId="ADAL" clId="{F46F67BB-5D36-4C4A-B6C6-FCD5D5A43BB3}" dt="2024-05-31T07:33:56.062" v="52" actId="571"/>
          <ac:graphicFrameMkLst>
            <pc:docMk/>
            <pc:sldMk cId="2198174340" sldId="2134806101"/>
            <ac:graphicFrameMk id="2" creationId="{F18A68CC-A66A-6749-318D-0E05EE964246}"/>
          </ac:graphicFrameMkLst>
        </pc:graphicFrameChg>
        <pc:graphicFrameChg chg="add mod">
          <ac:chgData name="Liang, Shuang" userId="e97fcbab-b476-41d4-9539-6788aa0925a2" providerId="ADAL" clId="{F46F67BB-5D36-4C4A-B6C6-FCD5D5A43BB3}" dt="2024-05-31T07:33:56.062" v="52" actId="571"/>
          <ac:graphicFrameMkLst>
            <pc:docMk/>
            <pc:sldMk cId="2198174340" sldId="2134806101"/>
            <ac:graphicFrameMk id="3" creationId="{8F44C832-C8DF-7ADE-E4EF-4AC6696F1243}"/>
          </ac:graphicFrameMkLst>
        </pc:graphicFrameChg>
        <pc:graphicFrameChg chg="mod">
          <ac:chgData name="Liang, Shuang" userId="e97fcbab-b476-41d4-9539-6788aa0925a2" providerId="ADAL" clId="{F46F67BB-5D36-4C4A-B6C6-FCD5D5A43BB3}" dt="2024-05-31T07:42:30.136" v="174"/>
          <ac:graphicFrameMkLst>
            <pc:docMk/>
            <pc:sldMk cId="2198174340" sldId="2134806101"/>
            <ac:graphicFrameMk id="14" creationId="{57C47815-44FF-FCEA-C3AE-8001959A7873}"/>
          </ac:graphicFrameMkLst>
        </pc:graphicFrameChg>
        <pc:graphicFrameChg chg="mod">
          <ac:chgData name="Liang, Shuang" userId="e97fcbab-b476-41d4-9539-6788aa0925a2" providerId="ADAL" clId="{F46F67BB-5D36-4C4A-B6C6-FCD5D5A43BB3}" dt="2024-05-31T07:42:45.808" v="178" actId="20577"/>
          <ac:graphicFrameMkLst>
            <pc:docMk/>
            <pc:sldMk cId="2198174340" sldId="2134806101"/>
            <ac:graphicFrameMk id="19" creationId="{3FE3D29C-2F1C-6CF9-D1C3-B353F4BAFE86}"/>
          </ac:graphicFrameMkLst>
        </pc:graphicFrameChg>
      </pc:sldChg>
    </pc:docChg>
  </pc:docChgLst>
  <pc:docChgLst>
    <pc:chgData name="Carpenter, Guy" userId="S::guy.carpenter_thermofisher.com#ext#@csiroau.onmicrosoft.com::8fd55bc4-6c6a-4e30-b552-f559de187d79" providerId="AD" clId="Web-{45C939C5-7FBD-4F08-99C4-401D36C82C02}"/>
    <pc:docChg chg="modSld">
      <pc:chgData name="Carpenter, Guy" userId="S::guy.carpenter_thermofisher.com#ext#@csiroau.onmicrosoft.com::8fd55bc4-6c6a-4e30-b552-f559de187d79" providerId="AD" clId="Web-{45C939C5-7FBD-4F08-99C4-401D36C82C02}" dt="2023-07-21T07:17:19.979" v="92" actId="20577"/>
      <pc:docMkLst>
        <pc:docMk/>
      </pc:docMkLst>
      <pc:sldChg chg="modSp">
        <pc:chgData name="Carpenter, Guy" userId="S::guy.carpenter_thermofisher.com#ext#@csiroau.onmicrosoft.com::8fd55bc4-6c6a-4e30-b552-f559de187d79" providerId="AD" clId="Web-{45C939C5-7FBD-4F08-99C4-401D36C82C02}" dt="2023-07-21T07:17:19.979" v="92" actId="20577"/>
        <pc:sldMkLst>
          <pc:docMk/>
          <pc:sldMk cId="1127582349" sldId="424"/>
        </pc:sldMkLst>
        <pc:spChg chg="mod">
          <ac:chgData name="Carpenter, Guy" userId="S::guy.carpenter_thermofisher.com#ext#@csiroau.onmicrosoft.com::8fd55bc4-6c6a-4e30-b552-f559de187d79" providerId="AD" clId="Web-{45C939C5-7FBD-4F08-99C4-401D36C82C02}" dt="2023-07-21T07:17:19.979" v="92" actId="20577"/>
          <ac:spMkLst>
            <pc:docMk/>
            <pc:sldMk cId="1127582349" sldId="424"/>
            <ac:spMk id="9" creationId="{F4D517CB-F07C-6A9A-2DFF-D5ADCB16E918}"/>
          </ac:spMkLst>
        </pc:spChg>
      </pc:sldChg>
    </pc:docChg>
  </pc:docChgLst>
  <pc:docChgLst>
    <pc:chgData name="Staples, Jessie (CorpAffairs, Kensington WA)" userId="S::sta399@csiro.au::7d0f0da2-c0b8-4772-aeff-0f6772a21e28" providerId="AD" clId="Web-{264B5D91-26C8-4D0B-8EDF-4234D11630F4}"/>
    <pc:docChg chg="addSld delSld modSld addMainMaster modMainMaster">
      <pc:chgData name="Staples, Jessie (CorpAffairs, Kensington WA)" userId="S::sta399@csiro.au::7d0f0da2-c0b8-4772-aeff-0f6772a21e28" providerId="AD" clId="Web-{264B5D91-26C8-4D0B-8EDF-4234D11630F4}" dt="2023-07-19T04:17:14.730" v="22"/>
      <pc:docMkLst>
        <pc:docMk/>
      </pc:docMkLst>
      <pc:sldChg chg="modSp">
        <pc:chgData name="Staples, Jessie (CorpAffairs, Kensington WA)" userId="S::sta399@csiro.au::7d0f0da2-c0b8-4772-aeff-0f6772a21e28" providerId="AD" clId="Web-{264B5D91-26C8-4D0B-8EDF-4234D11630F4}" dt="2023-07-19T04:16:18.494" v="18" actId="20577"/>
        <pc:sldMkLst>
          <pc:docMk/>
          <pc:sldMk cId="588011030" sldId="391"/>
        </pc:sldMkLst>
        <pc:spChg chg="mod">
          <ac:chgData name="Staples, Jessie (CorpAffairs, Kensington WA)" userId="S::sta399@csiro.au::7d0f0da2-c0b8-4772-aeff-0f6772a21e28" providerId="AD" clId="Web-{264B5D91-26C8-4D0B-8EDF-4234D11630F4}" dt="2023-07-19T04:16:18.494" v="18" actId="20577"/>
          <ac:spMkLst>
            <pc:docMk/>
            <pc:sldMk cId="588011030" sldId="391"/>
            <ac:spMk id="3" creationId="{9FFF3D01-5742-4D39-91FA-A6B4898DF900}"/>
          </ac:spMkLst>
        </pc:spChg>
      </pc:sldChg>
      <pc:sldChg chg="new del">
        <pc:chgData name="Staples, Jessie (CorpAffairs, Kensington WA)" userId="S::sta399@csiro.au::7d0f0da2-c0b8-4772-aeff-0f6772a21e28" providerId="AD" clId="Web-{264B5D91-26C8-4D0B-8EDF-4234D11630F4}" dt="2023-07-19T04:17:14.730" v="22"/>
        <pc:sldMkLst>
          <pc:docMk/>
          <pc:sldMk cId="352871171" sldId="412"/>
        </pc:sldMkLst>
      </pc:sldChg>
      <pc:sldChg chg="add">
        <pc:chgData name="Staples, Jessie (CorpAffairs, Kensington WA)" userId="S::sta399@csiro.au::7d0f0da2-c0b8-4772-aeff-0f6772a21e28" providerId="AD" clId="Web-{264B5D91-26C8-4D0B-8EDF-4234D11630F4}" dt="2023-07-19T04:17:05.980" v="20"/>
        <pc:sldMkLst>
          <pc:docMk/>
          <pc:sldMk cId="1253921648" sldId="413"/>
        </pc:sldMkLst>
      </pc:sldChg>
      <pc:sldChg chg="add">
        <pc:chgData name="Staples, Jessie (CorpAffairs, Kensington WA)" userId="S::sta399@csiro.au::7d0f0da2-c0b8-4772-aeff-0f6772a21e28" providerId="AD" clId="Web-{264B5D91-26C8-4D0B-8EDF-4234D11630F4}" dt="2023-07-19T04:17:12.558" v="21"/>
        <pc:sldMkLst>
          <pc:docMk/>
          <pc:sldMk cId="3215566854" sldId="414"/>
        </pc:sldMkLst>
      </pc:sldChg>
      <pc:sldMasterChg chg="modSldLayout">
        <pc:chgData name="Staples, Jessie (CorpAffairs, Kensington WA)" userId="S::sta399@csiro.au::7d0f0da2-c0b8-4772-aeff-0f6772a21e28" providerId="AD" clId="Web-{264B5D91-26C8-4D0B-8EDF-4234D11630F4}" dt="2023-07-19T04:17:05.980" v="20"/>
        <pc:sldMasterMkLst>
          <pc:docMk/>
          <pc:sldMasterMk cId="4022737140" sldId="2147483683"/>
        </pc:sldMasterMkLst>
        <pc:sldLayoutChg chg="replId">
          <pc:chgData name="Staples, Jessie (CorpAffairs, Kensington WA)" userId="S::sta399@csiro.au::7d0f0da2-c0b8-4772-aeff-0f6772a21e28" providerId="AD" clId="Web-{264B5D91-26C8-4D0B-8EDF-4234D11630F4}" dt="2023-07-19T04:17:05.980" v="20"/>
          <pc:sldLayoutMkLst>
            <pc:docMk/>
            <pc:sldMasterMk cId="4022737140" sldId="2147483683"/>
            <pc:sldLayoutMk cId="804656633" sldId="2147483858"/>
          </pc:sldLayoutMkLst>
        </pc:sldLayoutChg>
      </pc:sldMasterChg>
      <pc:sldMasterChg chg="add addSldLayout">
        <pc:chgData name="Staples, Jessie (CorpAffairs, Kensington WA)" userId="S::sta399@csiro.au::7d0f0da2-c0b8-4772-aeff-0f6772a21e28" providerId="AD" clId="Web-{264B5D91-26C8-4D0B-8EDF-4234D11630F4}" dt="2023-07-19T04:17:05.980" v="20"/>
        <pc:sldMasterMkLst>
          <pc:docMk/>
          <pc:sldMasterMk cId="4022737140" sldId="2147483848"/>
        </pc:sldMasterMkLst>
        <pc:sldLayoutChg chg="add">
          <pc:chgData name="Staples, Jessie (CorpAffairs, Kensington WA)" userId="S::sta399@csiro.au::7d0f0da2-c0b8-4772-aeff-0f6772a21e28" providerId="AD" clId="Web-{264B5D91-26C8-4D0B-8EDF-4234D11630F4}" dt="2023-07-19T04:17:05.980" v="20"/>
          <pc:sldLayoutMkLst>
            <pc:docMk/>
            <pc:sldMasterMk cId="4022737140" sldId="2147483848"/>
            <pc:sldLayoutMk cId="629327016" sldId="2147483708"/>
          </pc:sldLayoutMkLst>
        </pc:sldLayoutChg>
        <pc:sldLayoutChg chg="add">
          <pc:chgData name="Staples, Jessie (CorpAffairs, Kensington WA)" userId="S::sta399@csiro.au::7d0f0da2-c0b8-4772-aeff-0f6772a21e28" providerId="AD" clId="Web-{264B5D91-26C8-4D0B-8EDF-4234D11630F4}" dt="2023-07-19T04:17:05.980" v="20"/>
          <pc:sldLayoutMkLst>
            <pc:docMk/>
            <pc:sldMasterMk cId="4022737140" sldId="2147483848"/>
            <pc:sldLayoutMk cId="3218432992" sldId="2147483849"/>
          </pc:sldLayoutMkLst>
        </pc:sldLayoutChg>
        <pc:sldLayoutChg chg="add">
          <pc:chgData name="Staples, Jessie (CorpAffairs, Kensington WA)" userId="S::sta399@csiro.au::7d0f0da2-c0b8-4772-aeff-0f6772a21e28" providerId="AD" clId="Web-{264B5D91-26C8-4D0B-8EDF-4234D11630F4}" dt="2023-07-19T04:17:05.980" v="20"/>
          <pc:sldLayoutMkLst>
            <pc:docMk/>
            <pc:sldMasterMk cId="4022737140" sldId="2147483848"/>
            <pc:sldLayoutMk cId="518110496" sldId="2147483850"/>
          </pc:sldLayoutMkLst>
        </pc:sldLayoutChg>
        <pc:sldLayoutChg chg="add">
          <pc:chgData name="Staples, Jessie (CorpAffairs, Kensington WA)" userId="S::sta399@csiro.au::7d0f0da2-c0b8-4772-aeff-0f6772a21e28" providerId="AD" clId="Web-{264B5D91-26C8-4D0B-8EDF-4234D11630F4}" dt="2023-07-19T04:17:05.980" v="20"/>
          <pc:sldLayoutMkLst>
            <pc:docMk/>
            <pc:sldMasterMk cId="4022737140" sldId="2147483848"/>
            <pc:sldLayoutMk cId="729040451" sldId="2147483851"/>
          </pc:sldLayoutMkLst>
        </pc:sldLayoutChg>
        <pc:sldLayoutChg chg="add">
          <pc:chgData name="Staples, Jessie (CorpAffairs, Kensington WA)" userId="S::sta399@csiro.au::7d0f0da2-c0b8-4772-aeff-0f6772a21e28" providerId="AD" clId="Web-{264B5D91-26C8-4D0B-8EDF-4234D11630F4}" dt="2023-07-19T04:17:05.980" v="20"/>
          <pc:sldLayoutMkLst>
            <pc:docMk/>
            <pc:sldMasterMk cId="4022737140" sldId="2147483848"/>
            <pc:sldLayoutMk cId="3196403103" sldId="2147483852"/>
          </pc:sldLayoutMkLst>
        </pc:sldLayoutChg>
        <pc:sldLayoutChg chg="add">
          <pc:chgData name="Staples, Jessie (CorpAffairs, Kensington WA)" userId="S::sta399@csiro.au::7d0f0da2-c0b8-4772-aeff-0f6772a21e28" providerId="AD" clId="Web-{264B5D91-26C8-4D0B-8EDF-4234D11630F4}" dt="2023-07-19T04:17:05.980" v="20"/>
          <pc:sldLayoutMkLst>
            <pc:docMk/>
            <pc:sldMasterMk cId="4022737140" sldId="2147483848"/>
            <pc:sldLayoutMk cId="3514257415" sldId="2147483853"/>
          </pc:sldLayoutMkLst>
        </pc:sldLayoutChg>
        <pc:sldLayoutChg chg="add">
          <pc:chgData name="Staples, Jessie (CorpAffairs, Kensington WA)" userId="S::sta399@csiro.au::7d0f0da2-c0b8-4772-aeff-0f6772a21e28" providerId="AD" clId="Web-{264B5D91-26C8-4D0B-8EDF-4234D11630F4}" dt="2023-07-19T04:17:05.980" v="20"/>
          <pc:sldLayoutMkLst>
            <pc:docMk/>
            <pc:sldMasterMk cId="4022737140" sldId="2147483848"/>
            <pc:sldLayoutMk cId="3323933263" sldId="2147483854"/>
          </pc:sldLayoutMkLst>
        </pc:sldLayoutChg>
        <pc:sldLayoutChg chg="add">
          <pc:chgData name="Staples, Jessie (CorpAffairs, Kensington WA)" userId="S::sta399@csiro.au::7d0f0da2-c0b8-4772-aeff-0f6772a21e28" providerId="AD" clId="Web-{264B5D91-26C8-4D0B-8EDF-4234D11630F4}" dt="2023-07-19T04:17:05.980" v="20"/>
          <pc:sldLayoutMkLst>
            <pc:docMk/>
            <pc:sldMasterMk cId="4022737140" sldId="2147483848"/>
            <pc:sldLayoutMk cId="2841686147" sldId="2147483855"/>
          </pc:sldLayoutMkLst>
        </pc:sldLayoutChg>
        <pc:sldLayoutChg chg="add">
          <pc:chgData name="Staples, Jessie (CorpAffairs, Kensington WA)" userId="S::sta399@csiro.au::7d0f0da2-c0b8-4772-aeff-0f6772a21e28" providerId="AD" clId="Web-{264B5D91-26C8-4D0B-8EDF-4234D11630F4}" dt="2023-07-19T04:17:05.980" v="20"/>
          <pc:sldLayoutMkLst>
            <pc:docMk/>
            <pc:sldMasterMk cId="4022737140" sldId="2147483848"/>
            <pc:sldLayoutMk cId="1865066353" sldId="2147483856"/>
          </pc:sldLayoutMkLst>
        </pc:sldLayoutChg>
        <pc:sldLayoutChg chg="add">
          <pc:chgData name="Staples, Jessie (CorpAffairs, Kensington WA)" userId="S::sta399@csiro.au::7d0f0da2-c0b8-4772-aeff-0f6772a21e28" providerId="AD" clId="Web-{264B5D91-26C8-4D0B-8EDF-4234D11630F4}" dt="2023-07-19T04:17:05.980" v="20"/>
          <pc:sldLayoutMkLst>
            <pc:docMk/>
            <pc:sldMasterMk cId="4022737140" sldId="2147483848"/>
            <pc:sldLayoutMk cId="3444168571" sldId="2147483857"/>
          </pc:sldLayoutMkLst>
        </pc:sldLayoutChg>
        <pc:sldLayoutChg chg="add">
          <pc:chgData name="Staples, Jessie (CorpAffairs, Kensington WA)" userId="S::sta399@csiro.au::7d0f0da2-c0b8-4772-aeff-0f6772a21e28" providerId="AD" clId="Web-{264B5D91-26C8-4D0B-8EDF-4234D11630F4}" dt="2023-07-19T04:17:05.980" v="20"/>
          <pc:sldLayoutMkLst>
            <pc:docMk/>
            <pc:sldMasterMk cId="4022737140" sldId="2147483848"/>
            <pc:sldLayoutMk cId="1274488466" sldId="2147483859"/>
          </pc:sldLayoutMkLst>
        </pc:sldLayoutChg>
        <pc:sldLayoutChg chg="add">
          <pc:chgData name="Staples, Jessie (CorpAffairs, Kensington WA)" userId="S::sta399@csiro.au::7d0f0da2-c0b8-4772-aeff-0f6772a21e28" providerId="AD" clId="Web-{264B5D91-26C8-4D0B-8EDF-4234D11630F4}" dt="2023-07-19T04:17:05.980" v="20"/>
          <pc:sldLayoutMkLst>
            <pc:docMk/>
            <pc:sldMasterMk cId="4022737140" sldId="2147483848"/>
            <pc:sldLayoutMk cId="3384338848" sldId="2147483860"/>
          </pc:sldLayoutMkLst>
        </pc:sldLayoutChg>
        <pc:sldLayoutChg chg="add">
          <pc:chgData name="Staples, Jessie (CorpAffairs, Kensington WA)" userId="S::sta399@csiro.au::7d0f0da2-c0b8-4772-aeff-0f6772a21e28" providerId="AD" clId="Web-{264B5D91-26C8-4D0B-8EDF-4234D11630F4}" dt="2023-07-19T04:17:05.980" v="20"/>
          <pc:sldLayoutMkLst>
            <pc:docMk/>
            <pc:sldMasterMk cId="4022737140" sldId="2147483848"/>
            <pc:sldLayoutMk cId="672631760" sldId="2147483861"/>
          </pc:sldLayoutMkLst>
        </pc:sldLayoutChg>
        <pc:sldLayoutChg chg="add">
          <pc:chgData name="Staples, Jessie (CorpAffairs, Kensington WA)" userId="S::sta399@csiro.au::7d0f0da2-c0b8-4772-aeff-0f6772a21e28" providerId="AD" clId="Web-{264B5D91-26C8-4D0B-8EDF-4234D11630F4}" dt="2023-07-19T04:17:05.980" v="20"/>
          <pc:sldLayoutMkLst>
            <pc:docMk/>
            <pc:sldMasterMk cId="4022737140" sldId="2147483848"/>
            <pc:sldLayoutMk cId="3745895267" sldId="2147483862"/>
          </pc:sldLayoutMkLst>
        </pc:sldLayoutChg>
        <pc:sldLayoutChg chg="add">
          <pc:chgData name="Staples, Jessie (CorpAffairs, Kensington WA)" userId="S::sta399@csiro.au::7d0f0da2-c0b8-4772-aeff-0f6772a21e28" providerId="AD" clId="Web-{264B5D91-26C8-4D0B-8EDF-4234D11630F4}" dt="2023-07-19T04:17:05.980" v="20"/>
          <pc:sldLayoutMkLst>
            <pc:docMk/>
            <pc:sldMasterMk cId="4022737140" sldId="2147483848"/>
            <pc:sldLayoutMk cId="1120666908" sldId="2147483863"/>
          </pc:sldLayoutMkLst>
        </pc:sldLayoutChg>
      </pc:sldMasterChg>
    </pc:docChg>
  </pc:docChgLst>
  <pc:docChgLst>
    <pc:chgData name="King, Dianne (IM&amp;T, Clayton)" userId="S::kin293@csiro.au::3fa97433-aef5-418a-a784-4a9bb0b21088" providerId="AD" clId="Web-{7B89A8FB-A9C9-4105-B00A-71203A2FA4E5}"/>
    <pc:docChg chg="modSld">
      <pc:chgData name="King, Dianne (IM&amp;T, Clayton)" userId="S::kin293@csiro.au::3fa97433-aef5-418a-a784-4a9bb0b21088" providerId="AD" clId="Web-{7B89A8FB-A9C9-4105-B00A-71203A2FA4E5}" dt="2023-07-21T01:27:32.973" v="14" actId="20577"/>
      <pc:docMkLst>
        <pc:docMk/>
      </pc:docMkLst>
      <pc:sldChg chg="modSp">
        <pc:chgData name="King, Dianne (IM&amp;T, Clayton)" userId="S::kin293@csiro.au::3fa97433-aef5-418a-a784-4a9bb0b21088" providerId="AD" clId="Web-{7B89A8FB-A9C9-4105-B00A-71203A2FA4E5}" dt="2023-07-21T01:27:32.973" v="14" actId="20577"/>
        <pc:sldMkLst>
          <pc:docMk/>
          <pc:sldMk cId="3761222711" sldId="448"/>
        </pc:sldMkLst>
        <pc:spChg chg="mod">
          <ac:chgData name="King, Dianne (IM&amp;T, Clayton)" userId="S::kin293@csiro.au::3fa97433-aef5-418a-a784-4a9bb0b21088" providerId="AD" clId="Web-{7B89A8FB-A9C9-4105-B00A-71203A2FA4E5}" dt="2023-07-21T01:27:32.973" v="14" actId="20577"/>
          <ac:spMkLst>
            <pc:docMk/>
            <pc:sldMk cId="3761222711" sldId="448"/>
            <ac:spMk id="5" creationId="{4337704B-52BB-A4D3-5401-2749D590D82B}"/>
          </ac:spMkLst>
        </pc:spChg>
      </pc:sldChg>
    </pc:docChg>
  </pc:docChgLst>
  <pc:docChgLst>
    <pc:chgData name="Bohm, Tracy" userId="3f167516-7870-456c-b104-9441d931cc5f" providerId="ADAL" clId="{71035DBB-83AA-4919-8FF3-BD171D2CEE86}"/>
    <pc:docChg chg="undo custSel addSld delSld modSld">
      <pc:chgData name="Bohm, Tracy" userId="3f167516-7870-456c-b104-9441d931cc5f" providerId="ADAL" clId="{71035DBB-83AA-4919-8FF3-BD171D2CEE86}" dt="2023-07-24T02:12:31.664" v="722" actId="313"/>
      <pc:docMkLst>
        <pc:docMk/>
      </pc:docMkLst>
      <pc:sldChg chg="modSp mod">
        <pc:chgData name="Bohm, Tracy" userId="3f167516-7870-456c-b104-9441d931cc5f" providerId="ADAL" clId="{71035DBB-83AA-4919-8FF3-BD171D2CEE86}" dt="2023-07-23T21:10:23.031" v="637" actId="2"/>
        <pc:sldMkLst>
          <pc:docMk/>
          <pc:sldMk cId="884876300" sldId="263"/>
        </pc:sldMkLst>
        <pc:spChg chg="mod">
          <ac:chgData name="Bohm, Tracy" userId="3f167516-7870-456c-b104-9441d931cc5f" providerId="ADAL" clId="{71035DBB-83AA-4919-8FF3-BD171D2CEE86}" dt="2023-07-23T21:10:23.031" v="637" actId="2"/>
          <ac:spMkLst>
            <pc:docMk/>
            <pc:sldMk cId="884876300" sldId="263"/>
            <ac:spMk id="3" creationId="{BAD3678C-DACD-42B1-8C69-66E5EADF29ED}"/>
          </ac:spMkLst>
        </pc:spChg>
      </pc:sldChg>
      <pc:sldChg chg="modSp mod">
        <pc:chgData name="Bohm, Tracy" userId="3f167516-7870-456c-b104-9441d931cc5f" providerId="ADAL" clId="{71035DBB-83AA-4919-8FF3-BD171D2CEE86}" dt="2023-07-23T21:10:18.760" v="631" actId="2"/>
        <pc:sldMkLst>
          <pc:docMk/>
          <pc:sldMk cId="3737707652" sldId="264"/>
        </pc:sldMkLst>
        <pc:spChg chg="mod">
          <ac:chgData name="Bohm, Tracy" userId="3f167516-7870-456c-b104-9441d931cc5f" providerId="ADAL" clId="{71035DBB-83AA-4919-8FF3-BD171D2CEE86}" dt="2023-07-23T21:10:18.760" v="631" actId="2"/>
          <ac:spMkLst>
            <pc:docMk/>
            <pc:sldMk cId="3737707652" sldId="264"/>
            <ac:spMk id="16" creationId="{186B1DD0-2A72-4388-667D-947852A39063}"/>
          </ac:spMkLst>
        </pc:spChg>
      </pc:sldChg>
      <pc:sldChg chg="modSp mod">
        <pc:chgData name="Bohm, Tracy" userId="3f167516-7870-456c-b104-9441d931cc5f" providerId="ADAL" clId="{71035DBB-83AA-4919-8FF3-BD171D2CEE86}" dt="2023-07-23T21:10:23.318" v="638" actId="2"/>
        <pc:sldMkLst>
          <pc:docMk/>
          <pc:sldMk cId="194708393" sldId="265"/>
        </pc:sldMkLst>
        <pc:spChg chg="mod">
          <ac:chgData name="Bohm, Tracy" userId="3f167516-7870-456c-b104-9441d931cc5f" providerId="ADAL" clId="{71035DBB-83AA-4919-8FF3-BD171D2CEE86}" dt="2023-07-23T21:10:23.318" v="638" actId="2"/>
          <ac:spMkLst>
            <pc:docMk/>
            <pc:sldMk cId="194708393" sldId="265"/>
            <ac:spMk id="3" creationId="{1657B292-6958-4A19-8C63-661F4CF796DD}"/>
          </ac:spMkLst>
        </pc:spChg>
      </pc:sldChg>
      <pc:sldChg chg="modSp">
        <pc:chgData name="Bohm, Tracy" userId="3f167516-7870-456c-b104-9441d931cc5f" providerId="ADAL" clId="{71035DBB-83AA-4919-8FF3-BD171D2CEE86}" dt="2023-07-23T12:03:59.995" v="352" actId="1076"/>
        <pc:sldMkLst>
          <pc:docMk/>
          <pc:sldMk cId="826651462" sldId="266"/>
        </pc:sldMkLst>
        <pc:picChg chg="mod">
          <ac:chgData name="Bohm, Tracy" userId="3f167516-7870-456c-b104-9441d931cc5f" providerId="ADAL" clId="{71035DBB-83AA-4919-8FF3-BD171D2CEE86}" dt="2023-07-23T12:03:59.995" v="352" actId="1076"/>
          <ac:picMkLst>
            <pc:docMk/>
            <pc:sldMk cId="826651462" sldId="266"/>
            <ac:picMk id="1026" creationId="{AA87C445-3F19-4011-AA89-CACF006B58DC}"/>
          </ac:picMkLst>
        </pc:picChg>
      </pc:sldChg>
      <pc:sldChg chg="modSp mod modNotesTx">
        <pc:chgData name="Bohm, Tracy" userId="3f167516-7870-456c-b104-9441d931cc5f" providerId="ADAL" clId="{71035DBB-83AA-4919-8FF3-BD171D2CEE86}" dt="2023-07-23T21:10:53.573" v="656" actId="20577"/>
        <pc:sldMkLst>
          <pc:docMk/>
          <pc:sldMk cId="930868058" sldId="302"/>
        </pc:sldMkLst>
        <pc:spChg chg="mod">
          <ac:chgData name="Bohm, Tracy" userId="3f167516-7870-456c-b104-9441d931cc5f" providerId="ADAL" clId="{71035DBB-83AA-4919-8FF3-BD171D2CEE86}" dt="2023-07-23T21:05:27.339" v="521" actId="6549"/>
          <ac:spMkLst>
            <pc:docMk/>
            <pc:sldMk cId="930868058" sldId="302"/>
            <ac:spMk id="2" creationId="{99492B56-777D-6F69-FCBC-3D3CD5362E70}"/>
          </ac:spMkLst>
        </pc:spChg>
        <pc:graphicFrameChg chg="mod">
          <ac:chgData name="Bohm, Tracy" userId="3f167516-7870-456c-b104-9441d931cc5f" providerId="ADAL" clId="{71035DBB-83AA-4919-8FF3-BD171D2CEE86}" dt="2023-07-23T12:55:49.211" v="374" actId="20577"/>
          <ac:graphicFrameMkLst>
            <pc:docMk/>
            <pc:sldMk cId="930868058" sldId="302"/>
            <ac:graphicFrameMk id="7" creationId="{A133322F-7A91-ABD1-A4DA-1CA091187D1E}"/>
          </ac:graphicFrameMkLst>
        </pc:graphicFrameChg>
      </pc:sldChg>
      <pc:sldChg chg="modSp mod modNotesTx">
        <pc:chgData name="Bohm, Tracy" userId="3f167516-7870-456c-b104-9441d931cc5f" providerId="ADAL" clId="{71035DBB-83AA-4919-8FF3-BD171D2CEE86}" dt="2023-07-23T21:10:58.703" v="657" actId="2"/>
        <pc:sldMkLst>
          <pc:docMk/>
          <pc:sldMk cId="58820069" sldId="401"/>
        </pc:sldMkLst>
        <pc:spChg chg="mod">
          <ac:chgData name="Bohm, Tracy" userId="3f167516-7870-456c-b104-9441d931cc5f" providerId="ADAL" clId="{71035DBB-83AA-4919-8FF3-BD171D2CEE86}" dt="2023-07-23T13:18:59.427" v="468" actId="20577"/>
          <ac:spMkLst>
            <pc:docMk/>
            <pc:sldMk cId="58820069" sldId="401"/>
            <ac:spMk id="2" creationId="{99492B56-777D-6F69-FCBC-3D3CD5362E70}"/>
          </ac:spMkLst>
        </pc:spChg>
        <pc:graphicFrameChg chg="mod">
          <ac:chgData name="Bohm, Tracy" userId="3f167516-7870-456c-b104-9441d931cc5f" providerId="ADAL" clId="{71035DBB-83AA-4919-8FF3-BD171D2CEE86}" dt="2023-07-23T21:10:58.703" v="657" actId="2"/>
          <ac:graphicFrameMkLst>
            <pc:docMk/>
            <pc:sldMk cId="58820069" sldId="401"/>
            <ac:graphicFrameMk id="4" creationId="{30E8BF55-F401-38CC-FAD0-C18E49E8FB54}"/>
          </ac:graphicFrameMkLst>
        </pc:graphicFrameChg>
        <pc:graphicFrameChg chg="mod">
          <ac:chgData name="Bohm, Tracy" userId="3f167516-7870-456c-b104-9441d931cc5f" providerId="ADAL" clId="{71035DBB-83AA-4919-8FF3-BD171D2CEE86}" dt="2023-07-23T13:18:43.764" v="444"/>
          <ac:graphicFrameMkLst>
            <pc:docMk/>
            <pc:sldMk cId="58820069" sldId="401"/>
            <ac:graphicFrameMk id="7" creationId="{A133322F-7A91-ABD1-A4DA-1CA091187D1E}"/>
          </ac:graphicFrameMkLst>
        </pc:graphicFrameChg>
      </pc:sldChg>
      <pc:sldChg chg="modSp mod modNotesTx">
        <pc:chgData name="Bohm, Tracy" userId="3f167516-7870-456c-b104-9441d931cc5f" providerId="ADAL" clId="{71035DBB-83AA-4919-8FF3-BD171D2CEE86}" dt="2023-07-23T21:08:38.683" v="583"/>
        <pc:sldMkLst>
          <pc:docMk/>
          <pc:sldMk cId="522661102" sldId="404"/>
        </pc:sldMkLst>
        <pc:spChg chg="mod">
          <ac:chgData name="Bohm, Tracy" userId="3f167516-7870-456c-b104-9441d931cc5f" providerId="ADAL" clId="{71035DBB-83AA-4919-8FF3-BD171D2CEE86}" dt="2023-07-23T11:13:42.313" v="236" actId="1076"/>
          <ac:spMkLst>
            <pc:docMk/>
            <pc:sldMk cId="522661102" sldId="404"/>
            <ac:spMk id="3" creationId="{C4A5FC5D-5C74-AA1B-4ED3-0B137C8A1669}"/>
          </ac:spMkLst>
        </pc:spChg>
        <pc:graphicFrameChg chg="mod">
          <ac:chgData name="Bohm, Tracy" userId="3f167516-7870-456c-b104-9441d931cc5f" providerId="ADAL" clId="{71035DBB-83AA-4919-8FF3-BD171D2CEE86}" dt="2023-07-23T11:16:39.568" v="288"/>
          <ac:graphicFrameMkLst>
            <pc:docMk/>
            <pc:sldMk cId="522661102" sldId="404"/>
            <ac:graphicFrameMk id="6" creationId="{F38FE571-A139-7677-076E-9BB1F412D745}"/>
          </ac:graphicFrameMkLst>
        </pc:graphicFrameChg>
      </pc:sldChg>
      <pc:sldChg chg="addSp delSp modSp mod modNotesTx">
        <pc:chgData name="Bohm, Tracy" userId="3f167516-7870-456c-b104-9441d931cc5f" providerId="ADAL" clId="{71035DBB-83AA-4919-8FF3-BD171D2CEE86}" dt="2023-07-23T21:08:19.684" v="582"/>
        <pc:sldMkLst>
          <pc:docMk/>
          <pc:sldMk cId="3491935951" sldId="411"/>
        </pc:sldMkLst>
        <pc:spChg chg="add del">
          <ac:chgData name="Bohm, Tracy" userId="3f167516-7870-456c-b104-9441d931cc5f" providerId="ADAL" clId="{71035DBB-83AA-4919-8FF3-BD171D2CEE86}" dt="2023-07-23T21:08:16.728" v="581" actId="22"/>
          <ac:spMkLst>
            <pc:docMk/>
            <pc:sldMk cId="3491935951" sldId="411"/>
            <ac:spMk id="4" creationId="{92484456-3D2A-E941-C1E7-F64308262B22}"/>
          </ac:spMkLst>
        </pc:spChg>
        <pc:graphicFrameChg chg="mod">
          <ac:chgData name="Bohm, Tracy" userId="3f167516-7870-456c-b104-9441d931cc5f" providerId="ADAL" clId="{71035DBB-83AA-4919-8FF3-BD171D2CEE86}" dt="2023-07-23T14:28:15.948" v="487" actId="20577"/>
          <ac:graphicFrameMkLst>
            <pc:docMk/>
            <pc:sldMk cId="3491935951" sldId="411"/>
            <ac:graphicFrameMk id="7" creationId="{CCC6915F-D744-8F52-5DE1-1FCBD993ED5A}"/>
          </ac:graphicFrameMkLst>
        </pc:graphicFrameChg>
      </pc:sldChg>
      <pc:sldChg chg="modSp mod modNotesTx">
        <pc:chgData name="Bohm, Tracy" userId="3f167516-7870-456c-b104-9441d931cc5f" providerId="ADAL" clId="{71035DBB-83AA-4919-8FF3-BD171D2CEE86}" dt="2023-07-23T21:07:59.949" v="579"/>
        <pc:sldMkLst>
          <pc:docMk/>
          <pc:sldMk cId="3555859551" sldId="412"/>
        </pc:sldMkLst>
        <pc:spChg chg="mod">
          <ac:chgData name="Bohm, Tracy" userId="3f167516-7870-456c-b104-9441d931cc5f" providerId="ADAL" clId="{71035DBB-83AA-4919-8FF3-BD171D2CEE86}" dt="2023-07-23T14:12:40.106" v="474" actId="20577"/>
          <ac:spMkLst>
            <pc:docMk/>
            <pc:sldMk cId="3555859551" sldId="412"/>
            <ac:spMk id="3" creationId="{C160F5D5-95C7-C151-A2EF-B9FF63D10C28}"/>
          </ac:spMkLst>
        </pc:spChg>
      </pc:sldChg>
      <pc:sldChg chg="modSp mod">
        <pc:chgData name="Bohm, Tracy" userId="3f167516-7870-456c-b104-9441d931cc5f" providerId="ADAL" clId="{71035DBB-83AA-4919-8FF3-BD171D2CEE86}" dt="2023-07-23T21:10:17.314" v="630" actId="2"/>
        <pc:sldMkLst>
          <pc:docMk/>
          <pc:sldMk cId="2772753535" sldId="418"/>
        </pc:sldMkLst>
        <pc:spChg chg="mod">
          <ac:chgData name="Bohm, Tracy" userId="3f167516-7870-456c-b104-9441d931cc5f" providerId="ADAL" clId="{71035DBB-83AA-4919-8FF3-BD171D2CEE86}" dt="2023-07-23T21:10:17.314" v="630" actId="2"/>
          <ac:spMkLst>
            <pc:docMk/>
            <pc:sldMk cId="2772753535" sldId="418"/>
            <ac:spMk id="20" creationId="{D5D69D7C-C330-E424-1606-8AE6ABCB0BB6}"/>
          </ac:spMkLst>
        </pc:spChg>
      </pc:sldChg>
      <pc:sldChg chg="modSp mod">
        <pc:chgData name="Bohm, Tracy" userId="3f167516-7870-456c-b104-9441d931cc5f" providerId="ADAL" clId="{71035DBB-83AA-4919-8FF3-BD171D2CEE86}" dt="2023-07-23T21:10:15.914" v="629" actId="2"/>
        <pc:sldMkLst>
          <pc:docMk/>
          <pc:sldMk cId="1242594982" sldId="425"/>
        </pc:sldMkLst>
        <pc:spChg chg="mod">
          <ac:chgData name="Bohm, Tracy" userId="3f167516-7870-456c-b104-9441d931cc5f" providerId="ADAL" clId="{71035DBB-83AA-4919-8FF3-BD171D2CEE86}" dt="2023-07-23T21:10:15.914" v="629" actId="2"/>
          <ac:spMkLst>
            <pc:docMk/>
            <pc:sldMk cId="1242594982" sldId="425"/>
            <ac:spMk id="8" creationId="{8E96A9F9-ED0B-5E83-0E81-CBB58D99AD5A}"/>
          </ac:spMkLst>
        </pc:spChg>
      </pc:sldChg>
      <pc:sldChg chg="modSp mod">
        <pc:chgData name="Bohm, Tracy" userId="3f167516-7870-456c-b104-9441d931cc5f" providerId="ADAL" clId="{71035DBB-83AA-4919-8FF3-BD171D2CEE86}" dt="2023-07-23T21:10:05.451" v="625" actId="2"/>
        <pc:sldMkLst>
          <pc:docMk/>
          <pc:sldMk cId="4067780168" sldId="434"/>
        </pc:sldMkLst>
        <pc:spChg chg="mod">
          <ac:chgData name="Bohm, Tracy" userId="3f167516-7870-456c-b104-9441d931cc5f" providerId="ADAL" clId="{71035DBB-83AA-4919-8FF3-BD171D2CEE86}" dt="2023-07-23T21:10:05.451" v="625" actId="2"/>
          <ac:spMkLst>
            <pc:docMk/>
            <pc:sldMk cId="4067780168" sldId="434"/>
            <ac:spMk id="2" creationId="{D04F7919-EEBC-9E8F-7F35-BD0719582A4E}"/>
          </ac:spMkLst>
        </pc:spChg>
      </pc:sldChg>
      <pc:sldChg chg="modSp mod">
        <pc:chgData name="Bohm, Tracy" userId="3f167516-7870-456c-b104-9441d931cc5f" providerId="ADAL" clId="{71035DBB-83AA-4919-8FF3-BD171D2CEE86}" dt="2023-07-23T21:10:08.435" v="626" actId="2"/>
        <pc:sldMkLst>
          <pc:docMk/>
          <pc:sldMk cId="3070686884" sldId="439"/>
        </pc:sldMkLst>
        <pc:spChg chg="mod">
          <ac:chgData name="Bohm, Tracy" userId="3f167516-7870-456c-b104-9441d931cc5f" providerId="ADAL" clId="{71035DBB-83AA-4919-8FF3-BD171D2CEE86}" dt="2023-07-23T21:10:08.435" v="626" actId="2"/>
          <ac:spMkLst>
            <pc:docMk/>
            <pc:sldMk cId="3070686884" sldId="439"/>
            <ac:spMk id="2" creationId="{2775D0F4-D415-CBCD-C576-E39E21C8CDBB}"/>
          </ac:spMkLst>
        </pc:spChg>
      </pc:sldChg>
      <pc:sldChg chg="modSp mod">
        <pc:chgData name="Bohm, Tracy" userId="3f167516-7870-456c-b104-9441d931cc5f" providerId="ADAL" clId="{71035DBB-83AA-4919-8FF3-BD171D2CEE86}" dt="2023-07-23T21:10:13.742" v="628" actId="2"/>
        <pc:sldMkLst>
          <pc:docMk/>
          <pc:sldMk cId="875188334" sldId="443"/>
        </pc:sldMkLst>
        <pc:spChg chg="mod">
          <ac:chgData name="Bohm, Tracy" userId="3f167516-7870-456c-b104-9441d931cc5f" providerId="ADAL" clId="{71035DBB-83AA-4919-8FF3-BD171D2CEE86}" dt="2023-07-23T21:10:13.742" v="628" actId="2"/>
          <ac:spMkLst>
            <pc:docMk/>
            <pc:sldMk cId="875188334" sldId="443"/>
            <ac:spMk id="6" creationId="{10EED5DC-70D0-F24F-9FC9-DC18CBD78518}"/>
          </ac:spMkLst>
        </pc:spChg>
      </pc:sldChg>
      <pc:sldChg chg="modSp mod">
        <pc:chgData name="Bohm, Tracy" userId="3f167516-7870-456c-b104-9441d931cc5f" providerId="ADAL" clId="{71035DBB-83AA-4919-8FF3-BD171D2CEE86}" dt="2023-07-24T02:10:24.978" v="667" actId="20577"/>
        <pc:sldMkLst>
          <pc:docMk/>
          <pc:sldMk cId="2028119931" sldId="449"/>
        </pc:sldMkLst>
        <pc:spChg chg="mod">
          <ac:chgData name="Bohm, Tracy" userId="3f167516-7870-456c-b104-9441d931cc5f" providerId="ADAL" clId="{71035DBB-83AA-4919-8FF3-BD171D2CEE86}" dt="2023-07-23T21:10:20.683" v="633" actId="2"/>
          <ac:spMkLst>
            <pc:docMk/>
            <pc:sldMk cId="2028119931" sldId="449"/>
            <ac:spMk id="3" creationId="{53E854FD-D388-4F42-BCAC-55F5819AA625}"/>
          </ac:spMkLst>
        </pc:spChg>
        <pc:spChg chg="mod">
          <ac:chgData name="Bohm, Tracy" userId="3f167516-7870-456c-b104-9441d931cc5f" providerId="ADAL" clId="{71035DBB-83AA-4919-8FF3-BD171D2CEE86}" dt="2023-07-24T02:10:24.978" v="667" actId="20577"/>
          <ac:spMkLst>
            <pc:docMk/>
            <pc:sldMk cId="2028119931" sldId="449"/>
            <ac:spMk id="4" creationId="{4C71A31D-1D70-487B-A758-37EB612E4A7C}"/>
          </ac:spMkLst>
        </pc:spChg>
      </pc:sldChg>
      <pc:sldChg chg="modSp mod modNotesTx">
        <pc:chgData name="Bohm, Tracy" userId="3f167516-7870-456c-b104-9441d931cc5f" providerId="ADAL" clId="{71035DBB-83AA-4919-8FF3-BD171D2CEE86}" dt="2023-07-23T21:11:14.713" v="659" actId="313"/>
        <pc:sldMkLst>
          <pc:docMk/>
          <pc:sldMk cId="3979408787" sldId="2147470922"/>
        </pc:sldMkLst>
        <pc:spChg chg="mod">
          <ac:chgData name="Bohm, Tracy" userId="3f167516-7870-456c-b104-9441d931cc5f" providerId="ADAL" clId="{71035DBB-83AA-4919-8FF3-BD171D2CEE86}" dt="2023-07-23T11:11:59.871" v="171" actId="6549"/>
          <ac:spMkLst>
            <pc:docMk/>
            <pc:sldMk cId="3979408787" sldId="2147470922"/>
            <ac:spMk id="4" creationId="{69EE5D81-DCE4-F668-8BFC-7E34DCC32470}"/>
          </ac:spMkLst>
        </pc:spChg>
      </pc:sldChg>
      <pc:sldChg chg="modSp mod">
        <pc:chgData name="Bohm, Tracy" userId="3f167516-7870-456c-b104-9441d931cc5f" providerId="ADAL" clId="{71035DBB-83AA-4919-8FF3-BD171D2CEE86}" dt="2023-07-24T02:12:31.664" v="722" actId="313"/>
        <pc:sldMkLst>
          <pc:docMk/>
          <pc:sldMk cId="2046279489" sldId="2147470925"/>
        </pc:sldMkLst>
        <pc:spChg chg="mod">
          <ac:chgData name="Bohm, Tracy" userId="3f167516-7870-456c-b104-9441d931cc5f" providerId="ADAL" clId="{71035DBB-83AA-4919-8FF3-BD171D2CEE86}" dt="2023-07-23T11:54:05.403" v="351" actId="255"/>
          <ac:spMkLst>
            <pc:docMk/>
            <pc:sldMk cId="2046279489" sldId="2147470925"/>
            <ac:spMk id="16" creationId="{0DBF672F-FE81-F468-3DAA-09B940204E1C}"/>
          </ac:spMkLst>
        </pc:spChg>
        <pc:spChg chg="mod">
          <ac:chgData name="Bohm, Tracy" userId="3f167516-7870-456c-b104-9441d931cc5f" providerId="ADAL" clId="{71035DBB-83AA-4919-8FF3-BD171D2CEE86}" dt="2023-07-23T21:10:29.484" v="646" actId="2"/>
          <ac:spMkLst>
            <pc:docMk/>
            <pc:sldMk cId="2046279489" sldId="2147470925"/>
            <ac:spMk id="19" creationId="{51DE8985-4ED5-0F0A-5DD0-FA8E4E32FC1F}"/>
          </ac:spMkLst>
        </pc:spChg>
        <pc:spChg chg="mod">
          <ac:chgData name="Bohm, Tracy" userId="3f167516-7870-456c-b104-9441d931cc5f" providerId="ADAL" clId="{71035DBB-83AA-4919-8FF3-BD171D2CEE86}" dt="2023-07-23T11:53:44.951" v="350" actId="255"/>
          <ac:spMkLst>
            <pc:docMk/>
            <pc:sldMk cId="2046279489" sldId="2147470925"/>
            <ac:spMk id="22" creationId="{A0051D7F-96A8-6125-9780-43C237972B51}"/>
          </ac:spMkLst>
        </pc:spChg>
        <pc:spChg chg="mod">
          <ac:chgData name="Bohm, Tracy" userId="3f167516-7870-456c-b104-9441d931cc5f" providerId="ADAL" clId="{71035DBB-83AA-4919-8FF3-BD171D2CEE86}" dt="2023-07-24T02:12:31.664" v="722" actId="313"/>
          <ac:spMkLst>
            <pc:docMk/>
            <pc:sldMk cId="2046279489" sldId="2147470925"/>
            <ac:spMk id="23" creationId="{C0013D48-FCD3-998D-AF29-6FF36DD01F52}"/>
          </ac:spMkLst>
        </pc:spChg>
        <pc:graphicFrameChg chg="mod">
          <ac:chgData name="Bohm, Tracy" userId="3f167516-7870-456c-b104-9441d931cc5f" providerId="ADAL" clId="{71035DBB-83AA-4919-8FF3-BD171D2CEE86}" dt="2023-07-24T02:11:27.879" v="679" actId="20577"/>
          <ac:graphicFrameMkLst>
            <pc:docMk/>
            <pc:sldMk cId="2046279489" sldId="2147470925"/>
            <ac:graphicFrameMk id="7" creationId="{50DF3105-B4B0-65F6-45AA-2905E862D82D}"/>
          </ac:graphicFrameMkLst>
        </pc:graphicFrameChg>
      </pc:sldChg>
      <pc:sldChg chg="modSp mod modNotesTx">
        <pc:chgData name="Bohm, Tracy" userId="3f167516-7870-456c-b104-9441d931cc5f" providerId="ADAL" clId="{71035DBB-83AA-4919-8FF3-BD171D2CEE86}" dt="2023-07-24T02:10:04.281" v="665" actId="20577"/>
        <pc:sldMkLst>
          <pc:docMk/>
          <pc:sldMk cId="3735410855" sldId="2147470928"/>
        </pc:sldMkLst>
        <pc:spChg chg="mod">
          <ac:chgData name="Bohm, Tracy" userId="3f167516-7870-456c-b104-9441d931cc5f" providerId="ADAL" clId="{71035DBB-83AA-4919-8FF3-BD171D2CEE86}" dt="2023-07-23T21:10:26.647" v="643" actId="2"/>
          <ac:spMkLst>
            <pc:docMk/>
            <pc:sldMk cId="3735410855" sldId="2147470928"/>
            <ac:spMk id="11" creationId="{E6FB8C5E-6F78-8903-6E64-C143C4025DF3}"/>
          </ac:spMkLst>
        </pc:spChg>
        <pc:spChg chg="mod">
          <ac:chgData name="Bohm, Tracy" userId="3f167516-7870-456c-b104-9441d931cc5f" providerId="ADAL" clId="{71035DBB-83AA-4919-8FF3-BD171D2CEE86}" dt="2023-07-24T02:10:04.281" v="665" actId="20577"/>
          <ac:spMkLst>
            <pc:docMk/>
            <pc:sldMk cId="3735410855" sldId="2147470928"/>
            <ac:spMk id="26" creationId="{7F0A8FD6-4A4B-4DCE-4553-3AD2AB675B1F}"/>
          </ac:spMkLst>
        </pc:spChg>
        <pc:spChg chg="mod">
          <ac:chgData name="Bohm, Tracy" userId="3f167516-7870-456c-b104-9441d931cc5f" providerId="ADAL" clId="{71035DBB-83AA-4919-8FF3-BD171D2CEE86}" dt="2023-07-24T02:09:59.891" v="663"/>
          <ac:spMkLst>
            <pc:docMk/>
            <pc:sldMk cId="3735410855" sldId="2147470928"/>
            <ac:spMk id="29" creationId="{B14415A8-382D-CE4D-A5C8-BB45BF91E658}"/>
          </ac:spMkLst>
        </pc:spChg>
      </pc:sldChg>
      <pc:sldChg chg="modSp mod modNotesTx">
        <pc:chgData name="Bohm, Tracy" userId="3f167516-7870-456c-b104-9441d931cc5f" providerId="ADAL" clId="{71035DBB-83AA-4919-8FF3-BD171D2CEE86}" dt="2023-07-23T21:10:24.653" v="640" actId="2"/>
        <pc:sldMkLst>
          <pc:docMk/>
          <pc:sldMk cId="3604554159" sldId="2147470929"/>
        </pc:sldMkLst>
        <pc:spChg chg="mod">
          <ac:chgData name="Bohm, Tracy" userId="3f167516-7870-456c-b104-9441d931cc5f" providerId="ADAL" clId="{71035DBB-83AA-4919-8FF3-BD171D2CEE86}" dt="2023-07-23T21:10:23.635" v="639" actId="2"/>
          <ac:spMkLst>
            <pc:docMk/>
            <pc:sldMk cId="3604554159" sldId="2147470929"/>
            <ac:spMk id="13" creationId="{57AF076E-1D6A-47FA-836E-E81F97D2B819}"/>
          </ac:spMkLst>
        </pc:spChg>
      </pc:sldChg>
      <pc:sldChg chg="modSp modNotesTx">
        <pc:chgData name="Bohm, Tracy" userId="3f167516-7870-456c-b104-9441d931cc5f" providerId="ADAL" clId="{71035DBB-83AA-4919-8FF3-BD171D2CEE86}" dt="2023-07-23T21:10:31.400" v="647" actId="2"/>
        <pc:sldMkLst>
          <pc:docMk/>
          <pc:sldMk cId="896648152" sldId="2147470945"/>
        </pc:sldMkLst>
        <pc:graphicFrameChg chg="mod">
          <ac:chgData name="Bohm, Tracy" userId="3f167516-7870-456c-b104-9441d931cc5f" providerId="ADAL" clId="{71035DBB-83AA-4919-8FF3-BD171D2CEE86}" dt="2023-07-23T21:10:31.400" v="647" actId="2"/>
          <ac:graphicFrameMkLst>
            <pc:docMk/>
            <pc:sldMk cId="896648152" sldId="2147470945"/>
            <ac:graphicFrameMk id="4" creationId="{C489C250-E27B-40F1-9B7B-F961B675D86C}"/>
          </ac:graphicFrameMkLst>
        </pc:graphicFrameChg>
      </pc:sldChg>
      <pc:sldChg chg="modSp modNotesTx">
        <pc:chgData name="Bohm, Tracy" userId="3f167516-7870-456c-b104-9441d931cc5f" providerId="ADAL" clId="{71035DBB-83AA-4919-8FF3-BD171D2CEE86}" dt="2023-07-23T21:10:33.229" v="648" actId="2"/>
        <pc:sldMkLst>
          <pc:docMk/>
          <pc:sldMk cId="1175510100" sldId="2147470946"/>
        </pc:sldMkLst>
        <pc:graphicFrameChg chg="mod">
          <ac:chgData name="Bohm, Tracy" userId="3f167516-7870-456c-b104-9441d931cc5f" providerId="ADAL" clId="{71035DBB-83AA-4919-8FF3-BD171D2CEE86}" dt="2023-07-23T21:10:33.229" v="648" actId="2"/>
          <ac:graphicFrameMkLst>
            <pc:docMk/>
            <pc:sldMk cId="1175510100" sldId="2147470946"/>
            <ac:graphicFrameMk id="4" creationId="{C489C250-E27B-40F1-9B7B-F961B675D86C}"/>
          </ac:graphicFrameMkLst>
        </pc:graphicFrameChg>
      </pc:sldChg>
      <pc:sldChg chg="modNotesTx">
        <pc:chgData name="Bohm, Tracy" userId="3f167516-7870-456c-b104-9441d931cc5f" providerId="ADAL" clId="{71035DBB-83AA-4919-8FF3-BD171D2CEE86}" dt="2023-07-23T21:06:05.341" v="529"/>
        <pc:sldMkLst>
          <pc:docMk/>
          <pc:sldMk cId="3434143952" sldId="2147470947"/>
        </pc:sldMkLst>
      </pc:sldChg>
      <pc:sldChg chg="modNotesTx">
        <pc:chgData name="Bohm, Tracy" userId="3f167516-7870-456c-b104-9441d931cc5f" providerId="ADAL" clId="{71035DBB-83AA-4919-8FF3-BD171D2CEE86}" dt="2023-07-23T21:07:05.768" v="552" actId="20577"/>
        <pc:sldMkLst>
          <pc:docMk/>
          <pc:sldMk cId="102498744" sldId="2147470948"/>
        </pc:sldMkLst>
      </pc:sldChg>
      <pc:sldChg chg="modNotesTx">
        <pc:chgData name="Bohm, Tracy" userId="3f167516-7870-456c-b104-9441d931cc5f" providerId="ADAL" clId="{71035DBB-83AA-4919-8FF3-BD171D2CEE86}" dt="2023-07-23T21:07:28.225" v="578"/>
        <pc:sldMkLst>
          <pc:docMk/>
          <pc:sldMk cId="648385575" sldId="2147470949"/>
        </pc:sldMkLst>
      </pc:sldChg>
      <pc:sldChg chg="addSp modSp mod modNotesTx">
        <pc:chgData name="Bohm, Tracy" userId="3f167516-7870-456c-b104-9441d931cc5f" providerId="ADAL" clId="{71035DBB-83AA-4919-8FF3-BD171D2CEE86}" dt="2023-07-23T21:08:54.966" v="584"/>
        <pc:sldMkLst>
          <pc:docMk/>
          <pc:sldMk cId="4155001667" sldId="2147470950"/>
        </pc:sldMkLst>
        <pc:spChg chg="add mod">
          <ac:chgData name="Bohm, Tracy" userId="3f167516-7870-456c-b104-9441d931cc5f" providerId="ADAL" clId="{71035DBB-83AA-4919-8FF3-BD171D2CEE86}" dt="2023-07-23T11:20:19.505" v="309" actId="1076"/>
          <ac:spMkLst>
            <pc:docMk/>
            <pc:sldMk cId="4155001667" sldId="2147470950"/>
            <ac:spMk id="2" creationId="{217F3EAB-F09E-EDC7-8CF6-B18070576FE7}"/>
          </ac:spMkLst>
        </pc:spChg>
        <pc:spChg chg="mod">
          <ac:chgData name="Bohm, Tracy" userId="3f167516-7870-456c-b104-9441d931cc5f" providerId="ADAL" clId="{71035DBB-83AA-4919-8FF3-BD171D2CEE86}" dt="2023-07-23T11:21:43.033" v="334" actId="1076"/>
          <ac:spMkLst>
            <pc:docMk/>
            <pc:sldMk cId="4155001667" sldId="2147470950"/>
            <ac:spMk id="7" creationId="{75391DF6-7855-59D6-C8A7-254EF3F15BFF}"/>
          </ac:spMkLst>
        </pc:spChg>
        <pc:spChg chg="mod">
          <ac:chgData name="Bohm, Tracy" userId="3f167516-7870-456c-b104-9441d931cc5f" providerId="ADAL" clId="{71035DBB-83AA-4919-8FF3-BD171D2CEE86}" dt="2023-07-23T11:20:32.098" v="312" actId="1076"/>
          <ac:spMkLst>
            <pc:docMk/>
            <pc:sldMk cId="4155001667" sldId="2147470950"/>
            <ac:spMk id="8" creationId="{3F69669E-200A-B9A1-E50B-95948D060159}"/>
          </ac:spMkLst>
        </pc:spChg>
        <pc:spChg chg="add mod">
          <ac:chgData name="Bohm, Tracy" userId="3f167516-7870-456c-b104-9441d931cc5f" providerId="ADAL" clId="{71035DBB-83AA-4919-8FF3-BD171D2CEE86}" dt="2023-07-23T11:20:57.517" v="331" actId="1076"/>
          <ac:spMkLst>
            <pc:docMk/>
            <pc:sldMk cId="4155001667" sldId="2147470950"/>
            <ac:spMk id="10" creationId="{F399FB73-51AC-9515-CE85-BE348FC72053}"/>
          </ac:spMkLst>
        </pc:spChg>
      </pc:sldChg>
      <pc:sldChg chg="modSp mod modNotesTx">
        <pc:chgData name="Bohm, Tracy" userId="3f167516-7870-456c-b104-9441d931cc5f" providerId="ADAL" clId="{71035DBB-83AA-4919-8FF3-BD171D2CEE86}" dt="2023-07-23T21:09:23.834" v="585"/>
        <pc:sldMkLst>
          <pc:docMk/>
          <pc:sldMk cId="1673190330" sldId="2147470951"/>
        </pc:sldMkLst>
        <pc:graphicFrameChg chg="mod modGraphic">
          <ac:chgData name="Bohm, Tracy" userId="3f167516-7870-456c-b104-9441d931cc5f" providerId="ADAL" clId="{71035DBB-83AA-4919-8FF3-BD171D2CEE86}" dt="2023-07-23T11:24:14.480" v="347" actId="207"/>
          <ac:graphicFrameMkLst>
            <pc:docMk/>
            <pc:sldMk cId="1673190330" sldId="2147470951"/>
            <ac:graphicFrameMk id="2" creationId="{7AAEABF7-8345-8399-F790-8B26073402AD}"/>
          </ac:graphicFrameMkLst>
        </pc:graphicFrameChg>
      </pc:sldChg>
      <pc:sldChg chg="modNotesTx">
        <pc:chgData name="Bohm, Tracy" userId="3f167516-7870-456c-b104-9441d931cc5f" providerId="ADAL" clId="{71035DBB-83AA-4919-8FF3-BD171D2CEE86}" dt="2023-07-23T21:09:52.447" v="624" actId="20577"/>
        <pc:sldMkLst>
          <pc:docMk/>
          <pc:sldMk cId="3429773721" sldId="2147470952"/>
        </pc:sldMkLst>
      </pc:sldChg>
      <pc:sldChg chg="add">
        <pc:chgData name="Bohm, Tracy" userId="3f167516-7870-456c-b104-9441d931cc5f" providerId="ADAL" clId="{71035DBB-83AA-4919-8FF3-BD171D2CEE86}" dt="2023-07-23T11:26:31.531" v="348"/>
        <pc:sldMkLst>
          <pc:docMk/>
          <pc:sldMk cId="3947345502" sldId="2147470953"/>
        </pc:sldMkLst>
      </pc:sldChg>
      <pc:sldChg chg="del">
        <pc:chgData name="Bohm, Tracy" userId="3f167516-7870-456c-b104-9441d931cc5f" providerId="ADAL" clId="{71035DBB-83AA-4919-8FF3-BD171D2CEE86}" dt="2023-07-23T12:09:29.329" v="354" actId="47"/>
        <pc:sldMkLst>
          <pc:docMk/>
          <pc:sldMk cId="1206362930" sldId="2147470954"/>
        </pc:sldMkLst>
      </pc:sldChg>
      <pc:sldChg chg="del">
        <pc:chgData name="Bohm, Tracy" userId="3f167516-7870-456c-b104-9441d931cc5f" providerId="ADAL" clId="{71035DBB-83AA-4919-8FF3-BD171D2CEE86}" dt="2023-07-23T12:08:32.841" v="353" actId="47"/>
        <pc:sldMkLst>
          <pc:docMk/>
          <pc:sldMk cId="3666652156" sldId="2147470954"/>
        </pc:sldMkLst>
      </pc:sldChg>
    </pc:docChg>
  </pc:docChgLst>
  <pc:docChgLst>
    <pc:chgData name="Simone Richter" userId="217b63a5-6f04-4321-b351-2ac9c8aa5d94" providerId="ADAL" clId="{A36CE9D7-9BE7-41B5-B7CE-A6290B2AFD59}"/>
    <pc:docChg chg="modSld sldOrd">
      <pc:chgData name="Simone Richter" userId="217b63a5-6f04-4321-b351-2ac9c8aa5d94" providerId="ADAL" clId="{A36CE9D7-9BE7-41B5-B7CE-A6290B2AFD59}" dt="2023-07-27T23:38:40.931" v="1"/>
      <pc:docMkLst>
        <pc:docMk/>
      </pc:docMkLst>
      <pc:sldChg chg="ord">
        <pc:chgData name="Simone Richter" userId="217b63a5-6f04-4321-b351-2ac9c8aa5d94" providerId="ADAL" clId="{A36CE9D7-9BE7-41B5-B7CE-A6290B2AFD59}" dt="2023-07-27T23:38:40.931" v="1"/>
        <pc:sldMkLst>
          <pc:docMk/>
          <pc:sldMk cId="2772753535" sldId="418"/>
        </pc:sldMkLst>
      </pc:sldChg>
    </pc:docChg>
  </pc:docChgLst>
  <pc:docChgLst>
    <pc:chgData name="Bohm, Tracy" userId="S::tracy.bohm_thermofisher.com#ext#@csiroau.onmicrosoft.com::b761b071-5505-427a-a40c-1665d3f62e82" providerId="AD" clId="Web-{28696679-77BF-25D9-35FD-24BA5FBFBBF4}"/>
    <pc:docChg chg="modSld">
      <pc:chgData name="Bohm, Tracy" userId="S::tracy.bohm_thermofisher.com#ext#@csiroau.onmicrosoft.com::b761b071-5505-427a-a40c-1665d3f62e82" providerId="AD" clId="Web-{28696679-77BF-25D9-35FD-24BA5FBFBBF4}" dt="2023-07-23T10:11:45.596" v="2" actId="1076"/>
      <pc:docMkLst>
        <pc:docMk/>
      </pc:docMkLst>
      <pc:sldChg chg="modSp">
        <pc:chgData name="Bohm, Tracy" userId="S::tracy.bohm_thermofisher.com#ext#@csiroau.onmicrosoft.com::b761b071-5505-427a-a40c-1665d3f62e82" providerId="AD" clId="Web-{28696679-77BF-25D9-35FD-24BA5FBFBBF4}" dt="2023-07-23T10:11:45.596" v="2" actId="1076"/>
        <pc:sldMkLst>
          <pc:docMk/>
          <pc:sldMk cId="3491935951" sldId="411"/>
        </pc:sldMkLst>
        <pc:graphicFrameChg chg="mod">
          <ac:chgData name="Bohm, Tracy" userId="S::tracy.bohm_thermofisher.com#ext#@csiroau.onmicrosoft.com::b761b071-5505-427a-a40c-1665d3f62e82" providerId="AD" clId="Web-{28696679-77BF-25D9-35FD-24BA5FBFBBF4}" dt="2023-07-23T10:11:45.596" v="2" actId="1076"/>
          <ac:graphicFrameMkLst>
            <pc:docMk/>
            <pc:sldMk cId="3491935951" sldId="411"/>
            <ac:graphicFrameMk id="7" creationId="{CCC6915F-D744-8F52-5DE1-1FCBD993ED5A}"/>
          </ac:graphicFrameMkLst>
        </pc:graphicFrameChg>
      </pc:sldChg>
      <pc:sldChg chg="modSp">
        <pc:chgData name="Bohm, Tracy" userId="S::tracy.bohm_thermofisher.com#ext#@csiroau.onmicrosoft.com::b761b071-5505-427a-a40c-1665d3f62e82" providerId="AD" clId="Web-{28696679-77BF-25D9-35FD-24BA5FBFBBF4}" dt="2023-07-23T09:59:40.641" v="1" actId="1076"/>
        <pc:sldMkLst>
          <pc:docMk/>
          <pc:sldMk cId="3979408787" sldId="2147470922"/>
        </pc:sldMkLst>
        <pc:spChg chg="mod">
          <ac:chgData name="Bohm, Tracy" userId="S::tracy.bohm_thermofisher.com#ext#@csiroau.onmicrosoft.com::b761b071-5505-427a-a40c-1665d3f62e82" providerId="AD" clId="Web-{28696679-77BF-25D9-35FD-24BA5FBFBBF4}" dt="2023-07-23T09:59:32.094" v="0" actId="14100"/>
          <ac:spMkLst>
            <pc:docMk/>
            <pc:sldMk cId="3979408787" sldId="2147470922"/>
            <ac:spMk id="5" creationId="{291404D3-0C6F-50C4-27B1-E304F1B4FBAC}"/>
          </ac:spMkLst>
        </pc:spChg>
        <pc:picChg chg="mod">
          <ac:chgData name="Bohm, Tracy" userId="S::tracy.bohm_thermofisher.com#ext#@csiroau.onmicrosoft.com::b761b071-5505-427a-a40c-1665d3f62e82" providerId="AD" clId="Web-{28696679-77BF-25D9-35FD-24BA5FBFBBF4}" dt="2023-07-23T09:59:40.641" v="1" actId="1076"/>
          <ac:picMkLst>
            <pc:docMk/>
            <pc:sldMk cId="3979408787" sldId="2147470922"/>
            <ac:picMk id="22" creationId="{266A7A48-59C0-B10D-A2FA-0F94942392E0}"/>
          </ac:picMkLst>
        </pc:picChg>
      </pc:sldChg>
    </pc:docChg>
  </pc:docChgLst>
  <pc:docChgLst>
    <pc:chgData name="Kozhikkalathil, Nishi" userId="0c188c74-8a9d-4d88-9364-0d549502a5b1" providerId="ADAL" clId="{EE493F1E-F6C5-4E88-9352-27F47577D105}"/>
    <pc:docChg chg="undo custSel addSld delSld modSld">
      <pc:chgData name="Kozhikkalathil, Nishi" userId="0c188c74-8a9d-4d88-9364-0d549502a5b1" providerId="ADAL" clId="{EE493F1E-F6C5-4E88-9352-27F47577D105}" dt="2023-07-31T08:11:58.329" v="201" actId="20577"/>
      <pc:docMkLst>
        <pc:docMk/>
      </pc:docMkLst>
      <pc:sldChg chg="modSp add del">
        <pc:chgData name="Kozhikkalathil, Nishi" userId="0c188c74-8a9d-4d88-9364-0d549502a5b1" providerId="ADAL" clId="{EE493F1E-F6C5-4E88-9352-27F47577D105}" dt="2023-07-23T07:50:08.516" v="63"/>
        <pc:sldMkLst>
          <pc:docMk/>
          <pc:sldMk cId="930868058" sldId="302"/>
        </pc:sldMkLst>
        <pc:graphicFrameChg chg="mod">
          <ac:chgData name="Kozhikkalathil, Nishi" userId="0c188c74-8a9d-4d88-9364-0d549502a5b1" providerId="ADAL" clId="{EE493F1E-F6C5-4E88-9352-27F47577D105}" dt="2023-07-23T07:50:08.516" v="63"/>
          <ac:graphicFrameMkLst>
            <pc:docMk/>
            <pc:sldMk cId="930868058" sldId="302"/>
            <ac:graphicFrameMk id="7" creationId="{A133322F-7A91-ABD1-A4DA-1CA091187D1E}"/>
          </ac:graphicFrameMkLst>
        </pc:graphicFrameChg>
      </pc:sldChg>
      <pc:sldChg chg="modSp add del mod">
        <pc:chgData name="Kozhikkalathil, Nishi" userId="0c188c74-8a9d-4d88-9364-0d549502a5b1" providerId="ADAL" clId="{EE493F1E-F6C5-4E88-9352-27F47577D105}" dt="2023-07-23T07:51:19.851" v="111"/>
        <pc:sldMkLst>
          <pc:docMk/>
          <pc:sldMk cId="2155001712" sldId="316"/>
        </pc:sldMkLst>
        <pc:spChg chg="mod">
          <ac:chgData name="Kozhikkalathil, Nishi" userId="0c188c74-8a9d-4d88-9364-0d549502a5b1" providerId="ADAL" clId="{EE493F1E-F6C5-4E88-9352-27F47577D105}" dt="2023-07-23T07:51:19.808" v="110"/>
          <ac:spMkLst>
            <pc:docMk/>
            <pc:sldMk cId="2155001712" sldId="316"/>
            <ac:spMk id="2" creationId="{6D5DDD7B-5186-40B9-E37A-E4B3DD243714}"/>
          </ac:spMkLst>
        </pc:spChg>
        <pc:spChg chg="mod">
          <ac:chgData name="Kozhikkalathil, Nishi" userId="0c188c74-8a9d-4d88-9364-0d549502a5b1" providerId="ADAL" clId="{EE493F1E-F6C5-4E88-9352-27F47577D105}" dt="2023-07-23T07:51:19.808" v="110"/>
          <ac:spMkLst>
            <pc:docMk/>
            <pc:sldMk cId="2155001712" sldId="316"/>
            <ac:spMk id="3" creationId="{EE32497A-953E-0D84-A2B2-A2A61B1093BB}"/>
          </ac:spMkLst>
        </pc:spChg>
      </pc:sldChg>
      <pc:sldChg chg="modSp add del">
        <pc:chgData name="Kozhikkalathil, Nishi" userId="0c188c74-8a9d-4d88-9364-0d549502a5b1" providerId="ADAL" clId="{EE493F1E-F6C5-4E88-9352-27F47577D105}" dt="2023-07-23T07:50:32.582" v="99" actId="108"/>
        <pc:sldMkLst>
          <pc:docMk/>
          <pc:sldMk cId="58820069" sldId="401"/>
        </pc:sldMkLst>
        <pc:graphicFrameChg chg="mod">
          <ac:chgData name="Kozhikkalathil, Nishi" userId="0c188c74-8a9d-4d88-9364-0d549502a5b1" providerId="ADAL" clId="{EE493F1E-F6C5-4E88-9352-27F47577D105}" dt="2023-07-23T07:50:32.582" v="99" actId="108"/>
          <ac:graphicFrameMkLst>
            <pc:docMk/>
            <pc:sldMk cId="58820069" sldId="401"/>
            <ac:graphicFrameMk id="4" creationId="{30E8BF55-F401-38CC-FAD0-C18E49E8FB54}"/>
          </ac:graphicFrameMkLst>
        </pc:graphicFrameChg>
        <pc:graphicFrameChg chg="mod">
          <ac:chgData name="Kozhikkalathil, Nishi" userId="0c188c74-8a9d-4d88-9364-0d549502a5b1" providerId="ADAL" clId="{EE493F1E-F6C5-4E88-9352-27F47577D105}" dt="2023-07-23T07:50:30.587" v="96" actId="108"/>
          <ac:graphicFrameMkLst>
            <pc:docMk/>
            <pc:sldMk cId="58820069" sldId="401"/>
            <ac:graphicFrameMk id="7" creationId="{A133322F-7A91-ABD1-A4DA-1CA091187D1E}"/>
          </ac:graphicFrameMkLst>
        </pc:graphicFrameChg>
      </pc:sldChg>
      <pc:sldChg chg="modSp add del">
        <pc:chgData name="Kozhikkalathil, Nishi" userId="0c188c74-8a9d-4d88-9364-0d549502a5b1" providerId="ADAL" clId="{EE493F1E-F6C5-4E88-9352-27F47577D105}" dt="2023-07-23T12:10:16.450" v="198"/>
        <pc:sldMkLst>
          <pc:docMk/>
          <pc:sldMk cId="522661102" sldId="404"/>
        </pc:sldMkLst>
        <pc:graphicFrameChg chg="mod">
          <ac:chgData name="Kozhikkalathil, Nishi" userId="0c188c74-8a9d-4d88-9364-0d549502a5b1" providerId="ADAL" clId="{EE493F1E-F6C5-4E88-9352-27F47577D105}" dt="2023-07-23T12:10:16.450" v="198"/>
          <ac:graphicFrameMkLst>
            <pc:docMk/>
            <pc:sldMk cId="522661102" sldId="404"/>
            <ac:graphicFrameMk id="6" creationId="{F38FE571-A139-7677-076E-9BB1F412D745}"/>
          </ac:graphicFrameMkLst>
        </pc:graphicFrameChg>
      </pc:sldChg>
      <pc:sldChg chg="delSp modSp add del mod">
        <pc:chgData name="Kozhikkalathil, Nishi" userId="0c188c74-8a9d-4d88-9364-0d549502a5b1" providerId="ADAL" clId="{EE493F1E-F6C5-4E88-9352-27F47577D105}" dt="2023-07-23T12:11:59.033" v="199" actId="20577"/>
        <pc:sldMkLst>
          <pc:docMk/>
          <pc:sldMk cId="3491935951" sldId="411"/>
        </pc:sldMkLst>
        <pc:spChg chg="del">
          <ac:chgData name="Kozhikkalathil, Nishi" userId="0c188c74-8a9d-4d88-9364-0d549502a5b1" providerId="ADAL" clId="{EE493F1E-F6C5-4E88-9352-27F47577D105}" dt="2023-07-23T07:59:43.142" v="169" actId="478"/>
          <ac:spMkLst>
            <pc:docMk/>
            <pc:sldMk cId="3491935951" sldId="411"/>
            <ac:spMk id="4" creationId="{FD364390-4E9C-794C-63AC-60D25AC5FD55}"/>
          </ac:spMkLst>
        </pc:spChg>
        <pc:spChg chg="del">
          <ac:chgData name="Kozhikkalathil, Nishi" userId="0c188c74-8a9d-4d88-9364-0d549502a5b1" providerId="ADAL" clId="{EE493F1E-F6C5-4E88-9352-27F47577D105}" dt="2023-07-23T08:03:00.388" v="179" actId="478"/>
          <ac:spMkLst>
            <pc:docMk/>
            <pc:sldMk cId="3491935951" sldId="411"/>
            <ac:spMk id="5" creationId="{0FE4FC17-B03B-0AAF-2ADE-3AB674B1B435}"/>
          </ac:spMkLst>
        </pc:spChg>
        <pc:graphicFrameChg chg="mod">
          <ac:chgData name="Kozhikkalathil, Nishi" userId="0c188c74-8a9d-4d88-9364-0d549502a5b1" providerId="ADAL" clId="{EE493F1E-F6C5-4E88-9352-27F47577D105}" dt="2023-07-23T12:11:59.033" v="199" actId="20577"/>
          <ac:graphicFrameMkLst>
            <pc:docMk/>
            <pc:sldMk cId="3491935951" sldId="411"/>
            <ac:graphicFrameMk id="7" creationId="{CCC6915F-D744-8F52-5DE1-1FCBD993ED5A}"/>
          </ac:graphicFrameMkLst>
        </pc:graphicFrameChg>
      </pc:sldChg>
      <pc:sldChg chg="modSp add del mod">
        <pc:chgData name="Kozhikkalathil, Nishi" userId="0c188c74-8a9d-4d88-9364-0d549502a5b1" providerId="ADAL" clId="{EE493F1E-F6C5-4E88-9352-27F47577D105}" dt="2023-07-23T07:54:27.893" v="136" actId="14100"/>
        <pc:sldMkLst>
          <pc:docMk/>
          <pc:sldMk cId="3555859551" sldId="412"/>
        </pc:sldMkLst>
        <pc:spChg chg="mod">
          <ac:chgData name="Kozhikkalathil, Nishi" userId="0c188c74-8a9d-4d88-9364-0d549502a5b1" providerId="ADAL" clId="{EE493F1E-F6C5-4E88-9352-27F47577D105}" dt="2023-07-23T07:54:27.893" v="136" actId="14100"/>
          <ac:spMkLst>
            <pc:docMk/>
            <pc:sldMk cId="3555859551" sldId="412"/>
            <ac:spMk id="2" creationId="{A041B8D3-BB20-2373-F14F-F86609851315}"/>
          </ac:spMkLst>
        </pc:spChg>
      </pc:sldChg>
      <pc:sldChg chg="del">
        <pc:chgData name="Kozhikkalathil, Nishi" userId="0c188c74-8a9d-4d88-9364-0d549502a5b1" providerId="ADAL" clId="{EE493F1E-F6C5-4E88-9352-27F47577D105}" dt="2023-07-23T07:46:19.829" v="19" actId="47"/>
        <pc:sldMkLst>
          <pc:docMk/>
          <pc:sldMk cId="3000502401" sldId="432"/>
        </pc:sldMkLst>
      </pc:sldChg>
      <pc:sldChg chg="delSp modSp add del mod">
        <pc:chgData name="Kozhikkalathil, Nishi" userId="0c188c74-8a9d-4d88-9364-0d549502a5b1" providerId="ADAL" clId="{EE493F1E-F6C5-4E88-9352-27F47577D105}" dt="2023-07-23T08:02:48.313" v="178" actId="478"/>
        <pc:sldMkLst>
          <pc:docMk/>
          <pc:sldMk cId="2843451224" sldId="2147470903"/>
        </pc:sldMkLst>
        <pc:spChg chg="del mod">
          <ac:chgData name="Kozhikkalathil, Nishi" userId="0c188c74-8a9d-4d88-9364-0d549502a5b1" providerId="ADAL" clId="{EE493F1E-F6C5-4E88-9352-27F47577D105}" dt="2023-07-23T08:02:48.313" v="178" actId="478"/>
          <ac:spMkLst>
            <pc:docMk/>
            <pc:sldMk cId="2843451224" sldId="2147470903"/>
            <ac:spMk id="3" creationId="{8CB57487-779D-0848-998C-091D0B2690CA}"/>
          </ac:spMkLst>
        </pc:spChg>
      </pc:sldChg>
      <pc:sldChg chg="add del">
        <pc:chgData name="Kozhikkalathil, Nishi" userId="0c188c74-8a9d-4d88-9364-0d549502a5b1" providerId="ADAL" clId="{EE493F1E-F6C5-4E88-9352-27F47577D105}" dt="2023-07-23T07:51:08.970" v="105"/>
        <pc:sldMkLst>
          <pc:docMk/>
          <pc:sldMk cId="3979408787" sldId="2147470922"/>
        </pc:sldMkLst>
      </pc:sldChg>
      <pc:sldChg chg="delSp modSp mod">
        <pc:chgData name="Kozhikkalathil, Nishi" userId="0c188c74-8a9d-4d88-9364-0d549502a5b1" providerId="ADAL" clId="{EE493F1E-F6C5-4E88-9352-27F47577D105}" dt="2023-07-23T08:02:39.127" v="176" actId="478"/>
        <pc:sldMkLst>
          <pc:docMk/>
          <pc:sldMk cId="2046279489" sldId="2147470925"/>
        </pc:sldMkLst>
        <pc:spChg chg="del">
          <ac:chgData name="Kozhikkalathil, Nishi" userId="0c188c74-8a9d-4d88-9364-0d549502a5b1" providerId="ADAL" clId="{EE493F1E-F6C5-4E88-9352-27F47577D105}" dt="2023-07-23T08:02:39.127" v="176" actId="478"/>
          <ac:spMkLst>
            <pc:docMk/>
            <pc:sldMk cId="2046279489" sldId="2147470925"/>
            <ac:spMk id="5" creationId="{A36F87E7-FA35-80BC-1A0F-B0AFB51BBB8C}"/>
          </ac:spMkLst>
        </pc:spChg>
        <pc:spChg chg="del">
          <ac:chgData name="Kozhikkalathil, Nishi" userId="0c188c74-8a9d-4d88-9364-0d549502a5b1" providerId="ADAL" clId="{EE493F1E-F6C5-4E88-9352-27F47577D105}" dt="2023-07-23T07:42:14.727" v="13" actId="478"/>
          <ac:spMkLst>
            <pc:docMk/>
            <pc:sldMk cId="2046279489" sldId="2147470925"/>
            <ac:spMk id="6" creationId="{6916DDCA-6FE6-4673-8FBB-88B31D98AC1F}"/>
          </ac:spMkLst>
        </pc:spChg>
        <pc:graphicFrameChg chg="mod">
          <ac:chgData name="Kozhikkalathil, Nishi" userId="0c188c74-8a9d-4d88-9364-0d549502a5b1" providerId="ADAL" clId="{EE493F1E-F6C5-4E88-9352-27F47577D105}" dt="2023-07-21T03:14:05.855" v="5" actId="255"/>
          <ac:graphicFrameMkLst>
            <pc:docMk/>
            <pc:sldMk cId="2046279489" sldId="2147470925"/>
            <ac:graphicFrameMk id="7" creationId="{50DF3105-B4B0-65F6-45AA-2905E862D82D}"/>
          </ac:graphicFrameMkLst>
        </pc:graphicFrameChg>
      </pc:sldChg>
      <pc:sldChg chg="delSp modSp mod">
        <pc:chgData name="Kozhikkalathil, Nishi" userId="0c188c74-8a9d-4d88-9364-0d549502a5b1" providerId="ADAL" clId="{EE493F1E-F6C5-4E88-9352-27F47577D105}" dt="2023-07-23T07:42:20.688" v="15" actId="478"/>
        <pc:sldMkLst>
          <pc:docMk/>
          <pc:sldMk cId="1240524942" sldId="2147470926"/>
        </pc:sldMkLst>
        <pc:spChg chg="del mod">
          <ac:chgData name="Kozhikkalathil, Nishi" userId="0c188c74-8a9d-4d88-9364-0d549502a5b1" providerId="ADAL" clId="{EE493F1E-F6C5-4E88-9352-27F47577D105}" dt="2023-07-23T07:42:20.688" v="15" actId="478"/>
          <ac:spMkLst>
            <pc:docMk/>
            <pc:sldMk cId="1240524942" sldId="2147470926"/>
            <ac:spMk id="66" creationId="{4DC4F98A-AD9E-425D-AFE8-E81258936A3E}"/>
          </ac:spMkLst>
        </pc:spChg>
      </pc:sldChg>
      <pc:sldChg chg="delSp mod">
        <pc:chgData name="Kozhikkalathil, Nishi" userId="0c188c74-8a9d-4d88-9364-0d549502a5b1" providerId="ADAL" clId="{EE493F1E-F6C5-4E88-9352-27F47577D105}" dt="2023-07-23T07:42:09.234" v="12" actId="478"/>
        <pc:sldMkLst>
          <pc:docMk/>
          <pc:sldMk cId="1478236237" sldId="2147470927"/>
        </pc:sldMkLst>
        <pc:spChg chg="del">
          <ac:chgData name="Kozhikkalathil, Nishi" userId="0c188c74-8a9d-4d88-9364-0d549502a5b1" providerId="ADAL" clId="{EE493F1E-F6C5-4E88-9352-27F47577D105}" dt="2023-07-23T07:42:09.234" v="12" actId="478"/>
          <ac:spMkLst>
            <pc:docMk/>
            <pc:sldMk cId="1478236237" sldId="2147470927"/>
            <ac:spMk id="2" creationId="{60CB4B21-7620-3192-9BAB-8DF92A132AD8}"/>
          </ac:spMkLst>
        </pc:spChg>
      </pc:sldChg>
      <pc:sldChg chg="delSp mod">
        <pc:chgData name="Kozhikkalathil, Nishi" userId="0c188c74-8a9d-4d88-9364-0d549502a5b1" providerId="ADAL" clId="{EE493F1E-F6C5-4E88-9352-27F47577D105}" dt="2023-07-23T07:42:05.223" v="11" actId="478"/>
        <pc:sldMkLst>
          <pc:docMk/>
          <pc:sldMk cId="3735410855" sldId="2147470928"/>
        </pc:sldMkLst>
        <pc:spChg chg="del">
          <ac:chgData name="Kozhikkalathil, Nishi" userId="0c188c74-8a9d-4d88-9364-0d549502a5b1" providerId="ADAL" clId="{EE493F1E-F6C5-4E88-9352-27F47577D105}" dt="2023-07-23T07:42:05.223" v="11" actId="478"/>
          <ac:spMkLst>
            <pc:docMk/>
            <pc:sldMk cId="3735410855" sldId="2147470928"/>
            <ac:spMk id="9" creationId="{13F2AF28-12F9-B0C7-C3A9-1FC759829D83}"/>
          </ac:spMkLst>
        </pc:spChg>
      </pc:sldChg>
      <pc:sldChg chg="delSp mod">
        <pc:chgData name="Kozhikkalathil, Nishi" userId="0c188c74-8a9d-4d88-9364-0d549502a5b1" providerId="ADAL" clId="{EE493F1E-F6C5-4E88-9352-27F47577D105}" dt="2023-07-23T08:01:12.658" v="175" actId="478"/>
        <pc:sldMkLst>
          <pc:docMk/>
          <pc:sldMk cId="4164505087" sldId="2147470934"/>
        </pc:sldMkLst>
        <pc:spChg chg="del">
          <ac:chgData name="Kozhikkalathil, Nishi" userId="0c188c74-8a9d-4d88-9364-0d549502a5b1" providerId="ADAL" clId="{EE493F1E-F6C5-4E88-9352-27F47577D105}" dt="2023-07-23T08:01:12.658" v="175" actId="478"/>
          <ac:spMkLst>
            <pc:docMk/>
            <pc:sldMk cId="4164505087" sldId="2147470934"/>
            <ac:spMk id="5" creationId="{A7615E0A-9EBE-CE20-C125-B44CFB1A1D5F}"/>
          </ac:spMkLst>
        </pc:spChg>
        <pc:spChg chg="del">
          <ac:chgData name="Kozhikkalathil, Nishi" userId="0c188c74-8a9d-4d88-9364-0d549502a5b1" providerId="ADAL" clId="{EE493F1E-F6C5-4E88-9352-27F47577D105}" dt="2023-07-23T07:41:30.239" v="10" actId="478"/>
          <ac:spMkLst>
            <pc:docMk/>
            <pc:sldMk cId="4164505087" sldId="2147470934"/>
            <ac:spMk id="7" creationId="{0FF1D4EA-E1FE-75ED-4879-789132C82A5A}"/>
          </ac:spMkLst>
        </pc:spChg>
      </pc:sldChg>
      <pc:sldChg chg="delSp mod">
        <pc:chgData name="Kozhikkalathil, Nishi" userId="0c188c74-8a9d-4d88-9364-0d549502a5b1" providerId="ADAL" clId="{EE493F1E-F6C5-4E88-9352-27F47577D105}" dt="2023-07-23T08:01:06.393" v="174" actId="478"/>
        <pc:sldMkLst>
          <pc:docMk/>
          <pc:sldMk cId="2216059393" sldId="2147470935"/>
        </pc:sldMkLst>
        <pc:spChg chg="del">
          <ac:chgData name="Kozhikkalathil, Nishi" userId="0c188c74-8a9d-4d88-9364-0d549502a5b1" providerId="ADAL" clId="{EE493F1E-F6C5-4E88-9352-27F47577D105}" dt="2023-07-23T07:41:23.810" v="9" actId="478"/>
          <ac:spMkLst>
            <pc:docMk/>
            <pc:sldMk cId="2216059393" sldId="2147470935"/>
            <ac:spMk id="2" creationId="{C5CC310A-FAD9-8142-A476-EEC24DFBA49D}"/>
          </ac:spMkLst>
        </pc:spChg>
        <pc:spChg chg="del">
          <ac:chgData name="Kozhikkalathil, Nishi" userId="0c188c74-8a9d-4d88-9364-0d549502a5b1" providerId="ADAL" clId="{EE493F1E-F6C5-4E88-9352-27F47577D105}" dt="2023-07-23T08:01:06.393" v="174" actId="478"/>
          <ac:spMkLst>
            <pc:docMk/>
            <pc:sldMk cId="2216059393" sldId="2147470935"/>
            <ac:spMk id="3" creationId="{1E786EEE-2A8A-424D-A8F3-87FBF2ED6684}"/>
          </ac:spMkLst>
        </pc:spChg>
      </pc:sldChg>
      <pc:sldChg chg="delSp mod">
        <pc:chgData name="Kozhikkalathil, Nishi" userId="0c188c74-8a9d-4d88-9364-0d549502a5b1" providerId="ADAL" clId="{EE493F1E-F6C5-4E88-9352-27F47577D105}" dt="2023-07-23T08:00:59.477" v="173" actId="478"/>
        <pc:sldMkLst>
          <pc:docMk/>
          <pc:sldMk cId="2398852912" sldId="2147470936"/>
        </pc:sldMkLst>
        <pc:spChg chg="del">
          <ac:chgData name="Kozhikkalathil, Nishi" userId="0c188c74-8a9d-4d88-9364-0d549502a5b1" providerId="ADAL" clId="{EE493F1E-F6C5-4E88-9352-27F47577D105}" dt="2023-07-23T07:41:14.251" v="8" actId="478"/>
          <ac:spMkLst>
            <pc:docMk/>
            <pc:sldMk cId="2398852912" sldId="2147470936"/>
            <ac:spMk id="2" creationId="{C5CC310A-FAD9-8142-A476-EEC24DFBA49D}"/>
          </ac:spMkLst>
        </pc:spChg>
        <pc:spChg chg="del">
          <ac:chgData name="Kozhikkalathil, Nishi" userId="0c188c74-8a9d-4d88-9364-0d549502a5b1" providerId="ADAL" clId="{EE493F1E-F6C5-4E88-9352-27F47577D105}" dt="2023-07-23T08:00:59.477" v="173" actId="478"/>
          <ac:spMkLst>
            <pc:docMk/>
            <pc:sldMk cId="2398852912" sldId="2147470936"/>
            <ac:spMk id="3" creationId="{1E786EEE-2A8A-424D-A8F3-87FBF2ED6684}"/>
          </ac:spMkLst>
        </pc:spChg>
      </pc:sldChg>
      <pc:sldChg chg="delSp mod">
        <pc:chgData name="Kozhikkalathil, Nishi" userId="0c188c74-8a9d-4d88-9364-0d549502a5b1" providerId="ADAL" clId="{EE493F1E-F6C5-4E88-9352-27F47577D105}" dt="2023-07-23T08:00:49.160" v="171" actId="478"/>
        <pc:sldMkLst>
          <pc:docMk/>
          <pc:sldMk cId="341373168" sldId="2147470937"/>
        </pc:sldMkLst>
        <pc:spChg chg="del">
          <ac:chgData name="Kozhikkalathil, Nishi" userId="0c188c74-8a9d-4d88-9364-0d549502a5b1" providerId="ADAL" clId="{EE493F1E-F6C5-4E88-9352-27F47577D105}" dt="2023-07-23T07:41:02.228" v="6" actId="478"/>
          <ac:spMkLst>
            <pc:docMk/>
            <pc:sldMk cId="341373168" sldId="2147470937"/>
            <ac:spMk id="2" creationId="{C5CC310A-FAD9-8142-A476-EEC24DFBA49D}"/>
          </ac:spMkLst>
        </pc:spChg>
        <pc:spChg chg="del">
          <ac:chgData name="Kozhikkalathil, Nishi" userId="0c188c74-8a9d-4d88-9364-0d549502a5b1" providerId="ADAL" clId="{EE493F1E-F6C5-4E88-9352-27F47577D105}" dt="2023-07-23T08:00:49.160" v="171" actId="478"/>
          <ac:spMkLst>
            <pc:docMk/>
            <pc:sldMk cId="341373168" sldId="2147470937"/>
            <ac:spMk id="3" creationId="{1E786EEE-2A8A-424D-A8F3-87FBF2ED6684}"/>
          </ac:spMkLst>
        </pc:spChg>
      </pc:sldChg>
      <pc:sldChg chg="delSp mod">
        <pc:chgData name="Kozhikkalathil, Nishi" userId="0c188c74-8a9d-4d88-9364-0d549502a5b1" providerId="ADAL" clId="{EE493F1E-F6C5-4E88-9352-27F47577D105}" dt="2023-07-23T08:00:54.554" v="172" actId="478"/>
        <pc:sldMkLst>
          <pc:docMk/>
          <pc:sldMk cId="3397362257" sldId="2147470938"/>
        </pc:sldMkLst>
        <pc:spChg chg="del">
          <ac:chgData name="Kozhikkalathil, Nishi" userId="0c188c74-8a9d-4d88-9364-0d549502a5b1" providerId="ADAL" clId="{EE493F1E-F6C5-4E88-9352-27F47577D105}" dt="2023-07-23T08:00:54.554" v="172" actId="478"/>
          <ac:spMkLst>
            <pc:docMk/>
            <pc:sldMk cId="3397362257" sldId="2147470938"/>
            <ac:spMk id="3" creationId="{C1C8D294-98F6-CF46-9575-1F97B42CAEA4}"/>
          </ac:spMkLst>
        </pc:spChg>
        <pc:spChg chg="del">
          <ac:chgData name="Kozhikkalathil, Nishi" userId="0c188c74-8a9d-4d88-9364-0d549502a5b1" providerId="ADAL" clId="{EE493F1E-F6C5-4E88-9352-27F47577D105}" dt="2023-07-23T07:41:08.055" v="7" actId="478"/>
          <ac:spMkLst>
            <pc:docMk/>
            <pc:sldMk cId="3397362257" sldId="2147470938"/>
            <ac:spMk id="4" creationId="{E0FC0827-0B9F-5749-9AAB-62971F0B7890}"/>
          </ac:spMkLst>
        </pc:spChg>
      </pc:sldChg>
      <pc:sldChg chg="add del">
        <pc:chgData name="Kozhikkalathil, Nishi" userId="0c188c74-8a9d-4d88-9364-0d549502a5b1" providerId="ADAL" clId="{EE493F1E-F6C5-4E88-9352-27F47577D105}" dt="2023-07-23T07:46:33.620" v="22"/>
        <pc:sldMkLst>
          <pc:docMk/>
          <pc:sldMk cId="896648152" sldId="2147470945"/>
        </pc:sldMkLst>
      </pc:sldChg>
      <pc:sldChg chg="add del">
        <pc:chgData name="Kozhikkalathil, Nishi" userId="0c188c74-8a9d-4d88-9364-0d549502a5b1" providerId="ADAL" clId="{EE493F1E-F6C5-4E88-9352-27F47577D105}" dt="2023-07-23T07:47:20.738" v="25"/>
        <pc:sldMkLst>
          <pc:docMk/>
          <pc:sldMk cId="1175510100" sldId="2147470946"/>
        </pc:sldMkLst>
      </pc:sldChg>
      <pc:sldChg chg="add del">
        <pc:chgData name="Kozhikkalathil, Nishi" userId="0c188c74-8a9d-4d88-9364-0d549502a5b1" providerId="ADAL" clId="{EE493F1E-F6C5-4E88-9352-27F47577D105}" dt="2023-07-23T07:50:55.198" v="102"/>
        <pc:sldMkLst>
          <pc:docMk/>
          <pc:sldMk cId="3434143952" sldId="2147470947"/>
        </pc:sldMkLst>
      </pc:sldChg>
      <pc:sldChg chg="add del">
        <pc:chgData name="Kozhikkalathil, Nishi" userId="0c188c74-8a9d-4d88-9364-0d549502a5b1" providerId="ADAL" clId="{EE493F1E-F6C5-4E88-9352-27F47577D105}" dt="2023-07-23T07:52:22.390" v="114"/>
        <pc:sldMkLst>
          <pc:docMk/>
          <pc:sldMk cId="102498744" sldId="2147470948"/>
        </pc:sldMkLst>
      </pc:sldChg>
      <pc:sldChg chg="modSp add del">
        <pc:chgData name="Kozhikkalathil, Nishi" userId="0c188c74-8a9d-4d88-9364-0d549502a5b1" providerId="ADAL" clId="{EE493F1E-F6C5-4E88-9352-27F47577D105}" dt="2023-07-31T08:11:58.329" v="201" actId="20577"/>
        <pc:sldMkLst>
          <pc:docMk/>
          <pc:sldMk cId="648385575" sldId="2147470949"/>
        </pc:sldMkLst>
        <pc:graphicFrameChg chg="mod">
          <ac:chgData name="Kozhikkalathil, Nishi" userId="0c188c74-8a9d-4d88-9364-0d549502a5b1" providerId="ADAL" clId="{EE493F1E-F6C5-4E88-9352-27F47577D105}" dt="2023-07-31T08:11:58.329" v="201" actId="20577"/>
          <ac:graphicFrameMkLst>
            <pc:docMk/>
            <pc:sldMk cId="648385575" sldId="2147470949"/>
            <ac:graphicFrameMk id="7" creationId="{5361916F-AFD7-F24C-D24B-6AAFE8CBD8D0}"/>
          </ac:graphicFrameMkLst>
        </pc:graphicFrameChg>
      </pc:sldChg>
      <pc:sldChg chg="add del">
        <pc:chgData name="Kozhikkalathil, Nishi" userId="0c188c74-8a9d-4d88-9364-0d549502a5b1" providerId="ADAL" clId="{EE493F1E-F6C5-4E88-9352-27F47577D105}" dt="2023-07-23T07:55:59.699" v="142"/>
        <pc:sldMkLst>
          <pc:docMk/>
          <pc:sldMk cId="4155001667" sldId="2147470950"/>
        </pc:sldMkLst>
      </pc:sldChg>
      <pc:sldChg chg="add del">
        <pc:chgData name="Kozhikkalathil, Nishi" userId="0c188c74-8a9d-4d88-9364-0d549502a5b1" providerId="ADAL" clId="{EE493F1E-F6C5-4E88-9352-27F47577D105}" dt="2023-07-23T07:56:26.154" v="145"/>
        <pc:sldMkLst>
          <pc:docMk/>
          <pc:sldMk cId="1673190330" sldId="2147470951"/>
        </pc:sldMkLst>
      </pc:sldChg>
      <pc:sldChg chg="delSp modSp add del mod">
        <pc:chgData name="Kozhikkalathil, Nishi" userId="0c188c74-8a9d-4d88-9364-0d549502a5b1" providerId="ADAL" clId="{EE493F1E-F6C5-4E88-9352-27F47577D105}" dt="2023-07-23T08:03:08.780" v="180" actId="478"/>
        <pc:sldMkLst>
          <pc:docMk/>
          <pc:sldMk cId="3429773721" sldId="2147470952"/>
        </pc:sldMkLst>
        <pc:spChg chg="del mod">
          <ac:chgData name="Kozhikkalathil, Nishi" userId="0c188c74-8a9d-4d88-9364-0d549502a5b1" providerId="ADAL" clId="{EE493F1E-F6C5-4E88-9352-27F47577D105}" dt="2023-07-23T07:59:58.794" v="170" actId="478"/>
          <ac:spMkLst>
            <pc:docMk/>
            <pc:sldMk cId="3429773721" sldId="2147470952"/>
            <ac:spMk id="4" creationId="{FD364390-4E9C-794C-63AC-60D25AC5FD55}"/>
          </ac:spMkLst>
        </pc:spChg>
        <pc:spChg chg="del mod">
          <ac:chgData name="Kozhikkalathil, Nishi" userId="0c188c74-8a9d-4d88-9364-0d549502a5b1" providerId="ADAL" clId="{EE493F1E-F6C5-4E88-9352-27F47577D105}" dt="2023-07-23T08:03:08.780" v="180" actId="478"/>
          <ac:spMkLst>
            <pc:docMk/>
            <pc:sldMk cId="3429773721" sldId="2147470952"/>
            <ac:spMk id="5" creationId="{0FE4FC17-B03B-0AAF-2ADE-3AB674B1B435}"/>
          </ac:spMkLst>
        </pc:spChg>
        <pc:graphicFrameChg chg="mod">
          <ac:chgData name="Kozhikkalathil, Nishi" userId="0c188c74-8a9d-4d88-9364-0d549502a5b1" providerId="ADAL" clId="{EE493F1E-F6C5-4E88-9352-27F47577D105}" dt="2023-07-23T07:58:59.772" v="161" actId="108"/>
          <ac:graphicFrameMkLst>
            <pc:docMk/>
            <pc:sldMk cId="3429773721" sldId="2147470952"/>
            <ac:graphicFrameMk id="8" creationId="{82863BDF-06FE-0F59-7D54-B46CA35EF3A9}"/>
          </ac:graphicFrameMkLst>
        </pc:graphicFrameChg>
        <pc:graphicFrameChg chg="mod">
          <ac:chgData name="Kozhikkalathil, Nishi" userId="0c188c74-8a9d-4d88-9364-0d549502a5b1" providerId="ADAL" clId="{EE493F1E-F6C5-4E88-9352-27F47577D105}" dt="2023-07-23T07:59:05.136" v="168" actId="20577"/>
          <ac:graphicFrameMkLst>
            <pc:docMk/>
            <pc:sldMk cId="3429773721" sldId="2147470952"/>
            <ac:graphicFrameMk id="9" creationId="{10F5F7D0-AFDE-B572-A648-DA11AC5B9907}"/>
          </ac:graphicFrameMkLst>
        </pc:graphicFrameChg>
      </pc:sldChg>
    </pc:docChg>
  </pc:docChgLst>
  <pc:docChgLst>
    <pc:chgData name="Kozhikkalathil, Nishi" userId="0c188c74-8a9d-4d88-9364-0d549502a5b1" providerId="ADAL" clId="{8CBB90CA-6811-4CE8-970B-FF958FE64A88}"/>
    <pc:docChg chg="undo redo custSel modSld">
      <pc:chgData name="Kozhikkalathil, Nishi" userId="0c188c74-8a9d-4d88-9364-0d549502a5b1" providerId="ADAL" clId="{8CBB90CA-6811-4CE8-970B-FF958FE64A88}" dt="2024-05-31T09:01:52.587" v="1211" actId="1035"/>
      <pc:docMkLst>
        <pc:docMk/>
      </pc:docMkLst>
      <pc:sldChg chg="addSp delSp modSp mod">
        <pc:chgData name="Kozhikkalathil, Nishi" userId="0c188c74-8a9d-4d88-9364-0d549502a5b1" providerId="ADAL" clId="{8CBB90CA-6811-4CE8-970B-FF958FE64A88}" dt="2024-05-31T09:01:52.587" v="1211" actId="1035"/>
        <pc:sldMkLst>
          <pc:docMk/>
          <pc:sldMk cId="3108547940" sldId="22429"/>
        </pc:sldMkLst>
        <pc:spChg chg="mod">
          <ac:chgData name="Kozhikkalathil, Nishi" userId="0c188c74-8a9d-4d88-9364-0d549502a5b1" providerId="ADAL" clId="{8CBB90CA-6811-4CE8-970B-FF958FE64A88}" dt="2024-05-31T07:59:38.941" v="1096" actId="13926"/>
          <ac:spMkLst>
            <pc:docMk/>
            <pc:sldMk cId="3108547940" sldId="22429"/>
            <ac:spMk id="2" creationId="{8C8CD1E9-8C5E-054D-8E4C-8F06D6545A72}"/>
          </ac:spMkLst>
        </pc:spChg>
        <pc:spChg chg="mod">
          <ac:chgData name="Kozhikkalathil, Nishi" userId="0c188c74-8a9d-4d88-9364-0d549502a5b1" providerId="ADAL" clId="{8CBB90CA-6811-4CE8-970B-FF958FE64A88}" dt="2024-05-31T09:01:52.587" v="1211" actId="1035"/>
          <ac:spMkLst>
            <pc:docMk/>
            <pc:sldMk cId="3108547940" sldId="22429"/>
            <ac:spMk id="15" creationId="{C023EFFE-A070-7473-C518-8DE8F31354A4}"/>
          </ac:spMkLst>
        </pc:spChg>
        <pc:spChg chg="del mod">
          <ac:chgData name="Kozhikkalathil, Nishi" userId="0c188c74-8a9d-4d88-9364-0d549502a5b1" providerId="ADAL" clId="{8CBB90CA-6811-4CE8-970B-FF958FE64A88}" dt="2024-05-31T07:40:21.351" v="565" actId="478"/>
          <ac:spMkLst>
            <pc:docMk/>
            <pc:sldMk cId="3108547940" sldId="22429"/>
            <ac:spMk id="16" creationId="{B7FFD56D-E75B-CF5B-E196-4AF63B392240}"/>
          </ac:spMkLst>
        </pc:spChg>
        <pc:spChg chg="del">
          <ac:chgData name="Kozhikkalathil, Nishi" userId="0c188c74-8a9d-4d88-9364-0d549502a5b1" providerId="ADAL" clId="{8CBB90CA-6811-4CE8-970B-FF958FE64A88}" dt="2024-05-31T07:53:01.550" v="986" actId="478"/>
          <ac:spMkLst>
            <pc:docMk/>
            <pc:sldMk cId="3108547940" sldId="22429"/>
            <ac:spMk id="17" creationId="{CB3E016C-FD6E-2496-CB55-12198056C189}"/>
          </ac:spMkLst>
        </pc:spChg>
        <pc:spChg chg="mod">
          <ac:chgData name="Kozhikkalathil, Nishi" userId="0c188c74-8a9d-4d88-9364-0d549502a5b1" providerId="ADAL" clId="{8CBB90CA-6811-4CE8-970B-FF958FE64A88}" dt="2024-05-31T08:55:42.133" v="1100" actId="207"/>
          <ac:spMkLst>
            <pc:docMk/>
            <pc:sldMk cId="3108547940" sldId="22429"/>
            <ac:spMk id="18" creationId="{0860A754-BDF9-C08F-901B-315CEA573397}"/>
          </ac:spMkLst>
        </pc:spChg>
        <pc:spChg chg="del">
          <ac:chgData name="Kozhikkalathil, Nishi" userId="0c188c74-8a9d-4d88-9364-0d549502a5b1" providerId="ADAL" clId="{8CBB90CA-6811-4CE8-970B-FF958FE64A88}" dt="2024-05-31T07:53:18.840" v="991" actId="478"/>
          <ac:spMkLst>
            <pc:docMk/>
            <pc:sldMk cId="3108547940" sldId="22429"/>
            <ac:spMk id="19" creationId="{087FC0EE-C91F-5FF4-991A-5DCB1BC3D8B8}"/>
          </ac:spMkLst>
        </pc:spChg>
        <pc:spChg chg="mod">
          <ac:chgData name="Kozhikkalathil, Nishi" userId="0c188c74-8a9d-4d88-9364-0d549502a5b1" providerId="ADAL" clId="{8CBB90CA-6811-4CE8-970B-FF958FE64A88}" dt="2024-05-31T07:34:04.482" v="456" actId="20577"/>
          <ac:spMkLst>
            <pc:docMk/>
            <pc:sldMk cId="3108547940" sldId="22429"/>
            <ac:spMk id="20" creationId="{192854B7-98B6-8183-A992-8923E7EF209A}"/>
          </ac:spMkLst>
        </pc:spChg>
        <pc:spChg chg="mod">
          <ac:chgData name="Kozhikkalathil, Nishi" userId="0c188c74-8a9d-4d88-9364-0d549502a5b1" providerId="ADAL" clId="{8CBB90CA-6811-4CE8-970B-FF958FE64A88}" dt="2024-05-31T07:34:09.226" v="460" actId="20577"/>
          <ac:spMkLst>
            <pc:docMk/>
            <pc:sldMk cId="3108547940" sldId="22429"/>
            <ac:spMk id="21" creationId="{52B4AF8E-8379-2E25-CF78-E4548EAE54AC}"/>
          </ac:spMkLst>
        </pc:spChg>
        <pc:spChg chg="mod">
          <ac:chgData name="Kozhikkalathil, Nishi" userId="0c188c74-8a9d-4d88-9364-0d549502a5b1" providerId="ADAL" clId="{8CBB90CA-6811-4CE8-970B-FF958FE64A88}" dt="2024-05-31T07:34:15.049" v="463" actId="20577"/>
          <ac:spMkLst>
            <pc:docMk/>
            <pc:sldMk cId="3108547940" sldId="22429"/>
            <ac:spMk id="22" creationId="{1C791699-18A4-4CBA-DE21-CA783F6E7B79}"/>
          </ac:spMkLst>
        </pc:spChg>
        <pc:spChg chg="mod">
          <ac:chgData name="Kozhikkalathil, Nishi" userId="0c188c74-8a9d-4d88-9364-0d549502a5b1" providerId="ADAL" clId="{8CBB90CA-6811-4CE8-970B-FF958FE64A88}" dt="2024-05-31T07:34:18.160" v="466" actId="20577"/>
          <ac:spMkLst>
            <pc:docMk/>
            <pc:sldMk cId="3108547940" sldId="22429"/>
            <ac:spMk id="23" creationId="{A5988B82-59D5-9D54-C269-8CFC97D59F5C}"/>
          </ac:spMkLst>
        </pc:spChg>
        <pc:spChg chg="mod">
          <ac:chgData name="Kozhikkalathil, Nishi" userId="0c188c74-8a9d-4d88-9364-0d549502a5b1" providerId="ADAL" clId="{8CBB90CA-6811-4CE8-970B-FF958FE64A88}" dt="2024-05-31T07:34:21.707" v="469" actId="20577"/>
          <ac:spMkLst>
            <pc:docMk/>
            <pc:sldMk cId="3108547940" sldId="22429"/>
            <ac:spMk id="24" creationId="{36425740-FECE-BBDF-2442-094B62B82D4E}"/>
          </ac:spMkLst>
        </pc:spChg>
        <pc:spChg chg="mod">
          <ac:chgData name="Kozhikkalathil, Nishi" userId="0c188c74-8a9d-4d88-9364-0d549502a5b1" providerId="ADAL" clId="{8CBB90CA-6811-4CE8-970B-FF958FE64A88}" dt="2024-05-31T07:34:25.314" v="472" actId="20577"/>
          <ac:spMkLst>
            <pc:docMk/>
            <pc:sldMk cId="3108547940" sldId="22429"/>
            <ac:spMk id="25" creationId="{1A28243B-86B6-DEC1-EDA7-19F2381B9722}"/>
          </ac:spMkLst>
        </pc:spChg>
        <pc:spChg chg="mod">
          <ac:chgData name="Kozhikkalathil, Nishi" userId="0c188c74-8a9d-4d88-9364-0d549502a5b1" providerId="ADAL" clId="{8CBB90CA-6811-4CE8-970B-FF958FE64A88}" dt="2024-05-31T07:34:29.125" v="475" actId="20577"/>
          <ac:spMkLst>
            <pc:docMk/>
            <pc:sldMk cId="3108547940" sldId="22429"/>
            <ac:spMk id="26" creationId="{232632EC-A95B-2089-38A6-43BFCFD90A9D}"/>
          </ac:spMkLst>
        </pc:spChg>
        <pc:spChg chg="mod">
          <ac:chgData name="Kozhikkalathil, Nishi" userId="0c188c74-8a9d-4d88-9364-0d549502a5b1" providerId="ADAL" clId="{8CBB90CA-6811-4CE8-970B-FF958FE64A88}" dt="2024-05-31T07:34:34.342" v="478" actId="20577"/>
          <ac:spMkLst>
            <pc:docMk/>
            <pc:sldMk cId="3108547940" sldId="22429"/>
            <ac:spMk id="27" creationId="{1187958A-1DBD-E5D7-75F4-30BC98724FCA}"/>
          </ac:spMkLst>
        </pc:spChg>
        <pc:spChg chg="mod">
          <ac:chgData name="Kozhikkalathil, Nishi" userId="0c188c74-8a9d-4d88-9364-0d549502a5b1" providerId="ADAL" clId="{8CBB90CA-6811-4CE8-970B-FF958FE64A88}" dt="2024-05-31T07:34:38.538" v="481" actId="20577"/>
          <ac:spMkLst>
            <pc:docMk/>
            <pc:sldMk cId="3108547940" sldId="22429"/>
            <ac:spMk id="28" creationId="{94072B4E-40D2-12C0-B0C6-E72AAA1C9B2C}"/>
          </ac:spMkLst>
        </pc:spChg>
        <pc:spChg chg="mod">
          <ac:chgData name="Kozhikkalathil, Nishi" userId="0c188c74-8a9d-4d88-9364-0d549502a5b1" providerId="ADAL" clId="{8CBB90CA-6811-4CE8-970B-FF958FE64A88}" dt="2024-05-31T07:34:43.085" v="484" actId="20577"/>
          <ac:spMkLst>
            <pc:docMk/>
            <pc:sldMk cId="3108547940" sldId="22429"/>
            <ac:spMk id="29" creationId="{7592F32D-9788-6D27-1861-D606E96FBA5D}"/>
          </ac:spMkLst>
        </pc:spChg>
        <pc:spChg chg="mod">
          <ac:chgData name="Kozhikkalathil, Nishi" userId="0c188c74-8a9d-4d88-9364-0d549502a5b1" providerId="ADAL" clId="{8CBB90CA-6811-4CE8-970B-FF958FE64A88}" dt="2024-05-31T07:34:47.380" v="487" actId="20577"/>
          <ac:spMkLst>
            <pc:docMk/>
            <pc:sldMk cId="3108547940" sldId="22429"/>
            <ac:spMk id="31" creationId="{1FAC6BE3-D3A1-6786-CBDC-863B5E26DC34}"/>
          </ac:spMkLst>
        </pc:spChg>
        <pc:spChg chg="add mod">
          <ac:chgData name="Kozhikkalathil, Nishi" userId="0c188c74-8a9d-4d88-9364-0d549502a5b1" providerId="ADAL" clId="{8CBB90CA-6811-4CE8-970B-FF958FE64A88}" dt="2024-05-31T07:52:03.410" v="967" actId="207"/>
          <ac:spMkLst>
            <pc:docMk/>
            <pc:sldMk cId="3108547940" sldId="22429"/>
            <ac:spMk id="32" creationId="{CB784C9B-795A-33C7-8A62-8E625DC0E849}"/>
          </ac:spMkLst>
        </pc:spChg>
        <pc:spChg chg="add mod">
          <ac:chgData name="Kozhikkalathil, Nishi" userId="0c188c74-8a9d-4d88-9364-0d549502a5b1" providerId="ADAL" clId="{8CBB90CA-6811-4CE8-970B-FF958FE64A88}" dt="2024-05-31T08:55:26.604" v="1099" actId="207"/>
          <ac:spMkLst>
            <pc:docMk/>
            <pc:sldMk cId="3108547940" sldId="22429"/>
            <ac:spMk id="33" creationId="{49081170-2C4F-15B4-DE09-CB6EA7EDA0C9}"/>
          </ac:spMkLst>
        </pc:spChg>
        <pc:spChg chg="add mod">
          <ac:chgData name="Kozhikkalathil, Nishi" userId="0c188c74-8a9d-4d88-9364-0d549502a5b1" providerId="ADAL" clId="{8CBB90CA-6811-4CE8-970B-FF958FE64A88}" dt="2024-05-31T07:49:59.246" v="942" actId="14100"/>
          <ac:spMkLst>
            <pc:docMk/>
            <pc:sldMk cId="3108547940" sldId="22429"/>
            <ac:spMk id="34" creationId="{460AE6A1-FBC0-0E8E-26C8-56D366EAEC18}"/>
          </ac:spMkLst>
        </pc:spChg>
        <pc:spChg chg="add mod">
          <ac:chgData name="Kozhikkalathil, Nishi" userId="0c188c74-8a9d-4d88-9364-0d549502a5b1" providerId="ADAL" clId="{8CBB90CA-6811-4CE8-970B-FF958FE64A88}" dt="2024-05-31T08:55:26.604" v="1099" actId="207"/>
          <ac:spMkLst>
            <pc:docMk/>
            <pc:sldMk cId="3108547940" sldId="22429"/>
            <ac:spMk id="35" creationId="{A37C2DA5-58F5-62B3-7141-BB414EC642EB}"/>
          </ac:spMkLst>
        </pc:spChg>
        <pc:spChg chg="add mod">
          <ac:chgData name="Kozhikkalathil, Nishi" userId="0c188c74-8a9d-4d88-9364-0d549502a5b1" providerId="ADAL" clId="{8CBB90CA-6811-4CE8-970B-FF958FE64A88}" dt="2024-05-31T07:52:36.642" v="979" actId="20577"/>
          <ac:spMkLst>
            <pc:docMk/>
            <pc:sldMk cId="3108547940" sldId="22429"/>
            <ac:spMk id="36" creationId="{B5F6094D-100C-4F6E-6D0F-3074FAD5157E}"/>
          </ac:spMkLst>
        </pc:spChg>
        <pc:spChg chg="add mod">
          <ac:chgData name="Kozhikkalathil, Nishi" userId="0c188c74-8a9d-4d88-9364-0d549502a5b1" providerId="ADAL" clId="{8CBB90CA-6811-4CE8-970B-FF958FE64A88}" dt="2024-05-31T08:58:22.398" v="1193" actId="20577"/>
          <ac:spMkLst>
            <pc:docMk/>
            <pc:sldMk cId="3108547940" sldId="22429"/>
            <ac:spMk id="37" creationId="{349A1000-66CA-772E-843F-156684BA4C3F}"/>
          </ac:spMkLst>
        </pc:spChg>
        <pc:spChg chg="add mod">
          <ac:chgData name="Kozhikkalathil, Nishi" userId="0c188c74-8a9d-4d88-9364-0d549502a5b1" providerId="ADAL" clId="{8CBB90CA-6811-4CE8-970B-FF958FE64A88}" dt="2024-05-31T08:57:08.653" v="1165" actId="1037"/>
          <ac:spMkLst>
            <pc:docMk/>
            <pc:sldMk cId="3108547940" sldId="22429"/>
            <ac:spMk id="47" creationId="{F23E0A8A-D67D-885E-9DDD-67EFCCE331C6}"/>
          </ac:spMkLst>
        </pc:spChg>
        <pc:spChg chg="add mod">
          <ac:chgData name="Kozhikkalathil, Nishi" userId="0c188c74-8a9d-4d88-9364-0d549502a5b1" providerId="ADAL" clId="{8CBB90CA-6811-4CE8-970B-FF958FE64A88}" dt="2024-05-31T08:56:45.648" v="1152" actId="108"/>
          <ac:spMkLst>
            <pc:docMk/>
            <pc:sldMk cId="3108547940" sldId="22429"/>
            <ac:spMk id="48" creationId="{DEFC9414-92FE-9E0A-971E-34F5C029172C}"/>
          </ac:spMkLst>
        </pc:spChg>
        <pc:spChg chg="add mod">
          <ac:chgData name="Kozhikkalathil, Nishi" userId="0c188c74-8a9d-4d88-9364-0d549502a5b1" providerId="ADAL" clId="{8CBB90CA-6811-4CE8-970B-FF958FE64A88}" dt="2024-05-31T08:55:26.604" v="1099" actId="207"/>
          <ac:spMkLst>
            <pc:docMk/>
            <pc:sldMk cId="3108547940" sldId="22429"/>
            <ac:spMk id="49" creationId="{871262E0-9C0C-1DFD-C53A-47FDA19571D3}"/>
          </ac:spMkLst>
        </pc:spChg>
        <pc:spChg chg="add mod">
          <ac:chgData name="Kozhikkalathil, Nishi" userId="0c188c74-8a9d-4d88-9364-0d549502a5b1" providerId="ADAL" clId="{8CBB90CA-6811-4CE8-970B-FF958FE64A88}" dt="2024-05-31T08:57:21.090" v="1166" actId="207"/>
          <ac:spMkLst>
            <pc:docMk/>
            <pc:sldMk cId="3108547940" sldId="22429"/>
            <ac:spMk id="50" creationId="{B25A4F7A-0118-CFCA-4306-B2B869F6AB24}"/>
          </ac:spMkLst>
        </pc:spChg>
        <pc:spChg chg="mod">
          <ac:chgData name="Kozhikkalathil, Nishi" userId="0c188c74-8a9d-4d88-9364-0d549502a5b1" providerId="ADAL" clId="{8CBB90CA-6811-4CE8-970B-FF958FE64A88}" dt="2024-05-31T07:36:31.695" v="519" actId="20577"/>
          <ac:spMkLst>
            <pc:docMk/>
            <pc:sldMk cId="3108547940" sldId="22429"/>
            <ac:spMk id="58" creationId="{D10AA367-E351-0F36-90F3-23947E6132AE}"/>
          </ac:spMkLst>
        </pc:spChg>
        <pc:spChg chg="mod">
          <ac:chgData name="Kozhikkalathil, Nishi" userId="0c188c74-8a9d-4d88-9364-0d549502a5b1" providerId="ADAL" clId="{8CBB90CA-6811-4CE8-970B-FF958FE64A88}" dt="2024-05-31T08:55:26.604" v="1099" actId="207"/>
          <ac:spMkLst>
            <pc:docMk/>
            <pc:sldMk cId="3108547940" sldId="22429"/>
            <ac:spMk id="63" creationId="{A6BF1B07-F853-F895-B381-BBC2AD9C4174}"/>
          </ac:spMkLst>
        </pc:spChg>
        <pc:spChg chg="del">
          <ac:chgData name="Kozhikkalathil, Nishi" userId="0c188c74-8a9d-4d88-9364-0d549502a5b1" providerId="ADAL" clId="{8CBB90CA-6811-4CE8-970B-FF958FE64A88}" dt="2024-05-31T07:56:09.896" v="1037" actId="478"/>
          <ac:spMkLst>
            <pc:docMk/>
            <pc:sldMk cId="3108547940" sldId="22429"/>
            <ac:spMk id="66" creationId="{2EAAA038-8287-6536-BE56-E550F0C084A0}"/>
          </ac:spMkLst>
        </pc:spChg>
        <pc:spChg chg="del">
          <ac:chgData name="Kozhikkalathil, Nishi" userId="0c188c74-8a9d-4d88-9364-0d549502a5b1" providerId="ADAL" clId="{8CBB90CA-6811-4CE8-970B-FF958FE64A88}" dt="2024-05-31T07:56:13.185" v="1038" actId="478"/>
          <ac:spMkLst>
            <pc:docMk/>
            <pc:sldMk cId="3108547940" sldId="22429"/>
            <ac:spMk id="68" creationId="{71A9560B-69C3-9B77-5E09-C4BECC853099}"/>
          </ac:spMkLst>
        </pc:spChg>
        <pc:spChg chg="del">
          <ac:chgData name="Kozhikkalathil, Nishi" userId="0c188c74-8a9d-4d88-9364-0d549502a5b1" providerId="ADAL" clId="{8CBB90CA-6811-4CE8-970B-FF958FE64A88}" dt="2024-05-31T07:53:09.400" v="987" actId="478"/>
          <ac:spMkLst>
            <pc:docMk/>
            <pc:sldMk cId="3108547940" sldId="22429"/>
            <ac:spMk id="83" creationId="{929DBFB4-C5CA-D3C9-1106-C4C37C80051D}"/>
          </ac:spMkLst>
        </pc:spChg>
        <pc:spChg chg="del mod">
          <ac:chgData name="Kozhikkalathil, Nishi" userId="0c188c74-8a9d-4d88-9364-0d549502a5b1" providerId="ADAL" clId="{8CBB90CA-6811-4CE8-970B-FF958FE64A88}" dt="2024-05-31T07:50:57.489" v="952" actId="478"/>
          <ac:spMkLst>
            <pc:docMk/>
            <pc:sldMk cId="3108547940" sldId="22429"/>
            <ac:spMk id="84" creationId="{A7EF2B80-DC66-7A48-44B4-8A510AB82CC7}"/>
          </ac:spMkLst>
        </pc:spChg>
        <pc:spChg chg="mod">
          <ac:chgData name="Kozhikkalathil, Nishi" userId="0c188c74-8a9d-4d88-9364-0d549502a5b1" providerId="ADAL" clId="{8CBB90CA-6811-4CE8-970B-FF958FE64A88}" dt="2024-05-31T08:55:26.604" v="1099" actId="207"/>
          <ac:spMkLst>
            <pc:docMk/>
            <pc:sldMk cId="3108547940" sldId="22429"/>
            <ac:spMk id="85" creationId="{FDB48D84-F72B-00AB-2957-EAFA31294A5F}"/>
          </ac:spMkLst>
        </pc:spChg>
        <pc:spChg chg="del mod">
          <ac:chgData name="Kozhikkalathil, Nishi" userId="0c188c74-8a9d-4d88-9364-0d549502a5b1" providerId="ADAL" clId="{8CBB90CA-6811-4CE8-970B-FF958FE64A88}" dt="2024-05-31T07:41:48.551" v="653" actId="478"/>
          <ac:spMkLst>
            <pc:docMk/>
            <pc:sldMk cId="3108547940" sldId="22429"/>
            <ac:spMk id="87" creationId="{2244FB87-C054-4CF2-A3EA-EDDCB98BC9DA}"/>
          </ac:spMkLst>
        </pc:spChg>
        <pc:spChg chg="del">
          <ac:chgData name="Kozhikkalathil, Nishi" userId="0c188c74-8a9d-4d88-9364-0d549502a5b1" providerId="ADAL" clId="{8CBB90CA-6811-4CE8-970B-FF958FE64A88}" dt="2024-05-31T07:39:50.371" v="562" actId="478"/>
          <ac:spMkLst>
            <pc:docMk/>
            <pc:sldMk cId="3108547940" sldId="22429"/>
            <ac:spMk id="89" creationId="{C318529D-800D-95E8-D242-E235AACAD943}"/>
          </ac:spMkLst>
        </pc:spChg>
        <pc:spChg chg="mod">
          <ac:chgData name="Kozhikkalathil, Nishi" userId="0c188c74-8a9d-4d88-9364-0d549502a5b1" providerId="ADAL" clId="{8CBB90CA-6811-4CE8-970B-FF958FE64A88}" dt="2024-05-31T08:55:26.604" v="1099" actId="207"/>
          <ac:spMkLst>
            <pc:docMk/>
            <pc:sldMk cId="3108547940" sldId="22429"/>
            <ac:spMk id="91" creationId="{5B1F580B-3DAF-AAF5-9F7C-C445E7AFB45F}"/>
          </ac:spMkLst>
        </pc:spChg>
        <pc:spChg chg="mod">
          <ac:chgData name="Kozhikkalathil, Nishi" userId="0c188c74-8a9d-4d88-9364-0d549502a5b1" providerId="ADAL" clId="{8CBB90CA-6811-4CE8-970B-FF958FE64A88}" dt="2024-05-31T08:57:27.196" v="1167" actId="207"/>
          <ac:spMkLst>
            <pc:docMk/>
            <pc:sldMk cId="3108547940" sldId="22429"/>
            <ac:spMk id="92" creationId="{39EBE51F-8597-9102-9476-BCB3BA78E79F}"/>
          </ac:spMkLst>
        </pc:spChg>
        <pc:spChg chg="del">
          <ac:chgData name="Kozhikkalathil, Nishi" userId="0c188c74-8a9d-4d88-9364-0d549502a5b1" providerId="ADAL" clId="{8CBB90CA-6811-4CE8-970B-FF958FE64A88}" dt="2024-05-31T07:42:53.549" v="657" actId="478"/>
          <ac:spMkLst>
            <pc:docMk/>
            <pc:sldMk cId="3108547940" sldId="22429"/>
            <ac:spMk id="93" creationId="{0C719778-80A1-1CDF-125A-9C6B480B4433}"/>
          </ac:spMkLst>
        </pc:spChg>
        <pc:spChg chg="del">
          <ac:chgData name="Kozhikkalathil, Nishi" userId="0c188c74-8a9d-4d88-9364-0d549502a5b1" providerId="ADAL" clId="{8CBB90CA-6811-4CE8-970B-FF958FE64A88}" dt="2024-05-31T07:44:47.194" v="703" actId="478"/>
          <ac:spMkLst>
            <pc:docMk/>
            <pc:sldMk cId="3108547940" sldId="22429"/>
            <ac:spMk id="94" creationId="{B9695587-0A7D-90F6-2ADA-D92AF37D5489}"/>
          </ac:spMkLst>
        </pc:spChg>
        <pc:spChg chg="mod">
          <ac:chgData name="Kozhikkalathil, Nishi" userId="0c188c74-8a9d-4d88-9364-0d549502a5b1" providerId="ADAL" clId="{8CBB90CA-6811-4CE8-970B-FF958FE64A88}" dt="2024-05-31T08:55:26.604" v="1099" actId="207"/>
          <ac:spMkLst>
            <pc:docMk/>
            <pc:sldMk cId="3108547940" sldId="22429"/>
            <ac:spMk id="95" creationId="{90A141FF-F71F-DD35-3FB4-C41472102FE6}"/>
          </ac:spMkLst>
        </pc:spChg>
        <pc:spChg chg="del">
          <ac:chgData name="Kozhikkalathil, Nishi" userId="0c188c74-8a9d-4d88-9364-0d549502a5b1" providerId="ADAL" clId="{8CBB90CA-6811-4CE8-970B-FF958FE64A88}" dt="2024-05-31T07:45:59.070" v="818" actId="478"/>
          <ac:spMkLst>
            <pc:docMk/>
            <pc:sldMk cId="3108547940" sldId="22429"/>
            <ac:spMk id="96" creationId="{782DC9E8-C68A-A738-2AF0-AB189800607F}"/>
          </ac:spMkLst>
        </pc:spChg>
        <pc:spChg chg="mod">
          <ac:chgData name="Kozhikkalathil, Nishi" userId="0c188c74-8a9d-4d88-9364-0d549502a5b1" providerId="ADAL" clId="{8CBB90CA-6811-4CE8-970B-FF958FE64A88}" dt="2024-05-31T08:55:26.604" v="1099" actId="207"/>
          <ac:spMkLst>
            <pc:docMk/>
            <pc:sldMk cId="3108547940" sldId="22429"/>
            <ac:spMk id="97" creationId="{A5E31BB9-5D47-02B0-4F14-288FF312CACC}"/>
          </ac:spMkLst>
        </pc:spChg>
        <pc:spChg chg="del">
          <ac:chgData name="Kozhikkalathil, Nishi" userId="0c188c74-8a9d-4d88-9364-0d549502a5b1" providerId="ADAL" clId="{8CBB90CA-6811-4CE8-970B-FF958FE64A88}" dt="2024-05-31T07:48:42.065" v="920" actId="478"/>
          <ac:spMkLst>
            <pc:docMk/>
            <pc:sldMk cId="3108547940" sldId="22429"/>
            <ac:spMk id="98" creationId="{EFDCF157-4DBD-61AC-B90A-B9E99B1D606A}"/>
          </ac:spMkLst>
        </pc:spChg>
        <pc:spChg chg="del">
          <ac:chgData name="Kozhikkalathil, Nishi" userId="0c188c74-8a9d-4d88-9364-0d549502a5b1" providerId="ADAL" clId="{8CBB90CA-6811-4CE8-970B-FF958FE64A88}" dt="2024-05-31T07:52:44.212" v="980" actId="478"/>
          <ac:spMkLst>
            <pc:docMk/>
            <pc:sldMk cId="3108547940" sldId="22429"/>
            <ac:spMk id="99" creationId="{04649C10-3045-5689-EC88-5A52FD476B57}"/>
          </ac:spMkLst>
        </pc:spChg>
        <pc:spChg chg="del">
          <ac:chgData name="Kozhikkalathil, Nishi" userId="0c188c74-8a9d-4d88-9364-0d549502a5b1" providerId="ADAL" clId="{8CBB90CA-6811-4CE8-970B-FF958FE64A88}" dt="2024-05-31T07:52:48.864" v="981" actId="478"/>
          <ac:spMkLst>
            <pc:docMk/>
            <pc:sldMk cId="3108547940" sldId="22429"/>
            <ac:spMk id="100" creationId="{553D0657-1B44-B7FA-D9D8-232F28CA5082}"/>
          </ac:spMkLst>
        </pc:spChg>
        <pc:spChg chg="del">
          <ac:chgData name="Kozhikkalathil, Nishi" userId="0c188c74-8a9d-4d88-9364-0d549502a5b1" providerId="ADAL" clId="{8CBB90CA-6811-4CE8-970B-FF958FE64A88}" dt="2024-05-31T07:52:50.657" v="982" actId="478"/>
          <ac:spMkLst>
            <pc:docMk/>
            <pc:sldMk cId="3108547940" sldId="22429"/>
            <ac:spMk id="101" creationId="{2F0EB581-3F37-EAEA-66F0-09AFC5F48C94}"/>
          </ac:spMkLst>
        </pc:spChg>
        <pc:spChg chg="del">
          <ac:chgData name="Kozhikkalathil, Nishi" userId="0c188c74-8a9d-4d88-9364-0d549502a5b1" providerId="ADAL" clId="{8CBB90CA-6811-4CE8-970B-FF958FE64A88}" dt="2024-05-31T07:52:54.463" v="983" actId="478"/>
          <ac:spMkLst>
            <pc:docMk/>
            <pc:sldMk cId="3108547940" sldId="22429"/>
            <ac:spMk id="102" creationId="{6EB75126-FB1A-6D8E-C95A-37B9A9BA9BD9}"/>
          </ac:spMkLst>
        </pc:spChg>
        <pc:spChg chg="del">
          <ac:chgData name="Kozhikkalathil, Nishi" userId="0c188c74-8a9d-4d88-9364-0d549502a5b1" providerId="ADAL" clId="{8CBB90CA-6811-4CE8-970B-FF958FE64A88}" dt="2024-05-31T07:47:08.521" v="909" actId="478"/>
          <ac:spMkLst>
            <pc:docMk/>
            <pc:sldMk cId="3108547940" sldId="22429"/>
            <ac:spMk id="103" creationId="{AAEA4CDA-33F6-D9F2-A9D7-8293BE107F25}"/>
          </ac:spMkLst>
        </pc:spChg>
        <pc:spChg chg="del">
          <ac:chgData name="Kozhikkalathil, Nishi" userId="0c188c74-8a9d-4d88-9364-0d549502a5b1" providerId="ADAL" clId="{8CBB90CA-6811-4CE8-970B-FF958FE64A88}" dt="2024-05-31T07:47:13.201" v="911" actId="478"/>
          <ac:spMkLst>
            <pc:docMk/>
            <pc:sldMk cId="3108547940" sldId="22429"/>
            <ac:spMk id="104" creationId="{DA08EFD2-2B43-27FA-2A52-7C82A4063CFD}"/>
          </ac:spMkLst>
        </pc:spChg>
        <pc:spChg chg="del">
          <ac:chgData name="Kozhikkalathil, Nishi" userId="0c188c74-8a9d-4d88-9364-0d549502a5b1" providerId="ADAL" clId="{8CBB90CA-6811-4CE8-970B-FF958FE64A88}" dt="2024-05-31T07:53:21.580" v="992" actId="478"/>
          <ac:spMkLst>
            <pc:docMk/>
            <pc:sldMk cId="3108547940" sldId="22429"/>
            <ac:spMk id="106" creationId="{18650ACD-8CA1-3ADA-3C60-EF2A6AB227DC}"/>
          </ac:spMkLst>
        </pc:spChg>
        <pc:spChg chg="del">
          <ac:chgData name="Kozhikkalathil, Nishi" userId="0c188c74-8a9d-4d88-9364-0d549502a5b1" providerId="ADAL" clId="{8CBB90CA-6811-4CE8-970B-FF958FE64A88}" dt="2024-05-31T07:53:12.561" v="988" actId="478"/>
          <ac:spMkLst>
            <pc:docMk/>
            <pc:sldMk cId="3108547940" sldId="22429"/>
            <ac:spMk id="108" creationId="{11D9F1CD-88CD-9CD5-C2E5-1CE13BD682B5}"/>
          </ac:spMkLst>
        </pc:spChg>
        <pc:spChg chg="del">
          <ac:chgData name="Kozhikkalathil, Nishi" userId="0c188c74-8a9d-4d88-9364-0d549502a5b1" providerId="ADAL" clId="{8CBB90CA-6811-4CE8-970B-FF958FE64A88}" dt="2024-05-31T07:52:56.293" v="984" actId="478"/>
          <ac:spMkLst>
            <pc:docMk/>
            <pc:sldMk cId="3108547940" sldId="22429"/>
            <ac:spMk id="111" creationId="{117E5BDB-88AA-5760-319A-8C7C9990028B}"/>
          </ac:spMkLst>
        </pc:spChg>
        <pc:spChg chg="del">
          <ac:chgData name="Kozhikkalathil, Nishi" userId="0c188c74-8a9d-4d88-9364-0d549502a5b1" providerId="ADAL" clId="{8CBB90CA-6811-4CE8-970B-FF958FE64A88}" dt="2024-05-31T07:52:59.715" v="985" actId="478"/>
          <ac:spMkLst>
            <pc:docMk/>
            <pc:sldMk cId="3108547940" sldId="22429"/>
            <ac:spMk id="112" creationId="{CFBEBDA2-C4EB-B32D-A376-9BD19439A9E2}"/>
          </ac:spMkLst>
        </pc:spChg>
        <pc:spChg chg="del">
          <ac:chgData name="Kozhikkalathil, Nishi" userId="0c188c74-8a9d-4d88-9364-0d549502a5b1" providerId="ADAL" clId="{8CBB90CA-6811-4CE8-970B-FF958FE64A88}" dt="2024-05-31T07:53:14.361" v="989" actId="478"/>
          <ac:spMkLst>
            <pc:docMk/>
            <pc:sldMk cId="3108547940" sldId="22429"/>
            <ac:spMk id="113" creationId="{983E05DF-B0A2-8450-D123-5C1C32ACC4C7}"/>
          </ac:spMkLst>
        </pc:spChg>
        <pc:spChg chg="del">
          <ac:chgData name="Kozhikkalathil, Nishi" userId="0c188c74-8a9d-4d88-9364-0d549502a5b1" providerId="ADAL" clId="{8CBB90CA-6811-4CE8-970B-FF958FE64A88}" dt="2024-05-31T07:53:17.276" v="990" actId="478"/>
          <ac:spMkLst>
            <pc:docMk/>
            <pc:sldMk cId="3108547940" sldId="22429"/>
            <ac:spMk id="114" creationId="{C42534B0-81D8-273F-2399-2531B75DAE5B}"/>
          </ac:spMkLst>
        </pc:spChg>
        <pc:spChg chg="mod">
          <ac:chgData name="Kozhikkalathil, Nishi" userId="0c188c74-8a9d-4d88-9364-0d549502a5b1" providerId="ADAL" clId="{8CBB90CA-6811-4CE8-970B-FF958FE64A88}" dt="2024-05-31T09:01:52.587" v="1211" actId="1035"/>
          <ac:spMkLst>
            <pc:docMk/>
            <pc:sldMk cId="3108547940" sldId="22429"/>
            <ac:spMk id="115" creationId="{965B316B-CB06-A573-5BB4-05878B694CB9}"/>
          </ac:spMkLst>
        </pc:spChg>
        <pc:spChg chg="del">
          <ac:chgData name="Kozhikkalathil, Nishi" userId="0c188c74-8a9d-4d88-9364-0d549502a5b1" providerId="ADAL" clId="{8CBB90CA-6811-4CE8-970B-FF958FE64A88}" dt="2024-05-31T07:47:10.483" v="910" actId="478"/>
          <ac:spMkLst>
            <pc:docMk/>
            <pc:sldMk cId="3108547940" sldId="22429"/>
            <ac:spMk id="116" creationId="{2184D29C-C5F0-D9E8-78BD-9C8668C5430F}"/>
          </ac:spMkLst>
        </pc:spChg>
      </pc:sldChg>
      <pc:sldChg chg="modSp mod">
        <pc:chgData name="Kozhikkalathil, Nishi" userId="0c188c74-8a9d-4d88-9364-0d549502a5b1" providerId="ADAL" clId="{8CBB90CA-6811-4CE8-970B-FF958FE64A88}" dt="2024-05-31T07:26:40.040" v="450"/>
        <pc:sldMkLst>
          <pc:docMk/>
          <pc:sldMk cId="2198174340" sldId="2134806101"/>
        </pc:sldMkLst>
        <pc:spChg chg="mod">
          <ac:chgData name="Kozhikkalathil, Nishi" userId="0c188c74-8a9d-4d88-9364-0d549502a5b1" providerId="ADAL" clId="{8CBB90CA-6811-4CE8-970B-FF958FE64A88}" dt="2024-05-31T07:23:07.147" v="416" actId="20577"/>
          <ac:spMkLst>
            <pc:docMk/>
            <pc:sldMk cId="2198174340" sldId="2134806101"/>
            <ac:spMk id="17" creationId="{5EBAA700-F426-D0E6-A2F6-0F5405B99DFD}"/>
          </ac:spMkLst>
        </pc:spChg>
        <pc:graphicFrameChg chg="mod">
          <ac:chgData name="Kozhikkalathil, Nishi" userId="0c188c74-8a9d-4d88-9364-0d549502a5b1" providerId="ADAL" clId="{8CBB90CA-6811-4CE8-970B-FF958FE64A88}" dt="2024-05-31T07:26:34.491" v="447"/>
          <ac:graphicFrameMkLst>
            <pc:docMk/>
            <pc:sldMk cId="2198174340" sldId="2134806101"/>
            <ac:graphicFrameMk id="14" creationId="{57C47815-44FF-FCEA-C3AE-8001959A7873}"/>
          </ac:graphicFrameMkLst>
        </pc:graphicFrameChg>
        <pc:graphicFrameChg chg="mod">
          <ac:chgData name="Kozhikkalathil, Nishi" userId="0c188c74-8a9d-4d88-9364-0d549502a5b1" providerId="ADAL" clId="{8CBB90CA-6811-4CE8-970B-FF958FE64A88}" dt="2024-05-31T07:26:40.040" v="450"/>
          <ac:graphicFrameMkLst>
            <pc:docMk/>
            <pc:sldMk cId="2198174340" sldId="2134806101"/>
            <ac:graphicFrameMk id="19" creationId="{3FE3D29C-2F1C-6CF9-D1C3-B353F4BAFE86}"/>
          </ac:graphicFrameMkLst>
        </pc:graphicFrameChg>
      </pc:sldChg>
      <pc:sldChg chg="modSp mod">
        <pc:chgData name="Kozhikkalathil, Nishi" userId="0c188c74-8a9d-4d88-9364-0d549502a5b1" providerId="ADAL" clId="{8CBB90CA-6811-4CE8-970B-FF958FE64A88}" dt="2024-05-31T07:28:25.257" v="452" actId="207"/>
        <pc:sldMkLst>
          <pc:docMk/>
          <pc:sldMk cId="301473336" sldId="2147470956"/>
        </pc:sldMkLst>
        <pc:spChg chg="mod">
          <ac:chgData name="Kozhikkalathil, Nishi" userId="0c188c74-8a9d-4d88-9364-0d549502a5b1" providerId="ADAL" clId="{8CBB90CA-6811-4CE8-970B-FF958FE64A88}" dt="2024-05-31T07:28:16.404" v="451" actId="207"/>
          <ac:spMkLst>
            <pc:docMk/>
            <pc:sldMk cId="301473336" sldId="2147470956"/>
            <ac:spMk id="7" creationId="{D58EE1D1-8AD8-A80D-22BB-ED6964686E1A}"/>
          </ac:spMkLst>
        </pc:spChg>
        <pc:spChg chg="mod">
          <ac:chgData name="Kozhikkalathil, Nishi" userId="0c188c74-8a9d-4d88-9364-0d549502a5b1" providerId="ADAL" clId="{8CBB90CA-6811-4CE8-970B-FF958FE64A88}" dt="2024-05-31T07:28:25.257" v="452" actId="207"/>
          <ac:spMkLst>
            <pc:docMk/>
            <pc:sldMk cId="301473336" sldId="2147470956"/>
            <ac:spMk id="13" creationId="{61D8977B-7A78-66B9-A4AD-FBC5E9BA382B}"/>
          </ac:spMkLst>
        </pc:spChg>
      </pc:sldChg>
      <pc:sldChg chg="addSp delSp modSp mod">
        <pc:chgData name="Kozhikkalathil, Nishi" userId="0c188c74-8a9d-4d88-9364-0d549502a5b1" providerId="ADAL" clId="{8CBB90CA-6811-4CE8-970B-FF958FE64A88}" dt="2024-05-31T03:32:52.615" v="384" actId="20577"/>
        <pc:sldMkLst>
          <pc:docMk/>
          <pc:sldMk cId="1089217732" sldId="2147470957"/>
        </pc:sldMkLst>
        <pc:spChg chg="mod">
          <ac:chgData name="Kozhikkalathil, Nishi" userId="0c188c74-8a9d-4d88-9364-0d549502a5b1" providerId="ADAL" clId="{8CBB90CA-6811-4CE8-970B-FF958FE64A88}" dt="2024-05-31T03:32:52.615" v="384" actId="20577"/>
          <ac:spMkLst>
            <pc:docMk/>
            <pc:sldMk cId="1089217732" sldId="2147470957"/>
            <ac:spMk id="4" creationId="{114474FE-78BC-D3ED-A8DF-F2B7D3A28B7A}"/>
          </ac:spMkLst>
        </pc:spChg>
        <pc:spChg chg="del mod">
          <ac:chgData name="Kozhikkalathil, Nishi" userId="0c188c74-8a9d-4d88-9364-0d549502a5b1" providerId="ADAL" clId="{8CBB90CA-6811-4CE8-970B-FF958FE64A88}" dt="2024-05-31T03:29:57.756" v="309" actId="478"/>
          <ac:spMkLst>
            <pc:docMk/>
            <pc:sldMk cId="1089217732" sldId="2147470957"/>
            <ac:spMk id="9" creationId="{6B1F0B2C-1079-A938-EC1F-D8A40D0EB412}"/>
          </ac:spMkLst>
        </pc:spChg>
        <pc:picChg chg="del">
          <ac:chgData name="Kozhikkalathil, Nishi" userId="0c188c74-8a9d-4d88-9364-0d549502a5b1" providerId="ADAL" clId="{8CBB90CA-6811-4CE8-970B-FF958FE64A88}" dt="2024-05-31T03:22:34.443" v="11" actId="478"/>
          <ac:picMkLst>
            <pc:docMk/>
            <pc:sldMk cId="1089217732" sldId="2147470957"/>
            <ac:picMk id="3" creationId="{064EA13D-AA39-5768-93A7-3323114039C3}"/>
          </ac:picMkLst>
        </pc:picChg>
        <pc:picChg chg="add del mod">
          <ac:chgData name="Kozhikkalathil, Nishi" userId="0c188c74-8a9d-4d88-9364-0d549502a5b1" providerId="ADAL" clId="{8CBB90CA-6811-4CE8-970B-FF958FE64A88}" dt="2024-05-31T03:15:04.882" v="10" actId="478"/>
          <ac:picMkLst>
            <pc:docMk/>
            <pc:sldMk cId="1089217732" sldId="2147470957"/>
            <ac:picMk id="6" creationId="{F551A0CD-2650-AA25-94D3-54B6BB40CA20}"/>
          </ac:picMkLst>
        </pc:picChg>
        <pc:picChg chg="add mod">
          <ac:chgData name="Kozhikkalathil, Nishi" userId="0c188c74-8a9d-4d88-9364-0d549502a5b1" providerId="ADAL" clId="{8CBB90CA-6811-4CE8-970B-FF958FE64A88}" dt="2024-05-31T03:23:06.887" v="22" actId="1076"/>
          <ac:picMkLst>
            <pc:docMk/>
            <pc:sldMk cId="1089217732" sldId="2147470957"/>
            <ac:picMk id="8" creationId="{022EDA01-ADA9-F4A3-D632-8A5ED84EC756}"/>
          </ac:picMkLst>
        </pc:picChg>
        <pc:picChg chg="add mod">
          <ac:chgData name="Kozhikkalathil, Nishi" userId="0c188c74-8a9d-4d88-9364-0d549502a5b1" providerId="ADAL" clId="{8CBB90CA-6811-4CE8-970B-FF958FE64A88}" dt="2024-05-31T03:23:11.196" v="35" actId="1035"/>
          <ac:picMkLst>
            <pc:docMk/>
            <pc:sldMk cId="1089217732" sldId="2147470957"/>
            <ac:picMk id="11" creationId="{A7BEE95B-55C1-6190-5783-96C1D8D27953}"/>
          </ac:picMkLst>
        </pc:picChg>
      </pc:sldChg>
      <pc:sldChg chg="modSp mod">
        <pc:chgData name="Kozhikkalathil, Nishi" userId="0c188c74-8a9d-4d88-9364-0d549502a5b1" providerId="ADAL" clId="{8CBB90CA-6811-4CE8-970B-FF958FE64A88}" dt="2024-05-31T07:25:02.918" v="435" actId="207"/>
        <pc:sldMkLst>
          <pc:docMk/>
          <pc:sldMk cId="474156820" sldId="2147470971"/>
        </pc:sldMkLst>
        <pc:spChg chg="mod">
          <ac:chgData name="Kozhikkalathil, Nishi" userId="0c188c74-8a9d-4d88-9364-0d549502a5b1" providerId="ADAL" clId="{8CBB90CA-6811-4CE8-970B-FF958FE64A88}" dt="2024-05-31T07:24:14.613" v="426" actId="207"/>
          <ac:spMkLst>
            <pc:docMk/>
            <pc:sldMk cId="474156820" sldId="2147470971"/>
            <ac:spMk id="3" creationId="{D3CF698F-3C73-8C54-0CD7-E7C3228E8278}"/>
          </ac:spMkLst>
        </pc:spChg>
        <pc:spChg chg="mod">
          <ac:chgData name="Kozhikkalathil, Nishi" userId="0c188c74-8a9d-4d88-9364-0d549502a5b1" providerId="ADAL" clId="{8CBB90CA-6811-4CE8-970B-FF958FE64A88}" dt="2024-05-31T07:24:41.110" v="430" actId="207"/>
          <ac:spMkLst>
            <pc:docMk/>
            <pc:sldMk cId="474156820" sldId="2147470971"/>
            <ac:spMk id="4" creationId="{4F879CF1-1627-90C6-8451-B1BD680C7DC4}"/>
          </ac:spMkLst>
        </pc:spChg>
        <pc:spChg chg="mod">
          <ac:chgData name="Kozhikkalathil, Nishi" userId="0c188c74-8a9d-4d88-9364-0d549502a5b1" providerId="ADAL" clId="{8CBB90CA-6811-4CE8-970B-FF958FE64A88}" dt="2024-05-31T07:24:23.909" v="427" actId="207"/>
          <ac:spMkLst>
            <pc:docMk/>
            <pc:sldMk cId="474156820" sldId="2147470971"/>
            <ac:spMk id="5" creationId="{6F0DC44B-191E-E3DB-D61C-54BDB3A84876}"/>
          </ac:spMkLst>
        </pc:spChg>
        <pc:spChg chg="mod">
          <ac:chgData name="Kozhikkalathil, Nishi" userId="0c188c74-8a9d-4d88-9364-0d549502a5b1" providerId="ADAL" clId="{8CBB90CA-6811-4CE8-970B-FF958FE64A88}" dt="2024-05-31T07:24:46.552" v="431" actId="207"/>
          <ac:spMkLst>
            <pc:docMk/>
            <pc:sldMk cId="474156820" sldId="2147470971"/>
            <ac:spMk id="11" creationId="{00000000-0000-0000-0000-000000000000}"/>
          </ac:spMkLst>
        </pc:spChg>
        <pc:spChg chg="mod">
          <ac:chgData name="Kozhikkalathil, Nishi" userId="0c188c74-8a9d-4d88-9364-0d549502a5b1" providerId="ADAL" clId="{8CBB90CA-6811-4CE8-970B-FF958FE64A88}" dt="2024-05-31T07:24:54.967" v="433" actId="207"/>
          <ac:spMkLst>
            <pc:docMk/>
            <pc:sldMk cId="474156820" sldId="2147470971"/>
            <ac:spMk id="12" creationId="{00000000-0000-0000-0000-000000000000}"/>
          </ac:spMkLst>
        </pc:spChg>
        <pc:spChg chg="mod">
          <ac:chgData name="Kozhikkalathil, Nishi" userId="0c188c74-8a9d-4d88-9364-0d549502a5b1" providerId="ADAL" clId="{8CBB90CA-6811-4CE8-970B-FF958FE64A88}" dt="2024-05-31T07:24:59.156" v="434" actId="207"/>
          <ac:spMkLst>
            <pc:docMk/>
            <pc:sldMk cId="474156820" sldId="2147470971"/>
            <ac:spMk id="15" creationId="{9EEE3830-FC60-0558-13EB-F5847C597475}"/>
          </ac:spMkLst>
        </pc:spChg>
        <pc:spChg chg="mod">
          <ac:chgData name="Kozhikkalathil, Nishi" userId="0c188c74-8a9d-4d88-9364-0d549502a5b1" providerId="ADAL" clId="{8CBB90CA-6811-4CE8-970B-FF958FE64A88}" dt="2024-05-31T07:24:31.902" v="428" actId="207"/>
          <ac:spMkLst>
            <pc:docMk/>
            <pc:sldMk cId="474156820" sldId="2147470971"/>
            <ac:spMk id="17" creationId="{8ED0368B-7EDB-8519-5F3F-345A9D60A877}"/>
          </ac:spMkLst>
        </pc:spChg>
        <pc:spChg chg="mod">
          <ac:chgData name="Kozhikkalathil, Nishi" userId="0c188c74-8a9d-4d88-9364-0d549502a5b1" providerId="ADAL" clId="{8CBB90CA-6811-4CE8-970B-FF958FE64A88}" dt="2024-05-31T07:24:50.505" v="432" actId="207"/>
          <ac:spMkLst>
            <pc:docMk/>
            <pc:sldMk cId="474156820" sldId="2147470971"/>
            <ac:spMk id="23" creationId="{2A1E4400-8FB0-3B82-6A59-7A39252AE444}"/>
          </ac:spMkLst>
        </pc:spChg>
        <pc:spChg chg="mod">
          <ac:chgData name="Kozhikkalathil, Nishi" userId="0c188c74-8a9d-4d88-9364-0d549502a5b1" providerId="ADAL" clId="{8CBB90CA-6811-4CE8-970B-FF958FE64A88}" dt="2024-05-31T07:24:35.773" v="429" actId="207"/>
          <ac:spMkLst>
            <pc:docMk/>
            <pc:sldMk cId="474156820" sldId="2147470971"/>
            <ac:spMk id="25" creationId="{00000000-0000-0000-0000-000000000000}"/>
          </ac:spMkLst>
        </pc:spChg>
        <pc:spChg chg="mod">
          <ac:chgData name="Kozhikkalathil, Nishi" userId="0c188c74-8a9d-4d88-9364-0d549502a5b1" providerId="ADAL" clId="{8CBB90CA-6811-4CE8-970B-FF958FE64A88}" dt="2024-05-31T07:25:02.918" v="435" actId="207"/>
          <ac:spMkLst>
            <pc:docMk/>
            <pc:sldMk cId="474156820" sldId="2147470971"/>
            <ac:spMk id="40" creationId="{94C8F757-9972-5B1C-EA9D-9EA292BD0789}"/>
          </ac:spMkLst>
        </pc:spChg>
        <pc:grpChg chg="mod">
          <ac:chgData name="Kozhikkalathil, Nishi" userId="0c188c74-8a9d-4d88-9364-0d549502a5b1" providerId="ADAL" clId="{8CBB90CA-6811-4CE8-970B-FF958FE64A88}" dt="2024-05-31T07:22:11.638" v="413" actId="207"/>
          <ac:grpSpMkLst>
            <pc:docMk/>
            <pc:sldMk cId="474156820" sldId="2147470971"/>
            <ac:grpSpMk id="7" creationId="{00000000-0000-0000-0000-000000000000}"/>
          </ac:grpSpMkLst>
        </pc:grpChg>
      </pc:sldChg>
      <pc:sldChg chg="modSp">
        <pc:chgData name="Kozhikkalathil, Nishi" userId="0c188c74-8a9d-4d88-9364-0d549502a5b1" providerId="ADAL" clId="{8CBB90CA-6811-4CE8-970B-FF958FE64A88}" dt="2024-05-31T08:00:53.264" v="1098" actId="207"/>
        <pc:sldMkLst>
          <pc:docMk/>
          <pc:sldMk cId="2494671928" sldId="2147470985"/>
        </pc:sldMkLst>
        <pc:graphicFrameChg chg="mod">
          <ac:chgData name="Kozhikkalathil, Nishi" userId="0c188c74-8a9d-4d88-9364-0d549502a5b1" providerId="ADAL" clId="{8CBB90CA-6811-4CE8-970B-FF958FE64A88}" dt="2024-05-31T08:00:53.264" v="1098" actId="207"/>
          <ac:graphicFrameMkLst>
            <pc:docMk/>
            <pc:sldMk cId="2494671928" sldId="2147470985"/>
            <ac:graphicFrameMk id="4" creationId="{1D3E1B60-69AA-E663-E7ED-1F3A46F04B81}"/>
          </ac:graphicFrameMkLst>
        </pc:graphicFrameChg>
      </pc:sldChg>
      <pc:sldChg chg="modSp">
        <pc:chgData name="Kozhikkalathil, Nishi" userId="0c188c74-8a9d-4d88-9364-0d549502a5b1" providerId="ADAL" clId="{8CBB90CA-6811-4CE8-970B-FF958FE64A88}" dt="2024-05-31T07:19:12.630" v="390"/>
        <pc:sldMkLst>
          <pc:docMk/>
          <pc:sldMk cId="952140705" sldId="2147471002"/>
        </pc:sldMkLst>
        <pc:graphicFrameChg chg="mod">
          <ac:chgData name="Kozhikkalathil, Nishi" userId="0c188c74-8a9d-4d88-9364-0d549502a5b1" providerId="ADAL" clId="{8CBB90CA-6811-4CE8-970B-FF958FE64A88}" dt="2024-05-31T07:19:12.630" v="390"/>
          <ac:graphicFrameMkLst>
            <pc:docMk/>
            <pc:sldMk cId="952140705" sldId="2147471002"/>
            <ac:graphicFrameMk id="2" creationId="{3218B2C2-7C18-0BCC-7C12-643170EC123A}"/>
          </ac:graphicFrameMkLst>
        </pc:graphicFrameChg>
      </pc:sldChg>
    </pc:docChg>
  </pc:docChgLst>
  <pc:docChgLst>
    <pc:chgData name="King, Dianne (IM&amp;T, Clayton)" userId="S::kin293@csiro.au::3fa97433-aef5-418a-a784-4a9bb0b21088" providerId="AD" clId="Web-{0A52A568-9466-4E2A-953E-D2F0B121625D}"/>
    <pc:docChg chg="modSld">
      <pc:chgData name="King, Dianne (IM&amp;T, Clayton)" userId="S::kin293@csiro.au::3fa97433-aef5-418a-a784-4a9bb0b21088" providerId="AD" clId="Web-{0A52A568-9466-4E2A-953E-D2F0B121625D}" dt="2023-07-21T01:30:09.454" v="51" actId="20577"/>
      <pc:docMkLst>
        <pc:docMk/>
      </pc:docMkLst>
      <pc:sldChg chg="modSp">
        <pc:chgData name="King, Dianne (IM&amp;T, Clayton)" userId="S::kin293@csiro.au::3fa97433-aef5-418a-a784-4a9bb0b21088" providerId="AD" clId="Web-{0A52A568-9466-4E2A-953E-D2F0B121625D}" dt="2023-07-21T01:30:09.454" v="51" actId="20577"/>
        <pc:sldMkLst>
          <pc:docMk/>
          <pc:sldMk cId="353554901" sldId="451"/>
        </pc:sldMkLst>
        <pc:spChg chg="mod">
          <ac:chgData name="King, Dianne (IM&amp;T, Clayton)" userId="S::kin293@csiro.au::3fa97433-aef5-418a-a784-4a9bb0b21088" providerId="AD" clId="Web-{0A52A568-9466-4E2A-953E-D2F0B121625D}" dt="2023-07-21T01:30:09.454" v="51" actId="20577"/>
          <ac:spMkLst>
            <pc:docMk/>
            <pc:sldMk cId="353554901" sldId="451"/>
            <ac:spMk id="5" creationId="{4337704B-52BB-A4D3-5401-2749D590D82B}"/>
          </ac:spMkLst>
        </pc:spChg>
      </pc:sldChg>
    </pc:docChg>
  </pc:docChgLst>
  <pc:docChgLst>
    <pc:chgData name="Bohm, Tracy" userId="S::tracy.bohm_thermofisher.com#ext#@csiroau.onmicrosoft.com::b761b071-5505-427a-a40c-1665d3f62e82" providerId="AD" clId="Web-{2F072C87-CF9C-D12E-2AEE-21CDCC3F61A7}"/>
    <pc:docChg chg="addSld modSld sldOrd addMainMaster">
      <pc:chgData name="Bohm, Tracy" userId="S::tracy.bohm_thermofisher.com#ext#@csiroau.onmicrosoft.com::b761b071-5505-427a-a40c-1665d3f62e82" providerId="AD" clId="Web-{2F072C87-CF9C-D12E-2AEE-21CDCC3F61A7}" dt="2023-07-21T03:12:45.695" v="53"/>
      <pc:docMkLst>
        <pc:docMk/>
      </pc:docMkLst>
      <pc:sldChg chg="modSp">
        <pc:chgData name="Bohm, Tracy" userId="S::tracy.bohm_thermofisher.com#ext#@csiroau.onmicrosoft.com::b761b071-5505-427a-a40c-1665d3f62e82" providerId="AD" clId="Web-{2F072C87-CF9C-D12E-2AEE-21CDCC3F61A7}" dt="2023-07-21T03:09:05.891" v="52" actId="20577"/>
        <pc:sldMkLst>
          <pc:docMk/>
          <pc:sldMk cId="1127582349" sldId="424"/>
        </pc:sldMkLst>
        <pc:spChg chg="mod">
          <ac:chgData name="Bohm, Tracy" userId="S::tracy.bohm_thermofisher.com#ext#@csiroau.onmicrosoft.com::b761b071-5505-427a-a40c-1665d3f62e82" providerId="AD" clId="Web-{2F072C87-CF9C-D12E-2AEE-21CDCC3F61A7}" dt="2023-07-21T03:09:05.891" v="52" actId="20577"/>
          <ac:spMkLst>
            <pc:docMk/>
            <pc:sldMk cId="1127582349" sldId="424"/>
            <ac:spMk id="9" creationId="{F4D517CB-F07C-6A9A-2DFF-D5ADCB16E918}"/>
          </ac:spMkLst>
        </pc:spChg>
      </pc:sldChg>
      <pc:sldChg chg="add ord">
        <pc:chgData name="Bohm, Tracy" userId="S::tracy.bohm_thermofisher.com#ext#@csiroau.onmicrosoft.com::b761b071-5505-427a-a40c-1665d3f62e82" providerId="AD" clId="Web-{2F072C87-CF9C-D12E-2AEE-21CDCC3F61A7}" dt="2023-07-21T03:12:45.695" v="53"/>
        <pc:sldMkLst>
          <pc:docMk/>
          <pc:sldMk cId="2046279489" sldId="2147470925"/>
        </pc:sldMkLst>
      </pc:sldChg>
      <pc:sldChg chg="add">
        <pc:chgData name="Bohm, Tracy" userId="S::tracy.bohm_thermofisher.com#ext#@csiroau.onmicrosoft.com::b761b071-5505-427a-a40c-1665d3f62e82" providerId="AD" clId="Web-{2F072C87-CF9C-D12E-2AEE-21CDCC3F61A7}" dt="2023-07-21T02:39:20.556" v="1"/>
        <pc:sldMkLst>
          <pc:docMk/>
          <pc:sldMk cId="1240524942" sldId="2147470926"/>
        </pc:sldMkLst>
      </pc:sldChg>
      <pc:sldChg chg="add">
        <pc:chgData name="Bohm, Tracy" userId="S::tracy.bohm_thermofisher.com#ext#@csiroau.onmicrosoft.com::b761b071-5505-427a-a40c-1665d3f62e82" providerId="AD" clId="Web-{2F072C87-CF9C-D12E-2AEE-21CDCC3F61A7}" dt="2023-07-21T02:39:20.822" v="2"/>
        <pc:sldMkLst>
          <pc:docMk/>
          <pc:sldMk cId="1478236237" sldId="2147470927"/>
        </pc:sldMkLst>
      </pc:sldChg>
      <pc:sldChg chg="add">
        <pc:chgData name="Bohm, Tracy" userId="S::tracy.bohm_thermofisher.com#ext#@csiroau.onmicrosoft.com::b761b071-5505-427a-a40c-1665d3f62e82" providerId="AD" clId="Web-{2F072C87-CF9C-D12E-2AEE-21CDCC3F61A7}" dt="2023-07-21T02:39:21.088" v="3"/>
        <pc:sldMkLst>
          <pc:docMk/>
          <pc:sldMk cId="3735410855" sldId="2147470928"/>
        </pc:sldMkLst>
      </pc:sldChg>
      <pc:sldChg chg="add">
        <pc:chgData name="Bohm, Tracy" userId="S::tracy.bohm_thermofisher.com#ext#@csiroau.onmicrosoft.com::b761b071-5505-427a-a40c-1665d3f62e82" providerId="AD" clId="Web-{2F072C87-CF9C-D12E-2AEE-21CDCC3F61A7}" dt="2023-07-21T02:39:21.431" v="4"/>
        <pc:sldMkLst>
          <pc:docMk/>
          <pc:sldMk cId="3604554159" sldId="2147470929"/>
        </pc:sldMkLst>
      </pc:sldChg>
      <pc:sldChg chg="add">
        <pc:chgData name="Bohm, Tracy" userId="S::tracy.bohm_thermofisher.com#ext#@csiroau.onmicrosoft.com::b761b071-5505-427a-a40c-1665d3f62e82" providerId="AD" clId="Web-{2F072C87-CF9C-D12E-2AEE-21CDCC3F61A7}" dt="2023-07-21T02:39:21.619" v="5"/>
        <pc:sldMkLst>
          <pc:docMk/>
          <pc:sldMk cId="177925252" sldId="2147470930"/>
        </pc:sldMkLst>
      </pc:sldChg>
      <pc:sldChg chg="add">
        <pc:chgData name="Bohm, Tracy" userId="S::tracy.bohm_thermofisher.com#ext#@csiroau.onmicrosoft.com::b761b071-5505-427a-a40c-1665d3f62e82" providerId="AD" clId="Web-{2F072C87-CF9C-D12E-2AEE-21CDCC3F61A7}" dt="2023-07-21T02:39:21.806" v="6"/>
        <pc:sldMkLst>
          <pc:docMk/>
          <pc:sldMk cId="2836883608" sldId="2147470931"/>
        </pc:sldMkLst>
      </pc:sldChg>
      <pc:sldChg chg="add">
        <pc:chgData name="Bohm, Tracy" userId="S::tracy.bohm_thermofisher.com#ext#@csiroau.onmicrosoft.com::b761b071-5505-427a-a40c-1665d3f62e82" providerId="AD" clId="Web-{2F072C87-CF9C-D12E-2AEE-21CDCC3F61A7}" dt="2023-07-21T02:39:22.041" v="7"/>
        <pc:sldMkLst>
          <pc:docMk/>
          <pc:sldMk cId="3985697816" sldId="2147470932"/>
        </pc:sldMkLst>
      </pc:sldChg>
      <pc:sldChg chg="add">
        <pc:chgData name="Bohm, Tracy" userId="S::tracy.bohm_thermofisher.com#ext#@csiroau.onmicrosoft.com::b761b071-5505-427a-a40c-1665d3f62e82" providerId="AD" clId="Web-{2F072C87-CF9C-D12E-2AEE-21CDCC3F61A7}" dt="2023-07-21T02:39:22.244" v="8"/>
        <pc:sldMkLst>
          <pc:docMk/>
          <pc:sldMk cId="2487879742" sldId="2147470933"/>
        </pc:sldMkLst>
      </pc:sldChg>
      <pc:sldChg chg="add">
        <pc:chgData name="Bohm, Tracy" userId="S::tracy.bohm_thermofisher.com#ext#@csiroau.onmicrosoft.com::b761b071-5505-427a-a40c-1665d3f62e82" providerId="AD" clId="Web-{2F072C87-CF9C-D12E-2AEE-21CDCC3F61A7}" dt="2023-07-21T02:39:22.666" v="9"/>
        <pc:sldMkLst>
          <pc:docMk/>
          <pc:sldMk cId="4164505087" sldId="2147470934"/>
        </pc:sldMkLst>
      </pc:sldChg>
      <pc:sldChg chg="add">
        <pc:chgData name="Bohm, Tracy" userId="S::tracy.bohm_thermofisher.com#ext#@csiroau.onmicrosoft.com::b761b071-5505-427a-a40c-1665d3f62e82" providerId="AD" clId="Web-{2F072C87-CF9C-D12E-2AEE-21CDCC3F61A7}" dt="2023-07-21T02:39:23.088" v="10"/>
        <pc:sldMkLst>
          <pc:docMk/>
          <pc:sldMk cId="2216059393" sldId="2147470935"/>
        </pc:sldMkLst>
      </pc:sldChg>
      <pc:sldChg chg="add">
        <pc:chgData name="Bohm, Tracy" userId="S::tracy.bohm_thermofisher.com#ext#@csiroau.onmicrosoft.com::b761b071-5505-427a-a40c-1665d3f62e82" providerId="AD" clId="Web-{2F072C87-CF9C-D12E-2AEE-21CDCC3F61A7}" dt="2023-07-21T02:39:23.353" v="11"/>
        <pc:sldMkLst>
          <pc:docMk/>
          <pc:sldMk cId="2398852912" sldId="2147470936"/>
        </pc:sldMkLst>
      </pc:sldChg>
      <pc:sldChg chg="add ord">
        <pc:chgData name="Bohm, Tracy" userId="S::tracy.bohm_thermofisher.com#ext#@csiroau.onmicrosoft.com::b761b071-5505-427a-a40c-1665d3f62e82" providerId="AD" clId="Web-{2F072C87-CF9C-D12E-2AEE-21CDCC3F61A7}" dt="2023-07-21T03:06:10.510" v="47"/>
        <pc:sldMkLst>
          <pc:docMk/>
          <pc:sldMk cId="341373168" sldId="2147470937"/>
        </pc:sldMkLst>
      </pc:sldChg>
      <pc:sldChg chg="add">
        <pc:chgData name="Bohm, Tracy" userId="S::tracy.bohm_thermofisher.com#ext#@csiroau.onmicrosoft.com::b761b071-5505-427a-a40c-1665d3f62e82" providerId="AD" clId="Web-{2F072C87-CF9C-D12E-2AEE-21CDCC3F61A7}" dt="2023-07-21T02:39:24.041" v="13"/>
        <pc:sldMkLst>
          <pc:docMk/>
          <pc:sldMk cId="3397362257" sldId="2147470938"/>
        </pc:sldMkLst>
      </pc:sldChg>
      <pc:sldChg chg="new">
        <pc:chgData name="Bohm, Tracy" userId="S::tracy.bohm_thermofisher.com#ext#@csiroau.onmicrosoft.com::b761b071-5505-427a-a40c-1665d3f62e82" providerId="AD" clId="Web-{2F072C87-CF9C-D12E-2AEE-21CDCC3F61A7}" dt="2023-07-21T03:03:06.317" v="14"/>
        <pc:sldMkLst>
          <pc:docMk/>
          <pc:sldMk cId="3790331534" sldId="2147470939"/>
        </pc:sldMkLst>
      </pc:sldChg>
      <pc:sldMasterChg chg="add addSldLayout">
        <pc:chgData name="Bohm, Tracy" userId="S::tracy.bohm_thermofisher.com#ext#@csiroau.onmicrosoft.com::b761b071-5505-427a-a40c-1665d3f62e82" providerId="AD" clId="Web-{2F072C87-CF9C-D12E-2AEE-21CDCC3F61A7}" dt="2023-07-21T02:39:24.041" v="13"/>
        <pc:sldMasterMkLst>
          <pc:docMk/>
          <pc:sldMasterMk cId="1448471911" sldId="2147484069"/>
        </pc:sldMasterMkLst>
        <pc:sldLayoutChg chg="add">
          <pc:chgData name="Bohm, Tracy" userId="S::tracy.bohm_thermofisher.com#ext#@csiroau.onmicrosoft.com::b761b071-5505-427a-a40c-1665d3f62e82" providerId="AD" clId="Web-{2F072C87-CF9C-D12E-2AEE-21CDCC3F61A7}" dt="2023-07-21T02:39:20.228" v="0"/>
          <pc:sldLayoutMkLst>
            <pc:docMk/>
            <pc:sldMasterMk cId="1448471911" sldId="2147484069"/>
            <pc:sldLayoutMk cId="1084515562" sldId="2147484070"/>
          </pc:sldLayoutMkLst>
        </pc:sldLayoutChg>
        <pc:sldLayoutChg chg="add">
          <pc:chgData name="Bohm, Tracy" userId="S::tracy.bohm_thermofisher.com#ext#@csiroau.onmicrosoft.com::b761b071-5505-427a-a40c-1665d3f62e82" providerId="AD" clId="Web-{2F072C87-CF9C-D12E-2AEE-21CDCC3F61A7}" dt="2023-07-21T02:39:20.228" v="0"/>
          <pc:sldLayoutMkLst>
            <pc:docMk/>
            <pc:sldMasterMk cId="1448471911" sldId="2147484069"/>
            <pc:sldLayoutMk cId="2983326759" sldId="2147484071"/>
          </pc:sldLayoutMkLst>
        </pc:sldLayoutChg>
        <pc:sldLayoutChg chg="add">
          <pc:chgData name="Bohm, Tracy" userId="S::tracy.bohm_thermofisher.com#ext#@csiroau.onmicrosoft.com::b761b071-5505-427a-a40c-1665d3f62e82" providerId="AD" clId="Web-{2F072C87-CF9C-D12E-2AEE-21CDCC3F61A7}" dt="2023-07-21T02:39:20.228" v="0"/>
          <pc:sldLayoutMkLst>
            <pc:docMk/>
            <pc:sldMasterMk cId="1448471911" sldId="2147484069"/>
            <pc:sldLayoutMk cId="4023333259" sldId="2147484072"/>
          </pc:sldLayoutMkLst>
        </pc:sldLayoutChg>
        <pc:sldLayoutChg chg="add">
          <pc:chgData name="Bohm, Tracy" userId="S::tracy.bohm_thermofisher.com#ext#@csiroau.onmicrosoft.com::b761b071-5505-427a-a40c-1665d3f62e82" providerId="AD" clId="Web-{2F072C87-CF9C-D12E-2AEE-21CDCC3F61A7}" dt="2023-07-21T02:39:20.228" v="0"/>
          <pc:sldLayoutMkLst>
            <pc:docMk/>
            <pc:sldMasterMk cId="1448471911" sldId="2147484069"/>
            <pc:sldLayoutMk cId="3773343286" sldId="2147484073"/>
          </pc:sldLayoutMkLst>
        </pc:sldLayoutChg>
        <pc:sldLayoutChg chg="add">
          <pc:chgData name="Bohm, Tracy" userId="S::tracy.bohm_thermofisher.com#ext#@csiroau.onmicrosoft.com::b761b071-5505-427a-a40c-1665d3f62e82" providerId="AD" clId="Web-{2F072C87-CF9C-D12E-2AEE-21CDCC3F61A7}" dt="2023-07-21T02:39:20.228" v="0"/>
          <pc:sldLayoutMkLst>
            <pc:docMk/>
            <pc:sldMasterMk cId="1448471911" sldId="2147484069"/>
            <pc:sldLayoutMk cId="270651362" sldId="2147484074"/>
          </pc:sldLayoutMkLst>
        </pc:sldLayoutChg>
        <pc:sldLayoutChg chg="add">
          <pc:chgData name="Bohm, Tracy" userId="S::tracy.bohm_thermofisher.com#ext#@csiroau.onmicrosoft.com::b761b071-5505-427a-a40c-1665d3f62e82" providerId="AD" clId="Web-{2F072C87-CF9C-D12E-2AEE-21CDCC3F61A7}" dt="2023-07-21T02:39:20.228" v="0"/>
          <pc:sldLayoutMkLst>
            <pc:docMk/>
            <pc:sldMasterMk cId="1448471911" sldId="2147484069"/>
            <pc:sldLayoutMk cId="2437374077" sldId="2147484075"/>
          </pc:sldLayoutMkLst>
        </pc:sldLayoutChg>
        <pc:sldLayoutChg chg="add">
          <pc:chgData name="Bohm, Tracy" userId="S::tracy.bohm_thermofisher.com#ext#@csiroau.onmicrosoft.com::b761b071-5505-427a-a40c-1665d3f62e82" providerId="AD" clId="Web-{2F072C87-CF9C-D12E-2AEE-21CDCC3F61A7}" dt="2023-07-21T02:39:20.228" v="0"/>
          <pc:sldLayoutMkLst>
            <pc:docMk/>
            <pc:sldMasterMk cId="1448471911" sldId="2147484069"/>
            <pc:sldLayoutMk cId="986909660" sldId="2147484076"/>
          </pc:sldLayoutMkLst>
        </pc:sldLayoutChg>
        <pc:sldLayoutChg chg="add">
          <pc:chgData name="Bohm, Tracy" userId="S::tracy.bohm_thermofisher.com#ext#@csiroau.onmicrosoft.com::b761b071-5505-427a-a40c-1665d3f62e82" providerId="AD" clId="Web-{2F072C87-CF9C-D12E-2AEE-21CDCC3F61A7}" dt="2023-07-21T02:39:20.228" v="0"/>
          <pc:sldLayoutMkLst>
            <pc:docMk/>
            <pc:sldMasterMk cId="1448471911" sldId="2147484069"/>
            <pc:sldLayoutMk cId="2105470337" sldId="2147484077"/>
          </pc:sldLayoutMkLst>
        </pc:sldLayoutChg>
        <pc:sldLayoutChg chg="add">
          <pc:chgData name="Bohm, Tracy" userId="S::tracy.bohm_thermofisher.com#ext#@csiroau.onmicrosoft.com::b761b071-5505-427a-a40c-1665d3f62e82" providerId="AD" clId="Web-{2F072C87-CF9C-D12E-2AEE-21CDCC3F61A7}" dt="2023-07-21T02:39:20.228" v="0"/>
          <pc:sldLayoutMkLst>
            <pc:docMk/>
            <pc:sldMasterMk cId="1448471911" sldId="2147484069"/>
            <pc:sldLayoutMk cId="3066290302" sldId="2147484078"/>
          </pc:sldLayoutMkLst>
        </pc:sldLayoutChg>
        <pc:sldLayoutChg chg="add">
          <pc:chgData name="Bohm, Tracy" userId="S::tracy.bohm_thermofisher.com#ext#@csiroau.onmicrosoft.com::b761b071-5505-427a-a40c-1665d3f62e82" providerId="AD" clId="Web-{2F072C87-CF9C-D12E-2AEE-21CDCC3F61A7}" dt="2023-07-21T02:39:20.228" v="0"/>
          <pc:sldLayoutMkLst>
            <pc:docMk/>
            <pc:sldMasterMk cId="1448471911" sldId="2147484069"/>
            <pc:sldLayoutMk cId="184612088" sldId="2147484079"/>
          </pc:sldLayoutMkLst>
        </pc:sldLayoutChg>
        <pc:sldLayoutChg chg="add">
          <pc:chgData name="Bohm, Tracy" userId="S::tracy.bohm_thermofisher.com#ext#@csiroau.onmicrosoft.com::b761b071-5505-427a-a40c-1665d3f62e82" providerId="AD" clId="Web-{2F072C87-CF9C-D12E-2AEE-21CDCC3F61A7}" dt="2023-07-21T02:39:20.228" v="0"/>
          <pc:sldLayoutMkLst>
            <pc:docMk/>
            <pc:sldMasterMk cId="1448471911" sldId="2147484069"/>
            <pc:sldLayoutMk cId="906191695" sldId="2147484080"/>
          </pc:sldLayoutMkLst>
        </pc:sldLayoutChg>
        <pc:sldLayoutChg chg="add">
          <pc:chgData name="Bohm, Tracy" userId="S::tracy.bohm_thermofisher.com#ext#@csiroau.onmicrosoft.com::b761b071-5505-427a-a40c-1665d3f62e82" providerId="AD" clId="Web-{2F072C87-CF9C-D12E-2AEE-21CDCC3F61A7}" dt="2023-07-21T02:39:20.228" v="0"/>
          <pc:sldLayoutMkLst>
            <pc:docMk/>
            <pc:sldMasterMk cId="1448471911" sldId="2147484069"/>
            <pc:sldLayoutMk cId="2720881759" sldId="2147484081"/>
          </pc:sldLayoutMkLst>
        </pc:sldLayoutChg>
        <pc:sldLayoutChg chg="add">
          <pc:chgData name="Bohm, Tracy" userId="S::tracy.bohm_thermofisher.com#ext#@csiroau.onmicrosoft.com::b761b071-5505-427a-a40c-1665d3f62e82" providerId="AD" clId="Web-{2F072C87-CF9C-D12E-2AEE-21CDCC3F61A7}" dt="2023-07-21T02:39:20.228" v="0"/>
          <pc:sldLayoutMkLst>
            <pc:docMk/>
            <pc:sldMasterMk cId="1448471911" sldId="2147484069"/>
            <pc:sldLayoutMk cId="3944309182" sldId="2147484082"/>
          </pc:sldLayoutMkLst>
        </pc:sldLayoutChg>
        <pc:sldLayoutChg chg="add">
          <pc:chgData name="Bohm, Tracy" userId="S::tracy.bohm_thermofisher.com#ext#@csiroau.onmicrosoft.com::b761b071-5505-427a-a40c-1665d3f62e82" providerId="AD" clId="Web-{2F072C87-CF9C-D12E-2AEE-21CDCC3F61A7}" dt="2023-07-21T02:39:20.228" v="0"/>
          <pc:sldLayoutMkLst>
            <pc:docMk/>
            <pc:sldMasterMk cId="1448471911" sldId="2147484069"/>
            <pc:sldLayoutMk cId="1652599223" sldId="2147484083"/>
          </pc:sldLayoutMkLst>
        </pc:sldLayoutChg>
        <pc:sldLayoutChg chg="add">
          <pc:chgData name="Bohm, Tracy" userId="S::tracy.bohm_thermofisher.com#ext#@csiroau.onmicrosoft.com::b761b071-5505-427a-a40c-1665d3f62e82" providerId="AD" clId="Web-{2F072C87-CF9C-D12E-2AEE-21CDCC3F61A7}" dt="2023-07-21T02:39:20.228" v="0"/>
          <pc:sldLayoutMkLst>
            <pc:docMk/>
            <pc:sldMasterMk cId="1448471911" sldId="2147484069"/>
            <pc:sldLayoutMk cId="2305361603" sldId="2147484084"/>
          </pc:sldLayoutMkLst>
        </pc:sldLayoutChg>
        <pc:sldLayoutChg chg="add">
          <pc:chgData name="Bohm, Tracy" userId="S::tracy.bohm_thermofisher.com#ext#@csiroau.onmicrosoft.com::b761b071-5505-427a-a40c-1665d3f62e82" providerId="AD" clId="Web-{2F072C87-CF9C-D12E-2AEE-21CDCC3F61A7}" dt="2023-07-21T02:39:20.228" v="0"/>
          <pc:sldLayoutMkLst>
            <pc:docMk/>
            <pc:sldMasterMk cId="1448471911" sldId="2147484069"/>
            <pc:sldLayoutMk cId="3244215997" sldId="2147484085"/>
          </pc:sldLayoutMkLst>
        </pc:sldLayoutChg>
        <pc:sldLayoutChg chg="add">
          <pc:chgData name="Bohm, Tracy" userId="S::tracy.bohm_thermofisher.com#ext#@csiroau.onmicrosoft.com::b761b071-5505-427a-a40c-1665d3f62e82" providerId="AD" clId="Web-{2F072C87-CF9C-D12E-2AEE-21CDCC3F61A7}" dt="2023-07-21T02:39:20.228" v="0"/>
          <pc:sldLayoutMkLst>
            <pc:docMk/>
            <pc:sldMasterMk cId="1448471911" sldId="2147484069"/>
            <pc:sldLayoutMk cId="1988507268" sldId="2147484086"/>
          </pc:sldLayoutMkLst>
        </pc:sldLayoutChg>
        <pc:sldLayoutChg chg="add">
          <pc:chgData name="Bohm, Tracy" userId="S::tracy.bohm_thermofisher.com#ext#@csiroau.onmicrosoft.com::b761b071-5505-427a-a40c-1665d3f62e82" providerId="AD" clId="Web-{2F072C87-CF9C-D12E-2AEE-21CDCC3F61A7}" dt="2023-07-21T02:39:20.228" v="0"/>
          <pc:sldLayoutMkLst>
            <pc:docMk/>
            <pc:sldMasterMk cId="1448471911" sldId="2147484069"/>
            <pc:sldLayoutMk cId="1636752787" sldId="2147484088"/>
          </pc:sldLayoutMkLst>
        </pc:sldLayoutChg>
        <pc:sldLayoutChg chg="add">
          <pc:chgData name="Bohm, Tracy" userId="S::tracy.bohm_thermofisher.com#ext#@csiroau.onmicrosoft.com::b761b071-5505-427a-a40c-1665d3f62e82" providerId="AD" clId="Web-{2F072C87-CF9C-D12E-2AEE-21CDCC3F61A7}" dt="2023-07-21T02:39:20.556" v="1"/>
          <pc:sldLayoutMkLst>
            <pc:docMk/>
            <pc:sldMasterMk cId="1448471911" sldId="2147484069"/>
            <pc:sldLayoutMk cId="1084515562" sldId="2147484089"/>
          </pc:sldLayoutMkLst>
        </pc:sldLayoutChg>
        <pc:sldLayoutChg chg="add">
          <pc:chgData name="Bohm, Tracy" userId="S::tracy.bohm_thermofisher.com#ext#@csiroau.onmicrosoft.com::b761b071-5505-427a-a40c-1665d3f62e82" providerId="AD" clId="Web-{2F072C87-CF9C-D12E-2AEE-21CDCC3F61A7}" dt="2023-07-21T02:39:20.822" v="2"/>
          <pc:sldLayoutMkLst>
            <pc:docMk/>
            <pc:sldMasterMk cId="1448471911" sldId="2147484069"/>
            <pc:sldLayoutMk cId="1084515562" sldId="2147484090"/>
          </pc:sldLayoutMkLst>
        </pc:sldLayoutChg>
        <pc:sldLayoutChg chg="add">
          <pc:chgData name="Bohm, Tracy" userId="S::tracy.bohm_thermofisher.com#ext#@csiroau.onmicrosoft.com::b761b071-5505-427a-a40c-1665d3f62e82" providerId="AD" clId="Web-{2F072C87-CF9C-D12E-2AEE-21CDCC3F61A7}" dt="2023-07-21T02:39:21.088" v="3"/>
          <pc:sldLayoutMkLst>
            <pc:docMk/>
            <pc:sldMasterMk cId="1448471911" sldId="2147484069"/>
            <pc:sldLayoutMk cId="1084515562" sldId="2147484091"/>
          </pc:sldLayoutMkLst>
        </pc:sldLayoutChg>
        <pc:sldLayoutChg chg="add">
          <pc:chgData name="Bohm, Tracy" userId="S::tracy.bohm_thermofisher.com#ext#@csiroau.onmicrosoft.com::b761b071-5505-427a-a40c-1665d3f62e82" providerId="AD" clId="Web-{2F072C87-CF9C-D12E-2AEE-21CDCC3F61A7}" dt="2023-07-21T02:39:21.431" v="4"/>
          <pc:sldLayoutMkLst>
            <pc:docMk/>
            <pc:sldMasterMk cId="1448471911" sldId="2147484069"/>
            <pc:sldLayoutMk cId="1084515562" sldId="2147484092"/>
          </pc:sldLayoutMkLst>
        </pc:sldLayoutChg>
        <pc:sldLayoutChg chg="add">
          <pc:chgData name="Bohm, Tracy" userId="S::tracy.bohm_thermofisher.com#ext#@csiroau.onmicrosoft.com::b761b071-5505-427a-a40c-1665d3f62e82" providerId="AD" clId="Web-{2F072C87-CF9C-D12E-2AEE-21CDCC3F61A7}" dt="2023-07-21T02:39:21.619" v="5"/>
          <pc:sldLayoutMkLst>
            <pc:docMk/>
            <pc:sldMasterMk cId="1448471911" sldId="2147484069"/>
            <pc:sldLayoutMk cId="1084515562" sldId="2147484093"/>
          </pc:sldLayoutMkLst>
        </pc:sldLayoutChg>
        <pc:sldLayoutChg chg="add">
          <pc:chgData name="Bohm, Tracy" userId="S::tracy.bohm_thermofisher.com#ext#@csiroau.onmicrosoft.com::b761b071-5505-427a-a40c-1665d3f62e82" providerId="AD" clId="Web-{2F072C87-CF9C-D12E-2AEE-21CDCC3F61A7}" dt="2023-07-21T02:39:21.806" v="6"/>
          <pc:sldLayoutMkLst>
            <pc:docMk/>
            <pc:sldMasterMk cId="1448471911" sldId="2147484069"/>
            <pc:sldLayoutMk cId="1084515562" sldId="2147484094"/>
          </pc:sldLayoutMkLst>
        </pc:sldLayoutChg>
        <pc:sldLayoutChg chg="add">
          <pc:chgData name="Bohm, Tracy" userId="S::tracy.bohm_thermofisher.com#ext#@csiroau.onmicrosoft.com::b761b071-5505-427a-a40c-1665d3f62e82" providerId="AD" clId="Web-{2F072C87-CF9C-D12E-2AEE-21CDCC3F61A7}" dt="2023-07-21T02:39:22.041" v="7"/>
          <pc:sldLayoutMkLst>
            <pc:docMk/>
            <pc:sldMasterMk cId="1448471911" sldId="2147484069"/>
            <pc:sldLayoutMk cId="1084515562" sldId="2147484095"/>
          </pc:sldLayoutMkLst>
        </pc:sldLayoutChg>
        <pc:sldLayoutChg chg="add">
          <pc:chgData name="Bohm, Tracy" userId="S::tracy.bohm_thermofisher.com#ext#@csiroau.onmicrosoft.com::b761b071-5505-427a-a40c-1665d3f62e82" providerId="AD" clId="Web-{2F072C87-CF9C-D12E-2AEE-21CDCC3F61A7}" dt="2023-07-21T02:39:22.244" v="8"/>
          <pc:sldLayoutMkLst>
            <pc:docMk/>
            <pc:sldMasterMk cId="1448471911" sldId="2147484069"/>
            <pc:sldLayoutMk cId="1084515562" sldId="2147484096"/>
          </pc:sldLayoutMkLst>
        </pc:sldLayoutChg>
        <pc:sldLayoutChg chg="add">
          <pc:chgData name="Bohm, Tracy" userId="S::tracy.bohm_thermofisher.com#ext#@csiroau.onmicrosoft.com::b761b071-5505-427a-a40c-1665d3f62e82" providerId="AD" clId="Web-{2F072C87-CF9C-D12E-2AEE-21CDCC3F61A7}" dt="2023-07-21T02:39:22.666" v="9"/>
          <pc:sldLayoutMkLst>
            <pc:docMk/>
            <pc:sldMasterMk cId="1448471911" sldId="2147484069"/>
            <pc:sldLayoutMk cId="1084515562" sldId="2147484097"/>
          </pc:sldLayoutMkLst>
        </pc:sldLayoutChg>
        <pc:sldLayoutChg chg="add">
          <pc:chgData name="Bohm, Tracy" userId="S::tracy.bohm_thermofisher.com#ext#@csiroau.onmicrosoft.com::b761b071-5505-427a-a40c-1665d3f62e82" providerId="AD" clId="Web-{2F072C87-CF9C-D12E-2AEE-21CDCC3F61A7}" dt="2023-07-21T02:39:23.088" v="10"/>
          <pc:sldLayoutMkLst>
            <pc:docMk/>
            <pc:sldMasterMk cId="1448471911" sldId="2147484069"/>
            <pc:sldLayoutMk cId="1084515562" sldId="2147484098"/>
          </pc:sldLayoutMkLst>
        </pc:sldLayoutChg>
        <pc:sldLayoutChg chg="add">
          <pc:chgData name="Bohm, Tracy" userId="S::tracy.bohm_thermofisher.com#ext#@csiroau.onmicrosoft.com::b761b071-5505-427a-a40c-1665d3f62e82" providerId="AD" clId="Web-{2F072C87-CF9C-D12E-2AEE-21CDCC3F61A7}" dt="2023-07-21T02:39:23.353" v="11"/>
          <pc:sldLayoutMkLst>
            <pc:docMk/>
            <pc:sldMasterMk cId="1448471911" sldId="2147484069"/>
            <pc:sldLayoutMk cId="1084515562" sldId="2147484099"/>
          </pc:sldLayoutMkLst>
        </pc:sldLayoutChg>
        <pc:sldLayoutChg chg="add">
          <pc:chgData name="Bohm, Tracy" userId="S::tracy.bohm_thermofisher.com#ext#@csiroau.onmicrosoft.com::b761b071-5505-427a-a40c-1665d3f62e82" providerId="AD" clId="Web-{2F072C87-CF9C-D12E-2AEE-21CDCC3F61A7}" dt="2023-07-21T02:39:23.650" v="12"/>
          <pc:sldLayoutMkLst>
            <pc:docMk/>
            <pc:sldMasterMk cId="1448471911" sldId="2147484069"/>
            <pc:sldLayoutMk cId="1084515562" sldId="2147484100"/>
          </pc:sldLayoutMkLst>
        </pc:sldLayoutChg>
        <pc:sldLayoutChg chg="add">
          <pc:chgData name="Bohm, Tracy" userId="S::tracy.bohm_thermofisher.com#ext#@csiroau.onmicrosoft.com::b761b071-5505-427a-a40c-1665d3f62e82" providerId="AD" clId="Web-{2F072C87-CF9C-D12E-2AEE-21CDCC3F61A7}" dt="2023-07-21T02:39:24.041" v="13"/>
          <pc:sldLayoutMkLst>
            <pc:docMk/>
            <pc:sldMasterMk cId="1448471911" sldId="2147484069"/>
            <pc:sldLayoutMk cId="1084515562" sldId="2147484101"/>
          </pc:sldLayoutMkLst>
        </pc:sldLayoutChg>
      </pc:sldMasterChg>
    </pc:docChg>
  </pc:docChgLst>
  <pc:docChgLst>
    <pc:chgData name="King, Dianne (IM&amp;T, Clayton)" userId="S::kin293@csiro.au::3fa97433-aef5-418a-a784-4a9bb0b21088" providerId="AD" clId="Web-{F90636DC-A693-455A-A68C-F4BED74572F5}"/>
    <pc:docChg chg="delSld modSld sldOrd">
      <pc:chgData name="King, Dianne (IM&amp;T, Clayton)" userId="S::kin293@csiro.au::3fa97433-aef5-418a-a784-4a9bb0b21088" providerId="AD" clId="Web-{F90636DC-A693-455A-A68C-F4BED74572F5}" dt="2023-07-21T05:10:52.340" v="26"/>
      <pc:docMkLst>
        <pc:docMk/>
      </pc:docMkLst>
      <pc:sldChg chg="del">
        <pc:chgData name="King, Dianne (IM&amp;T, Clayton)" userId="S::kin293@csiro.au::3fa97433-aef5-418a-a784-4a9bb0b21088" providerId="AD" clId="Web-{F90636DC-A693-455A-A68C-F4BED74572F5}" dt="2023-07-21T05:09:36.901" v="0"/>
        <pc:sldMkLst>
          <pc:docMk/>
          <pc:sldMk cId="1253921648" sldId="413"/>
        </pc:sldMkLst>
      </pc:sldChg>
      <pc:sldChg chg="del">
        <pc:chgData name="King, Dianne (IM&amp;T, Clayton)" userId="S::kin293@csiro.au::3fa97433-aef5-418a-a784-4a9bb0b21088" providerId="AD" clId="Web-{F90636DC-A693-455A-A68C-F4BED74572F5}" dt="2023-07-21T05:09:36.916" v="2"/>
        <pc:sldMkLst>
          <pc:docMk/>
          <pc:sldMk cId="1392688973" sldId="422"/>
        </pc:sldMkLst>
      </pc:sldChg>
      <pc:sldChg chg="del">
        <pc:chgData name="King, Dianne (IM&amp;T, Clayton)" userId="S::kin293@csiro.au::3fa97433-aef5-418a-a784-4a9bb0b21088" providerId="AD" clId="Web-{F90636DC-A693-455A-A68C-F4BED74572F5}" dt="2023-07-21T05:09:36.901" v="1"/>
        <pc:sldMkLst>
          <pc:docMk/>
          <pc:sldMk cId="1344052534" sldId="423"/>
        </pc:sldMkLst>
      </pc:sldChg>
      <pc:sldChg chg="addSp delSp modSp">
        <pc:chgData name="King, Dianne (IM&amp;T, Clayton)" userId="S::kin293@csiro.au::3fa97433-aef5-418a-a784-4a9bb0b21088" providerId="AD" clId="Web-{F90636DC-A693-455A-A68C-F4BED74572F5}" dt="2023-07-21T05:10:06.355" v="18" actId="20577"/>
        <pc:sldMkLst>
          <pc:docMk/>
          <pc:sldMk cId="3000502401" sldId="432"/>
        </pc:sldMkLst>
        <pc:spChg chg="add mod">
          <ac:chgData name="King, Dianne (IM&amp;T, Clayton)" userId="S::kin293@csiro.au::3fa97433-aef5-418a-a784-4a9bb0b21088" providerId="AD" clId="Web-{F90636DC-A693-455A-A68C-F4BED74572F5}" dt="2023-07-21T05:10:06.355" v="18" actId="20577"/>
          <ac:spMkLst>
            <pc:docMk/>
            <pc:sldMk cId="3000502401" sldId="432"/>
            <ac:spMk id="40" creationId="{9CE7F52D-0211-6355-5861-092A6BCB958E}"/>
          </ac:spMkLst>
        </pc:spChg>
        <pc:graphicFrameChg chg="del">
          <ac:chgData name="King, Dianne (IM&amp;T, Clayton)" userId="S::kin293@csiro.au::3fa97433-aef5-418a-a784-4a9bb0b21088" providerId="AD" clId="Web-{F90636DC-A693-455A-A68C-F4BED74572F5}" dt="2023-07-21T05:09:47.979" v="5"/>
          <ac:graphicFrameMkLst>
            <pc:docMk/>
            <pc:sldMk cId="3000502401" sldId="432"/>
            <ac:graphicFrameMk id="2" creationId="{0B2A631A-EEF6-096D-B9F9-025B721AA3E7}"/>
          </ac:graphicFrameMkLst>
        </pc:graphicFrameChg>
        <pc:picChg chg="del mod">
          <ac:chgData name="King, Dianne (IM&amp;T, Clayton)" userId="S::kin293@csiro.au::3fa97433-aef5-418a-a784-4a9bb0b21088" providerId="AD" clId="Web-{F90636DC-A693-455A-A68C-F4BED74572F5}" dt="2023-07-21T05:09:58.776" v="8"/>
          <ac:picMkLst>
            <pc:docMk/>
            <pc:sldMk cId="3000502401" sldId="432"/>
            <ac:picMk id="9" creationId="{3EDEA748-4CD3-C0FE-BD2A-684D6D3B9851}"/>
          </ac:picMkLst>
        </pc:picChg>
      </pc:sldChg>
      <pc:sldChg chg="del">
        <pc:chgData name="King, Dianne (IM&amp;T, Clayton)" userId="S::kin293@csiro.au::3fa97433-aef5-418a-a784-4a9bb0b21088" providerId="AD" clId="Web-{F90636DC-A693-455A-A68C-F4BED74572F5}" dt="2023-07-21T05:09:36.916" v="4"/>
        <pc:sldMkLst>
          <pc:docMk/>
          <pc:sldMk cId="1828809446" sldId="433"/>
        </pc:sldMkLst>
      </pc:sldChg>
      <pc:sldChg chg="del">
        <pc:chgData name="King, Dianne (IM&amp;T, Clayton)" userId="S::kin293@csiro.au::3fa97433-aef5-418a-a784-4a9bb0b21088" providerId="AD" clId="Web-{F90636DC-A693-455A-A68C-F4BED74572F5}" dt="2023-07-21T05:09:36.916" v="3"/>
        <pc:sldMkLst>
          <pc:docMk/>
          <pc:sldMk cId="2546813330" sldId="435"/>
        </pc:sldMkLst>
      </pc:sldChg>
      <pc:sldChg chg="modSp">
        <pc:chgData name="King, Dianne (IM&amp;T, Clayton)" userId="S::kin293@csiro.au::3fa97433-aef5-418a-a784-4a9bb0b21088" providerId="AD" clId="Web-{F90636DC-A693-455A-A68C-F4BED74572F5}" dt="2023-07-21T05:10:41.433" v="25" actId="20577"/>
        <pc:sldMkLst>
          <pc:docMk/>
          <pc:sldMk cId="1485149024" sldId="437"/>
        </pc:sldMkLst>
        <pc:spChg chg="mod">
          <ac:chgData name="King, Dianne (IM&amp;T, Clayton)" userId="S::kin293@csiro.au::3fa97433-aef5-418a-a784-4a9bb0b21088" providerId="AD" clId="Web-{F90636DC-A693-455A-A68C-F4BED74572F5}" dt="2023-07-21T05:10:41.433" v="25" actId="20577"/>
          <ac:spMkLst>
            <pc:docMk/>
            <pc:sldMk cId="1485149024" sldId="437"/>
            <ac:spMk id="2" creationId="{A033AC1F-4B8C-21FB-ACFE-7532098C1E90}"/>
          </ac:spMkLst>
        </pc:spChg>
      </pc:sldChg>
      <pc:sldChg chg="ord">
        <pc:chgData name="King, Dianne (IM&amp;T, Clayton)" userId="S::kin293@csiro.au::3fa97433-aef5-418a-a784-4a9bb0b21088" providerId="AD" clId="Web-{F90636DC-A693-455A-A68C-F4BED74572F5}" dt="2023-07-21T05:10:52.340" v="26"/>
        <pc:sldMkLst>
          <pc:docMk/>
          <pc:sldMk cId="3168988785" sldId="454"/>
        </pc:sldMkLst>
      </pc:sldChg>
    </pc:docChg>
  </pc:docChgLst>
  <pc:docChgLst>
    <pc:chgData name="Huo, Hanni" userId="62744832-41d2-4007-b3e5-0d11d744955f" providerId="ADAL" clId="{3AEF3BEC-C88C-4621-AD66-9B2D580A99A5}"/>
    <pc:docChg chg="custSel addSld delSld modSld modSection modShowInfo">
      <pc:chgData name="Huo, Hanni" userId="62744832-41d2-4007-b3e5-0d11d744955f" providerId="ADAL" clId="{3AEF3BEC-C88C-4621-AD66-9B2D580A99A5}" dt="2024-06-01T02:38:18.680" v="41" actId="2696"/>
      <pc:docMkLst>
        <pc:docMk/>
      </pc:docMkLst>
      <pc:sldChg chg="del">
        <pc:chgData name="Huo, Hanni" userId="62744832-41d2-4007-b3e5-0d11d744955f" providerId="ADAL" clId="{3AEF3BEC-C88C-4621-AD66-9B2D580A99A5}" dt="2024-06-01T02:38:18.680" v="41" actId="2696"/>
        <pc:sldMkLst>
          <pc:docMk/>
          <pc:sldMk cId="0" sldId="291"/>
        </pc:sldMkLst>
      </pc:sldChg>
      <pc:sldChg chg="modNotesTx">
        <pc:chgData name="Huo, Hanni" userId="62744832-41d2-4007-b3e5-0d11d744955f" providerId="ADAL" clId="{3AEF3BEC-C88C-4621-AD66-9B2D580A99A5}" dt="2024-05-31T03:34:01.649" v="33" actId="20577"/>
        <pc:sldMkLst>
          <pc:docMk/>
          <pc:sldMk cId="1089217732" sldId="2147470957"/>
        </pc:sldMkLst>
      </pc:sldChg>
      <pc:sldChg chg="addSp delSp modSp add del mod">
        <pc:chgData name="Huo, Hanni" userId="62744832-41d2-4007-b3e5-0d11d744955f" providerId="ADAL" clId="{3AEF3BEC-C88C-4621-AD66-9B2D580A99A5}" dt="2024-06-01T02:38:07.753" v="40"/>
        <pc:sldMkLst>
          <pc:docMk/>
          <pc:sldMk cId="0" sldId="2147471006"/>
        </pc:sldMkLst>
        <pc:spChg chg="add mod">
          <ac:chgData name="Huo, Hanni" userId="62744832-41d2-4007-b3e5-0d11d744955f" providerId="ADAL" clId="{3AEF3BEC-C88C-4621-AD66-9B2D580A99A5}" dt="2024-06-01T02:38:07.753" v="40"/>
          <ac:spMkLst>
            <pc:docMk/>
            <pc:sldMk cId="0" sldId="2147471006"/>
            <ac:spMk id="4" creationId="{C11D7FA6-568C-B22D-2E1E-AF13C6157834}"/>
          </ac:spMkLst>
        </pc:spChg>
        <pc:spChg chg="add del mod">
          <ac:chgData name="Huo, Hanni" userId="62744832-41d2-4007-b3e5-0d11d744955f" providerId="ADAL" clId="{3AEF3BEC-C88C-4621-AD66-9B2D580A99A5}" dt="2024-05-31T10:12:47.310" v="38" actId="478"/>
          <ac:spMkLst>
            <pc:docMk/>
            <pc:sldMk cId="0" sldId="2147471006"/>
            <ac:spMk id="5" creationId="{350C7A59-8AB0-41C5-99B3-963C15F24617}"/>
          </ac:spMkLst>
        </pc:spChg>
        <pc:spChg chg="del">
          <ac:chgData name="Huo, Hanni" userId="62744832-41d2-4007-b3e5-0d11d744955f" providerId="ADAL" clId="{3AEF3BEC-C88C-4621-AD66-9B2D580A99A5}" dt="2024-05-31T10:12:43.962" v="37" actId="478"/>
          <ac:spMkLst>
            <pc:docMk/>
            <pc:sldMk cId="0" sldId="2147471006"/>
            <ac:spMk id="6" creationId="{00000000-0000-0000-0000-000000000000}"/>
          </ac:spMkLst>
        </pc:spChg>
        <pc:spChg chg="add mod">
          <ac:chgData name="Huo, Hanni" userId="62744832-41d2-4007-b3e5-0d11d744955f" providerId="ADAL" clId="{3AEF3BEC-C88C-4621-AD66-9B2D580A99A5}" dt="2024-05-31T10:12:48.341" v="39"/>
          <ac:spMkLst>
            <pc:docMk/>
            <pc:sldMk cId="0" sldId="2147471006"/>
            <ac:spMk id="7" creationId="{0D5657DD-4FB3-DE8C-104B-9668C6977EAA}"/>
          </ac:spMkLst>
        </pc:spChg>
        <pc:spChg chg="add mod">
          <ac:chgData name="Huo, Hanni" userId="62744832-41d2-4007-b3e5-0d11d744955f" providerId="ADAL" clId="{3AEF3BEC-C88C-4621-AD66-9B2D580A99A5}" dt="2024-05-31T10:12:48.341" v="39"/>
          <ac:spMkLst>
            <pc:docMk/>
            <pc:sldMk cId="0" sldId="2147471006"/>
            <ac:spMk id="8" creationId="{B423D6B5-2A1B-E51A-86D8-0F6A7E932AD8}"/>
          </ac:spMkLst>
        </pc:spChg>
        <pc:spChg chg="add mod">
          <ac:chgData name="Huo, Hanni" userId="62744832-41d2-4007-b3e5-0d11d744955f" providerId="ADAL" clId="{3AEF3BEC-C88C-4621-AD66-9B2D580A99A5}" dt="2024-05-31T10:12:48.341" v="39"/>
          <ac:spMkLst>
            <pc:docMk/>
            <pc:sldMk cId="0" sldId="2147471006"/>
            <ac:spMk id="9" creationId="{389A053E-CBF8-B4E7-B9B6-8D228CBD3E56}"/>
          </ac:spMkLst>
        </pc:spChg>
      </pc:sldChg>
    </pc:docChg>
  </pc:docChgLst>
  <pc:docChgLst>
    <pc:chgData name="Haag, Tim (Manufacturing, Clayton)" userId="S::haa021@csiro.au::9e3f364a-fc44-40dd-8be3-0d0e9e1b309d" providerId="AD" clId="Web-{709F27E2-B4D8-97E0-1203-B994EDB34200}"/>
    <pc:docChg chg="sldOrd">
      <pc:chgData name="Haag, Tim (Manufacturing, Clayton)" userId="S::haa021@csiro.au::9e3f364a-fc44-40dd-8be3-0d0e9e1b309d" providerId="AD" clId="Web-{709F27E2-B4D8-97E0-1203-B994EDB34200}" dt="2023-07-28T00:12:15.047" v="0"/>
      <pc:docMkLst>
        <pc:docMk/>
      </pc:docMkLst>
      <pc:sldChg chg="ord">
        <pc:chgData name="Haag, Tim (Manufacturing, Clayton)" userId="S::haa021@csiro.au::9e3f364a-fc44-40dd-8be3-0d0e9e1b309d" providerId="AD" clId="Web-{709F27E2-B4D8-97E0-1203-B994EDB34200}" dt="2023-07-28T00:12:15.047" v="0"/>
        <pc:sldMkLst>
          <pc:docMk/>
          <pc:sldMk cId="194708393" sldId="265"/>
        </pc:sldMkLst>
      </pc:sldChg>
    </pc:docChg>
  </pc:docChgLst>
  <pc:docChgLst>
    <pc:chgData name="Mayo, Sherry (Manufacturing, Clayton)" userId="S::may130@csiro.au::4e8b6fe7-3800-4cf1-a24c-5cfccb4c224c" providerId="AD" clId="Web-{9CF109D3-F441-4428-8183-4C90638C1E2B}"/>
    <pc:docChg chg="modSld">
      <pc:chgData name="Mayo, Sherry (Manufacturing, Clayton)" userId="S::may130@csiro.au::4e8b6fe7-3800-4cf1-a24c-5cfccb4c224c" providerId="AD" clId="Web-{9CF109D3-F441-4428-8183-4C90638C1E2B}" dt="2023-07-20T04:20:10.451" v="17" actId="1076"/>
      <pc:docMkLst>
        <pc:docMk/>
      </pc:docMkLst>
      <pc:sldChg chg="modSp">
        <pc:chgData name="Mayo, Sherry (Manufacturing, Clayton)" userId="S::may130@csiro.au::4e8b6fe7-3800-4cf1-a24c-5cfccb4c224c" providerId="AD" clId="Web-{9CF109D3-F441-4428-8183-4C90638C1E2B}" dt="2023-07-20T04:20:10.451" v="17" actId="1076"/>
        <pc:sldMkLst>
          <pc:docMk/>
          <pc:sldMk cId="3737707652" sldId="264"/>
        </pc:sldMkLst>
        <pc:spChg chg="mod">
          <ac:chgData name="Mayo, Sherry (Manufacturing, Clayton)" userId="S::may130@csiro.au::4e8b6fe7-3800-4cf1-a24c-5cfccb4c224c" providerId="AD" clId="Web-{9CF109D3-F441-4428-8183-4C90638C1E2B}" dt="2023-07-20T04:20:10.451" v="17" actId="1076"/>
          <ac:spMkLst>
            <pc:docMk/>
            <pc:sldMk cId="3737707652" sldId="264"/>
            <ac:spMk id="9" creationId="{FA2CE996-C061-6C69-0BAF-125334DB68F7}"/>
          </ac:spMkLst>
        </pc:spChg>
        <pc:spChg chg="mod">
          <ac:chgData name="Mayo, Sherry (Manufacturing, Clayton)" userId="S::may130@csiro.au::4e8b6fe7-3800-4cf1-a24c-5cfccb4c224c" providerId="AD" clId="Web-{9CF109D3-F441-4428-8183-4C90638C1E2B}" dt="2023-07-20T04:20:02.576" v="16" actId="1076"/>
          <ac:spMkLst>
            <pc:docMk/>
            <pc:sldMk cId="3737707652" sldId="264"/>
            <ac:spMk id="11" creationId="{B74BB503-126C-3A76-EB11-1E9BE6AAAB53}"/>
          </ac:spMkLst>
        </pc:spChg>
        <pc:spChg chg="mod">
          <ac:chgData name="Mayo, Sherry (Manufacturing, Clayton)" userId="S::may130@csiro.au::4e8b6fe7-3800-4cf1-a24c-5cfccb4c224c" providerId="AD" clId="Web-{9CF109D3-F441-4428-8183-4C90638C1E2B}" dt="2023-07-20T04:19:48.170" v="15" actId="1076"/>
          <ac:spMkLst>
            <pc:docMk/>
            <pc:sldMk cId="3737707652" sldId="264"/>
            <ac:spMk id="12" creationId="{22B192E4-A3EB-EB63-EEE1-D1D1377BC7AE}"/>
          </ac:spMkLst>
        </pc:spChg>
        <pc:spChg chg="mod">
          <ac:chgData name="Mayo, Sherry (Manufacturing, Clayton)" userId="S::may130@csiro.au::4e8b6fe7-3800-4cf1-a24c-5cfccb4c224c" providerId="AD" clId="Web-{9CF109D3-F441-4428-8183-4C90638C1E2B}" dt="2023-07-20T04:17:09.450" v="14" actId="20577"/>
          <ac:spMkLst>
            <pc:docMk/>
            <pc:sldMk cId="3737707652" sldId="264"/>
            <ac:spMk id="13" creationId="{38573C9B-CBA8-3E64-F9EC-2159DCCD8719}"/>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307046" cy="718423"/>
          </a:xfrm>
          <a:prstGeom prst="rect">
            <a:avLst/>
          </a:prstGeom>
        </p:spPr>
        <p:txBody>
          <a:bodyPr vert="horz" lIns="132899" tIns="66449" rIns="132899" bIns="66449" rtlCol="0"/>
          <a:lstStyle>
            <a:lvl1pPr algn="l">
              <a:defRPr sz="1700"/>
            </a:lvl1pPr>
          </a:lstStyle>
          <a:p>
            <a:endParaRPr lang="en-AU"/>
          </a:p>
        </p:txBody>
      </p:sp>
      <p:sp>
        <p:nvSpPr>
          <p:cNvPr id="3" name="Date Placeholder 2"/>
          <p:cNvSpPr>
            <a:spLocks noGrp="1"/>
          </p:cNvSpPr>
          <p:nvPr>
            <p:ph type="dt" sz="quarter" idx="1"/>
          </p:nvPr>
        </p:nvSpPr>
        <p:spPr>
          <a:xfrm>
            <a:off x="5629993" y="0"/>
            <a:ext cx="4307046" cy="718423"/>
          </a:xfrm>
          <a:prstGeom prst="rect">
            <a:avLst/>
          </a:prstGeom>
        </p:spPr>
        <p:txBody>
          <a:bodyPr vert="horz" lIns="132899" tIns="66449" rIns="132899" bIns="66449" rtlCol="0"/>
          <a:lstStyle>
            <a:lvl1pPr algn="r">
              <a:defRPr sz="1700"/>
            </a:lvl1pPr>
          </a:lstStyle>
          <a:p>
            <a:fld id="{BBFA697C-5849-4DDF-A6C8-08E6893940F4}" type="datetimeFigureOut">
              <a:rPr lang="en-AU" smtClean="0"/>
              <a:pPr/>
              <a:t>6/06/2024</a:t>
            </a:fld>
            <a:endParaRPr lang="en-AU"/>
          </a:p>
        </p:txBody>
      </p:sp>
      <p:sp>
        <p:nvSpPr>
          <p:cNvPr id="4" name="Footer Placeholder 3"/>
          <p:cNvSpPr>
            <a:spLocks noGrp="1"/>
          </p:cNvSpPr>
          <p:nvPr>
            <p:ph type="ftr" sz="quarter" idx="2"/>
          </p:nvPr>
        </p:nvSpPr>
        <p:spPr>
          <a:xfrm>
            <a:off x="1" y="13647546"/>
            <a:ext cx="4307046" cy="718423"/>
          </a:xfrm>
          <a:prstGeom prst="rect">
            <a:avLst/>
          </a:prstGeom>
        </p:spPr>
        <p:txBody>
          <a:bodyPr vert="horz" lIns="132899" tIns="66449" rIns="132899" bIns="66449" rtlCol="0" anchor="b"/>
          <a:lstStyle>
            <a:lvl1pPr algn="l">
              <a:defRPr sz="1700"/>
            </a:lvl1pPr>
          </a:lstStyle>
          <a:p>
            <a:endParaRPr lang="en-AU"/>
          </a:p>
        </p:txBody>
      </p:sp>
      <p:sp>
        <p:nvSpPr>
          <p:cNvPr id="5" name="Slide Number Placeholder 4"/>
          <p:cNvSpPr>
            <a:spLocks noGrp="1"/>
          </p:cNvSpPr>
          <p:nvPr>
            <p:ph type="sldNum" sz="quarter" idx="3"/>
          </p:nvPr>
        </p:nvSpPr>
        <p:spPr>
          <a:xfrm>
            <a:off x="5629993" y="13647546"/>
            <a:ext cx="4307046" cy="718423"/>
          </a:xfrm>
          <a:prstGeom prst="rect">
            <a:avLst/>
          </a:prstGeom>
        </p:spPr>
        <p:txBody>
          <a:bodyPr vert="horz" lIns="132899" tIns="66449" rIns="132899" bIns="66449" rtlCol="0" anchor="b"/>
          <a:lstStyle>
            <a:lvl1pPr algn="r">
              <a:defRPr sz="1700"/>
            </a:lvl1pPr>
          </a:lstStyle>
          <a:p>
            <a:fld id="{BFD014AF-979A-46D9-9B43-4C67319580DA}" type="slidenum">
              <a:rPr lang="en-AU" smtClean="0"/>
              <a:pPr/>
              <a:t>‹#›</a:t>
            </a:fld>
            <a:endParaRPr lang="en-AU"/>
          </a:p>
        </p:txBody>
      </p:sp>
    </p:spTree>
    <p:extLst>
      <p:ext uri="{BB962C8B-B14F-4D97-AF65-F5344CB8AC3E}">
        <p14:creationId xmlns:p14="http://schemas.microsoft.com/office/powerpoint/2010/main" val="25144417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307046" cy="718423"/>
          </a:xfrm>
          <a:prstGeom prst="rect">
            <a:avLst/>
          </a:prstGeom>
        </p:spPr>
        <p:txBody>
          <a:bodyPr vert="horz" lIns="132899" tIns="66449" rIns="132899" bIns="66449" rtlCol="0"/>
          <a:lstStyle>
            <a:lvl1pPr algn="l">
              <a:defRPr sz="1700"/>
            </a:lvl1pPr>
          </a:lstStyle>
          <a:p>
            <a:endParaRPr lang="en-AU"/>
          </a:p>
        </p:txBody>
      </p:sp>
      <p:sp>
        <p:nvSpPr>
          <p:cNvPr id="3" name="Date Placeholder 2"/>
          <p:cNvSpPr>
            <a:spLocks noGrp="1"/>
          </p:cNvSpPr>
          <p:nvPr>
            <p:ph type="dt" idx="1"/>
          </p:nvPr>
        </p:nvSpPr>
        <p:spPr>
          <a:xfrm>
            <a:off x="5629993" y="0"/>
            <a:ext cx="4307046" cy="718423"/>
          </a:xfrm>
          <a:prstGeom prst="rect">
            <a:avLst/>
          </a:prstGeom>
        </p:spPr>
        <p:txBody>
          <a:bodyPr vert="horz" lIns="132899" tIns="66449" rIns="132899" bIns="66449" rtlCol="0"/>
          <a:lstStyle>
            <a:lvl1pPr algn="r">
              <a:defRPr sz="1700"/>
            </a:lvl1pPr>
          </a:lstStyle>
          <a:p>
            <a:fld id="{00992BC2-9435-4D31-AEB3-5D5877AD6447}" type="datetimeFigureOut">
              <a:rPr lang="en-AU" smtClean="0"/>
              <a:pPr/>
              <a:t>6/06/2024</a:t>
            </a:fld>
            <a:endParaRPr lang="en-AU"/>
          </a:p>
        </p:txBody>
      </p:sp>
      <p:sp>
        <p:nvSpPr>
          <p:cNvPr id="4" name="Slide Image Placeholder 3"/>
          <p:cNvSpPr>
            <a:spLocks noGrp="1" noRot="1" noChangeAspect="1"/>
          </p:cNvSpPr>
          <p:nvPr>
            <p:ph type="sldImg" idx="2"/>
          </p:nvPr>
        </p:nvSpPr>
        <p:spPr>
          <a:xfrm>
            <a:off x="180975" y="1077913"/>
            <a:ext cx="9577388" cy="5387975"/>
          </a:xfrm>
          <a:prstGeom prst="rect">
            <a:avLst/>
          </a:prstGeom>
          <a:noFill/>
          <a:ln w="12700">
            <a:solidFill>
              <a:prstClr val="black"/>
            </a:solidFill>
          </a:ln>
        </p:spPr>
        <p:txBody>
          <a:bodyPr vert="horz" lIns="132899" tIns="66449" rIns="132899" bIns="66449" rtlCol="0" anchor="ctr"/>
          <a:lstStyle/>
          <a:p>
            <a:endParaRPr lang="en-AU"/>
          </a:p>
        </p:txBody>
      </p:sp>
      <p:sp>
        <p:nvSpPr>
          <p:cNvPr id="5" name="Notes Placeholder 4"/>
          <p:cNvSpPr>
            <a:spLocks noGrp="1"/>
          </p:cNvSpPr>
          <p:nvPr>
            <p:ph type="body" sz="quarter" idx="3"/>
          </p:nvPr>
        </p:nvSpPr>
        <p:spPr>
          <a:xfrm>
            <a:off x="993935" y="6825021"/>
            <a:ext cx="7951470" cy="6465808"/>
          </a:xfrm>
          <a:prstGeom prst="rect">
            <a:avLst/>
          </a:prstGeom>
        </p:spPr>
        <p:txBody>
          <a:bodyPr vert="horz" lIns="132899" tIns="66449" rIns="132899" bIns="6644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1" y="13647546"/>
            <a:ext cx="4307046" cy="718423"/>
          </a:xfrm>
          <a:prstGeom prst="rect">
            <a:avLst/>
          </a:prstGeom>
        </p:spPr>
        <p:txBody>
          <a:bodyPr vert="horz" lIns="132899" tIns="66449" rIns="132899" bIns="66449" rtlCol="0" anchor="b"/>
          <a:lstStyle>
            <a:lvl1pPr algn="l">
              <a:defRPr sz="1700"/>
            </a:lvl1pPr>
          </a:lstStyle>
          <a:p>
            <a:endParaRPr lang="en-AU"/>
          </a:p>
        </p:txBody>
      </p:sp>
      <p:sp>
        <p:nvSpPr>
          <p:cNvPr id="7" name="Slide Number Placeholder 6"/>
          <p:cNvSpPr>
            <a:spLocks noGrp="1"/>
          </p:cNvSpPr>
          <p:nvPr>
            <p:ph type="sldNum" sz="quarter" idx="5"/>
          </p:nvPr>
        </p:nvSpPr>
        <p:spPr>
          <a:xfrm>
            <a:off x="5629993" y="13647546"/>
            <a:ext cx="4307046" cy="718423"/>
          </a:xfrm>
          <a:prstGeom prst="rect">
            <a:avLst/>
          </a:prstGeom>
        </p:spPr>
        <p:txBody>
          <a:bodyPr vert="horz" lIns="132899" tIns="66449" rIns="132899" bIns="66449" rtlCol="0" anchor="b"/>
          <a:lstStyle>
            <a:lvl1pPr algn="r">
              <a:defRPr sz="1700"/>
            </a:lvl1pPr>
          </a:lstStyle>
          <a:p>
            <a:fld id="{9A496215-5E4C-414D-A8DB-C38AA7CF7C2A}" type="slidenum">
              <a:rPr lang="en-AU" smtClean="0"/>
              <a:pPr/>
              <a:t>‹#›</a:t>
            </a:fld>
            <a:endParaRPr lang="en-AU"/>
          </a:p>
        </p:txBody>
      </p:sp>
    </p:spTree>
    <p:extLst>
      <p:ext uri="{BB962C8B-B14F-4D97-AF65-F5344CB8AC3E}">
        <p14:creationId xmlns:p14="http://schemas.microsoft.com/office/powerpoint/2010/main" val="42031835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fld id="{9A496215-5E4C-414D-A8DB-C38AA7CF7C2A}" type="slidenum">
              <a:rPr lang="en-AU" smtClean="0"/>
              <a:pPr/>
              <a:t>1</a:t>
            </a:fld>
            <a:endParaRPr lang="en-AU"/>
          </a:p>
        </p:txBody>
      </p:sp>
    </p:spTree>
    <p:extLst>
      <p:ext uri="{BB962C8B-B14F-4D97-AF65-F5344CB8AC3E}">
        <p14:creationId xmlns:p14="http://schemas.microsoft.com/office/powerpoint/2010/main" val="17685993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fld id="{181BF975-AA5D-424C-B259-1BB0C7806E29}" type="slidenum">
              <a:rPr lang="en-US" smtClean="0"/>
              <a:t>2</a:t>
            </a:fld>
            <a:endParaRPr lang="en-US"/>
          </a:p>
        </p:txBody>
      </p:sp>
    </p:spTree>
    <p:extLst>
      <p:ext uri="{BB962C8B-B14F-4D97-AF65-F5344CB8AC3E}">
        <p14:creationId xmlns:p14="http://schemas.microsoft.com/office/powerpoint/2010/main" val="31773193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fld id="{181BF975-AA5D-424C-B259-1BB0C7806E29}" type="slidenum">
              <a:rPr lang="en-US" smtClean="0"/>
              <a:t>3</a:t>
            </a:fld>
            <a:endParaRPr lang="en-US"/>
          </a:p>
        </p:txBody>
      </p:sp>
    </p:spTree>
    <p:extLst>
      <p:ext uri="{BB962C8B-B14F-4D97-AF65-F5344CB8AC3E}">
        <p14:creationId xmlns:p14="http://schemas.microsoft.com/office/powerpoint/2010/main" val="29120779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fld id="{181BF975-AA5D-424C-B259-1BB0C7806E29}" type="slidenum">
              <a:rPr lang="en-US" smtClean="0"/>
              <a:t>4</a:t>
            </a:fld>
            <a:endParaRPr lang="en-US"/>
          </a:p>
        </p:txBody>
      </p:sp>
    </p:spTree>
    <p:extLst>
      <p:ext uri="{BB962C8B-B14F-4D97-AF65-F5344CB8AC3E}">
        <p14:creationId xmlns:p14="http://schemas.microsoft.com/office/powerpoint/2010/main" val="25512115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fld id="{181BF975-AA5D-424C-B259-1BB0C7806E29}" type="slidenum">
              <a:rPr lang="en-US" smtClean="0"/>
              <a:t>5</a:t>
            </a:fld>
            <a:endParaRPr lang="en-US"/>
          </a:p>
        </p:txBody>
      </p:sp>
    </p:spTree>
    <p:extLst>
      <p:ext uri="{BB962C8B-B14F-4D97-AF65-F5344CB8AC3E}">
        <p14:creationId xmlns:p14="http://schemas.microsoft.com/office/powerpoint/2010/main" val="6774666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fld id="{181BF975-AA5D-424C-B259-1BB0C7806E29}" type="slidenum">
              <a:rPr lang="en-US" smtClean="0"/>
              <a:t>6</a:t>
            </a:fld>
            <a:endParaRPr lang="en-US"/>
          </a:p>
        </p:txBody>
      </p:sp>
    </p:spTree>
    <p:extLst>
      <p:ext uri="{BB962C8B-B14F-4D97-AF65-F5344CB8AC3E}">
        <p14:creationId xmlns:p14="http://schemas.microsoft.com/office/powerpoint/2010/main" val="42444282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fld id="{181BF975-AA5D-424C-B259-1BB0C7806E29}" type="slidenum">
              <a:rPr lang="en-US" smtClean="0"/>
              <a:t>7</a:t>
            </a:fld>
            <a:endParaRPr lang="en-US"/>
          </a:p>
        </p:txBody>
      </p:sp>
    </p:spTree>
    <p:extLst>
      <p:ext uri="{BB962C8B-B14F-4D97-AF65-F5344CB8AC3E}">
        <p14:creationId xmlns:p14="http://schemas.microsoft.com/office/powerpoint/2010/main" val="6727610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fld id="{181BF975-AA5D-424C-B259-1BB0C7806E29}" type="slidenum">
              <a:rPr lang="en-US" smtClean="0"/>
              <a:t>8</a:t>
            </a:fld>
            <a:endParaRPr lang="en-US"/>
          </a:p>
        </p:txBody>
      </p:sp>
    </p:spTree>
    <p:extLst>
      <p:ext uri="{BB962C8B-B14F-4D97-AF65-F5344CB8AC3E}">
        <p14:creationId xmlns:p14="http://schemas.microsoft.com/office/powerpoint/2010/main" val="15301753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84188" y="1279525"/>
            <a:ext cx="6137275" cy="3452813"/>
          </a:xfrm>
          <a:prstGeom prst="rect">
            <a:avLst/>
          </a:prstGeom>
          <a:noFill/>
          <a:ln w="12700">
            <a:solidFill>
              <a:prstClr val="black"/>
            </a:solidFill>
          </a:ln>
        </p:spPr>
      </p:sp>
      <p:sp>
        <p:nvSpPr>
          <p:cNvPr id="3" name="Notes Placeholder 2"/>
          <p:cNvSpPr>
            <a:spLocks noGrp="1"/>
          </p:cNvSpPr>
          <p:nvPr>
            <p:ph type="body" idx="1"/>
          </p:nvPr>
        </p:nvSpPr>
        <p:spPr>
          <a:xfrm>
            <a:off x="709931" y="4925954"/>
            <a:ext cx="5685792" cy="4030325"/>
          </a:xfrm>
          <a:prstGeom prst="rect">
            <a:avLst/>
          </a:prstGeom>
        </p:spPr>
        <p:txBody>
          <a:bodyPr lIns="91458" tIns="45730" rIns="91458" bIns="45730"/>
          <a:lstStyle/>
          <a:p>
            <a:endParaRPr lang="en-US" sz="1800">
              <a:latin typeface="Calibri" panose="020F0502020204030204" pitchFamily="34" charset="0"/>
            </a:endParaRPr>
          </a:p>
          <a:p>
            <a:endParaRPr lang="en-US"/>
          </a:p>
        </p:txBody>
      </p:sp>
    </p:spTree>
    <p:extLst>
      <p:ext uri="{BB962C8B-B14F-4D97-AF65-F5344CB8AC3E}">
        <p14:creationId xmlns:p14="http://schemas.microsoft.com/office/powerpoint/2010/main" val="317585441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thermofisher.sharepoint.com/sites/functions/Marketing/Pages/Customer-Value-Proposition.aspx" TargetMode="External"/><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thermofisher.sharepoint.com/sites/functions/Marketing/Pages/Customer-Value-Proposition.aspx" TargetMode="External"/><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4.png"/><Relationship Id="rId1" Type="http://schemas.openxmlformats.org/officeDocument/2006/relationships/slideMaster" Target="../slideMasters/slideMaster2.xml"/><Relationship Id="rId5" Type="http://schemas.openxmlformats.org/officeDocument/2006/relationships/image" Target="../media/image15.svg"/><Relationship Id="rId4" Type="http://schemas.openxmlformats.org/officeDocument/2006/relationships/image" Target="../media/image14.png"/></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Master" Target="../slideMasters/slideMaster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Master" Target="../slideMasters/slideMaster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Master" Target="../slideMasters/slideMaster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Master" Target="../slideMasters/slideMaster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mportant Disclaimer">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0081F8D7-94E1-D14A-9B72-83893197CFDB}"/>
              </a:ext>
            </a:extLst>
          </p:cNvPr>
          <p:cNvSpPr/>
          <p:nvPr userDrawn="1"/>
        </p:nvSpPr>
        <p:spPr>
          <a:xfrm>
            <a:off x="228600" y="1085850"/>
            <a:ext cx="3657601" cy="176047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6" name="Text Placeholder 9">
            <a:extLst>
              <a:ext uri="{FF2B5EF4-FFF2-40B4-BE49-F238E27FC236}">
                <a16:creationId xmlns:a16="http://schemas.microsoft.com/office/drawing/2014/main" id="{4DB97ED0-9771-E044-B63D-01D4F8A70AD0}"/>
              </a:ext>
            </a:extLst>
          </p:cNvPr>
          <p:cNvSpPr txBox="1">
            <a:spLocks/>
          </p:cNvSpPr>
          <p:nvPr userDrawn="1"/>
        </p:nvSpPr>
        <p:spPr>
          <a:xfrm>
            <a:off x="225170" y="2975237"/>
            <a:ext cx="3652436" cy="1939663"/>
          </a:xfrm>
          <a:prstGeom prst="rect">
            <a:avLst/>
          </a:prstGeom>
        </p:spPr>
        <p:txBody>
          <a:bodyPr vert="horz" lIns="0" tIns="0" rIns="0" bIns="0" numCol="1" rtlCol="0" anchor="t">
            <a:noAutofit/>
          </a:bodyPr>
          <a:lstStyle>
            <a:lvl1pPr marL="0" indent="0" algn="l" defTabSz="914400" rtl="0" eaLnBrk="1" latinLnBrk="0" hangingPunct="1">
              <a:lnSpc>
                <a:spcPct val="100000"/>
              </a:lnSpc>
              <a:spcBef>
                <a:spcPts val="400"/>
              </a:spcBef>
              <a:buClr>
                <a:schemeClr val="accent4"/>
              </a:buClr>
              <a:buSzPct val="100000"/>
              <a:buFont typeface="Arial" panose="020B0604020202020204" pitchFamily="34" charset="0"/>
              <a:buNone/>
              <a:tabLst/>
              <a:defRPr sz="2000" b="0" kern="1200">
                <a:solidFill>
                  <a:schemeClr val="tx1"/>
                </a:solidFill>
                <a:latin typeface="+mn-lt"/>
                <a:ea typeface="+mn-ea"/>
                <a:cs typeface="+mn-cs"/>
              </a:defRPr>
            </a:lvl1pPr>
            <a:lvl2pPr marL="236537" marR="0" indent="0" algn="l" defTabSz="914400" rtl="0" eaLnBrk="1" fontAlgn="auto" latinLnBrk="0" hangingPunct="1">
              <a:lnSpc>
                <a:spcPct val="100000"/>
              </a:lnSpc>
              <a:spcBef>
                <a:spcPts val="400"/>
              </a:spcBef>
              <a:spcAft>
                <a:spcPts val="0"/>
              </a:spcAft>
              <a:buClrTx/>
              <a:buSzPct val="76000"/>
              <a:buFont typeface="Arial" panose="020B0604020202020204" pitchFamily="34" charset="0"/>
              <a:buNone/>
              <a:tabLst/>
              <a:defRPr sz="1800" b="0" kern="1200">
                <a:solidFill>
                  <a:schemeClr val="tx1"/>
                </a:solidFill>
                <a:latin typeface="+mn-lt"/>
                <a:ea typeface="+mn-ea"/>
                <a:cs typeface="+mn-cs"/>
              </a:defRPr>
            </a:lvl2pPr>
            <a:lvl3pPr marL="749300" marR="0" indent="-285750" algn="l" defTabSz="914400" rtl="0" eaLnBrk="1" fontAlgn="auto" latinLnBrk="0" hangingPunct="1">
              <a:lnSpc>
                <a:spcPct val="100000"/>
              </a:lnSpc>
              <a:spcBef>
                <a:spcPts val="400"/>
              </a:spcBef>
              <a:spcAft>
                <a:spcPts val="0"/>
              </a:spcAft>
              <a:buClrTx/>
              <a:buSzPct val="80000"/>
              <a:buFont typeface="System Font Regular"/>
              <a:buChar char="-"/>
              <a:tabLst/>
              <a:defRPr sz="1400" b="0" kern="1200">
                <a:solidFill>
                  <a:schemeClr val="tx1"/>
                </a:solidFill>
                <a:latin typeface="+mn-lt"/>
                <a:ea typeface="+mn-ea"/>
                <a:cs typeface="+mn-cs"/>
              </a:defRPr>
            </a:lvl3pPr>
            <a:lvl4pPr marL="690563" marR="0" indent="0" algn="l" defTabSz="914400" rtl="0" eaLnBrk="1" fontAlgn="auto" latinLnBrk="0" hangingPunct="1">
              <a:lnSpc>
                <a:spcPct val="100000"/>
              </a:lnSpc>
              <a:spcBef>
                <a:spcPts val="400"/>
              </a:spcBef>
              <a:spcAft>
                <a:spcPts val="0"/>
              </a:spcAft>
              <a:buClrTx/>
              <a:buSzPct val="80000"/>
              <a:buFont typeface="Arial" panose="020B0604020202020204" pitchFamily="34" charset="0"/>
              <a:buNone/>
              <a:tabLst/>
              <a:defRPr sz="1200" b="0" kern="1200">
                <a:solidFill>
                  <a:schemeClr val="tx1"/>
                </a:solidFill>
                <a:latin typeface="+mn-lt"/>
                <a:ea typeface="+mn-ea"/>
                <a:cs typeface="+mn-cs"/>
              </a:defRPr>
            </a:lvl4pPr>
            <a:lvl5pPr marL="909637" marR="0" indent="0" algn="l" defTabSz="914400" rtl="0" eaLnBrk="1" fontAlgn="auto" latinLnBrk="0" hangingPunct="1">
              <a:lnSpc>
                <a:spcPct val="100000"/>
              </a:lnSpc>
              <a:spcBef>
                <a:spcPts val="400"/>
              </a:spcBef>
              <a:spcAft>
                <a:spcPts val="0"/>
              </a:spcAft>
              <a:buClrTx/>
              <a:buSzPct val="80000"/>
              <a:buFont typeface="Arial" panose="020B0604020202020204" pitchFamily="34" charset="0"/>
              <a:buNone/>
              <a:tabLst/>
              <a:defRPr sz="11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40000"/>
              </a:lnSpc>
            </a:pPr>
            <a:r>
              <a:rPr lang="en-US" sz="900" b="1"/>
              <a:t>External disclaimer criteria:</a:t>
            </a:r>
          </a:p>
          <a:p>
            <a:pPr marL="128588" indent="-128588">
              <a:lnSpc>
                <a:spcPct val="140000"/>
              </a:lnSpc>
              <a:buFont typeface="Arial" panose="020B0604020202020204" pitchFamily="34" charset="0"/>
              <a:buChar char="•"/>
            </a:pPr>
            <a:r>
              <a:rPr lang="en-US" sz="675"/>
              <a:t>Before sharing confidential information externally, ensure you have a confidential disclosure agreement (CDA) in place. The </a:t>
            </a:r>
            <a:r>
              <a:rPr lang="en-US" sz="675" b="1"/>
              <a:t>“Proprietary and Confidential” </a:t>
            </a:r>
            <a:r>
              <a:rPr lang="en-US" sz="675"/>
              <a:t>disclaimer does not replace a CDA.</a:t>
            </a:r>
          </a:p>
          <a:p>
            <a:pPr marL="128588" indent="-128588">
              <a:lnSpc>
                <a:spcPct val="140000"/>
              </a:lnSpc>
              <a:buFont typeface="Arial" panose="020B0604020202020204" pitchFamily="34" charset="0"/>
              <a:buChar char="•"/>
            </a:pPr>
            <a:r>
              <a:rPr lang="en-US" sz="675"/>
              <a:t>Before removing the </a:t>
            </a:r>
            <a:r>
              <a:rPr lang="en-US" sz="675" b="1"/>
              <a:t>“Proprietary and Confidential” </a:t>
            </a:r>
            <a:r>
              <a:rPr lang="en-US" sz="675"/>
              <a:t>disclaimer to exhibit content externally, you must ensure the content is appropriate from a Business, Division or Group entity; Legal; and Regulatory Affairs perspective. This means following your business’s, division’s or group’s process for obtaining Legal and Regulatory Affairs approval.</a:t>
            </a:r>
          </a:p>
          <a:p>
            <a:pPr marL="128588" indent="-128588">
              <a:lnSpc>
                <a:spcPct val="140000"/>
              </a:lnSpc>
              <a:buFont typeface="Arial" panose="020B0604020202020204" pitchFamily="34" charset="0"/>
              <a:buChar char="•"/>
            </a:pPr>
            <a:r>
              <a:rPr lang="en-US" sz="675"/>
              <a:t>If you’re importing slides from the </a:t>
            </a:r>
            <a:r>
              <a:rPr lang="en-US" sz="675">
                <a:hlinkClick r:id="rId2">
                  <a:extLst>
                    <a:ext uri="{A12FA001-AC4F-418D-AE19-62706E023703}">
                      <ahyp:hlinkClr xmlns:ahyp="http://schemas.microsoft.com/office/drawing/2018/hyperlinkcolor" val="tx"/>
                    </a:ext>
                  </a:extLst>
                </a:hlinkClick>
              </a:rPr>
              <a:t>Customer Value Proposition</a:t>
            </a:r>
            <a:r>
              <a:rPr lang="en-US" sz="675"/>
              <a:t> deck, which is cleared for external use and not considered Proprietary and Confidential, you can leave a disclaimer off those slides and simply list the author’s email and date published on those slides.</a:t>
            </a:r>
          </a:p>
        </p:txBody>
      </p:sp>
      <p:pic>
        <p:nvPicPr>
          <p:cNvPr id="47" name="Graphic 46">
            <a:extLst>
              <a:ext uri="{FF2B5EF4-FFF2-40B4-BE49-F238E27FC236}">
                <a16:creationId xmlns:a16="http://schemas.microsoft.com/office/drawing/2014/main" id="{5957BB70-3758-2241-95DE-E49DED9F761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408026" y="1248888"/>
            <a:ext cx="267462" cy="274320"/>
          </a:xfrm>
          <a:prstGeom prst="rect">
            <a:avLst/>
          </a:prstGeom>
        </p:spPr>
      </p:pic>
      <p:cxnSp>
        <p:nvCxnSpPr>
          <p:cNvPr id="48" name="Straight Connector 47">
            <a:extLst>
              <a:ext uri="{FF2B5EF4-FFF2-40B4-BE49-F238E27FC236}">
                <a16:creationId xmlns:a16="http://schemas.microsoft.com/office/drawing/2014/main" id="{63783495-6D28-834A-90D4-F810D049B150}"/>
              </a:ext>
            </a:extLst>
          </p:cNvPr>
          <p:cNvCxnSpPr>
            <a:cxnSpLocks/>
          </p:cNvCxnSpPr>
          <p:nvPr userDrawn="1"/>
        </p:nvCxnSpPr>
        <p:spPr>
          <a:xfrm>
            <a:off x="4129426" y="1111004"/>
            <a:ext cx="0" cy="354330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23692791-F43E-EE45-B104-207B0D8D1E5C}"/>
              </a:ext>
            </a:extLst>
          </p:cNvPr>
          <p:cNvSpPr txBox="1"/>
          <p:nvPr userDrawn="1"/>
        </p:nvSpPr>
        <p:spPr>
          <a:xfrm>
            <a:off x="857251" y="1250768"/>
            <a:ext cx="2855351" cy="1404773"/>
          </a:xfrm>
          <a:prstGeom prst="rect">
            <a:avLst/>
          </a:prstGeom>
          <a:noFill/>
        </p:spPr>
        <p:txBody>
          <a:bodyPr wrap="square" lIns="0" tIns="0" rIns="0" bIns="0" rtlCol="0">
            <a:normAutofit lnSpcReduction="10000"/>
          </a:bodyPr>
          <a:lstStyle/>
          <a:p>
            <a:pPr defTabSz="685800">
              <a:lnSpc>
                <a:spcPct val="120000"/>
              </a:lnSpc>
              <a:spcBef>
                <a:spcPts val="150"/>
              </a:spcBef>
              <a:buClr>
                <a:schemeClr val="tx2"/>
              </a:buClr>
              <a:buSzPct val="100000"/>
            </a:pPr>
            <a:r>
              <a:rPr lang="en-US" sz="825" b="1">
                <a:solidFill>
                  <a:schemeClr val="bg1"/>
                </a:solidFill>
              </a:rPr>
              <a:t>Important:</a:t>
            </a:r>
            <a:r>
              <a:rPr lang="en-US" sz="825">
                <a:solidFill>
                  <a:schemeClr val="bg1"/>
                </a:solidFill>
              </a:rPr>
              <a:t> This template contains a default </a:t>
            </a:r>
            <a:r>
              <a:rPr lang="en-US" sz="825" b="1">
                <a:solidFill>
                  <a:schemeClr val="bg1"/>
                </a:solidFill>
              </a:rPr>
              <a:t>“Proprietary and Confidential” </a:t>
            </a:r>
            <a:r>
              <a:rPr lang="en-US" sz="825">
                <a:solidFill>
                  <a:schemeClr val="bg1"/>
                </a:solidFill>
              </a:rPr>
              <a:t>disclaimer in the footer. It is designed to protect information that we want to protect as </a:t>
            </a:r>
            <a:r>
              <a:rPr lang="en-US" sz="825" b="1">
                <a:solidFill>
                  <a:schemeClr val="bg1"/>
                </a:solidFill>
              </a:rPr>
              <a:t>internal use only </a:t>
            </a:r>
            <a:r>
              <a:rPr lang="en-US" sz="825">
                <a:solidFill>
                  <a:schemeClr val="bg1"/>
                </a:solidFill>
              </a:rPr>
              <a:t>and don't want to share with third parties.  You should use this unless your material meets criteria that would allow it be shared externally.</a:t>
            </a:r>
            <a:br>
              <a:rPr lang="en-US" sz="825">
                <a:solidFill>
                  <a:schemeClr val="bg1"/>
                </a:solidFill>
              </a:rPr>
            </a:br>
            <a:endParaRPr lang="en-US" sz="825">
              <a:solidFill>
                <a:schemeClr val="bg1"/>
              </a:solidFill>
            </a:endParaRPr>
          </a:p>
          <a:p>
            <a:pPr defTabSz="685800">
              <a:lnSpc>
                <a:spcPct val="120000"/>
              </a:lnSpc>
              <a:spcBef>
                <a:spcPts val="150"/>
              </a:spcBef>
              <a:buClr>
                <a:schemeClr val="tx2"/>
              </a:buClr>
              <a:buSzPct val="100000"/>
            </a:pPr>
            <a:r>
              <a:rPr lang="en-US" sz="825">
                <a:solidFill>
                  <a:schemeClr val="bg1"/>
                </a:solidFill>
              </a:rPr>
              <a:t>To edit the footer, click Insert &gt; Header and Footer, make the change in the pop-up window, and then choose “Apply” for one slide or “Apply to all” for the entire deck.</a:t>
            </a:r>
          </a:p>
        </p:txBody>
      </p:sp>
      <p:sp>
        <p:nvSpPr>
          <p:cNvPr id="53" name="TextBox 52">
            <a:extLst>
              <a:ext uri="{FF2B5EF4-FFF2-40B4-BE49-F238E27FC236}">
                <a16:creationId xmlns:a16="http://schemas.microsoft.com/office/drawing/2014/main" id="{6791C530-EE71-8743-A886-7287C46B87BA}"/>
              </a:ext>
            </a:extLst>
          </p:cNvPr>
          <p:cNvSpPr txBox="1"/>
          <p:nvPr/>
        </p:nvSpPr>
        <p:spPr>
          <a:xfrm>
            <a:off x="4409431" y="1948762"/>
            <a:ext cx="4552947" cy="273044"/>
          </a:xfrm>
          <a:prstGeom prst="rect">
            <a:avLst/>
          </a:prstGeom>
          <a:noFill/>
        </p:spPr>
        <p:txBody>
          <a:bodyPr wrap="square" lIns="0" tIns="0" rIns="0" bIns="0" rtlCol="0">
            <a:noAutofit/>
          </a:bodyPr>
          <a:lstStyle/>
          <a:p>
            <a:pPr defTabSz="685800">
              <a:lnSpc>
                <a:spcPct val="120000"/>
              </a:lnSpc>
              <a:spcBef>
                <a:spcPts val="150"/>
              </a:spcBef>
              <a:buClr>
                <a:schemeClr val="tx2"/>
              </a:buClr>
              <a:buSzPct val="100000"/>
            </a:pPr>
            <a:endParaRPr lang="en-US" sz="675"/>
          </a:p>
        </p:txBody>
      </p:sp>
      <p:sp>
        <p:nvSpPr>
          <p:cNvPr id="55" name="Rectangle 54">
            <a:extLst>
              <a:ext uri="{FF2B5EF4-FFF2-40B4-BE49-F238E27FC236}">
                <a16:creationId xmlns:a16="http://schemas.microsoft.com/office/drawing/2014/main" id="{E6B688F3-C9F4-2446-9F51-2EF949ECB180}"/>
              </a:ext>
            </a:extLst>
          </p:cNvPr>
          <p:cNvSpPr/>
          <p:nvPr/>
        </p:nvSpPr>
        <p:spPr>
          <a:xfrm>
            <a:off x="4341252" y="1978223"/>
            <a:ext cx="1464415" cy="138499"/>
          </a:xfrm>
          <a:prstGeom prst="rect">
            <a:avLst/>
          </a:prstGeom>
        </p:spPr>
        <p:txBody>
          <a:bodyPr wrap="square" lIns="0" tIns="0" rIns="0" bIns="0">
            <a:spAutoFit/>
          </a:bodyPr>
          <a:lstStyle/>
          <a:p>
            <a:r>
              <a:rPr lang="en-US" sz="900" b="1"/>
              <a:t>Footer examples</a:t>
            </a:r>
            <a:endParaRPr lang="en-US" sz="900"/>
          </a:p>
        </p:txBody>
      </p:sp>
      <p:sp>
        <p:nvSpPr>
          <p:cNvPr id="79" name="Footer Placeholder 1">
            <a:extLst>
              <a:ext uri="{FF2B5EF4-FFF2-40B4-BE49-F238E27FC236}">
                <a16:creationId xmlns:a16="http://schemas.microsoft.com/office/drawing/2014/main" id="{555EAE1F-5676-C34A-8CF6-B38C31AF80D9}"/>
              </a:ext>
            </a:extLst>
          </p:cNvPr>
          <p:cNvSpPr>
            <a:spLocks noGrp="1"/>
          </p:cNvSpPr>
          <p:nvPr>
            <p:ph type="ftr" sz="quarter" idx="11"/>
          </p:nvPr>
        </p:nvSpPr>
        <p:spPr>
          <a:xfrm>
            <a:off x="228600" y="4914901"/>
            <a:ext cx="4343400" cy="228599"/>
          </a:xfrm>
        </p:spPr>
        <p:txBody>
          <a:bodyPr/>
          <a:lstStyle/>
          <a:p>
            <a:r>
              <a:rPr lang="en-US"/>
              <a:t>Proprietary &amp; Confidential |  03 Jun 2024</a:t>
            </a:r>
          </a:p>
        </p:txBody>
      </p:sp>
      <p:sp>
        <p:nvSpPr>
          <p:cNvPr id="80" name="Slide Number Placeholder 2">
            <a:extLst>
              <a:ext uri="{FF2B5EF4-FFF2-40B4-BE49-F238E27FC236}">
                <a16:creationId xmlns:a16="http://schemas.microsoft.com/office/drawing/2014/main" id="{B2F62D11-9A5D-6545-93AD-739D274B4BC5}"/>
              </a:ext>
            </a:extLst>
          </p:cNvPr>
          <p:cNvSpPr>
            <a:spLocks noGrp="1"/>
          </p:cNvSpPr>
          <p:nvPr>
            <p:ph type="sldNum" sz="quarter" idx="13"/>
          </p:nvPr>
        </p:nvSpPr>
        <p:spPr>
          <a:xfrm>
            <a:off x="1" y="4914901"/>
            <a:ext cx="228599" cy="228599"/>
          </a:xfrm>
        </p:spPr>
        <p:txBody>
          <a:bodyPr/>
          <a:lstStyle/>
          <a:p>
            <a:fld id="{89006F1E-66CD-4A4B-9370-B4A3080F0E6C}" type="slidenum">
              <a:rPr lang="en-US" smtClean="0"/>
              <a:pPr/>
              <a:t>‹#›</a:t>
            </a:fld>
            <a:endParaRPr lang="en-US"/>
          </a:p>
        </p:txBody>
      </p:sp>
      <p:sp>
        <p:nvSpPr>
          <p:cNvPr id="82" name="Title 6">
            <a:extLst>
              <a:ext uri="{FF2B5EF4-FFF2-40B4-BE49-F238E27FC236}">
                <a16:creationId xmlns:a16="http://schemas.microsoft.com/office/drawing/2014/main" id="{E671D4F8-A815-C84C-8B84-2BC0FD804D52}"/>
              </a:ext>
            </a:extLst>
          </p:cNvPr>
          <p:cNvSpPr txBox="1">
            <a:spLocks/>
          </p:cNvSpPr>
          <p:nvPr/>
        </p:nvSpPr>
        <p:spPr>
          <a:xfrm>
            <a:off x="228601" y="228599"/>
            <a:ext cx="7315200" cy="285751"/>
          </a:xfrm>
          <a:prstGeom prst="rect">
            <a:avLst/>
          </a:prstGeom>
        </p:spPr>
        <p:txBody>
          <a:bodyPr lIns="0" tIns="0" rIns="0" bIns="0"/>
          <a:lstStyle>
            <a:lvl1pPr algn="l" defTabSz="914400" rtl="0" eaLnBrk="1" latinLnBrk="0" hangingPunct="1">
              <a:lnSpc>
                <a:spcPct val="90000"/>
              </a:lnSpc>
              <a:spcBef>
                <a:spcPct val="0"/>
              </a:spcBef>
              <a:buNone/>
              <a:defRPr sz="2800" b="1" kern="1200">
                <a:solidFill>
                  <a:schemeClr val="tx2"/>
                </a:solidFill>
                <a:latin typeface="+mj-lt"/>
                <a:ea typeface="+mj-ea"/>
                <a:cs typeface="+mj-cs"/>
              </a:defRPr>
            </a:lvl1pPr>
          </a:lstStyle>
          <a:p>
            <a:r>
              <a:rPr lang="en-US" sz="2100"/>
              <a:t>Footer content</a:t>
            </a:r>
          </a:p>
        </p:txBody>
      </p:sp>
      <p:sp>
        <p:nvSpPr>
          <p:cNvPr id="83" name="Text Placeholder 9">
            <a:extLst>
              <a:ext uri="{FF2B5EF4-FFF2-40B4-BE49-F238E27FC236}">
                <a16:creationId xmlns:a16="http://schemas.microsoft.com/office/drawing/2014/main" id="{B9D80A7B-7EE9-C344-B667-9AC3E29BB508}"/>
              </a:ext>
            </a:extLst>
          </p:cNvPr>
          <p:cNvSpPr txBox="1">
            <a:spLocks/>
          </p:cNvSpPr>
          <p:nvPr/>
        </p:nvSpPr>
        <p:spPr>
          <a:xfrm>
            <a:off x="225170" y="669798"/>
            <a:ext cx="8693660" cy="285751"/>
          </a:xfrm>
          <a:prstGeom prst="rect">
            <a:avLst/>
          </a:prstGeom>
        </p:spPr>
        <p:txBody>
          <a:bodyPr vert="horz" lIns="0" tIns="0" rIns="0" bIns="0" rtlCol="0" anchor="t">
            <a:noAutofit/>
          </a:bodyPr>
          <a:lstStyle>
            <a:defPPr>
              <a:defRPr lang="en-US"/>
            </a:defPPr>
            <a:lvl1pPr marL="0" algn="l" defTabSz="457200" rtl="0" eaLnBrk="1" latinLnBrk="0" hangingPunct="1">
              <a:defRPr lang="en-US" sz="800" kern="1200">
                <a:solidFill>
                  <a:schemeClr val="accent5"/>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500" b="0">
                <a:solidFill>
                  <a:schemeClr val="tx1"/>
                </a:solidFill>
              </a:rPr>
              <a:t>Including confidentiality, product-use disclaimers, author, and date</a:t>
            </a:r>
          </a:p>
        </p:txBody>
      </p:sp>
      <p:sp>
        <p:nvSpPr>
          <p:cNvPr id="38" name="Rectangle 37">
            <a:extLst>
              <a:ext uri="{FF2B5EF4-FFF2-40B4-BE49-F238E27FC236}">
                <a16:creationId xmlns:a16="http://schemas.microsoft.com/office/drawing/2014/main" id="{6FB8D2FA-59F0-460A-99A9-F06354EC3F07}"/>
              </a:ext>
            </a:extLst>
          </p:cNvPr>
          <p:cNvSpPr/>
          <p:nvPr/>
        </p:nvSpPr>
        <p:spPr>
          <a:xfrm>
            <a:off x="4341252" y="1085851"/>
            <a:ext cx="4574148" cy="851831"/>
          </a:xfrm>
          <a:prstGeom prst="rect">
            <a:avLst/>
          </a:prstGeom>
          <a:noFill/>
        </p:spPr>
        <p:txBody>
          <a:bodyPr wrap="square" lIns="0" tIns="0" rIns="0" bIns="0" rtlCol="0">
            <a:noAutofit/>
          </a:bodyPr>
          <a:lstStyle/>
          <a:p>
            <a:pPr defTabSz="685800">
              <a:lnSpc>
                <a:spcPct val="120000"/>
              </a:lnSpc>
              <a:spcBef>
                <a:spcPts val="150"/>
              </a:spcBef>
              <a:buClr>
                <a:schemeClr val="tx2"/>
              </a:buClr>
              <a:buSzPct val="100000"/>
            </a:pPr>
            <a:r>
              <a:rPr lang="en-US" sz="900" b="1"/>
              <a:t>All footers should contain an author’s or group’s email address and publication date for future reference.  </a:t>
            </a:r>
            <a:r>
              <a:rPr lang="en-US" sz="825" b="0"/>
              <a:t>Always use four digits for the year.</a:t>
            </a:r>
          </a:p>
          <a:p>
            <a:pPr marL="0" marR="0" lvl="0" indent="0" algn="l" defTabSz="685800" rtl="0" eaLnBrk="1" fontAlgn="auto" latinLnBrk="0" hangingPunct="1">
              <a:lnSpc>
                <a:spcPct val="120000"/>
              </a:lnSpc>
              <a:spcBef>
                <a:spcPts val="150"/>
              </a:spcBef>
              <a:spcAft>
                <a:spcPts val="0"/>
              </a:spcAft>
              <a:buClr>
                <a:schemeClr val="tx2"/>
              </a:buClr>
              <a:buSzPct val="100000"/>
              <a:buFontTx/>
              <a:buNone/>
              <a:tabLst/>
              <a:defRPr/>
            </a:pPr>
            <a:r>
              <a:rPr lang="en-US" sz="825"/>
              <a:t>A </a:t>
            </a:r>
            <a:r>
              <a:rPr lang="en-US" sz="825" b="1"/>
              <a:t>“For research use” </a:t>
            </a:r>
            <a:r>
              <a:rPr lang="en-US" sz="825"/>
              <a:t>or similar product-use disclaimer should appear on select slides as directed by Regulatory Affairs or Legal only. It should be added on appropriate slides as directed vs being added across the entire deck.</a:t>
            </a:r>
          </a:p>
          <a:p>
            <a:pPr defTabSz="685800">
              <a:lnSpc>
                <a:spcPct val="120000"/>
              </a:lnSpc>
              <a:spcBef>
                <a:spcPts val="150"/>
              </a:spcBef>
              <a:buClr>
                <a:schemeClr val="tx2"/>
              </a:buClr>
              <a:buSzPct val="100000"/>
            </a:pPr>
            <a:endParaRPr lang="en-US" sz="825" b="1"/>
          </a:p>
        </p:txBody>
      </p:sp>
      <p:sp>
        <p:nvSpPr>
          <p:cNvPr id="40" name="TextBox 39">
            <a:extLst>
              <a:ext uri="{FF2B5EF4-FFF2-40B4-BE49-F238E27FC236}">
                <a16:creationId xmlns:a16="http://schemas.microsoft.com/office/drawing/2014/main" id="{0EA872B5-983E-40B7-B51D-F6388C360F37}"/>
              </a:ext>
            </a:extLst>
          </p:cNvPr>
          <p:cNvSpPr txBox="1"/>
          <p:nvPr/>
        </p:nvSpPr>
        <p:spPr>
          <a:xfrm>
            <a:off x="6778518" y="4914900"/>
            <a:ext cx="2136883" cy="228600"/>
          </a:xfrm>
          <a:prstGeom prst="rect">
            <a:avLst/>
          </a:prstGeom>
          <a:noFill/>
        </p:spPr>
        <p:txBody>
          <a:bodyPr wrap="square" lIns="0" tIns="0" rIns="0" bIns="0" rtlCol="0" anchor="ctr">
            <a:noAutofit/>
          </a:bodyPr>
          <a:lstStyle/>
          <a:p>
            <a:pPr marL="0" indent="0" algn="r" defTabSz="685800">
              <a:lnSpc>
                <a:spcPct val="120000"/>
              </a:lnSpc>
              <a:spcBef>
                <a:spcPts val="150"/>
              </a:spcBef>
              <a:buClr>
                <a:schemeClr val="tx2"/>
              </a:buClr>
              <a:buSzPct val="100000"/>
              <a:buFont typeface="Arial" panose="020B0604020202020204" pitchFamily="34" charset="0"/>
              <a:buNone/>
            </a:pPr>
            <a:r>
              <a:rPr lang="en-US" sz="600" kern="1200">
                <a:solidFill>
                  <a:schemeClr val="accent5"/>
                </a:solidFill>
                <a:latin typeface="+mn-lt"/>
                <a:ea typeface="+mn-ea"/>
                <a:cs typeface="+mn-cs"/>
              </a:rPr>
              <a:t>2020 Template V1 published 12-August-2020</a:t>
            </a:r>
          </a:p>
        </p:txBody>
      </p:sp>
      <p:grpSp>
        <p:nvGrpSpPr>
          <p:cNvPr id="7" name="Group 6">
            <a:extLst>
              <a:ext uri="{FF2B5EF4-FFF2-40B4-BE49-F238E27FC236}">
                <a16:creationId xmlns:a16="http://schemas.microsoft.com/office/drawing/2014/main" id="{B0B1E50A-3432-A641-BCCD-ACF714BEB8A1}"/>
              </a:ext>
            </a:extLst>
          </p:cNvPr>
          <p:cNvGrpSpPr/>
          <p:nvPr userDrawn="1"/>
        </p:nvGrpSpPr>
        <p:grpSpPr>
          <a:xfrm>
            <a:off x="4341251" y="2235713"/>
            <a:ext cx="4439774" cy="444786"/>
            <a:chOff x="5788335" y="3097907"/>
            <a:chExt cx="5919699" cy="593047"/>
          </a:xfrm>
        </p:grpSpPr>
        <p:sp>
          <p:nvSpPr>
            <p:cNvPr id="63" name="Rectangle 62">
              <a:extLst>
                <a:ext uri="{FF2B5EF4-FFF2-40B4-BE49-F238E27FC236}">
                  <a16:creationId xmlns:a16="http://schemas.microsoft.com/office/drawing/2014/main" id="{44FC36BA-981A-8040-9AD4-2C91026E0E7E}"/>
                </a:ext>
              </a:extLst>
            </p:cNvPr>
            <p:cNvSpPr/>
            <p:nvPr/>
          </p:nvSpPr>
          <p:spPr>
            <a:xfrm>
              <a:off x="5826082" y="3529285"/>
              <a:ext cx="5881952" cy="161669"/>
            </a:xfrm>
            <a:prstGeom prst="rect">
              <a:avLst/>
            </a:prstGeom>
          </p:spPr>
          <p:txBody>
            <a:bodyPr wrap="none" lIns="0" tIns="0" rIns="0" bIns="0">
              <a:spAutoFit/>
            </a:bodyPr>
            <a:lstStyle/>
            <a:p>
              <a:r>
                <a:rPr lang="en-US" sz="788"/>
                <a:t>Proprietary and Confidential | For research use | authoremail@thermofisher.com | 12-August-2020</a:t>
              </a:r>
            </a:p>
          </p:txBody>
        </p:sp>
        <p:sp>
          <p:nvSpPr>
            <p:cNvPr id="64" name="Rectangle 63">
              <a:extLst>
                <a:ext uri="{FF2B5EF4-FFF2-40B4-BE49-F238E27FC236}">
                  <a16:creationId xmlns:a16="http://schemas.microsoft.com/office/drawing/2014/main" id="{E2A130EC-B68F-B445-B64A-32B5ED358BF4}"/>
                </a:ext>
              </a:extLst>
            </p:cNvPr>
            <p:cNvSpPr/>
            <p:nvPr/>
          </p:nvSpPr>
          <p:spPr>
            <a:xfrm>
              <a:off x="6733024" y="3097910"/>
              <a:ext cx="825440" cy="246221"/>
            </a:xfrm>
            <a:prstGeom prst="rect">
              <a:avLst/>
            </a:prstGeom>
          </p:spPr>
          <p:txBody>
            <a:bodyPr wrap="none">
              <a:spAutoFit/>
            </a:bodyPr>
            <a:lstStyle/>
            <a:p>
              <a:pPr algn="ctr"/>
              <a:r>
                <a:rPr lang="en-US" sz="600" b="1"/>
                <a:t>Disclaimers</a:t>
              </a:r>
            </a:p>
          </p:txBody>
        </p:sp>
        <p:sp>
          <p:nvSpPr>
            <p:cNvPr id="65" name="Rectangle 64">
              <a:extLst>
                <a:ext uri="{FF2B5EF4-FFF2-40B4-BE49-F238E27FC236}">
                  <a16:creationId xmlns:a16="http://schemas.microsoft.com/office/drawing/2014/main" id="{A268EC47-4888-C147-936E-C2DFB656768D}"/>
                </a:ext>
              </a:extLst>
            </p:cNvPr>
            <p:cNvSpPr/>
            <p:nvPr/>
          </p:nvSpPr>
          <p:spPr>
            <a:xfrm>
              <a:off x="9036213" y="3097908"/>
              <a:ext cx="957955" cy="246221"/>
            </a:xfrm>
            <a:prstGeom prst="rect">
              <a:avLst/>
            </a:prstGeom>
          </p:spPr>
          <p:txBody>
            <a:bodyPr wrap="none">
              <a:spAutoFit/>
            </a:bodyPr>
            <a:lstStyle/>
            <a:p>
              <a:pPr algn="ctr"/>
              <a:r>
                <a:rPr lang="en-US" sz="600" b="1"/>
                <a:t>Author’s email</a:t>
              </a:r>
            </a:p>
          </p:txBody>
        </p:sp>
        <p:sp>
          <p:nvSpPr>
            <p:cNvPr id="66" name="Rectangle 65">
              <a:extLst>
                <a:ext uri="{FF2B5EF4-FFF2-40B4-BE49-F238E27FC236}">
                  <a16:creationId xmlns:a16="http://schemas.microsoft.com/office/drawing/2014/main" id="{12AFD803-CD3C-B640-909F-2ABD27360115}"/>
                </a:ext>
              </a:extLst>
            </p:cNvPr>
            <p:cNvSpPr/>
            <p:nvPr/>
          </p:nvSpPr>
          <p:spPr>
            <a:xfrm>
              <a:off x="10481743" y="3097907"/>
              <a:ext cx="979328" cy="246221"/>
            </a:xfrm>
            <a:prstGeom prst="rect">
              <a:avLst/>
            </a:prstGeom>
          </p:spPr>
          <p:txBody>
            <a:bodyPr wrap="none">
              <a:spAutoFit/>
            </a:bodyPr>
            <a:lstStyle/>
            <a:p>
              <a:pPr algn="ctr"/>
              <a:r>
                <a:rPr lang="en-US" sz="600" b="1"/>
                <a:t>Date published</a:t>
              </a:r>
            </a:p>
          </p:txBody>
        </p:sp>
        <p:sp>
          <p:nvSpPr>
            <p:cNvPr id="67" name="Left Brace 66">
              <a:extLst>
                <a:ext uri="{FF2B5EF4-FFF2-40B4-BE49-F238E27FC236}">
                  <a16:creationId xmlns:a16="http://schemas.microsoft.com/office/drawing/2014/main" id="{D4EB443D-82BE-E344-B5A3-2F86AFEAC7AC}"/>
                </a:ext>
              </a:extLst>
            </p:cNvPr>
            <p:cNvSpPr/>
            <p:nvPr/>
          </p:nvSpPr>
          <p:spPr>
            <a:xfrm rot="5400000">
              <a:off x="7078513" y="2056655"/>
              <a:ext cx="137356" cy="2717711"/>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68" name="Left Brace 67">
              <a:extLst>
                <a:ext uri="{FF2B5EF4-FFF2-40B4-BE49-F238E27FC236}">
                  <a16:creationId xmlns:a16="http://schemas.microsoft.com/office/drawing/2014/main" id="{2B4BC0EB-F12B-7043-BF8F-40852B335856}"/>
                </a:ext>
              </a:extLst>
            </p:cNvPr>
            <p:cNvSpPr/>
            <p:nvPr/>
          </p:nvSpPr>
          <p:spPr>
            <a:xfrm rot="5400000">
              <a:off x="9442144" y="2447952"/>
              <a:ext cx="137355" cy="1935127"/>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84" name="Left Brace 83">
              <a:extLst>
                <a:ext uri="{FF2B5EF4-FFF2-40B4-BE49-F238E27FC236}">
                  <a16:creationId xmlns:a16="http://schemas.microsoft.com/office/drawing/2014/main" id="{F99E05C5-33FF-2C41-8C38-CD5A5ABAF438}"/>
                </a:ext>
              </a:extLst>
            </p:cNvPr>
            <p:cNvSpPr/>
            <p:nvPr userDrawn="1"/>
          </p:nvSpPr>
          <p:spPr>
            <a:xfrm rot="5400000">
              <a:off x="10898807" y="2963632"/>
              <a:ext cx="137354" cy="903767"/>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grpSp>
      <p:grpSp>
        <p:nvGrpSpPr>
          <p:cNvPr id="6" name="Group 5">
            <a:extLst>
              <a:ext uri="{FF2B5EF4-FFF2-40B4-BE49-F238E27FC236}">
                <a16:creationId xmlns:a16="http://schemas.microsoft.com/office/drawing/2014/main" id="{2DC07A68-BCDB-2843-B8A2-AEB2604FB5C9}"/>
              </a:ext>
            </a:extLst>
          </p:cNvPr>
          <p:cNvGrpSpPr/>
          <p:nvPr userDrawn="1"/>
        </p:nvGrpSpPr>
        <p:grpSpPr>
          <a:xfrm>
            <a:off x="4341253" y="2917505"/>
            <a:ext cx="3099663" cy="436590"/>
            <a:chOff x="5788336" y="3923409"/>
            <a:chExt cx="4132883" cy="582119"/>
          </a:xfrm>
        </p:grpSpPr>
        <p:sp>
          <p:nvSpPr>
            <p:cNvPr id="39" name="Rectangle 38">
              <a:extLst>
                <a:ext uri="{FF2B5EF4-FFF2-40B4-BE49-F238E27FC236}">
                  <a16:creationId xmlns:a16="http://schemas.microsoft.com/office/drawing/2014/main" id="{2D253AE8-30D4-4225-8030-6894D59F21AC}"/>
                </a:ext>
              </a:extLst>
            </p:cNvPr>
            <p:cNvSpPr/>
            <p:nvPr/>
          </p:nvSpPr>
          <p:spPr>
            <a:xfrm>
              <a:off x="5826081" y="4343859"/>
              <a:ext cx="4095138" cy="161669"/>
            </a:xfrm>
            <a:prstGeom prst="rect">
              <a:avLst/>
            </a:prstGeom>
          </p:spPr>
          <p:txBody>
            <a:bodyPr wrap="none" lIns="0" tIns="0" rIns="0" bIns="0">
              <a:spAutoFit/>
            </a:bodyPr>
            <a:lstStyle/>
            <a:p>
              <a:r>
                <a:rPr lang="en-US" sz="788"/>
                <a:t>For research use | authoremail@thermofisher.com | 12-August-2020</a:t>
              </a:r>
            </a:p>
          </p:txBody>
        </p:sp>
        <p:sp>
          <p:nvSpPr>
            <p:cNvPr id="87" name="Rectangle 86">
              <a:extLst>
                <a:ext uri="{FF2B5EF4-FFF2-40B4-BE49-F238E27FC236}">
                  <a16:creationId xmlns:a16="http://schemas.microsoft.com/office/drawing/2014/main" id="{220D7651-D269-A54E-BCE1-39173FB1F79F}"/>
                </a:ext>
              </a:extLst>
            </p:cNvPr>
            <p:cNvSpPr/>
            <p:nvPr userDrawn="1"/>
          </p:nvSpPr>
          <p:spPr>
            <a:xfrm>
              <a:off x="5914319" y="3923412"/>
              <a:ext cx="825440" cy="246221"/>
            </a:xfrm>
            <a:prstGeom prst="rect">
              <a:avLst/>
            </a:prstGeom>
          </p:spPr>
          <p:txBody>
            <a:bodyPr wrap="none">
              <a:spAutoFit/>
            </a:bodyPr>
            <a:lstStyle/>
            <a:p>
              <a:pPr algn="ctr"/>
              <a:r>
                <a:rPr lang="en-US" sz="600" b="1"/>
                <a:t>Disclaimers</a:t>
              </a:r>
            </a:p>
          </p:txBody>
        </p:sp>
        <p:sp>
          <p:nvSpPr>
            <p:cNvPr id="88" name="Rectangle 87">
              <a:extLst>
                <a:ext uri="{FF2B5EF4-FFF2-40B4-BE49-F238E27FC236}">
                  <a16:creationId xmlns:a16="http://schemas.microsoft.com/office/drawing/2014/main" id="{20E99F6E-6B65-1E43-8606-EC8AA34E2356}"/>
                </a:ext>
              </a:extLst>
            </p:cNvPr>
            <p:cNvSpPr/>
            <p:nvPr userDrawn="1"/>
          </p:nvSpPr>
          <p:spPr>
            <a:xfrm>
              <a:off x="7393484" y="3923410"/>
              <a:ext cx="957954" cy="246221"/>
            </a:xfrm>
            <a:prstGeom prst="rect">
              <a:avLst/>
            </a:prstGeom>
          </p:spPr>
          <p:txBody>
            <a:bodyPr wrap="none">
              <a:spAutoFit/>
            </a:bodyPr>
            <a:lstStyle/>
            <a:p>
              <a:pPr algn="ctr"/>
              <a:r>
                <a:rPr lang="en-US" sz="600" b="1"/>
                <a:t>Author’s email</a:t>
              </a:r>
            </a:p>
          </p:txBody>
        </p:sp>
        <p:sp>
          <p:nvSpPr>
            <p:cNvPr id="89" name="Rectangle 88">
              <a:extLst>
                <a:ext uri="{FF2B5EF4-FFF2-40B4-BE49-F238E27FC236}">
                  <a16:creationId xmlns:a16="http://schemas.microsoft.com/office/drawing/2014/main" id="{11DDA901-77B4-C14D-A259-991F339BCE31}"/>
                </a:ext>
              </a:extLst>
            </p:cNvPr>
            <p:cNvSpPr/>
            <p:nvPr userDrawn="1"/>
          </p:nvSpPr>
          <p:spPr>
            <a:xfrm>
              <a:off x="8839013" y="3923409"/>
              <a:ext cx="979328" cy="246221"/>
            </a:xfrm>
            <a:prstGeom prst="rect">
              <a:avLst/>
            </a:prstGeom>
          </p:spPr>
          <p:txBody>
            <a:bodyPr wrap="none">
              <a:spAutoFit/>
            </a:bodyPr>
            <a:lstStyle/>
            <a:p>
              <a:pPr algn="ctr"/>
              <a:r>
                <a:rPr lang="en-US" sz="600" b="1"/>
                <a:t>Date published</a:t>
              </a:r>
            </a:p>
          </p:txBody>
        </p:sp>
        <p:sp>
          <p:nvSpPr>
            <p:cNvPr id="90" name="Left Brace 89">
              <a:extLst>
                <a:ext uri="{FF2B5EF4-FFF2-40B4-BE49-F238E27FC236}">
                  <a16:creationId xmlns:a16="http://schemas.microsoft.com/office/drawing/2014/main" id="{CF3AA15B-0D57-184C-A86A-FEB4A0B54E61}"/>
                </a:ext>
              </a:extLst>
            </p:cNvPr>
            <p:cNvSpPr/>
            <p:nvPr userDrawn="1"/>
          </p:nvSpPr>
          <p:spPr>
            <a:xfrm rot="5400000">
              <a:off x="6257148" y="3703523"/>
              <a:ext cx="137356" cy="1074980"/>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91" name="Left Brace 90">
              <a:extLst>
                <a:ext uri="{FF2B5EF4-FFF2-40B4-BE49-F238E27FC236}">
                  <a16:creationId xmlns:a16="http://schemas.microsoft.com/office/drawing/2014/main" id="{91627E8E-568F-1747-A212-4664A2213D18}"/>
                </a:ext>
              </a:extLst>
            </p:cNvPr>
            <p:cNvSpPr/>
            <p:nvPr userDrawn="1"/>
          </p:nvSpPr>
          <p:spPr>
            <a:xfrm rot="5400000">
              <a:off x="7799414" y="3273454"/>
              <a:ext cx="137355" cy="1935127"/>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92" name="Left Brace 91">
              <a:extLst>
                <a:ext uri="{FF2B5EF4-FFF2-40B4-BE49-F238E27FC236}">
                  <a16:creationId xmlns:a16="http://schemas.microsoft.com/office/drawing/2014/main" id="{B0909EE3-0761-E34E-81D3-9D5CC6CCA561}"/>
                </a:ext>
              </a:extLst>
            </p:cNvPr>
            <p:cNvSpPr/>
            <p:nvPr userDrawn="1"/>
          </p:nvSpPr>
          <p:spPr>
            <a:xfrm rot="5400000">
              <a:off x="9256077" y="3789134"/>
              <a:ext cx="137354" cy="903767"/>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grpSp>
      <p:grpSp>
        <p:nvGrpSpPr>
          <p:cNvPr id="5" name="Group 4">
            <a:extLst>
              <a:ext uri="{FF2B5EF4-FFF2-40B4-BE49-F238E27FC236}">
                <a16:creationId xmlns:a16="http://schemas.microsoft.com/office/drawing/2014/main" id="{5547D4DB-A88D-5049-9C5B-32D0C1262519}"/>
              </a:ext>
            </a:extLst>
          </p:cNvPr>
          <p:cNvGrpSpPr/>
          <p:nvPr userDrawn="1"/>
        </p:nvGrpSpPr>
        <p:grpSpPr>
          <a:xfrm>
            <a:off x="4341252" y="3591103"/>
            <a:ext cx="3600595" cy="440863"/>
            <a:chOff x="5788336" y="4908696"/>
            <a:chExt cx="4800793" cy="587817"/>
          </a:xfrm>
        </p:grpSpPr>
        <p:sp>
          <p:nvSpPr>
            <p:cNvPr id="70" name="Rectangle 69">
              <a:extLst>
                <a:ext uri="{FF2B5EF4-FFF2-40B4-BE49-F238E27FC236}">
                  <a16:creationId xmlns:a16="http://schemas.microsoft.com/office/drawing/2014/main" id="{DA3765F3-2DE6-184B-9871-C97E4EA7B993}"/>
                </a:ext>
              </a:extLst>
            </p:cNvPr>
            <p:cNvSpPr/>
            <p:nvPr/>
          </p:nvSpPr>
          <p:spPr>
            <a:xfrm>
              <a:off x="5842103" y="5334844"/>
              <a:ext cx="4747026" cy="161669"/>
            </a:xfrm>
            <a:prstGeom prst="rect">
              <a:avLst/>
            </a:prstGeom>
          </p:spPr>
          <p:txBody>
            <a:bodyPr wrap="none" lIns="0" tIns="0" rIns="0" bIns="0">
              <a:spAutoFit/>
            </a:bodyPr>
            <a:lstStyle/>
            <a:p>
              <a:r>
                <a:rPr lang="en-US" sz="788"/>
                <a:t>Proprietary and Confidential | authoremail@thermofisher.com | 12-August-2020</a:t>
              </a:r>
            </a:p>
          </p:txBody>
        </p:sp>
        <p:sp>
          <p:nvSpPr>
            <p:cNvPr id="93" name="Rectangle 92">
              <a:extLst>
                <a:ext uri="{FF2B5EF4-FFF2-40B4-BE49-F238E27FC236}">
                  <a16:creationId xmlns:a16="http://schemas.microsoft.com/office/drawing/2014/main" id="{0662301A-4740-1E4A-99D4-4C7CDFD8B49B}"/>
                </a:ext>
              </a:extLst>
            </p:cNvPr>
            <p:cNvSpPr/>
            <p:nvPr userDrawn="1"/>
          </p:nvSpPr>
          <p:spPr>
            <a:xfrm>
              <a:off x="6174815" y="4908699"/>
              <a:ext cx="825440" cy="246221"/>
            </a:xfrm>
            <a:prstGeom prst="rect">
              <a:avLst/>
            </a:prstGeom>
          </p:spPr>
          <p:txBody>
            <a:bodyPr wrap="none">
              <a:spAutoFit/>
            </a:bodyPr>
            <a:lstStyle/>
            <a:p>
              <a:pPr algn="ctr"/>
              <a:r>
                <a:rPr lang="en-US" sz="600" b="1"/>
                <a:t>Disclaimers</a:t>
              </a:r>
            </a:p>
          </p:txBody>
        </p:sp>
        <p:sp>
          <p:nvSpPr>
            <p:cNvPr id="94" name="Rectangle 93">
              <a:extLst>
                <a:ext uri="{FF2B5EF4-FFF2-40B4-BE49-F238E27FC236}">
                  <a16:creationId xmlns:a16="http://schemas.microsoft.com/office/drawing/2014/main" id="{04C7B6C7-EC70-7D40-A4C5-05A267DCD6DA}"/>
                </a:ext>
              </a:extLst>
            </p:cNvPr>
            <p:cNvSpPr/>
            <p:nvPr userDrawn="1"/>
          </p:nvSpPr>
          <p:spPr>
            <a:xfrm>
              <a:off x="7925111" y="4908697"/>
              <a:ext cx="957955" cy="246221"/>
            </a:xfrm>
            <a:prstGeom prst="rect">
              <a:avLst/>
            </a:prstGeom>
          </p:spPr>
          <p:txBody>
            <a:bodyPr wrap="none">
              <a:spAutoFit/>
            </a:bodyPr>
            <a:lstStyle/>
            <a:p>
              <a:pPr algn="ctr"/>
              <a:r>
                <a:rPr lang="en-US" sz="600" b="1"/>
                <a:t>Author’s email</a:t>
              </a:r>
            </a:p>
          </p:txBody>
        </p:sp>
        <p:sp>
          <p:nvSpPr>
            <p:cNvPr id="95" name="Rectangle 94">
              <a:extLst>
                <a:ext uri="{FF2B5EF4-FFF2-40B4-BE49-F238E27FC236}">
                  <a16:creationId xmlns:a16="http://schemas.microsoft.com/office/drawing/2014/main" id="{DDFAB2D7-0A5B-724F-99BA-4E89383C2B34}"/>
                </a:ext>
              </a:extLst>
            </p:cNvPr>
            <p:cNvSpPr/>
            <p:nvPr userDrawn="1"/>
          </p:nvSpPr>
          <p:spPr>
            <a:xfrm>
              <a:off x="9370641" y="4908696"/>
              <a:ext cx="979328" cy="246221"/>
            </a:xfrm>
            <a:prstGeom prst="rect">
              <a:avLst/>
            </a:prstGeom>
          </p:spPr>
          <p:txBody>
            <a:bodyPr wrap="none">
              <a:spAutoFit/>
            </a:bodyPr>
            <a:lstStyle/>
            <a:p>
              <a:pPr algn="ctr"/>
              <a:r>
                <a:rPr lang="en-US" sz="600" b="1"/>
                <a:t>Date published</a:t>
              </a:r>
            </a:p>
          </p:txBody>
        </p:sp>
        <p:sp>
          <p:nvSpPr>
            <p:cNvPr id="96" name="Left Brace 95">
              <a:extLst>
                <a:ext uri="{FF2B5EF4-FFF2-40B4-BE49-F238E27FC236}">
                  <a16:creationId xmlns:a16="http://schemas.microsoft.com/office/drawing/2014/main" id="{544F13B6-76EE-CC4D-A7CA-B63CCE7DC774}"/>
                </a:ext>
              </a:extLst>
            </p:cNvPr>
            <p:cNvSpPr/>
            <p:nvPr userDrawn="1"/>
          </p:nvSpPr>
          <p:spPr>
            <a:xfrm rot="5400000">
              <a:off x="6520304" y="4425654"/>
              <a:ext cx="137356" cy="1601292"/>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97" name="Left Brace 96">
              <a:extLst>
                <a:ext uri="{FF2B5EF4-FFF2-40B4-BE49-F238E27FC236}">
                  <a16:creationId xmlns:a16="http://schemas.microsoft.com/office/drawing/2014/main" id="{CE8E6BC8-A00E-F748-BAB1-06B8485A72AA}"/>
                </a:ext>
              </a:extLst>
            </p:cNvPr>
            <p:cNvSpPr/>
            <p:nvPr userDrawn="1"/>
          </p:nvSpPr>
          <p:spPr>
            <a:xfrm rot="5400000">
              <a:off x="8331042" y="4258741"/>
              <a:ext cx="137355" cy="1935127"/>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98" name="Left Brace 97">
              <a:extLst>
                <a:ext uri="{FF2B5EF4-FFF2-40B4-BE49-F238E27FC236}">
                  <a16:creationId xmlns:a16="http://schemas.microsoft.com/office/drawing/2014/main" id="{889E3AE0-344F-1641-902E-B7F3805E81B1}"/>
                </a:ext>
              </a:extLst>
            </p:cNvPr>
            <p:cNvSpPr/>
            <p:nvPr userDrawn="1"/>
          </p:nvSpPr>
          <p:spPr>
            <a:xfrm rot="5400000">
              <a:off x="9787705" y="4774421"/>
              <a:ext cx="137354" cy="903767"/>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grpSp>
      <p:grpSp>
        <p:nvGrpSpPr>
          <p:cNvPr id="4" name="Group 3">
            <a:extLst>
              <a:ext uri="{FF2B5EF4-FFF2-40B4-BE49-F238E27FC236}">
                <a16:creationId xmlns:a16="http://schemas.microsoft.com/office/drawing/2014/main" id="{E9C94B1B-22EB-0F46-8139-CF807DB87CC2}"/>
              </a:ext>
            </a:extLst>
          </p:cNvPr>
          <p:cNvGrpSpPr/>
          <p:nvPr userDrawn="1"/>
        </p:nvGrpSpPr>
        <p:grpSpPr>
          <a:xfrm>
            <a:off x="4341251" y="4268974"/>
            <a:ext cx="2249014" cy="443440"/>
            <a:chOff x="5826081" y="5638800"/>
            <a:chExt cx="2998685" cy="591253"/>
          </a:xfrm>
        </p:grpSpPr>
        <p:sp>
          <p:nvSpPr>
            <p:cNvPr id="58" name="Rectangle 57">
              <a:extLst>
                <a:ext uri="{FF2B5EF4-FFF2-40B4-BE49-F238E27FC236}">
                  <a16:creationId xmlns:a16="http://schemas.microsoft.com/office/drawing/2014/main" id="{46FD419A-E86C-1745-9E7B-C8DF02B5FD90}"/>
                </a:ext>
              </a:extLst>
            </p:cNvPr>
            <p:cNvSpPr/>
            <p:nvPr/>
          </p:nvSpPr>
          <p:spPr>
            <a:xfrm>
              <a:off x="5826081" y="6068384"/>
              <a:ext cx="2998685" cy="161669"/>
            </a:xfrm>
            <a:prstGeom prst="rect">
              <a:avLst/>
            </a:prstGeom>
          </p:spPr>
          <p:txBody>
            <a:bodyPr wrap="none" lIns="0" tIns="0" rIns="0" bIns="0">
              <a:spAutoFit/>
            </a:bodyPr>
            <a:lstStyle/>
            <a:p>
              <a:pPr marL="0" marR="0" indent="0" algn="l" defTabSz="342900" rtl="0" eaLnBrk="1" fontAlgn="auto" latinLnBrk="0" hangingPunct="1">
                <a:lnSpc>
                  <a:spcPct val="100000"/>
                </a:lnSpc>
                <a:spcBef>
                  <a:spcPts val="0"/>
                </a:spcBef>
                <a:spcAft>
                  <a:spcPts val="0"/>
                </a:spcAft>
                <a:buClrTx/>
                <a:buSzTx/>
                <a:buFontTx/>
                <a:buNone/>
                <a:tabLst/>
                <a:defRPr/>
              </a:pPr>
              <a:r>
                <a:rPr lang="en-US" sz="788"/>
                <a:t> authoremail@thermofisher.com | 12-August-2020</a:t>
              </a:r>
            </a:p>
          </p:txBody>
        </p:sp>
        <p:sp>
          <p:nvSpPr>
            <p:cNvPr id="99" name="Rectangle 98">
              <a:extLst>
                <a:ext uri="{FF2B5EF4-FFF2-40B4-BE49-F238E27FC236}">
                  <a16:creationId xmlns:a16="http://schemas.microsoft.com/office/drawing/2014/main" id="{D4600AD8-6C66-E84E-AD96-C01F836DD7B4}"/>
                </a:ext>
              </a:extLst>
            </p:cNvPr>
            <p:cNvSpPr/>
            <p:nvPr userDrawn="1"/>
          </p:nvSpPr>
          <p:spPr>
            <a:xfrm>
              <a:off x="6319596" y="5638801"/>
              <a:ext cx="957955" cy="246221"/>
            </a:xfrm>
            <a:prstGeom prst="rect">
              <a:avLst/>
            </a:prstGeom>
          </p:spPr>
          <p:txBody>
            <a:bodyPr wrap="none">
              <a:spAutoFit/>
            </a:bodyPr>
            <a:lstStyle/>
            <a:p>
              <a:pPr algn="ctr"/>
              <a:r>
                <a:rPr lang="en-US" sz="600" b="1"/>
                <a:t>Author’s email</a:t>
              </a:r>
            </a:p>
          </p:txBody>
        </p:sp>
        <p:sp>
          <p:nvSpPr>
            <p:cNvPr id="100" name="Rectangle 99">
              <a:extLst>
                <a:ext uri="{FF2B5EF4-FFF2-40B4-BE49-F238E27FC236}">
                  <a16:creationId xmlns:a16="http://schemas.microsoft.com/office/drawing/2014/main" id="{6D59122D-D94B-A440-B8CF-8558F9A1E3D1}"/>
                </a:ext>
              </a:extLst>
            </p:cNvPr>
            <p:cNvSpPr/>
            <p:nvPr userDrawn="1"/>
          </p:nvSpPr>
          <p:spPr>
            <a:xfrm>
              <a:off x="7765125" y="5638800"/>
              <a:ext cx="979328" cy="246221"/>
            </a:xfrm>
            <a:prstGeom prst="rect">
              <a:avLst/>
            </a:prstGeom>
          </p:spPr>
          <p:txBody>
            <a:bodyPr wrap="none">
              <a:spAutoFit/>
            </a:bodyPr>
            <a:lstStyle/>
            <a:p>
              <a:pPr algn="ctr"/>
              <a:r>
                <a:rPr lang="en-US" sz="600" b="1"/>
                <a:t>Date published</a:t>
              </a:r>
            </a:p>
          </p:txBody>
        </p:sp>
        <p:sp>
          <p:nvSpPr>
            <p:cNvPr id="101" name="Left Brace 100">
              <a:extLst>
                <a:ext uri="{FF2B5EF4-FFF2-40B4-BE49-F238E27FC236}">
                  <a16:creationId xmlns:a16="http://schemas.microsoft.com/office/drawing/2014/main" id="{AEE82C77-552E-364A-81F1-E9B9FCA2D6FD}"/>
                </a:ext>
              </a:extLst>
            </p:cNvPr>
            <p:cNvSpPr/>
            <p:nvPr userDrawn="1"/>
          </p:nvSpPr>
          <p:spPr>
            <a:xfrm rot="5400000">
              <a:off x="6725526" y="4988845"/>
              <a:ext cx="137355" cy="1935127"/>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102" name="Left Brace 101">
              <a:extLst>
                <a:ext uri="{FF2B5EF4-FFF2-40B4-BE49-F238E27FC236}">
                  <a16:creationId xmlns:a16="http://schemas.microsoft.com/office/drawing/2014/main" id="{10100607-49A2-2D47-BA45-46A4B8279F34}"/>
                </a:ext>
              </a:extLst>
            </p:cNvPr>
            <p:cNvSpPr/>
            <p:nvPr userDrawn="1"/>
          </p:nvSpPr>
          <p:spPr>
            <a:xfrm rot="5400000">
              <a:off x="8182189" y="5504525"/>
              <a:ext cx="137354" cy="903767"/>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grpSp>
    </p:spTree>
    <p:extLst>
      <p:ext uri="{BB962C8B-B14F-4D97-AF65-F5344CB8AC3E}">
        <p14:creationId xmlns:p14="http://schemas.microsoft.com/office/powerpoint/2010/main" val="10845155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Default title slide 1">
    <p:bg>
      <p:bgPr>
        <a:gradFill>
          <a:gsLst>
            <a:gs pos="0">
              <a:schemeClr val="bg1"/>
            </a:gs>
            <a:gs pos="41000">
              <a:schemeClr val="bg1"/>
            </a:gs>
            <a:gs pos="63000">
              <a:schemeClr val="bg2"/>
            </a:gs>
          </a:gsLst>
          <a:lin ang="1080000" scaled="0"/>
        </a:grad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677DF418-A9B4-B748-8DE9-21DBD7EA3747}"/>
              </a:ext>
            </a:extLst>
          </p:cNvPr>
          <p:cNvPicPr>
            <a:picLocks noChangeAspect="1"/>
          </p:cNvPicPr>
          <p:nvPr userDrawn="1"/>
        </p:nvPicPr>
        <p:blipFill>
          <a:blip r:embed="rId2" cstate="screen">
            <a:extLst>
              <a:ext uri="{28A0092B-C50C-407E-A947-70E740481C1C}">
                <a14:useLocalDpi xmlns:a14="http://schemas.microsoft.com/office/drawing/2010/main"/>
              </a:ext>
            </a:extLst>
          </a:blip>
          <a:srcRect l="2177" r="2177"/>
          <a:stretch>
            <a:fillRect/>
          </a:stretch>
        </p:blipFill>
        <p:spPr>
          <a:xfrm>
            <a:off x="4170345" y="1"/>
            <a:ext cx="4973656" cy="5143499"/>
          </a:xfrm>
          <a:custGeom>
            <a:avLst/>
            <a:gdLst>
              <a:gd name="connsiteX0" fmla="*/ 2183862 w 6631541"/>
              <a:gd name="connsiteY0" fmla="*/ 0 h 6857999"/>
              <a:gd name="connsiteX1" fmla="*/ 6631541 w 6631541"/>
              <a:gd name="connsiteY1" fmla="*/ 0 h 6857999"/>
              <a:gd name="connsiteX2" fmla="*/ 6631541 w 6631541"/>
              <a:gd name="connsiteY2" fmla="*/ 6857999 h 6857999"/>
              <a:gd name="connsiteX3" fmla="*/ 0 w 6631541"/>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6631541" h="6857999">
                <a:moveTo>
                  <a:pt x="2183862" y="0"/>
                </a:moveTo>
                <a:lnTo>
                  <a:pt x="6631541" y="0"/>
                </a:lnTo>
                <a:lnTo>
                  <a:pt x="6631541" y="6857999"/>
                </a:lnTo>
                <a:lnTo>
                  <a:pt x="0" y="6857999"/>
                </a:lnTo>
                <a:close/>
              </a:path>
            </a:pathLst>
          </a:custGeom>
        </p:spPr>
      </p:pic>
      <p:grpSp>
        <p:nvGrpSpPr>
          <p:cNvPr id="7" name="Group 6">
            <a:extLst>
              <a:ext uri="{FF2B5EF4-FFF2-40B4-BE49-F238E27FC236}">
                <a16:creationId xmlns:a16="http://schemas.microsoft.com/office/drawing/2014/main" id="{B1F511C6-A535-A245-B123-CC04435D2DAF}"/>
              </a:ext>
            </a:extLst>
          </p:cNvPr>
          <p:cNvGrpSpPr/>
          <p:nvPr userDrawn="1"/>
        </p:nvGrpSpPr>
        <p:grpSpPr>
          <a:xfrm>
            <a:off x="228600" y="0"/>
            <a:ext cx="1820761" cy="783701"/>
            <a:chOff x="0" y="0"/>
            <a:chExt cx="2447693" cy="1053548"/>
          </a:xfrm>
        </p:grpSpPr>
        <p:sp>
          <p:nvSpPr>
            <p:cNvPr id="8" name="Parallelogram 7">
              <a:extLst>
                <a:ext uri="{FF2B5EF4-FFF2-40B4-BE49-F238E27FC236}">
                  <a16:creationId xmlns:a16="http://schemas.microsoft.com/office/drawing/2014/main" id="{6399281C-FD14-2942-9A9B-13B5E50B7517}"/>
                </a:ext>
              </a:extLst>
            </p:cNvPr>
            <p:cNvSpPr/>
            <p:nvPr userDrawn="1"/>
          </p:nvSpPr>
          <p:spPr bwMode="auto">
            <a:xfrm>
              <a:off x="0" y="0"/>
              <a:ext cx="2447693" cy="1053548"/>
            </a:xfrm>
            <a:prstGeom prst="parallelogram">
              <a:avLst>
                <a:gd name="adj" fmla="val 0"/>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r>
                <a:rPr lang="en-US" sz="1350">
                  <a:latin typeface="Arial" pitchFamily="124" charset="0"/>
                </a:rPr>
                <a:t>               </a:t>
              </a:r>
            </a:p>
          </p:txBody>
        </p:sp>
        <p:pic>
          <p:nvPicPr>
            <p:cNvPr id="9" name="Picture 8">
              <a:extLst>
                <a:ext uri="{FF2B5EF4-FFF2-40B4-BE49-F238E27FC236}">
                  <a16:creationId xmlns:a16="http://schemas.microsoft.com/office/drawing/2014/main" id="{7D60AD95-BD80-6049-9976-D024EC4ECDE8}"/>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135820" y="154984"/>
              <a:ext cx="2178058" cy="756021"/>
            </a:xfrm>
            <a:prstGeom prst="rect">
              <a:avLst/>
            </a:prstGeom>
          </p:spPr>
        </p:pic>
      </p:grpSp>
      <p:grpSp>
        <p:nvGrpSpPr>
          <p:cNvPr id="29" name="Group 28">
            <a:extLst>
              <a:ext uri="{FF2B5EF4-FFF2-40B4-BE49-F238E27FC236}">
                <a16:creationId xmlns:a16="http://schemas.microsoft.com/office/drawing/2014/main" id="{C22F9FBA-8765-F543-9501-7F99893993AB}"/>
              </a:ext>
            </a:extLst>
          </p:cNvPr>
          <p:cNvGrpSpPr/>
          <p:nvPr userDrawn="1"/>
        </p:nvGrpSpPr>
        <p:grpSpPr>
          <a:xfrm>
            <a:off x="212395" y="4477943"/>
            <a:ext cx="3789902" cy="330925"/>
            <a:chOff x="5155556" y="6168462"/>
            <a:chExt cx="5053203" cy="441233"/>
          </a:xfrm>
        </p:grpSpPr>
        <p:sp>
          <p:nvSpPr>
            <p:cNvPr id="30" name="TextBox 29">
              <a:extLst>
                <a:ext uri="{FF2B5EF4-FFF2-40B4-BE49-F238E27FC236}">
                  <a16:creationId xmlns:a16="http://schemas.microsoft.com/office/drawing/2014/main" id="{AA7B3D6A-876F-BF4D-9180-BC91EE9697B0}"/>
                </a:ext>
              </a:extLst>
            </p:cNvPr>
            <p:cNvSpPr txBox="1"/>
            <p:nvPr userDrawn="1"/>
          </p:nvSpPr>
          <p:spPr>
            <a:xfrm>
              <a:off x="5656050" y="6168462"/>
              <a:ext cx="4552709" cy="441233"/>
            </a:xfrm>
            <a:prstGeom prst="rect">
              <a:avLst/>
            </a:prstGeom>
            <a:noFill/>
          </p:spPr>
          <p:txBody>
            <a:bodyPr vert="horz" wrap="square" lIns="0" tIns="0" rIns="0" bIns="0" rtlCol="0" anchor="ctr" anchorCtr="0">
              <a:noAutofit/>
            </a:bodyPr>
            <a:lstStyle/>
            <a:p>
              <a:pPr algn="l"/>
              <a:r>
                <a:rPr lang="en-US" sz="1500">
                  <a:solidFill>
                    <a:schemeClr val="tx1"/>
                  </a:solidFill>
                  <a:latin typeface="Arial"/>
                </a:rPr>
                <a:t>The world leader in serving science</a:t>
              </a:r>
            </a:p>
          </p:txBody>
        </p:sp>
        <p:sp>
          <p:nvSpPr>
            <p:cNvPr id="31" name="Parallelogram 30">
              <a:extLst>
                <a:ext uri="{FF2B5EF4-FFF2-40B4-BE49-F238E27FC236}">
                  <a16:creationId xmlns:a16="http://schemas.microsoft.com/office/drawing/2014/main" id="{05D00626-6EB1-244B-9ADB-13C2AE5E1907}"/>
                </a:ext>
              </a:extLst>
            </p:cNvPr>
            <p:cNvSpPr/>
            <p:nvPr userDrawn="1"/>
          </p:nvSpPr>
          <p:spPr bwMode="auto">
            <a:xfrm>
              <a:off x="5155556" y="6302295"/>
              <a:ext cx="310510" cy="188737"/>
            </a:xfrm>
            <a:prstGeom prst="parallelogram">
              <a:avLst>
                <a:gd name="adj" fmla="val 31844"/>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r>
                <a:rPr lang="en-US" sz="1350">
                  <a:latin typeface="Arial" pitchFamily="124" charset="0"/>
                </a:rPr>
                <a:t>               </a:t>
              </a:r>
            </a:p>
          </p:txBody>
        </p:sp>
      </p:grpSp>
      <p:sp>
        <p:nvSpPr>
          <p:cNvPr id="2" name="Footer Placeholder 1">
            <a:extLst>
              <a:ext uri="{FF2B5EF4-FFF2-40B4-BE49-F238E27FC236}">
                <a16:creationId xmlns:a16="http://schemas.microsoft.com/office/drawing/2014/main" id="{BA129332-E471-D44D-8711-996E85A9EE29}"/>
              </a:ext>
            </a:extLst>
          </p:cNvPr>
          <p:cNvSpPr>
            <a:spLocks noGrp="1"/>
          </p:cNvSpPr>
          <p:nvPr>
            <p:ph type="ftr" sz="quarter" idx="11"/>
          </p:nvPr>
        </p:nvSpPr>
        <p:spPr>
          <a:xfrm>
            <a:off x="228600" y="4914901"/>
            <a:ext cx="4343400" cy="228599"/>
          </a:xfrm>
        </p:spPr>
        <p:txBody>
          <a:bodyPr/>
          <a:lstStyle/>
          <a:p>
            <a:r>
              <a:rPr lang="en-US"/>
              <a:t>Proprietary &amp; Confidential |  03 Jun 2024</a:t>
            </a:r>
          </a:p>
        </p:txBody>
      </p:sp>
      <p:sp>
        <p:nvSpPr>
          <p:cNvPr id="3" name="Slide Number Placeholder 2">
            <a:extLst>
              <a:ext uri="{FF2B5EF4-FFF2-40B4-BE49-F238E27FC236}">
                <a16:creationId xmlns:a16="http://schemas.microsoft.com/office/drawing/2014/main" id="{B4F77913-5D2C-C141-AB22-388096EB8230}"/>
              </a:ext>
            </a:extLst>
          </p:cNvPr>
          <p:cNvSpPr>
            <a:spLocks noGrp="1"/>
          </p:cNvSpPr>
          <p:nvPr>
            <p:ph type="sldNum" sz="quarter" idx="12"/>
          </p:nvPr>
        </p:nvSpPr>
        <p:spPr/>
        <p:txBody>
          <a:bodyPr/>
          <a:lstStyle/>
          <a:p>
            <a:fld id="{89006F1E-66CD-4A4B-9370-B4A3080F0E6C}" type="slidenum">
              <a:rPr lang="en-US" smtClean="0"/>
              <a:pPr/>
              <a:t>‹#›</a:t>
            </a:fld>
            <a:endParaRPr lang="en-US"/>
          </a:p>
        </p:txBody>
      </p:sp>
      <p:sp>
        <p:nvSpPr>
          <p:cNvPr id="15" name="Text Placeholder 15">
            <a:extLst>
              <a:ext uri="{FF2B5EF4-FFF2-40B4-BE49-F238E27FC236}">
                <a16:creationId xmlns:a16="http://schemas.microsoft.com/office/drawing/2014/main" id="{8209BE38-5C75-4E48-AACA-BEDC106131D5}"/>
              </a:ext>
            </a:extLst>
          </p:cNvPr>
          <p:cNvSpPr>
            <a:spLocks noGrp="1"/>
          </p:cNvSpPr>
          <p:nvPr>
            <p:ph type="body" sz="quarter" idx="10" hasCustomPrompt="1"/>
          </p:nvPr>
        </p:nvSpPr>
        <p:spPr>
          <a:xfrm>
            <a:off x="228601" y="2927922"/>
            <a:ext cx="4343399" cy="231090"/>
          </a:xfrm>
          <a:prstGeom prst="rect">
            <a:avLst/>
          </a:prstGeom>
        </p:spPr>
        <p:txBody>
          <a:bodyPr lIns="0" tIns="0" rIns="0" bIns="0" anchor="b"/>
          <a:lstStyle>
            <a:lvl1pPr>
              <a:spcBef>
                <a:spcPts val="0"/>
              </a:spcBef>
              <a:spcAft>
                <a:spcPts val="0"/>
              </a:spcAft>
              <a:buFontTx/>
              <a:buNone/>
              <a:defRPr sz="1200" b="0" baseline="0">
                <a:solidFill>
                  <a:schemeClr val="tx2"/>
                </a:solidFill>
              </a:defRPr>
            </a:lvl1pPr>
            <a:lvl2pPr marL="85725" indent="3572">
              <a:spcAft>
                <a:spcPts val="0"/>
              </a:spcAft>
              <a:buFontTx/>
              <a:buNone/>
              <a:defRPr sz="1050" i="1" baseline="0">
                <a:solidFill>
                  <a:schemeClr val="tx1"/>
                </a:solidFill>
              </a:defRPr>
            </a:lvl2pPr>
          </a:lstStyle>
          <a:p>
            <a:pPr lvl="0"/>
            <a:r>
              <a:rPr lang="en-US"/>
              <a:t>Presenter name [16pt Arial] </a:t>
            </a:r>
          </a:p>
        </p:txBody>
      </p:sp>
      <p:sp>
        <p:nvSpPr>
          <p:cNvPr id="16" name="Title 16">
            <a:extLst>
              <a:ext uri="{FF2B5EF4-FFF2-40B4-BE49-F238E27FC236}">
                <a16:creationId xmlns:a16="http://schemas.microsoft.com/office/drawing/2014/main" id="{B2B8D3D1-6FA6-C04D-951C-FD0E7458C808}"/>
              </a:ext>
            </a:extLst>
          </p:cNvPr>
          <p:cNvSpPr>
            <a:spLocks noGrp="1"/>
          </p:cNvSpPr>
          <p:nvPr>
            <p:ph type="title" hasCustomPrompt="1"/>
          </p:nvPr>
        </p:nvSpPr>
        <p:spPr>
          <a:xfrm>
            <a:off x="228601" y="1294575"/>
            <a:ext cx="4343399" cy="1553901"/>
          </a:xfrm>
          <a:prstGeom prst="rect">
            <a:avLst/>
          </a:prstGeom>
          <a:noFill/>
        </p:spPr>
        <p:txBody>
          <a:bodyPr wrap="square" lIns="0" tIns="0" rIns="0" bIns="0" anchor="b">
            <a:noAutofit/>
          </a:bodyPr>
          <a:lstStyle>
            <a:lvl1pPr>
              <a:lnSpc>
                <a:spcPct val="110000"/>
              </a:lnSpc>
              <a:defRPr sz="2100" b="1">
                <a:solidFill>
                  <a:schemeClr val="tx1"/>
                </a:solidFill>
              </a:defRPr>
            </a:lvl1pPr>
          </a:lstStyle>
          <a:p>
            <a:r>
              <a:rPr lang="en-US"/>
              <a:t>Title [28pt Arial Bold] </a:t>
            </a:r>
          </a:p>
        </p:txBody>
      </p:sp>
      <p:sp>
        <p:nvSpPr>
          <p:cNvPr id="21" name="Text Placeholder 15">
            <a:extLst>
              <a:ext uri="{FF2B5EF4-FFF2-40B4-BE49-F238E27FC236}">
                <a16:creationId xmlns:a16="http://schemas.microsoft.com/office/drawing/2014/main" id="{046B4CC3-134E-7548-B9F5-FA5784CFD5AE}"/>
              </a:ext>
            </a:extLst>
          </p:cNvPr>
          <p:cNvSpPr>
            <a:spLocks noGrp="1"/>
          </p:cNvSpPr>
          <p:nvPr>
            <p:ph type="body" sz="quarter" idx="14" hasCustomPrompt="1"/>
          </p:nvPr>
        </p:nvSpPr>
        <p:spPr>
          <a:xfrm>
            <a:off x="228601" y="3191876"/>
            <a:ext cx="4343399" cy="822911"/>
          </a:xfrm>
          <a:prstGeom prst="rect">
            <a:avLst/>
          </a:prstGeom>
        </p:spPr>
        <p:txBody>
          <a:bodyPr lIns="0" tIns="0" rIns="0" bIns="0" anchor="t">
            <a:normAutofit/>
          </a:bodyPr>
          <a:lstStyle>
            <a:lvl1pPr marL="134541" marR="0" indent="-134541" algn="l" defTabSz="685800" rtl="0" eaLnBrk="1" fontAlgn="auto" latinLnBrk="0" hangingPunct="1">
              <a:lnSpc>
                <a:spcPct val="120000"/>
              </a:lnSpc>
              <a:spcBef>
                <a:spcPts val="0"/>
              </a:spcBef>
              <a:spcAft>
                <a:spcPts val="0"/>
              </a:spcAft>
              <a:buClr>
                <a:schemeClr val="accent4"/>
              </a:buClr>
              <a:buSzPct val="100000"/>
              <a:buFontTx/>
              <a:buNone/>
              <a:tabLst/>
              <a:defRPr sz="1050" b="0" baseline="0">
                <a:solidFill>
                  <a:schemeClr val="tx1"/>
                </a:solidFill>
              </a:defRPr>
            </a:lvl1pPr>
            <a:lvl2pPr marL="85725" indent="3572">
              <a:spcAft>
                <a:spcPts val="0"/>
              </a:spcAft>
              <a:buFontTx/>
              <a:buNone/>
              <a:defRPr sz="1050" i="1" baseline="0">
                <a:solidFill>
                  <a:schemeClr val="tx1"/>
                </a:solidFill>
              </a:defRPr>
            </a:lvl2pPr>
          </a:lstStyle>
          <a:p>
            <a:pPr marL="308610" marR="0" lvl="0" indent="-308610" algn="l" defTabSz="685800" rtl="0" eaLnBrk="1" fontAlgn="auto" latinLnBrk="0" hangingPunct="1">
              <a:lnSpc>
                <a:spcPct val="120000"/>
              </a:lnSpc>
              <a:spcBef>
                <a:spcPts val="0"/>
              </a:spcBef>
              <a:spcAft>
                <a:spcPts val="0"/>
              </a:spcAft>
              <a:buClr>
                <a:schemeClr val="accent4"/>
              </a:buClr>
              <a:buSzPct val="100000"/>
              <a:buFontTx/>
              <a:buNone/>
              <a:tabLst/>
              <a:defRPr/>
            </a:pPr>
            <a:r>
              <a:rPr lang="en-US"/>
              <a:t>Presenter Title [14pt Arial]</a:t>
            </a:r>
            <a:br>
              <a:rPr lang="en-US"/>
            </a:br>
            <a:r>
              <a:rPr lang="en-US"/>
              <a:t>Date [14pt Arial] </a:t>
            </a:r>
          </a:p>
        </p:txBody>
      </p:sp>
    </p:spTree>
    <p:extLst>
      <p:ext uri="{BB962C8B-B14F-4D97-AF65-F5344CB8AC3E}">
        <p14:creationId xmlns:p14="http://schemas.microsoft.com/office/powerpoint/2010/main" val="29833267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Default title slide 2">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7D997E8D-54A7-034E-BB18-43BE9D8B72AF}"/>
              </a:ext>
            </a:extLst>
          </p:cNvPr>
          <p:cNvGrpSpPr/>
          <p:nvPr userDrawn="1"/>
        </p:nvGrpSpPr>
        <p:grpSpPr>
          <a:xfrm>
            <a:off x="7511971" y="18423"/>
            <a:ext cx="1632029" cy="5125077"/>
            <a:chOff x="10024536" y="24564"/>
            <a:chExt cx="2176039" cy="6833436"/>
          </a:xfrm>
        </p:grpSpPr>
        <p:sp>
          <p:nvSpPr>
            <p:cNvPr id="25" name="Freeform 24">
              <a:extLst>
                <a:ext uri="{FF2B5EF4-FFF2-40B4-BE49-F238E27FC236}">
                  <a16:creationId xmlns:a16="http://schemas.microsoft.com/office/drawing/2014/main" id="{72CE4260-6521-4748-93CA-26778BA70D03}"/>
                </a:ext>
              </a:extLst>
            </p:cNvPr>
            <p:cNvSpPr/>
            <p:nvPr userDrawn="1"/>
          </p:nvSpPr>
          <p:spPr bwMode="auto">
            <a:xfrm>
              <a:off x="10024536" y="24564"/>
              <a:ext cx="2176039" cy="6833436"/>
            </a:xfrm>
            <a:custGeom>
              <a:avLst/>
              <a:gdLst>
                <a:gd name="connsiteX0" fmla="*/ 1745961 w 1745961"/>
                <a:gd name="connsiteY0" fmla="*/ 0 h 5482857"/>
                <a:gd name="connsiteX1" fmla="*/ 1745961 w 1745961"/>
                <a:gd name="connsiteY1" fmla="*/ 5482857 h 5482857"/>
                <a:gd name="connsiteX2" fmla="*/ 0 w 1745961"/>
                <a:gd name="connsiteY2" fmla="*/ 5482857 h 5482857"/>
              </a:gdLst>
              <a:ahLst/>
              <a:cxnLst>
                <a:cxn ang="0">
                  <a:pos x="connsiteX0" y="connsiteY0"/>
                </a:cxn>
                <a:cxn ang="0">
                  <a:pos x="connsiteX1" y="connsiteY1"/>
                </a:cxn>
                <a:cxn ang="0">
                  <a:pos x="connsiteX2" y="connsiteY2"/>
                </a:cxn>
              </a:cxnLst>
              <a:rect l="l" t="t" r="r" b="b"/>
              <a:pathLst>
                <a:path w="1745961" h="5482857">
                  <a:moveTo>
                    <a:pt x="1745961" y="0"/>
                  </a:moveTo>
                  <a:lnTo>
                    <a:pt x="1745961" y="5482857"/>
                  </a:lnTo>
                  <a:lnTo>
                    <a:pt x="0" y="5482857"/>
                  </a:lnTo>
                  <a:close/>
                </a:path>
              </a:pathLst>
            </a:custGeom>
            <a:solidFill>
              <a:schemeClr val="tx2">
                <a:lumMod val="75000"/>
                <a:alpha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r>
                <a:rPr lang="en-US" sz="1350">
                  <a:latin typeface="Arial" pitchFamily="124" charset="0"/>
                </a:rPr>
                <a:t> </a:t>
              </a:r>
            </a:p>
          </p:txBody>
        </p:sp>
        <p:sp>
          <p:nvSpPr>
            <p:cNvPr id="26" name="Freeform 25">
              <a:extLst>
                <a:ext uri="{FF2B5EF4-FFF2-40B4-BE49-F238E27FC236}">
                  <a16:creationId xmlns:a16="http://schemas.microsoft.com/office/drawing/2014/main" id="{312BDDE4-0CBA-1748-A49D-A2A5F2CE8891}"/>
                </a:ext>
              </a:extLst>
            </p:cNvPr>
            <p:cNvSpPr/>
            <p:nvPr userDrawn="1"/>
          </p:nvSpPr>
          <p:spPr bwMode="auto">
            <a:xfrm>
              <a:off x="10805603" y="2477356"/>
              <a:ext cx="1394972" cy="4380644"/>
            </a:xfrm>
            <a:custGeom>
              <a:avLst/>
              <a:gdLst>
                <a:gd name="connsiteX0" fmla="*/ 1745961 w 1745961"/>
                <a:gd name="connsiteY0" fmla="*/ 0 h 5482857"/>
                <a:gd name="connsiteX1" fmla="*/ 1745961 w 1745961"/>
                <a:gd name="connsiteY1" fmla="*/ 5482857 h 5482857"/>
                <a:gd name="connsiteX2" fmla="*/ 0 w 1745961"/>
                <a:gd name="connsiteY2" fmla="*/ 5482857 h 5482857"/>
              </a:gdLst>
              <a:ahLst/>
              <a:cxnLst>
                <a:cxn ang="0">
                  <a:pos x="connsiteX0" y="connsiteY0"/>
                </a:cxn>
                <a:cxn ang="0">
                  <a:pos x="connsiteX1" y="connsiteY1"/>
                </a:cxn>
                <a:cxn ang="0">
                  <a:pos x="connsiteX2" y="connsiteY2"/>
                </a:cxn>
              </a:cxnLst>
              <a:rect l="l" t="t" r="r" b="b"/>
              <a:pathLst>
                <a:path w="1745961" h="5482857">
                  <a:moveTo>
                    <a:pt x="1745961" y="0"/>
                  </a:moveTo>
                  <a:lnTo>
                    <a:pt x="1745961" y="5482857"/>
                  </a:lnTo>
                  <a:lnTo>
                    <a:pt x="0" y="5482857"/>
                  </a:lnTo>
                  <a:close/>
                </a:path>
              </a:pathLst>
            </a:cu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endParaRPr lang="en-US" sz="1350">
                <a:latin typeface="Arial" pitchFamily="124" charset="0"/>
              </a:endParaRPr>
            </a:p>
          </p:txBody>
        </p:sp>
      </p:grpSp>
      <p:grpSp>
        <p:nvGrpSpPr>
          <p:cNvPr id="27" name="Group 26">
            <a:extLst>
              <a:ext uri="{FF2B5EF4-FFF2-40B4-BE49-F238E27FC236}">
                <a16:creationId xmlns:a16="http://schemas.microsoft.com/office/drawing/2014/main" id="{50A6D8E5-0F1B-4F46-A75F-B4236465A272}"/>
              </a:ext>
            </a:extLst>
          </p:cNvPr>
          <p:cNvGrpSpPr/>
          <p:nvPr userDrawn="1"/>
        </p:nvGrpSpPr>
        <p:grpSpPr>
          <a:xfrm>
            <a:off x="7246695" y="614088"/>
            <a:ext cx="1897305" cy="4529412"/>
            <a:chOff x="9662260" y="818784"/>
            <a:chExt cx="2529740" cy="6039216"/>
          </a:xfrm>
        </p:grpSpPr>
        <p:pic>
          <p:nvPicPr>
            <p:cNvPr id="28" name="Picture 27">
              <a:extLst>
                <a:ext uri="{FF2B5EF4-FFF2-40B4-BE49-F238E27FC236}">
                  <a16:creationId xmlns:a16="http://schemas.microsoft.com/office/drawing/2014/main" id="{F29E788A-C660-B84C-99A5-D234AA41381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9662260" y="1471202"/>
              <a:ext cx="2529740" cy="5386798"/>
            </a:xfrm>
            <a:prstGeom prst="rect">
              <a:avLst/>
            </a:prstGeom>
          </p:spPr>
        </p:pic>
        <p:pic>
          <p:nvPicPr>
            <p:cNvPr id="29" name="Picture 28">
              <a:extLst>
                <a:ext uri="{FF2B5EF4-FFF2-40B4-BE49-F238E27FC236}">
                  <a16:creationId xmlns:a16="http://schemas.microsoft.com/office/drawing/2014/main" id="{DFD590AF-386B-9048-ABEA-59B6BE9DA72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539851" y="4300794"/>
              <a:ext cx="1652148" cy="2095226"/>
            </a:xfrm>
            <a:prstGeom prst="rect">
              <a:avLst/>
            </a:prstGeom>
          </p:spPr>
        </p:pic>
        <p:pic>
          <p:nvPicPr>
            <p:cNvPr id="30" name="Picture 29">
              <a:extLst>
                <a:ext uri="{FF2B5EF4-FFF2-40B4-BE49-F238E27FC236}">
                  <a16:creationId xmlns:a16="http://schemas.microsoft.com/office/drawing/2014/main" id="{E2756107-63E2-5F45-8CC3-D5261B2411F1}"/>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rot="20585276">
              <a:off x="10888776" y="3404437"/>
              <a:ext cx="841085" cy="888470"/>
            </a:xfrm>
            <a:prstGeom prst="rect">
              <a:avLst/>
            </a:prstGeom>
          </p:spPr>
        </p:pic>
        <p:pic>
          <p:nvPicPr>
            <p:cNvPr id="31" name="Picture 30">
              <a:extLst>
                <a:ext uri="{FF2B5EF4-FFF2-40B4-BE49-F238E27FC236}">
                  <a16:creationId xmlns:a16="http://schemas.microsoft.com/office/drawing/2014/main" id="{0BBAF86D-A33D-1F45-96FF-45390C30D2F6}"/>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839843" y="4683251"/>
              <a:ext cx="608076" cy="626643"/>
            </a:xfrm>
            <a:prstGeom prst="rect">
              <a:avLst/>
            </a:prstGeom>
          </p:spPr>
        </p:pic>
        <p:pic>
          <p:nvPicPr>
            <p:cNvPr id="32" name="Picture 31">
              <a:extLst>
                <a:ext uri="{FF2B5EF4-FFF2-40B4-BE49-F238E27FC236}">
                  <a16:creationId xmlns:a16="http://schemas.microsoft.com/office/drawing/2014/main" id="{48104F42-09E4-4B40-858C-D0F13E205AD9}"/>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rot="19848158">
              <a:off x="10621861" y="5789703"/>
              <a:ext cx="593846" cy="634660"/>
            </a:xfrm>
            <a:prstGeom prst="rect">
              <a:avLst/>
            </a:prstGeom>
          </p:spPr>
        </p:pic>
        <p:pic>
          <p:nvPicPr>
            <p:cNvPr id="33" name="Picture 32">
              <a:extLst>
                <a:ext uri="{FF2B5EF4-FFF2-40B4-BE49-F238E27FC236}">
                  <a16:creationId xmlns:a16="http://schemas.microsoft.com/office/drawing/2014/main" id="{02EBF489-D968-EB46-B15F-78B5BB5FD92E}"/>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38854"/>
            <a:stretch/>
          </p:blipFill>
          <p:spPr>
            <a:xfrm>
              <a:off x="10588564" y="818784"/>
              <a:ext cx="1603435" cy="1703758"/>
            </a:xfrm>
            <a:prstGeom prst="rect">
              <a:avLst/>
            </a:prstGeom>
          </p:spPr>
        </p:pic>
      </p:grpSp>
      <p:grpSp>
        <p:nvGrpSpPr>
          <p:cNvPr id="21" name="Group 20">
            <a:extLst>
              <a:ext uri="{FF2B5EF4-FFF2-40B4-BE49-F238E27FC236}">
                <a16:creationId xmlns:a16="http://schemas.microsoft.com/office/drawing/2014/main" id="{529B2BDF-CCF7-1348-A3D5-D71BE6DC81B3}"/>
              </a:ext>
            </a:extLst>
          </p:cNvPr>
          <p:cNvGrpSpPr/>
          <p:nvPr userDrawn="1"/>
        </p:nvGrpSpPr>
        <p:grpSpPr>
          <a:xfrm>
            <a:off x="228600" y="0"/>
            <a:ext cx="1820761" cy="783701"/>
            <a:chOff x="0" y="0"/>
            <a:chExt cx="2447693" cy="1053548"/>
          </a:xfrm>
        </p:grpSpPr>
        <p:sp>
          <p:nvSpPr>
            <p:cNvPr id="22" name="Parallelogram 21">
              <a:extLst>
                <a:ext uri="{FF2B5EF4-FFF2-40B4-BE49-F238E27FC236}">
                  <a16:creationId xmlns:a16="http://schemas.microsoft.com/office/drawing/2014/main" id="{5AC29362-88F4-1D4E-981B-656DAC0CCDA0}"/>
                </a:ext>
              </a:extLst>
            </p:cNvPr>
            <p:cNvSpPr/>
            <p:nvPr userDrawn="1"/>
          </p:nvSpPr>
          <p:spPr bwMode="auto">
            <a:xfrm>
              <a:off x="0" y="0"/>
              <a:ext cx="2447693" cy="1053548"/>
            </a:xfrm>
            <a:prstGeom prst="parallelogram">
              <a:avLst>
                <a:gd name="adj" fmla="val 0"/>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r>
                <a:rPr lang="en-US" sz="1350">
                  <a:latin typeface="Arial" pitchFamily="124" charset="0"/>
                </a:rPr>
                <a:t>               </a:t>
              </a:r>
            </a:p>
          </p:txBody>
        </p:sp>
        <p:pic>
          <p:nvPicPr>
            <p:cNvPr id="23" name="Picture 22">
              <a:extLst>
                <a:ext uri="{FF2B5EF4-FFF2-40B4-BE49-F238E27FC236}">
                  <a16:creationId xmlns:a16="http://schemas.microsoft.com/office/drawing/2014/main" id="{3FDEE4BE-E092-CA4F-AF35-8DF125AB2591}"/>
                </a:ext>
              </a:extLst>
            </p:cNvPr>
            <p:cNvPicPr>
              <a:picLocks noChangeAspect="1"/>
            </p:cNvPicPr>
            <p:nvPr userDrawn="1"/>
          </p:nvPicPr>
          <p:blipFill>
            <a:blip r:embed="rId8">
              <a:extLst>
                <a:ext uri="{28A0092B-C50C-407E-A947-70E740481C1C}">
                  <a14:useLocalDpi xmlns:a14="http://schemas.microsoft.com/office/drawing/2010/main"/>
                </a:ext>
              </a:extLst>
            </a:blip>
            <a:stretch>
              <a:fillRect/>
            </a:stretch>
          </p:blipFill>
          <p:spPr>
            <a:xfrm>
              <a:off x="135820" y="154984"/>
              <a:ext cx="2178058" cy="756021"/>
            </a:xfrm>
            <a:prstGeom prst="rect">
              <a:avLst/>
            </a:prstGeom>
          </p:spPr>
        </p:pic>
      </p:grpSp>
      <p:grpSp>
        <p:nvGrpSpPr>
          <p:cNvPr id="34" name="Group 33">
            <a:extLst>
              <a:ext uri="{FF2B5EF4-FFF2-40B4-BE49-F238E27FC236}">
                <a16:creationId xmlns:a16="http://schemas.microsoft.com/office/drawing/2014/main" id="{229B0B5C-E093-DA4B-806C-77D92FB04B00}"/>
              </a:ext>
            </a:extLst>
          </p:cNvPr>
          <p:cNvGrpSpPr/>
          <p:nvPr userDrawn="1"/>
        </p:nvGrpSpPr>
        <p:grpSpPr>
          <a:xfrm>
            <a:off x="212395" y="4477943"/>
            <a:ext cx="3789902" cy="330925"/>
            <a:chOff x="5155556" y="6168462"/>
            <a:chExt cx="5053203" cy="441233"/>
          </a:xfrm>
        </p:grpSpPr>
        <p:sp>
          <p:nvSpPr>
            <p:cNvPr id="35" name="TextBox 34">
              <a:extLst>
                <a:ext uri="{FF2B5EF4-FFF2-40B4-BE49-F238E27FC236}">
                  <a16:creationId xmlns:a16="http://schemas.microsoft.com/office/drawing/2014/main" id="{8E3D34E8-07DE-DB49-893D-0283BBF248E0}"/>
                </a:ext>
              </a:extLst>
            </p:cNvPr>
            <p:cNvSpPr txBox="1"/>
            <p:nvPr userDrawn="1"/>
          </p:nvSpPr>
          <p:spPr>
            <a:xfrm>
              <a:off x="5656050" y="6168462"/>
              <a:ext cx="4552709" cy="441233"/>
            </a:xfrm>
            <a:prstGeom prst="rect">
              <a:avLst/>
            </a:prstGeom>
            <a:noFill/>
          </p:spPr>
          <p:txBody>
            <a:bodyPr vert="horz" wrap="square" lIns="0" tIns="0" rIns="0" bIns="0" rtlCol="0" anchor="ctr" anchorCtr="0">
              <a:noAutofit/>
            </a:bodyPr>
            <a:lstStyle/>
            <a:p>
              <a:pPr algn="l"/>
              <a:r>
                <a:rPr lang="en-US" sz="1500">
                  <a:solidFill>
                    <a:schemeClr val="tx1"/>
                  </a:solidFill>
                  <a:latin typeface="Arial"/>
                </a:rPr>
                <a:t>The world leader in serving science</a:t>
              </a:r>
            </a:p>
          </p:txBody>
        </p:sp>
        <p:sp>
          <p:nvSpPr>
            <p:cNvPr id="36" name="Parallelogram 35">
              <a:extLst>
                <a:ext uri="{FF2B5EF4-FFF2-40B4-BE49-F238E27FC236}">
                  <a16:creationId xmlns:a16="http://schemas.microsoft.com/office/drawing/2014/main" id="{BC757F20-58AC-5B4E-ACFF-20D22B6D507B}"/>
                </a:ext>
              </a:extLst>
            </p:cNvPr>
            <p:cNvSpPr/>
            <p:nvPr userDrawn="1"/>
          </p:nvSpPr>
          <p:spPr bwMode="auto">
            <a:xfrm>
              <a:off x="5155556" y="6302295"/>
              <a:ext cx="310510" cy="188737"/>
            </a:xfrm>
            <a:prstGeom prst="parallelogram">
              <a:avLst>
                <a:gd name="adj" fmla="val 31844"/>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r>
                <a:rPr lang="en-US" sz="1350">
                  <a:latin typeface="Arial" pitchFamily="124" charset="0"/>
                </a:rPr>
                <a:t>               </a:t>
              </a:r>
            </a:p>
          </p:txBody>
        </p:sp>
      </p:grpSp>
      <p:sp>
        <p:nvSpPr>
          <p:cNvPr id="45" name="Footer Placeholder 1">
            <a:extLst>
              <a:ext uri="{FF2B5EF4-FFF2-40B4-BE49-F238E27FC236}">
                <a16:creationId xmlns:a16="http://schemas.microsoft.com/office/drawing/2014/main" id="{F96EC45B-102C-174F-9F23-FF784CDB7AB8}"/>
              </a:ext>
            </a:extLst>
          </p:cNvPr>
          <p:cNvSpPr>
            <a:spLocks noGrp="1"/>
          </p:cNvSpPr>
          <p:nvPr>
            <p:ph type="ftr" sz="quarter" idx="15"/>
          </p:nvPr>
        </p:nvSpPr>
        <p:spPr>
          <a:xfrm>
            <a:off x="228600" y="4914901"/>
            <a:ext cx="4343400" cy="228599"/>
          </a:xfrm>
        </p:spPr>
        <p:txBody>
          <a:bodyPr/>
          <a:lstStyle/>
          <a:p>
            <a:r>
              <a:rPr lang="en-US"/>
              <a:t>Proprietary &amp; Confidential |  03 Jun 2024</a:t>
            </a:r>
          </a:p>
        </p:txBody>
      </p:sp>
      <p:sp>
        <p:nvSpPr>
          <p:cNvPr id="46" name="Slide Number Placeholder 2">
            <a:extLst>
              <a:ext uri="{FF2B5EF4-FFF2-40B4-BE49-F238E27FC236}">
                <a16:creationId xmlns:a16="http://schemas.microsoft.com/office/drawing/2014/main" id="{8D006509-7DB4-6541-835F-3B6972AE0860}"/>
              </a:ext>
            </a:extLst>
          </p:cNvPr>
          <p:cNvSpPr>
            <a:spLocks noGrp="1"/>
          </p:cNvSpPr>
          <p:nvPr>
            <p:ph type="sldNum" sz="quarter" idx="12"/>
          </p:nvPr>
        </p:nvSpPr>
        <p:spPr>
          <a:xfrm>
            <a:off x="1" y="4914901"/>
            <a:ext cx="228599" cy="228599"/>
          </a:xfrm>
        </p:spPr>
        <p:txBody>
          <a:bodyPr/>
          <a:lstStyle/>
          <a:p>
            <a:fld id="{89006F1E-66CD-4A4B-9370-B4A3080F0E6C}" type="slidenum">
              <a:rPr lang="en-US" smtClean="0"/>
              <a:pPr/>
              <a:t>‹#›</a:t>
            </a:fld>
            <a:endParaRPr lang="en-US"/>
          </a:p>
        </p:txBody>
      </p:sp>
      <p:sp>
        <p:nvSpPr>
          <p:cNvPr id="37" name="Text Placeholder 15">
            <a:extLst>
              <a:ext uri="{FF2B5EF4-FFF2-40B4-BE49-F238E27FC236}">
                <a16:creationId xmlns:a16="http://schemas.microsoft.com/office/drawing/2014/main" id="{108EBC16-514C-7740-843A-F5174EAA96DC}"/>
              </a:ext>
            </a:extLst>
          </p:cNvPr>
          <p:cNvSpPr>
            <a:spLocks noGrp="1"/>
          </p:cNvSpPr>
          <p:nvPr>
            <p:ph type="body" sz="quarter" idx="10" hasCustomPrompt="1"/>
          </p:nvPr>
        </p:nvSpPr>
        <p:spPr>
          <a:xfrm>
            <a:off x="228601" y="2927922"/>
            <a:ext cx="5714999" cy="231090"/>
          </a:xfrm>
          <a:prstGeom prst="rect">
            <a:avLst/>
          </a:prstGeom>
        </p:spPr>
        <p:txBody>
          <a:bodyPr lIns="0" tIns="0" rIns="0" bIns="0" anchor="b"/>
          <a:lstStyle>
            <a:lvl1pPr>
              <a:spcBef>
                <a:spcPts val="0"/>
              </a:spcBef>
              <a:spcAft>
                <a:spcPts val="0"/>
              </a:spcAft>
              <a:buFontTx/>
              <a:buNone/>
              <a:defRPr sz="1200" b="0" baseline="0">
                <a:solidFill>
                  <a:schemeClr val="tx2"/>
                </a:solidFill>
              </a:defRPr>
            </a:lvl1pPr>
            <a:lvl2pPr marL="85725" indent="3572">
              <a:spcAft>
                <a:spcPts val="0"/>
              </a:spcAft>
              <a:buFontTx/>
              <a:buNone/>
              <a:defRPr sz="1050" i="1" baseline="0">
                <a:solidFill>
                  <a:schemeClr val="tx1"/>
                </a:solidFill>
              </a:defRPr>
            </a:lvl2pPr>
          </a:lstStyle>
          <a:p>
            <a:pPr lvl="0"/>
            <a:r>
              <a:rPr lang="en-US"/>
              <a:t>Presenter name [16pt Arial] </a:t>
            </a:r>
          </a:p>
        </p:txBody>
      </p:sp>
      <p:sp>
        <p:nvSpPr>
          <p:cNvPr id="38" name="Title 16">
            <a:extLst>
              <a:ext uri="{FF2B5EF4-FFF2-40B4-BE49-F238E27FC236}">
                <a16:creationId xmlns:a16="http://schemas.microsoft.com/office/drawing/2014/main" id="{124A4A7F-4904-4645-AEF7-28AEBD45D1C3}"/>
              </a:ext>
            </a:extLst>
          </p:cNvPr>
          <p:cNvSpPr>
            <a:spLocks noGrp="1"/>
          </p:cNvSpPr>
          <p:nvPr>
            <p:ph type="title" hasCustomPrompt="1"/>
          </p:nvPr>
        </p:nvSpPr>
        <p:spPr>
          <a:xfrm>
            <a:off x="228601" y="1294575"/>
            <a:ext cx="5714999" cy="1553901"/>
          </a:xfrm>
          <a:prstGeom prst="rect">
            <a:avLst/>
          </a:prstGeom>
          <a:noFill/>
        </p:spPr>
        <p:txBody>
          <a:bodyPr wrap="square" lIns="0" tIns="0" rIns="0" bIns="0" anchor="b">
            <a:noAutofit/>
          </a:bodyPr>
          <a:lstStyle>
            <a:lvl1pPr>
              <a:lnSpc>
                <a:spcPct val="110000"/>
              </a:lnSpc>
              <a:defRPr sz="2100" b="1">
                <a:solidFill>
                  <a:schemeClr val="tx1"/>
                </a:solidFill>
              </a:defRPr>
            </a:lvl1pPr>
          </a:lstStyle>
          <a:p>
            <a:r>
              <a:rPr lang="en-US"/>
              <a:t>Title [28pt Arial Bold] </a:t>
            </a:r>
          </a:p>
        </p:txBody>
      </p:sp>
      <p:sp>
        <p:nvSpPr>
          <p:cNvPr id="39" name="Text Placeholder 15">
            <a:extLst>
              <a:ext uri="{FF2B5EF4-FFF2-40B4-BE49-F238E27FC236}">
                <a16:creationId xmlns:a16="http://schemas.microsoft.com/office/drawing/2014/main" id="{0DF0839E-0C0A-8E4B-9B47-CC686D239594}"/>
              </a:ext>
            </a:extLst>
          </p:cNvPr>
          <p:cNvSpPr>
            <a:spLocks noGrp="1"/>
          </p:cNvSpPr>
          <p:nvPr>
            <p:ph type="body" sz="quarter" idx="14" hasCustomPrompt="1"/>
          </p:nvPr>
        </p:nvSpPr>
        <p:spPr>
          <a:xfrm>
            <a:off x="228601" y="3191876"/>
            <a:ext cx="5714999" cy="822911"/>
          </a:xfrm>
          <a:prstGeom prst="rect">
            <a:avLst/>
          </a:prstGeom>
        </p:spPr>
        <p:txBody>
          <a:bodyPr lIns="0" tIns="0" rIns="0" bIns="0" anchor="t">
            <a:normAutofit/>
          </a:bodyPr>
          <a:lstStyle>
            <a:lvl1pPr marL="134541" marR="0" indent="-134541" algn="l" defTabSz="685800" rtl="0" eaLnBrk="1" fontAlgn="auto" latinLnBrk="0" hangingPunct="1">
              <a:lnSpc>
                <a:spcPct val="120000"/>
              </a:lnSpc>
              <a:spcBef>
                <a:spcPts val="0"/>
              </a:spcBef>
              <a:spcAft>
                <a:spcPts val="0"/>
              </a:spcAft>
              <a:buClr>
                <a:schemeClr val="accent4"/>
              </a:buClr>
              <a:buSzPct val="100000"/>
              <a:buFontTx/>
              <a:buNone/>
              <a:tabLst/>
              <a:defRPr sz="1050" b="0" baseline="0">
                <a:solidFill>
                  <a:schemeClr val="tx1"/>
                </a:solidFill>
              </a:defRPr>
            </a:lvl1pPr>
            <a:lvl2pPr marL="85725" indent="3572">
              <a:spcAft>
                <a:spcPts val="0"/>
              </a:spcAft>
              <a:buFontTx/>
              <a:buNone/>
              <a:defRPr sz="1050" i="1" baseline="0">
                <a:solidFill>
                  <a:schemeClr val="tx1"/>
                </a:solidFill>
              </a:defRPr>
            </a:lvl2pPr>
          </a:lstStyle>
          <a:p>
            <a:pPr marL="308610" marR="0" lvl="0" indent="-308610" algn="l" defTabSz="685800" rtl="0" eaLnBrk="1" fontAlgn="auto" latinLnBrk="0" hangingPunct="1">
              <a:lnSpc>
                <a:spcPct val="120000"/>
              </a:lnSpc>
              <a:spcBef>
                <a:spcPts val="0"/>
              </a:spcBef>
              <a:spcAft>
                <a:spcPts val="0"/>
              </a:spcAft>
              <a:buClr>
                <a:schemeClr val="accent4"/>
              </a:buClr>
              <a:buSzPct val="100000"/>
              <a:buFontTx/>
              <a:buNone/>
              <a:tabLst/>
              <a:defRPr/>
            </a:pPr>
            <a:r>
              <a:rPr lang="en-US"/>
              <a:t>Presenter Title [14pt Arial]</a:t>
            </a:r>
            <a:br>
              <a:rPr lang="en-US"/>
            </a:br>
            <a:r>
              <a:rPr lang="en-US"/>
              <a:t>Date [14pt Arial] </a:t>
            </a:r>
          </a:p>
        </p:txBody>
      </p:sp>
    </p:spTree>
    <p:extLst>
      <p:ext uri="{BB962C8B-B14F-4D97-AF65-F5344CB8AC3E}">
        <p14:creationId xmlns:p14="http://schemas.microsoft.com/office/powerpoint/2010/main" val="4023333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ustom title slide">
    <p:bg>
      <p:bgPr>
        <a:gradFill>
          <a:gsLst>
            <a:gs pos="0">
              <a:schemeClr val="bg1"/>
            </a:gs>
            <a:gs pos="45000">
              <a:schemeClr val="bg1"/>
            </a:gs>
            <a:gs pos="66000">
              <a:schemeClr val="bg2"/>
            </a:gs>
          </a:gsLst>
          <a:lin ang="1080000" scaled="0"/>
        </a:gra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2DF2EB01-DB3A-564C-8485-CADA3C9CF3AF}"/>
              </a:ext>
            </a:extLst>
          </p:cNvPr>
          <p:cNvSpPr>
            <a:spLocks noGrp="1"/>
          </p:cNvSpPr>
          <p:nvPr>
            <p:ph type="pic" sz="quarter" idx="11" hasCustomPrompt="1"/>
          </p:nvPr>
        </p:nvSpPr>
        <p:spPr>
          <a:xfrm>
            <a:off x="4170345" y="1"/>
            <a:ext cx="4973656" cy="5143499"/>
          </a:xfrm>
          <a:custGeom>
            <a:avLst/>
            <a:gdLst>
              <a:gd name="connsiteX0" fmla="*/ 2183862 w 6631541"/>
              <a:gd name="connsiteY0" fmla="*/ 0 h 6857999"/>
              <a:gd name="connsiteX1" fmla="*/ 6631541 w 6631541"/>
              <a:gd name="connsiteY1" fmla="*/ 0 h 6857999"/>
              <a:gd name="connsiteX2" fmla="*/ 6631541 w 6631541"/>
              <a:gd name="connsiteY2" fmla="*/ 6857999 h 6857999"/>
              <a:gd name="connsiteX3" fmla="*/ 0 w 6631541"/>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6631541" h="6857999">
                <a:moveTo>
                  <a:pt x="2183862" y="0"/>
                </a:moveTo>
                <a:lnTo>
                  <a:pt x="6631541" y="0"/>
                </a:lnTo>
                <a:lnTo>
                  <a:pt x="6631541" y="6857999"/>
                </a:lnTo>
                <a:lnTo>
                  <a:pt x="0" y="6857999"/>
                </a:lnTo>
                <a:close/>
              </a:path>
            </a:pathLst>
          </a:custGeom>
          <a:pattFill prst="pct5">
            <a:fgClr>
              <a:schemeClr val="bg1"/>
            </a:fgClr>
            <a:bgClr>
              <a:schemeClr val="bg2"/>
            </a:bgClr>
          </a:pattFill>
        </p:spPr>
        <p:txBody>
          <a:bodyPr vert="horz" wrap="square" lIns="0" tIns="0" rIns="0" bIns="0" rtlCol="0" anchor="ctr">
            <a:noAutofit/>
          </a:bodyPr>
          <a:lstStyle>
            <a:lvl1pPr marL="0" indent="0" algn="ctr">
              <a:buFontTx/>
              <a:buNone/>
              <a:defRPr lang="en-US" sz="1050" dirty="0"/>
            </a:lvl1pPr>
          </a:lstStyle>
          <a:p>
            <a:pPr marR="0" lvl="0" algn="ctr" fontAlgn="auto">
              <a:spcAft>
                <a:spcPts val="0"/>
              </a:spcAft>
              <a:buClrTx/>
              <a:buSzTx/>
              <a:buNone/>
              <a:tabLst/>
            </a:pPr>
            <a:r>
              <a:rPr lang="en-US"/>
              <a:t>Add photo</a:t>
            </a:r>
          </a:p>
        </p:txBody>
      </p:sp>
      <p:grpSp>
        <p:nvGrpSpPr>
          <p:cNvPr id="7" name="Group 6">
            <a:extLst>
              <a:ext uri="{FF2B5EF4-FFF2-40B4-BE49-F238E27FC236}">
                <a16:creationId xmlns:a16="http://schemas.microsoft.com/office/drawing/2014/main" id="{B1F511C6-A535-A245-B123-CC04435D2DAF}"/>
              </a:ext>
            </a:extLst>
          </p:cNvPr>
          <p:cNvGrpSpPr/>
          <p:nvPr userDrawn="1"/>
        </p:nvGrpSpPr>
        <p:grpSpPr>
          <a:xfrm>
            <a:off x="228600" y="0"/>
            <a:ext cx="1820761" cy="783701"/>
            <a:chOff x="0" y="0"/>
            <a:chExt cx="2447693" cy="1053548"/>
          </a:xfrm>
        </p:grpSpPr>
        <p:sp>
          <p:nvSpPr>
            <p:cNvPr id="8" name="Parallelogram 7">
              <a:extLst>
                <a:ext uri="{FF2B5EF4-FFF2-40B4-BE49-F238E27FC236}">
                  <a16:creationId xmlns:a16="http://schemas.microsoft.com/office/drawing/2014/main" id="{6399281C-FD14-2942-9A9B-13B5E50B7517}"/>
                </a:ext>
              </a:extLst>
            </p:cNvPr>
            <p:cNvSpPr/>
            <p:nvPr userDrawn="1"/>
          </p:nvSpPr>
          <p:spPr bwMode="auto">
            <a:xfrm>
              <a:off x="0" y="0"/>
              <a:ext cx="2447693" cy="1053548"/>
            </a:xfrm>
            <a:prstGeom prst="parallelogram">
              <a:avLst>
                <a:gd name="adj" fmla="val 0"/>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r>
                <a:rPr lang="en-US" sz="1350">
                  <a:latin typeface="Arial" pitchFamily="124" charset="0"/>
                </a:rPr>
                <a:t>               </a:t>
              </a:r>
            </a:p>
          </p:txBody>
        </p:sp>
        <p:pic>
          <p:nvPicPr>
            <p:cNvPr id="9" name="Picture 8">
              <a:extLst>
                <a:ext uri="{FF2B5EF4-FFF2-40B4-BE49-F238E27FC236}">
                  <a16:creationId xmlns:a16="http://schemas.microsoft.com/office/drawing/2014/main" id="{7D60AD95-BD80-6049-9976-D024EC4ECDE8}"/>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35820" y="154984"/>
              <a:ext cx="2178058" cy="756021"/>
            </a:xfrm>
            <a:prstGeom prst="rect">
              <a:avLst/>
            </a:prstGeom>
          </p:spPr>
        </p:pic>
      </p:grpSp>
      <p:grpSp>
        <p:nvGrpSpPr>
          <p:cNvPr id="11" name="Group 10">
            <a:extLst>
              <a:ext uri="{FF2B5EF4-FFF2-40B4-BE49-F238E27FC236}">
                <a16:creationId xmlns:a16="http://schemas.microsoft.com/office/drawing/2014/main" id="{BD8A84AE-AF33-DF45-94CF-C3F25C5B3C5F}"/>
              </a:ext>
            </a:extLst>
          </p:cNvPr>
          <p:cNvGrpSpPr/>
          <p:nvPr userDrawn="1"/>
        </p:nvGrpSpPr>
        <p:grpSpPr>
          <a:xfrm>
            <a:off x="212395" y="4477943"/>
            <a:ext cx="3789902" cy="330925"/>
            <a:chOff x="5155556" y="6168462"/>
            <a:chExt cx="5053203" cy="441233"/>
          </a:xfrm>
        </p:grpSpPr>
        <p:sp>
          <p:nvSpPr>
            <p:cNvPr id="12" name="TextBox 11">
              <a:extLst>
                <a:ext uri="{FF2B5EF4-FFF2-40B4-BE49-F238E27FC236}">
                  <a16:creationId xmlns:a16="http://schemas.microsoft.com/office/drawing/2014/main" id="{5DF5D896-302C-C647-8B84-3EA145C1337B}"/>
                </a:ext>
              </a:extLst>
            </p:cNvPr>
            <p:cNvSpPr txBox="1"/>
            <p:nvPr userDrawn="1"/>
          </p:nvSpPr>
          <p:spPr>
            <a:xfrm>
              <a:off x="5656050" y="6168462"/>
              <a:ext cx="4552709" cy="441233"/>
            </a:xfrm>
            <a:prstGeom prst="rect">
              <a:avLst/>
            </a:prstGeom>
            <a:noFill/>
          </p:spPr>
          <p:txBody>
            <a:bodyPr vert="horz" wrap="square" lIns="0" tIns="0" rIns="0" bIns="0" rtlCol="0" anchor="ctr" anchorCtr="0">
              <a:noAutofit/>
            </a:bodyPr>
            <a:lstStyle/>
            <a:p>
              <a:pPr algn="l"/>
              <a:r>
                <a:rPr lang="en-US" sz="1500">
                  <a:solidFill>
                    <a:schemeClr val="tx1"/>
                  </a:solidFill>
                  <a:latin typeface="Arial"/>
                </a:rPr>
                <a:t>The world leader in serving science</a:t>
              </a:r>
            </a:p>
          </p:txBody>
        </p:sp>
        <p:sp>
          <p:nvSpPr>
            <p:cNvPr id="13" name="Parallelogram 12">
              <a:extLst>
                <a:ext uri="{FF2B5EF4-FFF2-40B4-BE49-F238E27FC236}">
                  <a16:creationId xmlns:a16="http://schemas.microsoft.com/office/drawing/2014/main" id="{9BC00B89-C038-314A-AC65-15CF9FEFA67A}"/>
                </a:ext>
              </a:extLst>
            </p:cNvPr>
            <p:cNvSpPr/>
            <p:nvPr userDrawn="1"/>
          </p:nvSpPr>
          <p:spPr bwMode="auto">
            <a:xfrm>
              <a:off x="5155556" y="6302295"/>
              <a:ext cx="310510" cy="188737"/>
            </a:xfrm>
            <a:prstGeom prst="parallelogram">
              <a:avLst>
                <a:gd name="adj" fmla="val 31844"/>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r>
                <a:rPr lang="en-US" sz="1350">
                  <a:latin typeface="Arial" pitchFamily="124" charset="0"/>
                </a:rPr>
                <a:t>               </a:t>
              </a:r>
            </a:p>
          </p:txBody>
        </p:sp>
      </p:grpSp>
      <p:sp>
        <p:nvSpPr>
          <p:cNvPr id="17" name="Text Placeholder 15">
            <a:extLst>
              <a:ext uri="{FF2B5EF4-FFF2-40B4-BE49-F238E27FC236}">
                <a16:creationId xmlns:a16="http://schemas.microsoft.com/office/drawing/2014/main" id="{066B560F-B405-E64F-9BDF-0CBAACB3D079}"/>
              </a:ext>
            </a:extLst>
          </p:cNvPr>
          <p:cNvSpPr>
            <a:spLocks noGrp="1"/>
          </p:cNvSpPr>
          <p:nvPr>
            <p:ph type="body" sz="quarter" idx="10" hasCustomPrompt="1"/>
          </p:nvPr>
        </p:nvSpPr>
        <p:spPr>
          <a:xfrm>
            <a:off x="228601" y="2927922"/>
            <a:ext cx="4343399" cy="231090"/>
          </a:xfrm>
          <a:prstGeom prst="rect">
            <a:avLst/>
          </a:prstGeom>
        </p:spPr>
        <p:txBody>
          <a:bodyPr lIns="0" tIns="0" rIns="0" bIns="0" anchor="b"/>
          <a:lstStyle>
            <a:lvl1pPr>
              <a:spcBef>
                <a:spcPts val="0"/>
              </a:spcBef>
              <a:spcAft>
                <a:spcPts val="0"/>
              </a:spcAft>
              <a:buFontTx/>
              <a:buNone/>
              <a:defRPr sz="1200" b="0" baseline="0">
                <a:solidFill>
                  <a:schemeClr val="tx2"/>
                </a:solidFill>
              </a:defRPr>
            </a:lvl1pPr>
            <a:lvl2pPr marL="85725" indent="3572">
              <a:spcAft>
                <a:spcPts val="0"/>
              </a:spcAft>
              <a:buFontTx/>
              <a:buNone/>
              <a:defRPr sz="1050" i="1" baseline="0">
                <a:solidFill>
                  <a:schemeClr val="tx1"/>
                </a:solidFill>
              </a:defRPr>
            </a:lvl2pPr>
          </a:lstStyle>
          <a:p>
            <a:pPr lvl="0"/>
            <a:r>
              <a:rPr lang="en-US"/>
              <a:t>Presenter name [16pt Arial] </a:t>
            </a:r>
          </a:p>
        </p:txBody>
      </p:sp>
      <p:sp>
        <p:nvSpPr>
          <p:cNvPr id="18" name="Title 16">
            <a:extLst>
              <a:ext uri="{FF2B5EF4-FFF2-40B4-BE49-F238E27FC236}">
                <a16:creationId xmlns:a16="http://schemas.microsoft.com/office/drawing/2014/main" id="{98A0AF47-0118-3245-A388-D5866C77A994}"/>
              </a:ext>
            </a:extLst>
          </p:cNvPr>
          <p:cNvSpPr>
            <a:spLocks noGrp="1"/>
          </p:cNvSpPr>
          <p:nvPr>
            <p:ph type="title" hasCustomPrompt="1"/>
          </p:nvPr>
        </p:nvSpPr>
        <p:spPr>
          <a:xfrm>
            <a:off x="228601" y="1294575"/>
            <a:ext cx="4343399" cy="1553901"/>
          </a:xfrm>
          <a:prstGeom prst="rect">
            <a:avLst/>
          </a:prstGeom>
          <a:noFill/>
        </p:spPr>
        <p:txBody>
          <a:bodyPr wrap="square" lIns="0" tIns="0" rIns="0" bIns="0" anchor="b">
            <a:noAutofit/>
          </a:bodyPr>
          <a:lstStyle>
            <a:lvl1pPr>
              <a:lnSpc>
                <a:spcPct val="90000"/>
              </a:lnSpc>
              <a:defRPr sz="2100" b="1">
                <a:solidFill>
                  <a:schemeClr val="tx1"/>
                </a:solidFill>
              </a:defRPr>
            </a:lvl1pPr>
          </a:lstStyle>
          <a:p>
            <a:r>
              <a:rPr lang="en-US"/>
              <a:t>Title [28pt Arial Bold] </a:t>
            </a:r>
          </a:p>
        </p:txBody>
      </p:sp>
      <p:sp>
        <p:nvSpPr>
          <p:cNvPr id="21" name="Footer Placeholder 1">
            <a:extLst>
              <a:ext uri="{FF2B5EF4-FFF2-40B4-BE49-F238E27FC236}">
                <a16:creationId xmlns:a16="http://schemas.microsoft.com/office/drawing/2014/main" id="{0417725A-1D63-8B41-B75E-4A7C276235C4}"/>
              </a:ext>
            </a:extLst>
          </p:cNvPr>
          <p:cNvSpPr>
            <a:spLocks noGrp="1"/>
          </p:cNvSpPr>
          <p:nvPr>
            <p:ph type="ftr" sz="quarter" idx="15"/>
          </p:nvPr>
        </p:nvSpPr>
        <p:spPr>
          <a:xfrm>
            <a:off x="228600" y="4914901"/>
            <a:ext cx="4343400" cy="228599"/>
          </a:xfrm>
        </p:spPr>
        <p:txBody>
          <a:bodyPr/>
          <a:lstStyle/>
          <a:p>
            <a:r>
              <a:rPr lang="en-US"/>
              <a:t>Proprietary &amp; Confidential |  03 Jun 2024</a:t>
            </a:r>
          </a:p>
        </p:txBody>
      </p:sp>
      <p:sp>
        <p:nvSpPr>
          <p:cNvPr id="22" name="Slide Number Placeholder 2">
            <a:extLst>
              <a:ext uri="{FF2B5EF4-FFF2-40B4-BE49-F238E27FC236}">
                <a16:creationId xmlns:a16="http://schemas.microsoft.com/office/drawing/2014/main" id="{2EFD93CC-9AAB-B446-8966-4FFCA1CA2633}"/>
              </a:ext>
            </a:extLst>
          </p:cNvPr>
          <p:cNvSpPr>
            <a:spLocks noGrp="1"/>
          </p:cNvSpPr>
          <p:nvPr>
            <p:ph type="sldNum" sz="quarter" idx="12"/>
          </p:nvPr>
        </p:nvSpPr>
        <p:spPr>
          <a:xfrm>
            <a:off x="1" y="4914901"/>
            <a:ext cx="228599" cy="228599"/>
          </a:xfrm>
        </p:spPr>
        <p:txBody>
          <a:bodyPr/>
          <a:lstStyle/>
          <a:p>
            <a:fld id="{89006F1E-66CD-4A4B-9370-B4A3080F0E6C}" type="slidenum">
              <a:rPr lang="en-US" smtClean="0"/>
              <a:pPr/>
              <a:t>‹#›</a:t>
            </a:fld>
            <a:endParaRPr lang="en-US"/>
          </a:p>
        </p:txBody>
      </p:sp>
      <p:sp>
        <p:nvSpPr>
          <p:cNvPr id="15" name="Text Placeholder 15">
            <a:extLst>
              <a:ext uri="{FF2B5EF4-FFF2-40B4-BE49-F238E27FC236}">
                <a16:creationId xmlns:a16="http://schemas.microsoft.com/office/drawing/2014/main" id="{DA6AB682-877D-F244-8431-46BA64252685}"/>
              </a:ext>
            </a:extLst>
          </p:cNvPr>
          <p:cNvSpPr>
            <a:spLocks noGrp="1"/>
          </p:cNvSpPr>
          <p:nvPr>
            <p:ph type="body" sz="quarter" idx="14" hasCustomPrompt="1"/>
          </p:nvPr>
        </p:nvSpPr>
        <p:spPr>
          <a:xfrm>
            <a:off x="228601" y="3191876"/>
            <a:ext cx="4343400" cy="822911"/>
          </a:xfrm>
          <a:prstGeom prst="rect">
            <a:avLst/>
          </a:prstGeom>
        </p:spPr>
        <p:txBody>
          <a:bodyPr lIns="0" tIns="0" rIns="0" bIns="0" anchor="t">
            <a:normAutofit/>
          </a:bodyPr>
          <a:lstStyle>
            <a:lvl1pPr marL="134541" marR="0" indent="-134541" algn="l" defTabSz="685800" rtl="0" eaLnBrk="1" fontAlgn="auto" latinLnBrk="0" hangingPunct="1">
              <a:lnSpc>
                <a:spcPct val="120000"/>
              </a:lnSpc>
              <a:spcBef>
                <a:spcPts val="0"/>
              </a:spcBef>
              <a:spcAft>
                <a:spcPts val="0"/>
              </a:spcAft>
              <a:buClr>
                <a:schemeClr val="accent4"/>
              </a:buClr>
              <a:buSzPct val="100000"/>
              <a:buFontTx/>
              <a:buNone/>
              <a:tabLst/>
              <a:defRPr sz="1050" b="0" baseline="0">
                <a:solidFill>
                  <a:schemeClr val="tx1"/>
                </a:solidFill>
              </a:defRPr>
            </a:lvl1pPr>
            <a:lvl2pPr marL="85725" indent="3572">
              <a:spcAft>
                <a:spcPts val="0"/>
              </a:spcAft>
              <a:buFontTx/>
              <a:buNone/>
              <a:defRPr sz="1050" i="1" baseline="0">
                <a:solidFill>
                  <a:schemeClr val="tx1"/>
                </a:solidFill>
              </a:defRPr>
            </a:lvl2pPr>
          </a:lstStyle>
          <a:p>
            <a:pPr marL="308610" marR="0" lvl="0" indent="-308610" algn="l" defTabSz="685800" rtl="0" eaLnBrk="1" fontAlgn="auto" latinLnBrk="0" hangingPunct="1">
              <a:lnSpc>
                <a:spcPct val="120000"/>
              </a:lnSpc>
              <a:spcBef>
                <a:spcPts val="0"/>
              </a:spcBef>
              <a:spcAft>
                <a:spcPts val="0"/>
              </a:spcAft>
              <a:buClr>
                <a:schemeClr val="accent4"/>
              </a:buClr>
              <a:buSzPct val="100000"/>
              <a:buFontTx/>
              <a:buNone/>
              <a:tabLst/>
              <a:defRPr/>
            </a:pPr>
            <a:r>
              <a:rPr lang="en-US"/>
              <a:t>Presenter Title [14pt Arial]</a:t>
            </a:r>
            <a:br>
              <a:rPr lang="en-US"/>
            </a:br>
            <a:r>
              <a:rPr lang="en-US"/>
              <a:t>Date [14pt Arial] </a:t>
            </a:r>
          </a:p>
        </p:txBody>
      </p:sp>
    </p:spTree>
    <p:extLst>
      <p:ext uri="{BB962C8B-B14F-4D97-AF65-F5344CB8AC3E}">
        <p14:creationId xmlns:p14="http://schemas.microsoft.com/office/powerpoint/2010/main" val="37733432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image">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6AE08B2E-D136-8942-AB0C-32CBAFB45A4D}"/>
              </a:ext>
            </a:extLst>
          </p:cNvPr>
          <p:cNvSpPr>
            <a:spLocks noGrp="1"/>
          </p:cNvSpPr>
          <p:nvPr>
            <p:ph type="pic" sz="quarter" idx="11" hasCustomPrompt="1"/>
          </p:nvPr>
        </p:nvSpPr>
        <p:spPr>
          <a:xfrm>
            <a:off x="4170345" y="-1"/>
            <a:ext cx="4973656" cy="5143500"/>
          </a:xfrm>
          <a:custGeom>
            <a:avLst/>
            <a:gdLst>
              <a:gd name="connsiteX0" fmla="*/ 4761301 w 6631541"/>
              <a:gd name="connsiteY0" fmla="*/ 1 h 6858000"/>
              <a:gd name="connsiteX1" fmla="*/ 4761301 w 6631541"/>
              <a:gd name="connsiteY1" fmla="*/ 673805 h 6858000"/>
              <a:gd name="connsiteX2" fmla="*/ 6326740 w 6631541"/>
              <a:gd name="connsiteY2" fmla="*/ 673805 h 6858000"/>
              <a:gd name="connsiteX3" fmla="*/ 6326740 w 6631541"/>
              <a:gd name="connsiteY3" fmla="*/ 1 h 6858000"/>
              <a:gd name="connsiteX4" fmla="*/ 2183862 w 6631541"/>
              <a:gd name="connsiteY4" fmla="*/ 0 h 6858000"/>
              <a:gd name="connsiteX5" fmla="*/ 6631541 w 6631541"/>
              <a:gd name="connsiteY5" fmla="*/ 0 h 6858000"/>
              <a:gd name="connsiteX6" fmla="*/ 6631541 w 6631541"/>
              <a:gd name="connsiteY6" fmla="*/ 6858000 h 6858000"/>
              <a:gd name="connsiteX7" fmla="*/ 0 w 6631541"/>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31541" h="6858000">
                <a:moveTo>
                  <a:pt x="4761301" y="1"/>
                </a:moveTo>
                <a:lnTo>
                  <a:pt x="4761301" y="673805"/>
                </a:lnTo>
                <a:lnTo>
                  <a:pt x="6326740" y="673805"/>
                </a:lnTo>
                <a:lnTo>
                  <a:pt x="6326740" y="1"/>
                </a:lnTo>
                <a:close/>
                <a:moveTo>
                  <a:pt x="2183862" y="0"/>
                </a:moveTo>
                <a:lnTo>
                  <a:pt x="6631541" y="0"/>
                </a:lnTo>
                <a:lnTo>
                  <a:pt x="6631541" y="6858000"/>
                </a:lnTo>
                <a:lnTo>
                  <a:pt x="0" y="6858000"/>
                </a:lnTo>
                <a:close/>
              </a:path>
            </a:pathLst>
          </a:custGeom>
          <a:pattFill prst="pct5">
            <a:fgClr>
              <a:schemeClr val="bg1"/>
            </a:fgClr>
            <a:bgClr>
              <a:schemeClr val="bg2"/>
            </a:bgClr>
          </a:pattFill>
        </p:spPr>
        <p:txBody>
          <a:bodyPr vert="horz" wrap="square" lIns="0" tIns="0" rIns="0" bIns="0" rtlCol="0" anchor="ctr">
            <a:noAutofit/>
          </a:bodyPr>
          <a:lstStyle>
            <a:lvl1pPr marL="0" indent="0" algn="ctr">
              <a:buFontTx/>
              <a:buNone/>
              <a:defRPr lang="en-US" sz="1050" dirty="0"/>
            </a:lvl1pPr>
          </a:lstStyle>
          <a:p>
            <a:pPr marR="0" lvl="0" algn="ctr" fontAlgn="auto">
              <a:spcAft>
                <a:spcPts val="0"/>
              </a:spcAft>
              <a:buClrTx/>
              <a:buSzTx/>
              <a:buNone/>
              <a:tabLst/>
            </a:pPr>
            <a:r>
              <a:rPr lang="en-US"/>
              <a:t>Add photo</a:t>
            </a:r>
          </a:p>
        </p:txBody>
      </p:sp>
      <p:sp>
        <p:nvSpPr>
          <p:cNvPr id="12" name="Slide Number Placeholder 11">
            <a:extLst>
              <a:ext uri="{FF2B5EF4-FFF2-40B4-BE49-F238E27FC236}">
                <a16:creationId xmlns:a16="http://schemas.microsoft.com/office/drawing/2014/main" id="{47161BDA-83E9-E143-BE27-DC11E94DC4B5}"/>
              </a:ext>
            </a:extLst>
          </p:cNvPr>
          <p:cNvSpPr>
            <a:spLocks noGrp="1"/>
          </p:cNvSpPr>
          <p:nvPr>
            <p:ph type="sldNum" sz="quarter" idx="10"/>
          </p:nvPr>
        </p:nvSpPr>
        <p:spPr/>
        <p:txBody>
          <a:bodyPr lIns="0" tIns="0" rIns="0" bIns="0"/>
          <a:lstStyle/>
          <a:p>
            <a:fld id="{89006F1E-66CD-4A4B-9370-B4A3080F0E6C}" type="slidenum">
              <a:rPr lang="en-US" smtClean="0"/>
              <a:pPr/>
              <a:t>‹#›</a:t>
            </a:fld>
            <a:endParaRPr lang="en-US"/>
          </a:p>
        </p:txBody>
      </p:sp>
      <p:sp>
        <p:nvSpPr>
          <p:cNvPr id="17" name="Title 16">
            <a:extLst>
              <a:ext uri="{FF2B5EF4-FFF2-40B4-BE49-F238E27FC236}">
                <a16:creationId xmlns:a16="http://schemas.microsoft.com/office/drawing/2014/main" id="{FB477BD4-B3C4-0245-87E7-210A11A609FB}"/>
              </a:ext>
            </a:extLst>
          </p:cNvPr>
          <p:cNvSpPr>
            <a:spLocks noGrp="1"/>
          </p:cNvSpPr>
          <p:nvPr>
            <p:ph type="title"/>
          </p:nvPr>
        </p:nvSpPr>
        <p:spPr/>
        <p:txBody>
          <a:bodyPr/>
          <a:lstStyle/>
          <a:p>
            <a:r>
              <a:rPr lang="en-US"/>
              <a:t>Click to edit Master title style</a:t>
            </a:r>
          </a:p>
        </p:txBody>
      </p:sp>
      <p:sp>
        <p:nvSpPr>
          <p:cNvPr id="2" name="Footer Placeholder 1">
            <a:extLst>
              <a:ext uri="{FF2B5EF4-FFF2-40B4-BE49-F238E27FC236}">
                <a16:creationId xmlns:a16="http://schemas.microsoft.com/office/drawing/2014/main" id="{A45E3DEE-D37C-1D48-B059-905D05A3A480}"/>
              </a:ext>
            </a:extLst>
          </p:cNvPr>
          <p:cNvSpPr>
            <a:spLocks noGrp="1"/>
          </p:cNvSpPr>
          <p:nvPr>
            <p:ph type="ftr" sz="quarter" idx="12"/>
          </p:nvPr>
        </p:nvSpPr>
        <p:spPr>
          <a:xfrm>
            <a:off x="228600" y="4914901"/>
            <a:ext cx="4343401" cy="2286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 |  03 Jun 2024</a:t>
            </a:r>
          </a:p>
        </p:txBody>
      </p:sp>
      <p:sp>
        <p:nvSpPr>
          <p:cNvPr id="8" name="Content Placeholder 3">
            <a:extLst>
              <a:ext uri="{FF2B5EF4-FFF2-40B4-BE49-F238E27FC236}">
                <a16:creationId xmlns:a16="http://schemas.microsoft.com/office/drawing/2014/main" id="{E78B1B2E-3D55-0E40-BE78-DE19E0E78115}"/>
              </a:ext>
            </a:extLst>
          </p:cNvPr>
          <p:cNvSpPr>
            <a:spLocks noGrp="1"/>
          </p:cNvSpPr>
          <p:nvPr>
            <p:ph sz="quarter" idx="14"/>
          </p:nvPr>
        </p:nvSpPr>
        <p:spPr>
          <a:xfrm>
            <a:off x="228600" y="1085850"/>
            <a:ext cx="4343400" cy="3455966"/>
          </a:xfrm>
          <a:prstGeom prst="rect">
            <a:avLst/>
          </a:prstGeom>
        </p:spPr>
        <p:txBody>
          <a:bodyPr vert="horz" lIns="0" tIns="0" rIns="0" bIns="0" rtlCol="0" anchor="ctr" anchorCtr="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7">
            <a:extLst>
              <a:ext uri="{FF2B5EF4-FFF2-40B4-BE49-F238E27FC236}">
                <a16:creationId xmlns:a16="http://schemas.microsoft.com/office/drawing/2014/main" id="{913AD51C-A540-614E-BCCA-04DD383D383F}"/>
              </a:ext>
            </a:extLst>
          </p:cNvPr>
          <p:cNvSpPr>
            <a:spLocks noGrp="1"/>
          </p:cNvSpPr>
          <p:nvPr>
            <p:ph type="body" sz="quarter" idx="15" hasCustomPrompt="1"/>
          </p:nvPr>
        </p:nvSpPr>
        <p:spPr>
          <a:xfrm>
            <a:off x="228598" y="4541817"/>
            <a:ext cx="3941747" cy="366903"/>
          </a:xfrm>
          <a:prstGeom prst="rect">
            <a:avLst/>
          </a:prstGeom>
        </p:spPr>
        <p:txBody>
          <a:bodyPr anchor="b">
            <a:normAutofit/>
          </a:bodyPr>
          <a:lstStyle>
            <a:lvl1pPr marL="0" indent="0">
              <a:spcBef>
                <a:spcPts val="75"/>
              </a:spcBef>
              <a:buNone/>
              <a:defRPr sz="750">
                <a:solidFill>
                  <a:schemeClr val="accent5"/>
                </a:solidFill>
              </a:defRPr>
            </a:lvl1pPr>
          </a:lstStyle>
          <a:p>
            <a:pPr lvl="0"/>
            <a:r>
              <a:rPr lang="en-US"/>
              <a:t>Source notes</a:t>
            </a:r>
          </a:p>
        </p:txBody>
      </p:sp>
      <p:sp>
        <p:nvSpPr>
          <p:cNvPr id="10" name="Text Placeholder 7">
            <a:extLst>
              <a:ext uri="{FF2B5EF4-FFF2-40B4-BE49-F238E27FC236}">
                <a16:creationId xmlns:a16="http://schemas.microsoft.com/office/drawing/2014/main" id="{C408A322-1049-7D40-BE0C-3E8E57A90330}"/>
              </a:ext>
            </a:extLst>
          </p:cNvPr>
          <p:cNvSpPr>
            <a:spLocks noGrp="1"/>
          </p:cNvSpPr>
          <p:nvPr>
            <p:ph type="body" sz="quarter" idx="16" hasCustomPrompt="1"/>
          </p:nvPr>
        </p:nvSpPr>
        <p:spPr>
          <a:xfrm>
            <a:off x="225170" y="669798"/>
            <a:ext cx="8693660" cy="285751"/>
          </a:xfrm>
          <a:prstGeom prst="rect">
            <a:avLst/>
          </a:prstGeom>
        </p:spPr>
        <p:txBody>
          <a:bodyPr lIns="0" tIns="0" rIns="0" bIns="0" anchor="t">
            <a:noAutofit/>
          </a:bodyPr>
          <a:lstStyle>
            <a:lvl1pPr marL="0" indent="0">
              <a:buNone/>
              <a:defRPr sz="1500">
                <a:solidFill>
                  <a:schemeClr val="tx1"/>
                </a:solidFill>
              </a:defRPr>
            </a:lvl1pPr>
          </a:lstStyle>
          <a:p>
            <a:pPr lvl="0"/>
            <a:r>
              <a:rPr lang="en-US"/>
              <a:t>Click to add </a:t>
            </a:r>
            <a:r>
              <a:rPr lang="en-US" err="1"/>
              <a:t>subheader</a:t>
            </a:r>
            <a:endParaRPr lang="en-US"/>
          </a:p>
        </p:txBody>
      </p:sp>
    </p:spTree>
    <p:extLst>
      <p:ext uri="{BB962C8B-B14F-4D97-AF65-F5344CB8AC3E}">
        <p14:creationId xmlns:p14="http://schemas.microsoft.com/office/powerpoint/2010/main" val="2706513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No Content)">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CD351-FB49-4649-BD51-7F2228F8A180}"/>
              </a:ext>
            </a:extLst>
          </p:cNvPr>
          <p:cNvSpPr>
            <a:spLocks noGrp="1"/>
          </p:cNvSpPr>
          <p:nvPr>
            <p:ph type="title"/>
          </p:nvPr>
        </p:nvSpPr>
        <p:spPr/>
        <p:txBody>
          <a:bodyPr/>
          <a:lstStyle>
            <a:lvl1pPr>
              <a:defRPr>
                <a:solidFill>
                  <a:schemeClr val="tx2"/>
                </a:solidFill>
              </a:defRPr>
            </a:lvl1pPr>
          </a:lstStyle>
          <a:p>
            <a:r>
              <a:rPr lang="en-US"/>
              <a:t>Click to edit Master title style</a:t>
            </a:r>
          </a:p>
        </p:txBody>
      </p:sp>
      <p:sp>
        <p:nvSpPr>
          <p:cNvPr id="6" name="Text Placeholder 7">
            <a:extLst>
              <a:ext uri="{FF2B5EF4-FFF2-40B4-BE49-F238E27FC236}">
                <a16:creationId xmlns:a16="http://schemas.microsoft.com/office/drawing/2014/main" id="{AC6D37E8-5E1B-4025-9CB6-9AADD0B2F568}"/>
              </a:ext>
            </a:extLst>
          </p:cNvPr>
          <p:cNvSpPr>
            <a:spLocks noGrp="1"/>
          </p:cNvSpPr>
          <p:nvPr>
            <p:ph type="body" sz="quarter" idx="11" hasCustomPrompt="1"/>
          </p:nvPr>
        </p:nvSpPr>
        <p:spPr>
          <a:xfrm>
            <a:off x="225170" y="669798"/>
            <a:ext cx="8693660" cy="285751"/>
          </a:xfrm>
          <a:prstGeom prst="rect">
            <a:avLst/>
          </a:prstGeom>
        </p:spPr>
        <p:txBody>
          <a:bodyPr lIns="0" tIns="0" rIns="0" bIns="0" anchor="t">
            <a:noAutofit/>
          </a:bodyPr>
          <a:lstStyle>
            <a:lvl1pPr marL="0" indent="0">
              <a:buNone/>
              <a:defRPr sz="1500">
                <a:solidFill>
                  <a:schemeClr val="tx1"/>
                </a:solidFill>
              </a:defRPr>
            </a:lvl1pPr>
          </a:lstStyle>
          <a:p>
            <a:pPr lvl="0"/>
            <a:r>
              <a:rPr lang="en-US"/>
              <a:t>Click to add </a:t>
            </a:r>
            <a:r>
              <a:rPr lang="en-US" err="1"/>
              <a:t>subheader</a:t>
            </a:r>
            <a:endParaRPr lang="en-US"/>
          </a:p>
        </p:txBody>
      </p:sp>
      <p:sp>
        <p:nvSpPr>
          <p:cNvPr id="7" name="Text Placeholder 7">
            <a:extLst>
              <a:ext uri="{FF2B5EF4-FFF2-40B4-BE49-F238E27FC236}">
                <a16:creationId xmlns:a16="http://schemas.microsoft.com/office/drawing/2014/main" id="{C1053C4D-3245-41E9-BC79-2133D6EFE62D}"/>
              </a:ext>
            </a:extLst>
          </p:cNvPr>
          <p:cNvSpPr>
            <a:spLocks noGrp="1"/>
          </p:cNvSpPr>
          <p:nvPr>
            <p:ph type="body" sz="quarter" idx="12" hasCustomPrompt="1"/>
          </p:nvPr>
        </p:nvSpPr>
        <p:spPr>
          <a:xfrm>
            <a:off x="228598" y="4541817"/>
            <a:ext cx="8686801" cy="366903"/>
          </a:xfrm>
          <a:prstGeom prst="rect">
            <a:avLst/>
          </a:prstGeom>
        </p:spPr>
        <p:txBody>
          <a:bodyPr anchor="b">
            <a:normAutofit/>
          </a:bodyPr>
          <a:lstStyle>
            <a:lvl1pPr marL="0" indent="0">
              <a:spcBef>
                <a:spcPts val="75"/>
              </a:spcBef>
              <a:buNone/>
              <a:defRPr sz="750">
                <a:solidFill>
                  <a:schemeClr val="accent5"/>
                </a:solidFill>
              </a:defRPr>
            </a:lvl1pPr>
          </a:lstStyle>
          <a:p>
            <a:pPr lvl="0"/>
            <a:r>
              <a:rPr lang="en-US"/>
              <a:t>Source notes</a:t>
            </a:r>
          </a:p>
        </p:txBody>
      </p:sp>
      <p:sp>
        <p:nvSpPr>
          <p:cNvPr id="8" name="Slide Number Placeholder 11">
            <a:extLst>
              <a:ext uri="{FF2B5EF4-FFF2-40B4-BE49-F238E27FC236}">
                <a16:creationId xmlns:a16="http://schemas.microsoft.com/office/drawing/2014/main" id="{43FDEDB6-CE04-F84B-AAD3-991730DCA9C0}"/>
              </a:ext>
            </a:extLst>
          </p:cNvPr>
          <p:cNvSpPr>
            <a:spLocks noGrp="1"/>
          </p:cNvSpPr>
          <p:nvPr>
            <p:ph type="sldNum" sz="quarter" idx="10"/>
          </p:nvPr>
        </p:nvSpPr>
        <p:spPr>
          <a:xfrm>
            <a:off x="1" y="4914901"/>
            <a:ext cx="228599" cy="228599"/>
          </a:xfrm>
        </p:spPr>
        <p:txBody>
          <a:bodyPr lIns="0" tIns="0" rIns="0" bIns="0"/>
          <a:lstStyle/>
          <a:p>
            <a:fld id="{89006F1E-66CD-4A4B-9370-B4A3080F0E6C}" type="slidenum">
              <a:rPr lang="en-US" smtClean="0"/>
              <a:pPr/>
              <a:t>‹#›</a:t>
            </a:fld>
            <a:endParaRPr lang="en-US"/>
          </a:p>
        </p:txBody>
      </p:sp>
      <p:sp>
        <p:nvSpPr>
          <p:cNvPr id="9" name="Footer Placeholder 1">
            <a:extLst>
              <a:ext uri="{FF2B5EF4-FFF2-40B4-BE49-F238E27FC236}">
                <a16:creationId xmlns:a16="http://schemas.microsoft.com/office/drawing/2014/main" id="{D91B50C1-7025-B243-9430-602CDE810AAB}"/>
              </a:ext>
            </a:extLst>
          </p:cNvPr>
          <p:cNvSpPr>
            <a:spLocks noGrp="1"/>
          </p:cNvSpPr>
          <p:nvPr>
            <p:ph type="ftr" sz="quarter" idx="13"/>
          </p:nvPr>
        </p:nvSpPr>
        <p:spPr>
          <a:xfrm>
            <a:off x="228600" y="4914901"/>
            <a:ext cx="4343401" cy="2286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 |  03 Jun 2024</a:t>
            </a:r>
          </a:p>
        </p:txBody>
      </p:sp>
    </p:spTree>
    <p:extLst>
      <p:ext uri="{BB962C8B-B14F-4D97-AF65-F5344CB8AC3E}">
        <p14:creationId xmlns:p14="http://schemas.microsoft.com/office/powerpoint/2010/main" val="243737407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pos="2808" userDrawn="1">
          <p15:clr>
            <a:srgbClr val="FBAE40"/>
          </p15:clr>
        </p15:guide>
        <p15:guide id="3" pos="2952"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42EC3-BB61-5A42-8BF1-1D2972BB044D}"/>
              </a:ext>
            </a:extLst>
          </p:cNvPr>
          <p:cNvSpPr>
            <a:spLocks noGrp="1"/>
          </p:cNvSpPr>
          <p:nvPr>
            <p:ph type="title"/>
          </p:nvPr>
        </p:nvSpPr>
        <p:spPr/>
        <p:txBody>
          <a:bodyPr/>
          <a:lstStyle/>
          <a:p>
            <a:r>
              <a:rPr lang="en-US"/>
              <a:t>Click to edit Master title style</a:t>
            </a:r>
          </a:p>
        </p:txBody>
      </p:sp>
      <p:sp>
        <p:nvSpPr>
          <p:cNvPr id="5" name="Slide Number Placeholder 11">
            <a:extLst>
              <a:ext uri="{FF2B5EF4-FFF2-40B4-BE49-F238E27FC236}">
                <a16:creationId xmlns:a16="http://schemas.microsoft.com/office/drawing/2014/main" id="{0D25D28A-A5EB-C240-A997-149159566C62}"/>
              </a:ext>
            </a:extLst>
          </p:cNvPr>
          <p:cNvSpPr>
            <a:spLocks noGrp="1"/>
          </p:cNvSpPr>
          <p:nvPr>
            <p:ph type="sldNum" sz="quarter" idx="10"/>
          </p:nvPr>
        </p:nvSpPr>
        <p:spPr>
          <a:xfrm>
            <a:off x="1" y="4914901"/>
            <a:ext cx="228599" cy="228599"/>
          </a:xfrm>
        </p:spPr>
        <p:txBody>
          <a:bodyPr lIns="0" tIns="0" rIns="0" bIns="0"/>
          <a:lstStyle/>
          <a:p>
            <a:fld id="{89006F1E-66CD-4A4B-9370-B4A3080F0E6C}" type="slidenum">
              <a:rPr lang="en-US" smtClean="0"/>
              <a:pPr/>
              <a:t>‹#›</a:t>
            </a:fld>
            <a:endParaRPr lang="en-US"/>
          </a:p>
        </p:txBody>
      </p:sp>
      <p:sp>
        <p:nvSpPr>
          <p:cNvPr id="6" name="Footer Placeholder 1">
            <a:extLst>
              <a:ext uri="{FF2B5EF4-FFF2-40B4-BE49-F238E27FC236}">
                <a16:creationId xmlns:a16="http://schemas.microsoft.com/office/drawing/2014/main" id="{EF39BEC2-E111-4A4B-836F-3D8401524587}"/>
              </a:ext>
            </a:extLst>
          </p:cNvPr>
          <p:cNvSpPr>
            <a:spLocks noGrp="1"/>
          </p:cNvSpPr>
          <p:nvPr>
            <p:ph type="ftr" sz="quarter" idx="12"/>
          </p:nvPr>
        </p:nvSpPr>
        <p:spPr>
          <a:xfrm>
            <a:off x="228600" y="4914901"/>
            <a:ext cx="4343401" cy="2286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 |  03 Jun 2024</a:t>
            </a:r>
          </a:p>
        </p:txBody>
      </p:sp>
      <p:sp>
        <p:nvSpPr>
          <p:cNvPr id="8" name="Text Placeholder 7">
            <a:extLst>
              <a:ext uri="{FF2B5EF4-FFF2-40B4-BE49-F238E27FC236}">
                <a16:creationId xmlns:a16="http://schemas.microsoft.com/office/drawing/2014/main" id="{2A4CF7CB-ACF9-2E40-8360-1F09EA0AC0AC}"/>
              </a:ext>
            </a:extLst>
          </p:cNvPr>
          <p:cNvSpPr>
            <a:spLocks noGrp="1"/>
          </p:cNvSpPr>
          <p:nvPr>
            <p:ph type="body" sz="quarter" idx="11" hasCustomPrompt="1"/>
          </p:nvPr>
        </p:nvSpPr>
        <p:spPr>
          <a:xfrm>
            <a:off x="225170" y="669798"/>
            <a:ext cx="8693660" cy="285751"/>
          </a:xfrm>
          <a:prstGeom prst="rect">
            <a:avLst/>
          </a:prstGeom>
        </p:spPr>
        <p:txBody>
          <a:bodyPr lIns="0" tIns="0" rIns="0" bIns="0" anchor="t">
            <a:noAutofit/>
          </a:bodyPr>
          <a:lstStyle>
            <a:lvl1pPr marL="0" indent="0">
              <a:buNone/>
              <a:defRPr sz="1500">
                <a:solidFill>
                  <a:schemeClr val="tx1"/>
                </a:solidFill>
              </a:defRPr>
            </a:lvl1pPr>
          </a:lstStyle>
          <a:p>
            <a:pPr lvl="0"/>
            <a:r>
              <a:rPr lang="en-US"/>
              <a:t>Click to add </a:t>
            </a:r>
            <a:r>
              <a:rPr lang="en-US" err="1"/>
              <a:t>subheader</a:t>
            </a:r>
            <a:endParaRPr lang="en-US"/>
          </a:p>
        </p:txBody>
      </p:sp>
      <p:sp>
        <p:nvSpPr>
          <p:cNvPr id="10" name="Text Placeholder 7">
            <a:extLst>
              <a:ext uri="{FF2B5EF4-FFF2-40B4-BE49-F238E27FC236}">
                <a16:creationId xmlns:a16="http://schemas.microsoft.com/office/drawing/2014/main" id="{EE5F834C-5A08-DA4E-82E7-AC5A7A2CC796}"/>
              </a:ext>
            </a:extLst>
          </p:cNvPr>
          <p:cNvSpPr>
            <a:spLocks noGrp="1"/>
          </p:cNvSpPr>
          <p:nvPr>
            <p:ph type="body" sz="quarter" idx="13" hasCustomPrompt="1"/>
          </p:nvPr>
        </p:nvSpPr>
        <p:spPr>
          <a:xfrm>
            <a:off x="228598" y="4541817"/>
            <a:ext cx="8686801" cy="366903"/>
          </a:xfrm>
          <a:prstGeom prst="rect">
            <a:avLst/>
          </a:prstGeom>
        </p:spPr>
        <p:txBody>
          <a:bodyPr anchor="b">
            <a:normAutofit/>
          </a:bodyPr>
          <a:lstStyle>
            <a:lvl1pPr marL="0" indent="0">
              <a:spcBef>
                <a:spcPts val="75"/>
              </a:spcBef>
              <a:buNone/>
              <a:defRPr sz="750">
                <a:solidFill>
                  <a:schemeClr val="accent5"/>
                </a:solidFill>
              </a:defRPr>
            </a:lvl1pPr>
          </a:lstStyle>
          <a:p>
            <a:pPr lvl="0"/>
            <a:r>
              <a:rPr lang="en-US"/>
              <a:t>Source notes</a:t>
            </a:r>
          </a:p>
        </p:txBody>
      </p:sp>
      <p:sp>
        <p:nvSpPr>
          <p:cNvPr id="7" name="Content Placeholder 6">
            <a:extLst>
              <a:ext uri="{FF2B5EF4-FFF2-40B4-BE49-F238E27FC236}">
                <a16:creationId xmlns:a16="http://schemas.microsoft.com/office/drawing/2014/main" id="{AFD7366D-1388-3D45-9C8A-11D05A5A4315}"/>
              </a:ext>
            </a:extLst>
          </p:cNvPr>
          <p:cNvSpPr>
            <a:spLocks noGrp="1"/>
          </p:cNvSpPr>
          <p:nvPr>
            <p:ph sz="quarter" idx="14"/>
          </p:nvPr>
        </p:nvSpPr>
        <p:spPr>
          <a:xfrm>
            <a:off x="225028" y="1085850"/>
            <a:ext cx="8690372" cy="34563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869096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column">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42EC3-BB61-5A42-8BF1-1D2972BB044D}"/>
              </a:ext>
            </a:extLst>
          </p:cNvPr>
          <p:cNvSpPr>
            <a:spLocks noGrp="1"/>
          </p:cNvSpPr>
          <p:nvPr>
            <p:ph type="title"/>
          </p:nvPr>
        </p:nvSpPr>
        <p:spPr/>
        <p:txBody>
          <a:bodyPr/>
          <a:lstStyle/>
          <a:p>
            <a:r>
              <a:rPr lang="en-US"/>
              <a:t>Click to edit Master title style</a:t>
            </a:r>
          </a:p>
        </p:txBody>
      </p:sp>
      <p:sp>
        <p:nvSpPr>
          <p:cNvPr id="6" name="Slide Number Placeholder 11">
            <a:extLst>
              <a:ext uri="{FF2B5EF4-FFF2-40B4-BE49-F238E27FC236}">
                <a16:creationId xmlns:a16="http://schemas.microsoft.com/office/drawing/2014/main" id="{CA35970F-C7C4-F346-8F9C-43C9A251063B}"/>
              </a:ext>
            </a:extLst>
          </p:cNvPr>
          <p:cNvSpPr>
            <a:spLocks noGrp="1"/>
          </p:cNvSpPr>
          <p:nvPr>
            <p:ph type="sldNum" sz="quarter" idx="10"/>
          </p:nvPr>
        </p:nvSpPr>
        <p:spPr>
          <a:xfrm>
            <a:off x="1" y="4914901"/>
            <a:ext cx="228599" cy="228599"/>
          </a:xfrm>
        </p:spPr>
        <p:txBody>
          <a:bodyPr lIns="0" tIns="0" rIns="0" bIns="0"/>
          <a:lstStyle/>
          <a:p>
            <a:fld id="{89006F1E-66CD-4A4B-9370-B4A3080F0E6C}" type="slidenum">
              <a:rPr lang="en-US" smtClean="0"/>
              <a:pPr/>
              <a:t>‹#›</a:t>
            </a:fld>
            <a:endParaRPr lang="en-US"/>
          </a:p>
        </p:txBody>
      </p:sp>
      <p:sp>
        <p:nvSpPr>
          <p:cNvPr id="7" name="Footer Placeholder 1">
            <a:extLst>
              <a:ext uri="{FF2B5EF4-FFF2-40B4-BE49-F238E27FC236}">
                <a16:creationId xmlns:a16="http://schemas.microsoft.com/office/drawing/2014/main" id="{CE9EC605-3413-1E4D-96BF-ECCB56711FD5}"/>
              </a:ext>
            </a:extLst>
          </p:cNvPr>
          <p:cNvSpPr>
            <a:spLocks noGrp="1"/>
          </p:cNvSpPr>
          <p:nvPr>
            <p:ph type="ftr" sz="quarter" idx="13"/>
          </p:nvPr>
        </p:nvSpPr>
        <p:spPr>
          <a:xfrm>
            <a:off x="228600" y="4914901"/>
            <a:ext cx="4343401" cy="2286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 |  03 Jun 2024</a:t>
            </a:r>
          </a:p>
        </p:txBody>
      </p:sp>
      <p:sp>
        <p:nvSpPr>
          <p:cNvPr id="8" name="Text Placeholder 7">
            <a:extLst>
              <a:ext uri="{FF2B5EF4-FFF2-40B4-BE49-F238E27FC236}">
                <a16:creationId xmlns:a16="http://schemas.microsoft.com/office/drawing/2014/main" id="{FE813D60-49DC-CC4E-8912-23F1B67BB019}"/>
              </a:ext>
            </a:extLst>
          </p:cNvPr>
          <p:cNvSpPr>
            <a:spLocks noGrp="1"/>
          </p:cNvSpPr>
          <p:nvPr>
            <p:ph type="body" sz="quarter" idx="14" hasCustomPrompt="1"/>
          </p:nvPr>
        </p:nvSpPr>
        <p:spPr>
          <a:xfrm>
            <a:off x="228598" y="4541817"/>
            <a:ext cx="8686800" cy="366903"/>
          </a:xfrm>
          <a:prstGeom prst="rect">
            <a:avLst/>
          </a:prstGeom>
        </p:spPr>
        <p:txBody>
          <a:bodyPr anchor="b">
            <a:normAutofit/>
          </a:bodyPr>
          <a:lstStyle>
            <a:lvl1pPr marL="0" indent="0">
              <a:spcBef>
                <a:spcPts val="75"/>
              </a:spcBef>
              <a:buNone/>
              <a:defRPr sz="750">
                <a:solidFill>
                  <a:schemeClr val="accent5"/>
                </a:solidFill>
              </a:defRPr>
            </a:lvl1pPr>
          </a:lstStyle>
          <a:p>
            <a:pPr lvl="0"/>
            <a:r>
              <a:rPr lang="en-US"/>
              <a:t>Source notes</a:t>
            </a:r>
          </a:p>
        </p:txBody>
      </p:sp>
      <p:sp>
        <p:nvSpPr>
          <p:cNvPr id="12" name="Content Placeholder 3">
            <a:extLst>
              <a:ext uri="{FF2B5EF4-FFF2-40B4-BE49-F238E27FC236}">
                <a16:creationId xmlns:a16="http://schemas.microsoft.com/office/drawing/2014/main" id="{D38D7C33-9A72-7247-9B25-82BE39794E09}"/>
              </a:ext>
            </a:extLst>
          </p:cNvPr>
          <p:cNvSpPr>
            <a:spLocks noGrp="1"/>
          </p:cNvSpPr>
          <p:nvPr>
            <p:ph sz="quarter" idx="16"/>
          </p:nvPr>
        </p:nvSpPr>
        <p:spPr>
          <a:xfrm>
            <a:off x="228600" y="1085850"/>
            <a:ext cx="4229097" cy="3455966"/>
          </a:xfrm>
          <a:prstGeom prst="rect">
            <a:avLst/>
          </a:prstGeom>
        </p:spPr>
        <p:txBody>
          <a:bodyPr vert="horz" lIns="0" tIns="0" rIns="0" bIns="0" rtlCol="0">
            <a:noAutofit/>
          </a:bodyPr>
          <a:lstStyle>
            <a:lvl1pPr marL="257175" indent="-257175">
              <a:buFont typeface="Arial" panose="020B0604020202020204" pitchFamily="34" charset="0"/>
              <a:buChar cha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3">
            <a:extLst>
              <a:ext uri="{FF2B5EF4-FFF2-40B4-BE49-F238E27FC236}">
                <a16:creationId xmlns:a16="http://schemas.microsoft.com/office/drawing/2014/main" id="{4109D056-DC1B-0D4A-8CCD-D716570C884F}"/>
              </a:ext>
            </a:extLst>
          </p:cNvPr>
          <p:cNvSpPr>
            <a:spLocks noGrp="1"/>
          </p:cNvSpPr>
          <p:nvPr>
            <p:ph sz="quarter" idx="17"/>
          </p:nvPr>
        </p:nvSpPr>
        <p:spPr>
          <a:xfrm>
            <a:off x="4686299" y="1085850"/>
            <a:ext cx="4229099" cy="3455966"/>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7">
            <a:extLst>
              <a:ext uri="{FF2B5EF4-FFF2-40B4-BE49-F238E27FC236}">
                <a16:creationId xmlns:a16="http://schemas.microsoft.com/office/drawing/2014/main" id="{95884C43-267B-8949-85E3-D9171D3F9D13}"/>
              </a:ext>
            </a:extLst>
          </p:cNvPr>
          <p:cNvSpPr>
            <a:spLocks noGrp="1"/>
          </p:cNvSpPr>
          <p:nvPr>
            <p:ph type="body" sz="quarter" idx="11" hasCustomPrompt="1"/>
          </p:nvPr>
        </p:nvSpPr>
        <p:spPr>
          <a:xfrm>
            <a:off x="225170" y="669798"/>
            <a:ext cx="8693660" cy="285751"/>
          </a:xfrm>
          <a:prstGeom prst="rect">
            <a:avLst/>
          </a:prstGeom>
        </p:spPr>
        <p:txBody>
          <a:bodyPr lIns="0" tIns="0" rIns="0" bIns="0" anchor="t">
            <a:noAutofit/>
          </a:bodyPr>
          <a:lstStyle>
            <a:lvl1pPr marL="0" indent="0">
              <a:buNone/>
              <a:defRPr sz="1500">
                <a:solidFill>
                  <a:schemeClr val="tx1"/>
                </a:solidFill>
              </a:defRPr>
            </a:lvl1pPr>
          </a:lstStyle>
          <a:p>
            <a:pPr lvl="0"/>
            <a:r>
              <a:rPr lang="en-US"/>
              <a:t>Click to add </a:t>
            </a:r>
            <a:r>
              <a:rPr lang="en-US" err="1"/>
              <a:t>subheader</a:t>
            </a:r>
            <a:endParaRPr lang="en-US"/>
          </a:p>
        </p:txBody>
      </p:sp>
    </p:spTree>
    <p:extLst>
      <p:ext uri="{BB962C8B-B14F-4D97-AF65-F5344CB8AC3E}">
        <p14:creationId xmlns:p14="http://schemas.microsoft.com/office/powerpoint/2010/main" val="21054703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 Column">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42EC3-BB61-5A42-8BF1-1D2972BB044D}"/>
              </a:ext>
            </a:extLst>
          </p:cNvPr>
          <p:cNvSpPr>
            <a:spLocks noGrp="1"/>
          </p:cNvSpPr>
          <p:nvPr>
            <p:ph type="title"/>
          </p:nvPr>
        </p:nvSpPr>
        <p:spPr/>
        <p:txBody>
          <a:bodyPr/>
          <a:lstStyle/>
          <a:p>
            <a:r>
              <a:rPr lang="en-US"/>
              <a:t>Click to edit Master title style</a:t>
            </a:r>
          </a:p>
        </p:txBody>
      </p:sp>
      <p:sp>
        <p:nvSpPr>
          <p:cNvPr id="7" name="Slide Number Placeholder 11">
            <a:extLst>
              <a:ext uri="{FF2B5EF4-FFF2-40B4-BE49-F238E27FC236}">
                <a16:creationId xmlns:a16="http://schemas.microsoft.com/office/drawing/2014/main" id="{F81445D8-D3A2-A446-B35B-0A1E9B448962}"/>
              </a:ext>
            </a:extLst>
          </p:cNvPr>
          <p:cNvSpPr>
            <a:spLocks noGrp="1"/>
          </p:cNvSpPr>
          <p:nvPr>
            <p:ph type="sldNum" sz="quarter" idx="10"/>
          </p:nvPr>
        </p:nvSpPr>
        <p:spPr>
          <a:xfrm>
            <a:off x="1" y="4914901"/>
            <a:ext cx="228599" cy="228599"/>
          </a:xfrm>
        </p:spPr>
        <p:txBody>
          <a:bodyPr lIns="0" tIns="0" rIns="0" bIns="0"/>
          <a:lstStyle/>
          <a:p>
            <a:fld id="{89006F1E-66CD-4A4B-9370-B4A3080F0E6C}" type="slidenum">
              <a:rPr lang="en-US" smtClean="0"/>
              <a:pPr/>
              <a:t>‹#›</a:t>
            </a:fld>
            <a:endParaRPr lang="en-US"/>
          </a:p>
        </p:txBody>
      </p:sp>
      <p:sp>
        <p:nvSpPr>
          <p:cNvPr id="8" name="Footer Placeholder 1">
            <a:extLst>
              <a:ext uri="{FF2B5EF4-FFF2-40B4-BE49-F238E27FC236}">
                <a16:creationId xmlns:a16="http://schemas.microsoft.com/office/drawing/2014/main" id="{31F7B133-5860-D54B-A498-14C05567C68D}"/>
              </a:ext>
            </a:extLst>
          </p:cNvPr>
          <p:cNvSpPr>
            <a:spLocks noGrp="1"/>
          </p:cNvSpPr>
          <p:nvPr>
            <p:ph type="ftr" sz="quarter" idx="14"/>
          </p:nvPr>
        </p:nvSpPr>
        <p:spPr>
          <a:xfrm>
            <a:off x="228600" y="4914901"/>
            <a:ext cx="4343401" cy="2286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 |  03 Jun 2024</a:t>
            </a:r>
          </a:p>
        </p:txBody>
      </p:sp>
      <p:sp>
        <p:nvSpPr>
          <p:cNvPr id="9" name="Text Placeholder 7">
            <a:extLst>
              <a:ext uri="{FF2B5EF4-FFF2-40B4-BE49-F238E27FC236}">
                <a16:creationId xmlns:a16="http://schemas.microsoft.com/office/drawing/2014/main" id="{7F606DC1-8556-AC4B-B621-1C8A6F92D688}"/>
              </a:ext>
            </a:extLst>
          </p:cNvPr>
          <p:cNvSpPr>
            <a:spLocks noGrp="1"/>
          </p:cNvSpPr>
          <p:nvPr>
            <p:ph type="body" sz="quarter" idx="15" hasCustomPrompt="1"/>
          </p:nvPr>
        </p:nvSpPr>
        <p:spPr>
          <a:xfrm>
            <a:off x="228598" y="4541817"/>
            <a:ext cx="8686800" cy="366903"/>
          </a:xfrm>
          <a:prstGeom prst="rect">
            <a:avLst/>
          </a:prstGeom>
        </p:spPr>
        <p:txBody>
          <a:bodyPr anchor="b">
            <a:normAutofit/>
          </a:bodyPr>
          <a:lstStyle>
            <a:lvl1pPr marL="0" indent="0">
              <a:spcBef>
                <a:spcPts val="75"/>
              </a:spcBef>
              <a:buNone/>
              <a:defRPr sz="750">
                <a:solidFill>
                  <a:schemeClr val="accent5"/>
                </a:solidFill>
              </a:defRPr>
            </a:lvl1pPr>
          </a:lstStyle>
          <a:p>
            <a:pPr lvl="0"/>
            <a:r>
              <a:rPr lang="en-US"/>
              <a:t>Source notes</a:t>
            </a:r>
          </a:p>
        </p:txBody>
      </p:sp>
      <p:sp>
        <p:nvSpPr>
          <p:cNvPr id="17" name="Text Placeholder 7">
            <a:extLst>
              <a:ext uri="{FF2B5EF4-FFF2-40B4-BE49-F238E27FC236}">
                <a16:creationId xmlns:a16="http://schemas.microsoft.com/office/drawing/2014/main" id="{C194A5C4-4D4E-424D-8DC1-C1FCDF1A8FC5}"/>
              </a:ext>
            </a:extLst>
          </p:cNvPr>
          <p:cNvSpPr>
            <a:spLocks noGrp="1"/>
          </p:cNvSpPr>
          <p:nvPr>
            <p:ph type="body" sz="quarter" idx="11" hasCustomPrompt="1"/>
          </p:nvPr>
        </p:nvSpPr>
        <p:spPr>
          <a:xfrm>
            <a:off x="225170" y="669798"/>
            <a:ext cx="8693660" cy="285751"/>
          </a:xfrm>
          <a:prstGeom prst="rect">
            <a:avLst/>
          </a:prstGeom>
        </p:spPr>
        <p:txBody>
          <a:bodyPr lIns="0" tIns="0" rIns="0" bIns="0" anchor="t">
            <a:noAutofit/>
          </a:bodyPr>
          <a:lstStyle>
            <a:lvl1pPr marL="0" indent="0">
              <a:buNone/>
              <a:defRPr sz="1500">
                <a:solidFill>
                  <a:schemeClr val="tx1"/>
                </a:solidFill>
              </a:defRPr>
            </a:lvl1pPr>
          </a:lstStyle>
          <a:p>
            <a:pPr lvl="0"/>
            <a:r>
              <a:rPr lang="en-US"/>
              <a:t>Click to add </a:t>
            </a:r>
            <a:r>
              <a:rPr lang="en-US" err="1"/>
              <a:t>subheader</a:t>
            </a:r>
            <a:endParaRPr lang="en-US"/>
          </a:p>
        </p:txBody>
      </p:sp>
      <p:sp>
        <p:nvSpPr>
          <p:cNvPr id="18" name="Content Placeholder 3">
            <a:extLst>
              <a:ext uri="{FF2B5EF4-FFF2-40B4-BE49-F238E27FC236}">
                <a16:creationId xmlns:a16="http://schemas.microsoft.com/office/drawing/2014/main" id="{22065214-DE69-2246-B1F9-8B166D25671B}"/>
              </a:ext>
            </a:extLst>
          </p:cNvPr>
          <p:cNvSpPr>
            <a:spLocks noGrp="1"/>
          </p:cNvSpPr>
          <p:nvPr>
            <p:ph sz="quarter" idx="18"/>
          </p:nvPr>
        </p:nvSpPr>
        <p:spPr>
          <a:xfrm>
            <a:off x="228600" y="1085850"/>
            <a:ext cx="2743200" cy="3455966"/>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3">
            <a:extLst>
              <a:ext uri="{FF2B5EF4-FFF2-40B4-BE49-F238E27FC236}">
                <a16:creationId xmlns:a16="http://schemas.microsoft.com/office/drawing/2014/main" id="{DE333DB3-CD71-1F4D-8ECF-51D4B490DCCC}"/>
              </a:ext>
            </a:extLst>
          </p:cNvPr>
          <p:cNvSpPr>
            <a:spLocks noGrp="1"/>
          </p:cNvSpPr>
          <p:nvPr>
            <p:ph sz="quarter" idx="19"/>
          </p:nvPr>
        </p:nvSpPr>
        <p:spPr>
          <a:xfrm>
            <a:off x="3200401" y="1085850"/>
            <a:ext cx="2743200" cy="3455966"/>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3">
            <a:extLst>
              <a:ext uri="{FF2B5EF4-FFF2-40B4-BE49-F238E27FC236}">
                <a16:creationId xmlns:a16="http://schemas.microsoft.com/office/drawing/2014/main" id="{8514F710-85FB-F040-B3B5-8573DB7FE6FE}"/>
              </a:ext>
            </a:extLst>
          </p:cNvPr>
          <p:cNvSpPr>
            <a:spLocks noGrp="1"/>
          </p:cNvSpPr>
          <p:nvPr>
            <p:ph sz="quarter" idx="21"/>
          </p:nvPr>
        </p:nvSpPr>
        <p:spPr>
          <a:xfrm>
            <a:off x="6172196" y="1085850"/>
            <a:ext cx="2743202" cy="3455966"/>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662903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 column with images">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42EC3-BB61-5A42-8BF1-1D2972BB044D}"/>
              </a:ext>
            </a:extLst>
          </p:cNvPr>
          <p:cNvSpPr>
            <a:spLocks noGrp="1"/>
          </p:cNvSpPr>
          <p:nvPr>
            <p:ph type="title"/>
          </p:nvPr>
        </p:nvSpPr>
        <p:spPr/>
        <p:txBody>
          <a:bodyPr/>
          <a:lstStyle/>
          <a:p>
            <a:r>
              <a:rPr lang="en-US"/>
              <a:t>Click to edit Master title style</a:t>
            </a:r>
          </a:p>
        </p:txBody>
      </p:sp>
      <p:sp>
        <p:nvSpPr>
          <p:cNvPr id="7" name="Slide Number Placeholder 11">
            <a:extLst>
              <a:ext uri="{FF2B5EF4-FFF2-40B4-BE49-F238E27FC236}">
                <a16:creationId xmlns:a16="http://schemas.microsoft.com/office/drawing/2014/main" id="{F81445D8-D3A2-A446-B35B-0A1E9B448962}"/>
              </a:ext>
            </a:extLst>
          </p:cNvPr>
          <p:cNvSpPr>
            <a:spLocks noGrp="1"/>
          </p:cNvSpPr>
          <p:nvPr>
            <p:ph type="sldNum" sz="quarter" idx="10"/>
          </p:nvPr>
        </p:nvSpPr>
        <p:spPr>
          <a:xfrm>
            <a:off x="1" y="4914901"/>
            <a:ext cx="228599" cy="228599"/>
          </a:xfrm>
        </p:spPr>
        <p:txBody>
          <a:bodyPr lIns="0" tIns="0" rIns="0" bIns="0"/>
          <a:lstStyle/>
          <a:p>
            <a:fld id="{89006F1E-66CD-4A4B-9370-B4A3080F0E6C}" type="slidenum">
              <a:rPr lang="en-US" smtClean="0"/>
              <a:pPr/>
              <a:t>‹#›</a:t>
            </a:fld>
            <a:endParaRPr lang="en-US"/>
          </a:p>
        </p:txBody>
      </p:sp>
      <p:sp>
        <p:nvSpPr>
          <p:cNvPr id="8" name="Footer Placeholder 1">
            <a:extLst>
              <a:ext uri="{FF2B5EF4-FFF2-40B4-BE49-F238E27FC236}">
                <a16:creationId xmlns:a16="http://schemas.microsoft.com/office/drawing/2014/main" id="{31F7B133-5860-D54B-A498-14C05567C68D}"/>
              </a:ext>
            </a:extLst>
          </p:cNvPr>
          <p:cNvSpPr>
            <a:spLocks noGrp="1"/>
          </p:cNvSpPr>
          <p:nvPr>
            <p:ph type="ftr" sz="quarter" idx="14"/>
          </p:nvPr>
        </p:nvSpPr>
        <p:spPr>
          <a:xfrm>
            <a:off x="228600" y="4914901"/>
            <a:ext cx="4343401" cy="2286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 |  03 Jun 2024</a:t>
            </a:r>
          </a:p>
        </p:txBody>
      </p:sp>
      <p:sp>
        <p:nvSpPr>
          <p:cNvPr id="9" name="Text Placeholder 7">
            <a:extLst>
              <a:ext uri="{FF2B5EF4-FFF2-40B4-BE49-F238E27FC236}">
                <a16:creationId xmlns:a16="http://schemas.microsoft.com/office/drawing/2014/main" id="{7F606DC1-8556-AC4B-B621-1C8A6F92D688}"/>
              </a:ext>
            </a:extLst>
          </p:cNvPr>
          <p:cNvSpPr>
            <a:spLocks noGrp="1"/>
          </p:cNvSpPr>
          <p:nvPr>
            <p:ph type="body" sz="quarter" idx="15" hasCustomPrompt="1"/>
          </p:nvPr>
        </p:nvSpPr>
        <p:spPr>
          <a:xfrm>
            <a:off x="228598" y="4541817"/>
            <a:ext cx="8693657" cy="366903"/>
          </a:xfrm>
          <a:prstGeom prst="rect">
            <a:avLst/>
          </a:prstGeom>
        </p:spPr>
        <p:txBody>
          <a:bodyPr anchor="b">
            <a:normAutofit/>
          </a:bodyPr>
          <a:lstStyle>
            <a:lvl1pPr marL="0" indent="0">
              <a:spcBef>
                <a:spcPts val="75"/>
              </a:spcBef>
              <a:buNone/>
              <a:defRPr sz="750">
                <a:solidFill>
                  <a:schemeClr val="accent5"/>
                </a:solidFill>
              </a:defRPr>
            </a:lvl1pPr>
          </a:lstStyle>
          <a:p>
            <a:pPr lvl="0"/>
            <a:r>
              <a:rPr lang="en-US"/>
              <a:t>Source notes</a:t>
            </a:r>
          </a:p>
        </p:txBody>
      </p:sp>
      <p:sp>
        <p:nvSpPr>
          <p:cNvPr id="17" name="Text Placeholder 7">
            <a:extLst>
              <a:ext uri="{FF2B5EF4-FFF2-40B4-BE49-F238E27FC236}">
                <a16:creationId xmlns:a16="http://schemas.microsoft.com/office/drawing/2014/main" id="{C194A5C4-4D4E-424D-8DC1-C1FCDF1A8FC5}"/>
              </a:ext>
            </a:extLst>
          </p:cNvPr>
          <p:cNvSpPr>
            <a:spLocks noGrp="1"/>
          </p:cNvSpPr>
          <p:nvPr>
            <p:ph type="body" sz="quarter" idx="11" hasCustomPrompt="1"/>
          </p:nvPr>
        </p:nvSpPr>
        <p:spPr>
          <a:xfrm>
            <a:off x="225170" y="669798"/>
            <a:ext cx="8693660" cy="285751"/>
          </a:xfrm>
          <a:prstGeom prst="rect">
            <a:avLst/>
          </a:prstGeom>
        </p:spPr>
        <p:txBody>
          <a:bodyPr lIns="0" tIns="0" rIns="0" bIns="0" anchor="t">
            <a:noAutofit/>
          </a:bodyPr>
          <a:lstStyle>
            <a:lvl1pPr marL="0" indent="0">
              <a:buNone/>
              <a:defRPr sz="1500">
                <a:solidFill>
                  <a:schemeClr val="tx1"/>
                </a:solidFill>
              </a:defRPr>
            </a:lvl1pPr>
          </a:lstStyle>
          <a:p>
            <a:pPr lvl="0"/>
            <a:r>
              <a:rPr lang="en-US"/>
              <a:t>Click to add </a:t>
            </a:r>
            <a:r>
              <a:rPr lang="en-US" err="1"/>
              <a:t>subheader</a:t>
            </a:r>
            <a:endParaRPr lang="en-US"/>
          </a:p>
        </p:txBody>
      </p:sp>
      <p:sp>
        <p:nvSpPr>
          <p:cNvPr id="18" name="Content Placeholder 3">
            <a:extLst>
              <a:ext uri="{FF2B5EF4-FFF2-40B4-BE49-F238E27FC236}">
                <a16:creationId xmlns:a16="http://schemas.microsoft.com/office/drawing/2014/main" id="{22065214-DE69-2246-B1F9-8B166D25671B}"/>
              </a:ext>
            </a:extLst>
          </p:cNvPr>
          <p:cNvSpPr>
            <a:spLocks noGrp="1"/>
          </p:cNvSpPr>
          <p:nvPr>
            <p:ph sz="quarter" idx="18"/>
          </p:nvPr>
        </p:nvSpPr>
        <p:spPr>
          <a:xfrm>
            <a:off x="228600" y="2634036"/>
            <a:ext cx="2743200" cy="1896587"/>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3">
            <a:extLst>
              <a:ext uri="{FF2B5EF4-FFF2-40B4-BE49-F238E27FC236}">
                <a16:creationId xmlns:a16="http://schemas.microsoft.com/office/drawing/2014/main" id="{DE333DB3-CD71-1F4D-8ECF-51D4B490DCCC}"/>
              </a:ext>
            </a:extLst>
          </p:cNvPr>
          <p:cNvSpPr>
            <a:spLocks noGrp="1"/>
          </p:cNvSpPr>
          <p:nvPr>
            <p:ph sz="quarter" idx="19"/>
          </p:nvPr>
        </p:nvSpPr>
        <p:spPr>
          <a:xfrm>
            <a:off x="3200401" y="2634036"/>
            <a:ext cx="2743200" cy="1896587"/>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3">
            <a:extLst>
              <a:ext uri="{FF2B5EF4-FFF2-40B4-BE49-F238E27FC236}">
                <a16:creationId xmlns:a16="http://schemas.microsoft.com/office/drawing/2014/main" id="{8514F710-85FB-F040-B3B5-8573DB7FE6FE}"/>
              </a:ext>
            </a:extLst>
          </p:cNvPr>
          <p:cNvSpPr>
            <a:spLocks noGrp="1"/>
          </p:cNvSpPr>
          <p:nvPr>
            <p:ph sz="quarter" idx="21"/>
          </p:nvPr>
        </p:nvSpPr>
        <p:spPr>
          <a:xfrm>
            <a:off x="6172196" y="2634036"/>
            <a:ext cx="2743202" cy="1896587"/>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21A45530-6C50-AD46-A233-590ADD356A0F}"/>
              </a:ext>
            </a:extLst>
          </p:cNvPr>
          <p:cNvSpPr>
            <a:spLocks noGrp="1"/>
          </p:cNvSpPr>
          <p:nvPr>
            <p:ph type="pic" sz="quarter" idx="22" hasCustomPrompt="1"/>
          </p:nvPr>
        </p:nvSpPr>
        <p:spPr>
          <a:xfrm>
            <a:off x="225169" y="1099804"/>
            <a:ext cx="2746631" cy="1460754"/>
          </a:xfrm>
          <a:prstGeom prst="rect">
            <a:avLst/>
          </a:prstGeom>
          <a:pattFill prst="pct5">
            <a:fgClr>
              <a:schemeClr val="bg1"/>
            </a:fgClr>
            <a:bgClr>
              <a:schemeClr val="bg2"/>
            </a:bgClr>
          </a:pattFill>
        </p:spPr>
        <p:txBody>
          <a:bodyPr anchor="ctr"/>
          <a:lstStyle>
            <a:lvl1pPr marL="0" indent="0" algn="ctr">
              <a:buNone/>
              <a:defRPr/>
            </a:lvl1pPr>
          </a:lstStyle>
          <a:p>
            <a:r>
              <a:rPr lang="en-US"/>
              <a:t>Add photo</a:t>
            </a:r>
          </a:p>
        </p:txBody>
      </p:sp>
      <p:sp>
        <p:nvSpPr>
          <p:cNvPr id="14" name="Picture Placeholder 3">
            <a:extLst>
              <a:ext uri="{FF2B5EF4-FFF2-40B4-BE49-F238E27FC236}">
                <a16:creationId xmlns:a16="http://schemas.microsoft.com/office/drawing/2014/main" id="{93FDE34D-91F9-6E47-BC02-8A5F8FCC0810}"/>
              </a:ext>
            </a:extLst>
          </p:cNvPr>
          <p:cNvSpPr>
            <a:spLocks noGrp="1"/>
          </p:cNvSpPr>
          <p:nvPr>
            <p:ph type="pic" sz="quarter" idx="23" hasCustomPrompt="1"/>
          </p:nvPr>
        </p:nvSpPr>
        <p:spPr>
          <a:xfrm>
            <a:off x="3196969" y="1094792"/>
            <a:ext cx="2746631" cy="1460754"/>
          </a:xfrm>
          <a:prstGeom prst="rect">
            <a:avLst/>
          </a:prstGeom>
          <a:pattFill prst="pct5">
            <a:fgClr>
              <a:schemeClr val="bg1"/>
            </a:fgClr>
            <a:bgClr>
              <a:schemeClr val="bg2"/>
            </a:bgClr>
          </a:pattFill>
        </p:spPr>
        <p:txBody>
          <a:bodyPr anchor="ctr"/>
          <a:lstStyle>
            <a:lvl1pPr marL="0" indent="0" algn="ctr">
              <a:buNone/>
              <a:defRPr/>
            </a:lvl1pPr>
          </a:lstStyle>
          <a:p>
            <a:r>
              <a:rPr lang="en-US"/>
              <a:t>Add photo</a:t>
            </a:r>
          </a:p>
        </p:txBody>
      </p:sp>
      <p:sp>
        <p:nvSpPr>
          <p:cNvPr id="15" name="Picture Placeholder 3">
            <a:extLst>
              <a:ext uri="{FF2B5EF4-FFF2-40B4-BE49-F238E27FC236}">
                <a16:creationId xmlns:a16="http://schemas.microsoft.com/office/drawing/2014/main" id="{918389EF-8958-AA48-B23D-A8082E0D8EAF}"/>
              </a:ext>
            </a:extLst>
          </p:cNvPr>
          <p:cNvSpPr>
            <a:spLocks noGrp="1"/>
          </p:cNvSpPr>
          <p:nvPr>
            <p:ph type="pic" sz="quarter" idx="24" hasCustomPrompt="1"/>
          </p:nvPr>
        </p:nvSpPr>
        <p:spPr>
          <a:xfrm>
            <a:off x="6170481" y="1099803"/>
            <a:ext cx="2746631" cy="1460754"/>
          </a:xfrm>
          <a:prstGeom prst="rect">
            <a:avLst/>
          </a:prstGeom>
          <a:pattFill prst="pct5">
            <a:fgClr>
              <a:schemeClr val="bg1"/>
            </a:fgClr>
            <a:bgClr>
              <a:schemeClr val="bg2"/>
            </a:bgClr>
          </a:pattFill>
        </p:spPr>
        <p:txBody>
          <a:bodyPr anchor="ctr"/>
          <a:lstStyle>
            <a:lvl1pPr marL="0" indent="0" algn="ctr">
              <a:buNone/>
              <a:defRPr/>
            </a:lvl1pPr>
          </a:lstStyle>
          <a:p>
            <a:r>
              <a:rPr lang="en-US"/>
              <a:t>Add photo</a:t>
            </a:r>
          </a:p>
        </p:txBody>
      </p:sp>
      <p:grpSp>
        <p:nvGrpSpPr>
          <p:cNvPr id="16" name="Group 15">
            <a:extLst>
              <a:ext uri="{FF2B5EF4-FFF2-40B4-BE49-F238E27FC236}">
                <a16:creationId xmlns:a16="http://schemas.microsoft.com/office/drawing/2014/main" id="{954AA7D1-4A71-E04D-B394-33DE0DAB98E5}"/>
              </a:ext>
            </a:extLst>
          </p:cNvPr>
          <p:cNvGrpSpPr/>
          <p:nvPr userDrawn="1"/>
        </p:nvGrpSpPr>
        <p:grpSpPr>
          <a:xfrm>
            <a:off x="3086100" y="1105985"/>
            <a:ext cx="2976372" cy="3435830"/>
            <a:chOff x="4105421" y="1377388"/>
            <a:chExt cx="3964795" cy="2233914"/>
          </a:xfrm>
        </p:grpSpPr>
        <p:cxnSp>
          <p:nvCxnSpPr>
            <p:cNvPr id="20" name="Straight Connector 19">
              <a:extLst>
                <a:ext uri="{FF2B5EF4-FFF2-40B4-BE49-F238E27FC236}">
                  <a16:creationId xmlns:a16="http://schemas.microsoft.com/office/drawing/2014/main" id="{D653AB18-4CCB-094A-BBCE-63E28B9E9480}"/>
                </a:ext>
              </a:extLst>
            </p:cNvPr>
            <p:cNvCxnSpPr>
              <a:cxnSpLocks/>
            </p:cNvCxnSpPr>
            <p:nvPr/>
          </p:nvCxnSpPr>
          <p:spPr>
            <a:xfrm>
              <a:off x="4105421" y="1377388"/>
              <a:ext cx="0" cy="2233914"/>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629B770-7DAA-DE43-8441-3B367C83F5D4}"/>
                </a:ext>
              </a:extLst>
            </p:cNvPr>
            <p:cNvCxnSpPr>
              <a:cxnSpLocks/>
            </p:cNvCxnSpPr>
            <p:nvPr/>
          </p:nvCxnSpPr>
          <p:spPr>
            <a:xfrm>
              <a:off x="8070216" y="1377388"/>
              <a:ext cx="0" cy="2233914"/>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46120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olumn with full width image">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58D3FC8-B671-4D4F-A345-B5E3B9CB827C}"/>
              </a:ext>
            </a:extLst>
          </p:cNvPr>
          <p:cNvSpPr>
            <a:spLocks noGrp="1"/>
          </p:cNvSpPr>
          <p:nvPr>
            <p:ph type="pic" sz="quarter" idx="13" hasCustomPrompt="1"/>
          </p:nvPr>
        </p:nvSpPr>
        <p:spPr>
          <a:xfrm>
            <a:off x="0" y="3062287"/>
            <a:ext cx="9143999" cy="2081213"/>
          </a:xfrm>
          <a:prstGeom prst="rect">
            <a:avLst/>
          </a:prstGeom>
          <a:pattFill prst="pct5">
            <a:fgClr>
              <a:schemeClr val="bg1"/>
            </a:fgClr>
            <a:bgClr>
              <a:schemeClr val="bg2"/>
            </a:bgClr>
          </a:pattFill>
        </p:spPr>
        <p:txBody>
          <a:bodyPr vert="horz" wrap="square" lIns="0" tIns="0" rIns="0" bIns="0" rtlCol="0" anchor="ctr">
            <a:noAutofit/>
          </a:bodyPr>
          <a:lstStyle>
            <a:lvl1pPr marL="0" marR="0" indent="0" algn="ctr" defTabSz="685800" rtl="0" eaLnBrk="1" fontAlgn="auto" latinLnBrk="0" hangingPunct="1">
              <a:lnSpc>
                <a:spcPct val="120000"/>
              </a:lnSpc>
              <a:spcBef>
                <a:spcPts val="450"/>
              </a:spcBef>
              <a:spcAft>
                <a:spcPts val="0"/>
              </a:spcAft>
              <a:buClrTx/>
              <a:buSzTx/>
              <a:buFontTx/>
              <a:buNone/>
              <a:tabLst/>
              <a:defRPr lang="en-US" sz="1050">
                <a:solidFill>
                  <a:schemeClr val="tx1"/>
                </a:solidFill>
              </a:defRPr>
            </a:lvl1pPr>
          </a:lstStyle>
          <a:p>
            <a:pPr marL="308610" marR="0" lvl="0" indent="-308610" algn="ctr" defTabSz="685800" rtl="0" eaLnBrk="1" fontAlgn="auto" latinLnBrk="0" hangingPunct="1">
              <a:lnSpc>
                <a:spcPct val="120000"/>
              </a:lnSpc>
              <a:spcBef>
                <a:spcPts val="450"/>
              </a:spcBef>
              <a:spcAft>
                <a:spcPts val="0"/>
              </a:spcAft>
              <a:buClrTx/>
              <a:buSzTx/>
              <a:buFontTx/>
              <a:buNone/>
              <a:tabLst/>
              <a:defRPr/>
            </a:pPr>
            <a:r>
              <a:rPr lang="en-US"/>
              <a:t>Add photo</a:t>
            </a:r>
          </a:p>
        </p:txBody>
      </p:sp>
      <p:sp>
        <p:nvSpPr>
          <p:cNvPr id="11" name="Title 10">
            <a:extLst>
              <a:ext uri="{FF2B5EF4-FFF2-40B4-BE49-F238E27FC236}">
                <a16:creationId xmlns:a16="http://schemas.microsoft.com/office/drawing/2014/main" id="{06EA3E0F-6952-8B44-89C5-3A7230D81F97}"/>
              </a:ext>
            </a:extLst>
          </p:cNvPr>
          <p:cNvSpPr>
            <a:spLocks noGrp="1"/>
          </p:cNvSpPr>
          <p:nvPr>
            <p:ph type="title"/>
          </p:nvPr>
        </p:nvSpPr>
        <p:spPr/>
        <p:txBody>
          <a:bodyPr/>
          <a:lstStyle>
            <a:lvl1pPr>
              <a:defRPr>
                <a:solidFill>
                  <a:schemeClr val="tx2"/>
                </a:solidFill>
              </a:defRPr>
            </a:lvl1pPr>
          </a:lstStyle>
          <a:p>
            <a:r>
              <a:rPr lang="en-US"/>
              <a:t>Click to edit Master title style</a:t>
            </a:r>
          </a:p>
        </p:txBody>
      </p:sp>
      <p:sp>
        <p:nvSpPr>
          <p:cNvPr id="6" name="Slide Number Placeholder 2">
            <a:extLst>
              <a:ext uri="{FF2B5EF4-FFF2-40B4-BE49-F238E27FC236}">
                <a16:creationId xmlns:a16="http://schemas.microsoft.com/office/drawing/2014/main" id="{5DFF6035-90FF-3D47-AC34-F7AD5C37C983}"/>
              </a:ext>
            </a:extLst>
          </p:cNvPr>
          <p:cNvSpPr>
            <a:spLocks noGrp="1"/>
          </p:cNvSpPr>
          <p:nvPr>
            <p:ph type="sldNum" sz="quarter" idx="10"/>
          </p:nvPr>
        </p:nvSpPr>
        <p:spPr>
          <a:xfrm>
            <a:off x="1" y="4914901"/>
            <a:ext cx="228599" cy="228599"/>
          </a:xfrm>
        </p:spPr>
        <p:txBody>
          <a:bodyPr/>
          <a:lstStyle>
            <a:lvl1pPr>
              <a:defRPr>
                <a:solidFill>
                  <a:schemeClr val="bg1"/>
                </a:solidFill>
              </a:defRPr>
            </a:lvl1pPr>
          </a:lstStyle>
          <a:p>
            <a:fld id="{89006F1E-66CD-4A4B-9370-B4A3080F0E6C}" type="slidenum">
              <a:rPr lang="en-US" smtClean="0"/>
              <a:pPr/>
              <a:t>‹#›</a:t>
            </a:fld>
            <a:endParaRPr lang="en-US"/>
          </a:p>
        </p:txBody>
      </p:sp>
      <p:sp>
        <p:nvSpPr>
          <p:cNvPr id="7" name="Footer Placeholder 1">
            <a:extLst>
              <a:ext uri="{FF2B5EF4-FFF2-40B4-BE49-F238E27FC236}">
                <a16:creationId xmlns:a16="http://schemas.microsoft.com/office/drawing/2014/main" id="{9089E539-E9D2-AE4B-B72F-91FBD9A90964}"/>
              </a:ext>
            </a:extLst>
          </p:cNvPr>
          <p:cNvSpPr>
            <a:spLocks noGrp="1"/>
          </p:cNvSpPr>
          <p:nvPr>
            <p:ph type="ftr" sz="quarter" idx="14"/>
          </p:nvPr>
        </p:nvSpPr>
        <p:spPr>
          <a:xfrm>
            <a:off x="228600" y="4914901"/>
            <a:ext cx="4343401" cy="228600"/>
          </a:xfrm>
          <a:prstGeom prst="rect">
            <a:avLst/>
          </a:prstGeom>
        </p:spPr>
        <p:txBody>
          <a:bodyPr/>
          <a:lstStyle>
            <a:lvl1pPr>
              <a:defRPr>
                <a:solidFill>
                  <a:schemeClr val="bg1"/>
                </a:solidFill>
              </a:defRPr>
            </a:lvl1pPr>
          </a:lstStyle>
          <a:p>
            <a:r>
              <a:rPr lang="en-US">
                <a:ea typeface="MS PGothic" panose="020B0600070205080204" pitchFamily="34" charset="-128"/>
              </a:rPr>
              <a:t>Proprietary &amp; Confidential |  03 Jun 2024</a:t>
            </a:r>
          </a:p>
        </p:txBody>
      </p:sp>
      <p:sp>
        <p:nvSpPr>
          <p:cNvPr id="8" name="Text Placeholder 7">
            <a:extLst>
              <a:ext uri="{FF2B5EF4-FFF2-40B4-BE49-F238E27FC236}">
                <a16:creationId xmlns:a16="http://schemas.microsoft.com/office/drawing/2014/main" id="{E5AA936C-79E4-0048-8C63-B027C15A3EF6}"/>
              </a:ext>
            </a:extLst>
          </p:cNvPr>
          <p:cNvSpPr>
            <a:spLocks noGrp="1"/>
          </p:cNvSpPr>
          <p:nvPr>
            <p:ph type="body" sz="quarter" idx="11" hasCustomPrompt="1"/>
          </p:nvPr>
        </p:nvSpPr>
        <p:spPr>
          <a:xfrm>
            <a:off x="225170" y="669798"/>
            <a:ext cx="8693660" cy="285751"/>
          </a:xfrm>
          <a:prstGeom prst="rect">
            <a:avLst/>
          </a:prstGeom>
        </p:spPr>
        <p:txBody>
          <a:bodyPr lIns="0" tIns="0" rIns="0" bIns="0" anchor="t">
            <a:noAutofit/>
          </a:bodyPr>
          <a:lstStyle>
            <a:lvl1pPr marL="0" indent="0">
              <a:buNone/>
              <a:defRPr sz="1500">
                <a:solidFill>
                  <a:schemeClr val="tx1"/>
                </a:solidFill>
              </a:defRPr>
            </a:lvl1pPr>
          </a:lstStyle>
          <a:p>
            <a:pPr lvl="0"/>
            <a:r>
              <a:rPr lang="en-US"/>
              <a:t>Click to add </a:t>
            </a:r>
            <a:r>
              <a:rPr lang="en-US" err="1"/>
              <a:t>subheader</a:t>
            </a:r>
            <a:endParaRPr lang="en-US"/>
          </a:p>
        </p:txBody>
      </p:sp>
      <p:sp>
        <p:nvSpPr>
          <p:cNvPr id="9" name="Content Placeholder 3">
            <a:extLst>
              <a:ext uri="{FF2B5EF4-FFF2-40B4-BE49-F238E27FC236}">
                <a16:creationId xmlns:a16="http://schemas.microsoft.com/office/drawing/2014/main" id="{EFA71095-3F77-7F45-9E43-E80587323ACE}"/>
              </a:ext>
            </a:extLst>
          </p:cNvPr>
          <p:cNvSpPr>
            <a:spLocks noGrp="1"/>
          </p:cNvSpPr>
          <p:nvPr>
            <p:ph sz="quarter" idx="18"/>
          </p:nvPr>
        </p:nvSpPr>
        <p:spPr>
          <a:xfrm>
            <a:off x="228600" y="1085850"/>
            <a:ext cx="2743200" cy="1751076"/>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B8762543-398C-384C-8B6E-8572E8FDC8D3}"/>
              </a:ext>
            </a:extLst>
          </p:cNvPr>
          <p:cNvSpPr>
            <a:spLocks noGrp="1"/>
          </p:cNvSpPr>
          <p:nvPr>
            <p:ph sz="quarter" idx="19"/>
          </p:nvPr>
        </p:nvSpPr>
        <p:spPr>
          <a:xfrm>
            <a:off x="3200401" y="1085850"/>
            <a:ext cx="2743200" cy="1751076"/>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3">
            <a:extLst>
              <a:ext uri="{FF2B5EF4-FFF2-40B4-BE49-F238E27FC236}">
                <a16:creationId xmlns:a16="http://schemas.microsoft.com/office/drawing/2014/main" id="{C8CD3A37-ECA5-0F43-995E-663D6AC132E5}"/>
              </a:ext>
            </a:extLst>
          </p:cNvPr>
          <p:cNvSpPr>
            <a:spLocks noGrp="1"/>
          </p:cNvSpPr>
          <p:nvPr>
            <p:ph sz="quarter" idx="21"/>
          </p:nvPr>
        </p:nvSpPr>
        <p:spPr>
          <a:xfrm>
            <a:off x="6172196" y="1085850"/>
            <a:ext cx="2743202" cy="1751076"/>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061916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divider with photo">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FFE7B338-1383-7843-9E8D-F295A0DFF59D}"/>
              </a:ext>
            </a:extLst>
          </p:cNvPr>
          <p:cNvSpPr>
            <a:spLocks noGrp="1"/>
          </p:cNvSpPr>
          <p:nvPr>
            <p:ph type="pic" sz="quarter" idx="13" hasCustomPrompt="1"/>
          </p:nvPr>
        </p:nvSpPr>
        <p:spPr>
          <a:xfrm>
            <a:off x="0" y="0"/>
            <a:ext cx="9143999" cy="5143500"/>
          </a:xfrm>
          <a:custGeom>
            <a:avLst/>
            <a:gdLst>
              <a:gd name="connsiteX0" fmla="*/ 0 w 12191999"/>
              <a:gd name="connsiteY0" fmla="*/ 0 h 6858000"/>
              <a:gd name="connsiteX1" fmla="*/ 10321761 w 12191999"/>
              <a:gd name="connsiteY1" fmla="*/ 0 h 6858000"/>
              <a:gd name="connsiteX2" fmla="*/ 10321761 w 12191999"/>
              <a:gd name="connsiteY2" fmla="*/ 673804 h 6858000"/>
              <a:gd name="connsiteX3" fmla="*/ 11887200 w 12191999"/>
              <a:gd name="connsiteY3" fmla="*/ 673804 h 6858000"/>
              <a:gd name="connsiteX4" fmla="*/ 11887200 w 12191999"/>
              <a:gd name="connsiteY4" fmla="*/ 0 h 6858000"/>
              <a:gd name="connsiteX5" fmla="*/ 12191999 w 12191999"/>
              <a:gd name="connsiteY5" fmla="*/ 0 h 6858000"/>
              <a:gd name="connsiteX6" fmla="*/ 12191999 w 12191999"/>
              <a:gd name="connsiteY6" fmla="*/ 6858000 h 6858000"/>
              <a:gd name="connsiteX7" fmla="*/ 0 w 12191999"/>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6858000">
                <a:moveTo>
                  <a:pt x="0" y="0"/>
                </a:moveTo>
                <a:lnTo>
                  <a:pt x="10321761" y="0"/>
                </a:lnTo>
                <a:lnTo>
                  <a:pt x="10321761" y="673804"/>
                </a:lnTo>
                <a:lnTo>
                  <a:pt x="11887200" y="673804"/>
                </a:lnTo>
                <a:lnTo>
                  <a:pt x="11887200" y="0"/>
                </a:lnTo>
                <a:lnTo>
                  <a:pt x="12191999" y="0"/>
                </a:lnTo>
                <a:lnTo>
                  <a:pt x="12191999" y="6858000"/>
                </a:lnTo>
                <a:lnTo>
                  <a:pt x="0" y="6858000"/>
                </a:lnTo>
                <a:close/>
              </a:path>
            </a:pathLst>
          </a:custGeom>
          <a:pattFill prst="pct5">
            <a:fgClr>
              <a:schemeClr val="bg1"/>
            </a:fgClr>
            <a:bgClr>
              <a:schemeClr val="bg2"/>
            </a:bgClr>
          </a:pattFill>
        </p:spPr>
        <p:txBody>
          <a:bodyPr vert="horz" wrap="square" lIns="0" tIns="0" rIns="0" bIns="0" rtlCol="0" anchor="ctr">
            <a:noAutofit/>
          </a:bodyPr>
          <a:lstStyle>
            <a:lvl1pPr marL="0" indent="0" algn="ctr">
              <a:buFontTx/>
              <a:buNone/>
              <a:defRPr lang="en-US" sz="1050">
                <a:solidFill>
                  <a:schemeClr val="tx1"/>
                </a:solidFill>
              </a:defRPr>
            </a:lvl1pPr>
          </a:lstStyle>
          <a:p>
            <a:pPr lvl="0" algn="ctr">
              <a:buNone/>
            </a:pPr>
            <a:r>
              <a:rPr lang="en-US"/>
              <a:t>Add photo</a:t>
            </a:r>
          </a:p>
        </p:txBody>
      </p:sp>
      <p:sp>
        <p:nvSpPr>
          <p:cNvPr id="5" name="Slide Number Placeholder 2">
            <a:extLst>
              <a:ext uri="{FF2B5EF4-FFF2-40B4-BE49-F238E27FC236}">
                <a16:creationId xmlns:a16="http://schemas.microsoft.com/office/drawing/2014/main" id="{A634E9F6-D24E-5141-81EF-69349B9658EA}"/>
              </a:ext>
            </a:extLst>
          </p:cNvPr>
          <p:cNvSpPr>
            <a:spLocks noGrp="1"/>
          </p:cNvSpPr>
          <p:nvPr>
            <p:ph type="sldNum" sz="quarter" idx="10"/>
          </p:nvPr>
        </p:nvSpPr>
        <p:spPr>
          <a:xfrm>
            <a:off x="1" y="4914901"/>
            <a:ext cx="228599" cy="228599"/>
          </a:xfrm>
        </p:spPr>
        <p:txBody>
          <a:bodyPr/>
          <a:lstStyle>
            <a:lvl1pPr>
              <a:defRPr>
                <a:solidFill>
                  <a:schemeClr val="bg1"/>
                </a:solidFill>
              </a:defRPr>
            </a:lvl1pPr>
          </a:lstStyle>
          <a:p>
            <a:fld id="{89006F1E-66CD-4A4B-9370-B4A3080F0E6C}" type="slidenum">
              <a:rPr lang="en-US" smtClean="0"/>
              <a:pPr/>
              <a:t>‹#›</a:t>
            </a:fld>
            <a:endParaRPr lang="en-US"/>
          </a:p>
        </p:txBody>
      </p:sp>
      <p:sp>
        <p:nvSpPr>
          <p:cNvPr id="6" name="Footer Placeholder 1">
            <a:extLst>
              <a:ext uri="{FF2B5EF4-FFF2-40B4-BE49-F238E27FC236}">
                <a16:creationId xmlns:a16="http://schemas.microsoft.com/office/drawing/2014/main" id="{B41A9DDB-F5FB-5046-B179-F07475B09908}"/>
              </a:ext>
            </a:extLst>
          </p:cNvPr>
          <p:cNvSpPr>
            <a:spLocks noGrp="1"/>
          </p:cNvSpPr>
          <p:nvPr>
            <p:ph type="ftr" sz="quarter" idx="14"/>
          </p:nvPr>
        </p:nvSpPr>
        <p:spPr>
          <a:xfrm>
            <a:off x="228600" y="4914901"/>
            <a:ext cx="4343401" cy="228600"/>
          </a:xfrm>
          <a:prstGeom prst="rect">
            <a:avLst/>
          </a:prstGeom>
        </p:spPr>
        <p:txBody>
          <a:bodyPr/>
          <a:lstStyle>
            <a:lvl1pPr>
              <a:defRPr>
                <a:solidFill>
                  <a:schemeClr val="bg1"/>
                </a:solidFill>
              </a:defRPr>
            </a:lvl1pPr>
          </a:lstStyle>
          <a:p>
            <a:r>
              <a:rPr lang="en-US">
                <a:ea typeface="MS PGothic" panose="020B0600070205080204" pitchFamily="34" charset="-128"/>
              </a:rPr>
              <a:t>Proprietary &amp; Confidential |  03 Jun 2024</a:t>
            </a:r>
          </a:p>
        </p:txBody>
      </p:sp>
      <p:sp>
        <p:nvSpPr>
          <p:cNvPr id="8" name="Content Placeholder 2">
            <a:extLst>
              <a:ext uri="{FF2B5EF4-FFF2-40B4-BE49-F238E27FC236}">
                <a16:creationId xmlns:a16="http://schemas.microsoft.com/office/drawing/2014/main" id="{5DC4D9F1-5E1A-DD4A-946F-32414E026F44}"/>
              </a:ext>
            </a:extLst>
          </p:cNvPr>
          <p:cNvSpPr>
            <a:spLocks noGrp="1"/>
          </p:cNvSpPr>
          <p:nvPr>
            <p:ph sz="quarter" idx="15" hasCustomPrompt="1"/>
          </p:nvPr>
        </p:nvSpPr>
        <p:spPr>
          <a:xfrm>
            <a:off x="0" y="2732778"/>
            <a:ext cx="4572000" cy="877163"/>
          </a:xfrm>
          <a:solidFill>
            <a:schemeClr val="bg1"/>
          </a:solidFill>
        </p:spPr>
        <p:txBody>
          <a:bodyPr wrap="square" lIns="292608" tIns="201168" rIns="292608" bIns="91440" anchor="b">
            <a:spAutoFit/>
          </a:bodyPr>
          <a:lstStyle>
            <a:lvl1pPr marL="0" indent="0">
              <a:lnSpc>
                <a:spcPct val="90000"/>
              </a:lnSpc>
              <a:buNone/>
              <a:defRPr sz="2100" b="1">
                <a:solidFill>
                  <a:schemeClr val="tx2"/>
                </a:solidFill>
              </a:defRPr>
            </a:lvl1pPr>
          </a:lstStyle>
          <a:p>
            <a:pPr lvl="0"/>
            <a:r>
              <a:rPr lang="en-US"/>
              <a:t>Section title with full photo background</a:t>
            </a:r>
          </a:p>
        </p:txBody>
      </p:sp>
      <p:sp>
        <p:nvSpPr>
          <p:cNvPr id="10" name="Content Placeholder 2">
            <a:extLst>
              <a:ext uri="{FF2B5EF4-FFF2-40B4-BE49-F238E27FC236}">
                <a16:creationId xmlns:a16="http://schemas.microsoft.com/office/drawing/2014/main" id="{15406226-911A-D441-8417-8C4961D7AEF2}"/>
              </a:ext>
            </a:extLst>
          </p:cNvPr>
          <p:cNvSpPr>
            <a:spLocks noGrp="1"/>
          </p:cNvSpPr>
          <p:nvPr>
            <p:ph sz="quarter" idx="16" hasCustomPrompt="1"/>
          </p:nvPr>
        </p:nvSpPr>
        <p:spPr>
          <a:xfrm>
            <a:off x="0" y="3609941"/>
            <a:ext cx="4572000" cy="547009"/>
          </a:xfrm>
          <a:solidFill>
            <a:schemeClr val="bg1"/>
          </a:solidFill>
        </p:spPr>
        <p:txBody>
          <a:bodyPr wrap="square" lIns="292608" tIns="91440" rIns="292608" bIns="201168" anchor="t">
            <a:spAutoFit/>
          </a:bodyPr>
          <a:lstStyle>
            <a:lvl1pPr marL="0" marR="0" indent="0" algn="l" defTabSz="685800" rtl="0" eaLnBrk="1" fontAlgn="auto" latinLnBrk="0" hangingPunct="1">
              <a:lnSpc>
                <a:spcPct val="100000"/>
              </a:lnSpc>
              <a:spcBef>
                <a:spcPts val="150"/>
              </a:spcBef>
              <a:spcAft>
                <a:spcPts val="0"/>
              </a:spcAft>
              <a:buClr>
                <a:schemeClr val="tx2"/>
              </a:buClr>
              <a:buSzPct val="100000"/>
              <a:buFont typeface="Arial" panose="020B0604020202020204" pitchFamily="34" charset="0"/>
              <a:buNone/>
              <a:tabLst/>
              <a:defRPr lang="en-US" sz="1500" b="0" kern="1200" dirty="0">
                <a:solidFill>
                  <a:schemeClr val="tx1"/>
                </a:solidFill>
                <a:latin typeface="+mn-lt"/>
                <a:ea typeface="+mn-ea"/>
                <a:cs typeface="+mn-cs"/>
              </a:defRPr>
            </a:lvl1pPr>
          </a:lstStyle>
          <a:p>
            <a:pPr marL="0" marR="0" lvl="0" indent="0" algn="l" defTabSz="685800" rtl="0" eaLnBrk="1" fontAlgn="auto" latinLnBrk="0" hangingPunct="1">
              <a:lnSpc>
                <a:spcPct val="120000"/>
              </a:lnSpc>
              <a:spcBef>
                <a:spcPts val="150"/>
              </a:spcBef>
              <a:spcAft>
                <a:spcPts val="0"/>
              </a:spcAft>
              <a:buClr>
                <a:schemeClr val="tx2"/>
              </a:buClr>
              <a:buSzPct val="100000"/>
              <a:buFont typeface="Arial" panose="020B0604020202020204" pitchFamily="34" charset="0"/>
              <a:buNone/>
              <a:tabLst/>
              <a:defRPr/>
            </a:pPr>
            <a:r>
              <a:rPr lang="en-US"/>
              <a:t>Sub title and or description of next section</a:t>
            </a:r>
          </a:p>
        </p:txBody>
      </p:sp>
    </p:spTree>
    <p:extLst>
      <p:ext uri="{BB962C8B-B14F-4D97-AF65-F5344CB8AC3E}">
        <p14:creationId xmlns:p14="http://schemas.microsoft.com/office/powerpoint/2010/main" val="27208817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Red background">
    <p:bg>
      <p:bgPr>
        <a:gradFill flip="none" rotWithShape="1">
          <a:gsLst>
            <a:gs pos="0">
              <a:schemeClr val="tx2"/>
            </a:gs>
            <a:gs pos="45000">
              <a:schemeClr val="tx2"/>
            </a:gs>
            <a:gs pos="100000">
              <a:schemeClr val="tx2">
                <a:lumMod val="50000"/>
              </a:schemeClr>
            </a:gs>
          </a:gsLst>
          <a:lin ang="1080000" scaled="0"/>
          <a:tileRect/>
        </a:gra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BD60394-6B49-3F40-ACB2-84420DAC9383}"/>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4" name="Slide Number Placeholder 2">
            <a:extLst>
              <a:ext uri="{FF2B5EF4-FFF2-40B4-BE49-F238E27FC236}">
                <a16:creationId xmlns:a16="http://schemas.microsoft.com/office/drawing/2014/main" id="{6D3BC3C2-2A41-544F-A0F8-7CFF39CCFFAC}"/>
              </a:ext>
            </a:extLst>
          </p:cNvPr>
          <p:cNvSpPr>
            <a:spLocks noGrp="1"/>
          </p:cNvSpPr>
          <p:nvPr>
            <p:ph type="sldNum" sz="quarter" idx="10"/>
          </p:nvPr>
        </p:nvSpPr>
        <p:spPr>
          <a:xfrm>
            <a:off x="1" y="4914901"/>
            <a:ext cx="228599" cy="228599"/>
          </a:xfrm>
        </p:spPr>
        <p:txBody>
          <a:bodyPr/>
          <a:lstStyle>
            <a:lvl1pPr>
              <a:defRPr>
                <a:solidFill>
                  <a:schemeClr val="bg1"/>
                </a:solidFill>
              </a:defRPr>
            </a:lvl1pPr>
          </a:lstStyle>
          <a:p>
            <a:fld id="{89006F1E-66CD-4A4B-9370-B4A3080F0E6C}" type="slidenum">
              <a:rPr lang="en-US" smtClean="0"/>
              <a:pPr/>
              <a:t>‹#›</a:t>
            </a:fld>
            <a:endParaRPr lang="en-US"/>
          </a:p>
        </p:txBody>
      </p:sp>
      <p:sp>
        <p:nvSpPr>
          <p:cNvPr id="5" name="Footer Placeholder 1">
            <a:extLst>
              <a:ext uri="{FF2B5EF4-FFF2-40B4-BE49-F238E27FC236}">
                <a16:creationId xmlns:a16="http://schemas.microsoft.com/office/drawing/2014/main" id="{9BCE1F3E-3D84-364B-BB1F-921E4AA1B217}"/>
              </a:ext>
            </a:extLst>
          </p:cNvPr>
          <p:cNvSpPr>
            <a:spLocks noGrp="1"/>
          </p:cNvSpPr>
          <p:nvPr>
            <p:ph type="ftr" sz="quarter" idx="14"/>
          </p:nvPr>
        </p:nvSpPr>
        <p:spPr>
          <a:xfrm>
            <a:off x="228600" y="4914901"/>
            <a:ext cx="4343401" cy="228600"/>
          </a:xfrm>
          <a:prstGeom prst="rect">
            <a:avLst/>
          </a:prstGeom>
        </p:spPr>
        <p:txBody>
          <a:bodyPr/>
          <a:lstStyle>
            <a:lvl1pPr>
              <a:defRPr>
                <a:solidFill>
                  <a:schemeClr val="bg1"/>
                </a:solidFill>
              </a:defRPr>
            </a:lvl1pPr>
          </a:lstStyle>
          <a:p>
            <a:r>
              <a:rPr lang="en-US">
                <a:ea typeface="MS PGothic" panose="020B0600070205080204" pitchFamily="34" charset="-128"/>
              </a:rPr>
              <a:t>Proprietary &amp; Confidential |  03 Jun 2024</a:t>
            </a:r>
          </a:p>
        </p:txBody>
      </p:sp>
      <p:sp>
        <p:nvSpPr>
          <p:cNvPr id="6" name="Text Placeholder 7">
            <a:extLst>
              <a:ext uri="{FF2B5EF4-FFF2-40B4-BE49-F238E27FC236}">
                <a16:creationId xmlns:a16="http://schemas.microsoft.com/office/drawing/2014/main" id="{94199484-7909-9044-9003-EFED90CAC053}"/>
              </a:ext>
            </a:extLst>
          </p:cNvPr>
          <p:cNvSpPr>
            <a:spLocks noGrp="1"/>
          </p:cNvSpPr>
          <p:nvPr>
            <p:ph type="body" sz="quarter" idx="11" hasCustomPrompt="1"/>
          </p:nvPr>
        </p:nvSpPr>
        <p:spPr>
          <a:xfrm>
            <a:off x="225170" y="669798"/>
            <a:ext cx="8693660" cy="285751"/>
          </a:xfrm>
          <a:prstGeom prst="rect">
            <a:avLst/>
          </a:prstGeom>
        </p:spPr>
        <p:txBody>
          <a:bodyPr lIns="0" tIns="0" rIns="0" bIns="0" anchor="t">
            <a:noAutofit/>
          </a:bodyPr>
          <a:lstStyle>
            <a:lvl1pPr marL="0" indent="0">
              <a:buNone/>
              <a:defRPr sz="1500">
                <a:solidFill>
                  <a:schemeClr val="bg1"/>
                </a:solidFill>
              </a:defRPr>
            </a:lvl1pPr>
          </a:lstStyle>
          <a:p>
            <a:pPr lvl="0"/>
            <a:r>
              <a:rPr lang="en-US"/>
              <a:t>Click to add </a:t>
            </a:r>
            <a:r>
              <a:rPr lang="en-US" err="1"/>
              <a:t>subheader</a:t>
            </a:r>
            <a:endParaRPr lang="en-US"/>
          </a:p>
        </p:txBody>
      </p:sp>
    </p:spTree>
    <p:extLst>
      <p:ext uri="{BB962C8B-B14F-4D97-AF65-F5344CB8AC3E}">
        <p14:creationId xmlns:p14="http://schemas.microsoft.com/office/powerpoint/2010/main" val="39443091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Welcome">
    <p:bg>
      <p:bgPr>
        <a:gradFill flip="none" rotWithShape="1">
          <a:gsLst>
            <a:gs pos="0">
              <a:schemeClr val="tx2"/>
            </a:gs>
            <a:gs pos="45000">
              <a:schemeClr val="tx2"/>
            </a:gs>
            <a:gs pos="100000">
              <a:schemeClr val="tx2">
                <a:lumMod val="50000"/>
              </a:schemeClr>
            </a:gs>
          </a:gsLst>
          <a:lin ang="1080000" scaled="0"/>
          <a:tileRect/>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C7297DA-0943-4F9D-B4DC-D89E3C56E268}"/>
              </a:ext>
            </a:extLst>
          </p:cNvPr>
          <p:cNvSpPr/>
          <p:nvPr userDrawn="1"/>
        </p:nvSpPr>
        <p:spPr>
          <a:xfrm>
            <a:off x="188259" y="2917770"/>
            <a:ext cx="6684650" cy="1200329"/>
          </a:xfrm>
          <a:prstGeom prst="rect">
            <a:avLst/>
          </a:prstGeom>
        </p:spPr>
        <p:txBody>
          <a:bodyPr wrap="square">
            <a:spAutoFit/>
          </a:bodyPr>
          <a:lstStyle/>
          <a:p>
            <a:r>
              <a:rPr lang="en-US" sz="7200" b="1">
                <a:solidFill>
                  <a:schemeClr val="bg1"/>
                </a:solidFill>
              </a:rPr>
              <a:t>Welcome</a:t>
            </a:r>
          </a:p>
        </p:txBody>
      </p:sp>
      <p:grpSp>
        <p:nvGrpSpPr>
          <p:cNvPr id="9" name="Group 8">
            <a:extLst>
              <a:ext uri="{FF2B5EF4-FFF2-40B4-BE49-F238E27FC236}">
                <a16:creationId xmlns:a16="http://schemas.microsoft.com/office/drawing/2014/main" id="{1B3035E9-1E30-4A65-87BF-D87723B7387D}"/>
              </a:ext>
            </a:extLst>
          </p:cNvPr>
          <p:cNvGrpSpPr/>
          <p:nvPr userDrawn="1"/>
        </p:nvGrpSpPr>
        <p:grpSpPr>
          <a:xfrm>
            <a:off x="7246695" y="614088"/>
            <a:ext cx="1897305" cy="4529412"/>
            <a:chOff x="9662260" y="818784"/>
            <a:chExt cx="2529740" cy="6039216"/>
          </a:xfrm>
        </p:grpSpPr>
        <p:pic>
          <p:nvPicPr>
            <p:cNvPr id="10" name="Picture 9">
              <a:extLst>
                <a:ext uri="{FF2B5EF4-FFF2-40B4-BE49-F238E27FC236}">
                  <a16:creationId xmlns:a16="http://schemas.microsoft.com/office/drawing/2014/main" id="{9DFE8F35-3478-4D36-AE61-9902FA9E571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9662260" y="1471202"/>
              <a:ext cx="2529740" cy="5386798"/>
            </a:xfrm>
            <a:prstGeom prst="rect">
              <a:avLst/>
            </a:prstGeom>
          </p:spPr>
        </p:pic>
        <p:pic>
          <p:nvPicPr>
            <p:cNvPr id="12" name="Picture 11">
              <a:extLst>
                <a:ext uri="{FF2B5EF4-FFF2-40B4-BE49-F238E27FC236}">
                  <a16:creationId xmlns:a16="http://schemas.microsoft.com/office/drawing/2014/main" id="{A63CB1BA-AEDB-454F-BBF3-A9613807210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539851" y="4300794"/>
              <a:ext cx="1652148" cy="2095226"/>
            </a:xfrm>
            <a:prstGeom prst="rect">
              <a:avLst/>
            </a:prstGeom>
          </p:spPr>
        </p:pic>
        <p:pic>
          <p:nvPicPr>
            <p:cNvPr id="13" name="Picture 12">
              <a:extLst>
                <a:ext uri="{FF2B5EF4-FFF2-40B4-BE49-F238E27FC236}">
                  <a16:creationId xmlns:a16="http://schemas.microsoft.com/office/drawing/2014/main" id="{28BB9361-2245-45C7-85B1-98F75F74B97B}"/>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rot="20585276">
              <a:off x="10888776" y="3404437"/>
              <a:ext cx="841085" cy="888470"/>
            </a:xfrm>
            <a:prstGeom prst="rect">
              <a:avLst/>
            </a:prstGeom>
          </p:spPr>
        </p:pic>
        <p:pic>
          <p:nvPicPr>
            <p:cNvPr id="14" name="Picture 13">
              <a:extLst>
                <a:ext uri="{FF2B5EF4-FFF2-40B4-BE49-F238E27FC236}">
                  <a16:creationId xmlns:a16="http://schemas.microsoft.com/office/drawing/2014/main" id="{266621D9-C1BE-4A88-B2E8-40BCC4E56DF2}"/>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839843" y="4683251"/>
              <a:ext cx="608076" cy="626643"/>
            </a:xfrm>
            <a:prstGeom prst="rect">
              <a:avLst/>
            </a:prstGeom>
          </p:spPr>
        </p:pic>
        <p:pic>
          <p:nvPicPr>
            <p:cNvPr id="15" name="Picture 14">
              <a:extLst>
                <a:ext uri="{FF2B5EF4-FFF2-40B4-BE49-F238E27FC236}">
                  <a16:creationId xmlns:a16="http://schemas.microsoft.com/office/drawing/2014/main" id="{98F6AB9F-8570-461E-BBA2-E013A3DA14EF}"/>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rot="19848158">
              <a:off x="10621861" y="5789703"/>
              <a:ext cx="593846" cy="634660"/>
            </a:xfrm>
            <a:prstGeom prst="rect">
              <a:avLst/>
            </a:prstGeom>
          </p:spPr>
        </p:pic>
        <p:pic>
          <p:nvPicPr>
            <p:cNvPr id="16" name="Picture 15">
              <a:extLst>
                <a:ext uri="{FF2B5EF4-FFF2-40B4-BE49-F238E27FC236}">
                  <a16:creationId xmlns:a16="http://schemas.microsoft.com/office/drawing/2014/main" id="{1EE6F465-A690-4861-87C0-E7A6A65E3377}"/>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a:stretch/>
          </p:blipFill>
          <p:spPr>
            <a:xfrm>
              <a:off x="11037236" y="818784"/>
              <a:ext cx="1154763" cy="1703758"/>
            </a:xfrm>
            <a:prstGeom prst="rect">
              <a:avLst/>
            </a:prstGeom>
          </p:spPr>
        </p:pic>
      </p:grpSp>
      <p:sp>
        <p:nvSpPr>
          <p:cNvPr id="17" name="Slide Number Placeholder 2">
            <a:extLst>
              <a:ext uri="{FF2B5EF4-FFF2-40B4-BE49-F238E27FC236}">
                <a16:creationId xmlns:a16="http://schemas.microsoft.com/office/drawing/2014/main" id="{8EE24E27-68F9-E941-9584-DF35AA5AA788}"/>
              </a:ext>
            </a:extLst>
          </p:cNvPr>
          <p:cNvSpPr>
            <a:spLocks noGrp="1"/>
          </p:cNvSpPr>
          <p:nvPr>
            <p:ph type="sldNum" sz="quarter" idx="10"/>
          </p:nvPr>
        </p:nvSpPr>
        <p:spPr>
          <a:xfrm>
            <a:off x="1" y="4914901"/>
            <a:ext cx="228599" cy="228599"/>
          </a:xfrm>
        </p:spPr>
        <p:txBody>
          <a:bodyPr/>
          <a:lstStyle>
            <a:lvl1pPr>
              <a:defRPr>
                <a:solidFill>
                  <a:schemeClr val="bg1"/>
                </a:solidFill>
              </a:defRPr>
            </a:lvl1pPr>
          </a:lstStyle>
          <a:p>
            <a:fld id="{89006F1E-66CD-4A4B-9370-B4A3080F0E6C}" type="slidenum">
              <a:rPr lang="en-US" smtClean="0"/>
              <a:pPr/>
              <a:t>‹#›</a:t>
            </a:fld>
            <a:endParaRPr lang="en-US"/>
          </a:p>
        </p:txBody>
      </p:sp>
      <p:sp>
        <p:nvSpPr>
          <p:cNvPr id="18" name="Footer Placeholder 1">
            <a:extLst>
              <a:ext uri="{FF2B5EF4-FFF2-40B4-BE49-F238E27FC236}">
                <a16:creationId xmlns:a16="http://schemas.microsoft.com/office/drawing/2014/main" id="{6380E455-E213-C44A-A7FC-3A9E06997A4C}"/>
              </a:ext>
            </a:extLst>
          </p:cNvPr>
          <p:cNvSpPr>
            <a:spLocks noGrp="1"/>
          </p:cNvSpPr>
          <p:nvPr>
            <p:ph type="ftr" sz="quarter" idx="14"/>
          </p:nvPr>
        </p:nvSpPr>
        <p:spPr>
          <a:xfrm>
            <a:off x="228600" y="4914901"/>
            <a:ext cx="4343401" cy="228600"/>
          </a:xfrm>
          <a:prstGeom prst="rect">
            <a:avLst/>
          </a:prstGeom>
        </p:spPr>
        <p:txBody>
          <a:bodyPr/>
          <a:lstStyle>
            <a:lvl1pPr>
              <a:defRPr>
                <a:solidFill>
                  <a:schemeClr val="bg1"/>
                </a:solidFill>
              </a:defRPr>
            </a:lvl1pPr>
          </a:lstStyle>
          <a:p>
            <a:r>
              <a:rPr lang="en-US">
                <a:ea typeface="MS PGothic" panose="020B0600070205080204" pitchFamily="34" charset="-128"/>
              </a:rPr>
              <a:t>Proprietary &amp; Confidential |  03 Jun 2024</a:t>
            </a:r>
          </a:p>
        </p:txBody>
      </p:sp>
      <p:sp>
        <p:nvSpPr>
          <p:cNvPr id="5" name="Content Placeholder 4">
            <a:extLst>
              <a:ext uri="{FF2B5EF4-FFF2-40B4-BE49-F238E27FC236}">
                <a16:creationId xmlns:a16="http://schemas.microsoft.com/office/drawing/2014/main" id="{B2D62B08-7542-0949-BFA0-4B9D35DAAFBF}"/>
              </a:ext>
            </a:extLst>
          </p:cNvPr>
          <p:cNvSpPr>
            <a:spLocks noGrp="1"/>
          </p:cNvSpPr>
          <p:nvPr>
            <p:ph sz="quarter" idx="16" hasCustomPrompt="1"/>
          </p:nvPr>
        </p:nvSpPr>
        <p:spPr>
          <a:xfrm>
            <a:off x="261354" y="3951749"/>
            <a:ext cx="4959376" cy="366938"/>
          </a:xfrm>
        </p:spPr>
        <p:txBody>
          <a:bodyPr/>
          <a:lstStyle>
            <a:lvl1pPr marL="0" marR="0" indent="0" algn="l" defTabSz="685800" rtl="0" eaLnBrk="1" fontAlgn="auto" latinLnBrk="0" hangingPunct="1">
              <a:lnSpc>
                <a:spcPct val="120000"/>
              </a:lnSpc>
              <a:spcBef>
                <a:spcPts val="150"/>
              </a:spcBef>
              <a:spcAft>
                <a:spcPts val="0"/>
              </a:spcAft>
              <a:buClr>
                <a:schemeClr val="tx2"/>
              </a:buClr>
              <a:buSzPct val="100000"/>
              <a:buFont typeface="Arial" panose="020B0604020202020204" pitchFamily="34" charset="0"/>
              <a:buNone/>
              <a:tabLst/>
              <a:defRPr>
                <a:solidFill>
                  <a:schemeClr val="bg1"/>
                </a:solidFill>
              </a:defRPr>
            </a:lvl1pPr>
          </a:lstStyle>
          <a:p>
            <a:pPr marL="0" marR="0" lvl="0" indent="0" algn="l" defTabSz="685800" rtl="0" eaLnBrk="1" fontAlgn="auto" latinLnBrk="0" hangingPunct="1">
              <a:lnSpc>
                <a:spcPct val="120000"/>
              </a:lnSpc>
              <a:spcBef>
                <a:spcPts val="150"/>
              </a:spcBef>
              <a:spcAft>
                <a:spcPts val="0"/>
              </a:spcAft>
              <a:buClr>
                <a:schemeClr val="tx2"/>
              </a:buClr>
              <a:buSzPct val="100000"/>
              <a:buFont typeface="Arial" panose="020B0604020202020204" pitchFamily="34" charset="0"/>
              <a:buNone/>
              <a:tabLst/>
              <a:defRPr/>
            </a:pPr>
            <a:r>
              <a:rPr lang="en-US" sz="1500" b="0">
                <a:solidFill>
                  <a:schemeClr val="bg1"/>
                </a:solidFill>
              </a:rPr>
              <a:t>Custom message. The presentation will start shortly.</a:t>
            </a:r>
            <a:endParaRPr lang="en-US" sz="1500">
              <a:solidFill>
                <a:schemeClr val="bg1"/>
              </a:solidFill>
            </a:endParaRPr>
          </a:p>
        </p:txBody>
      </p:sp>
    </p:spTree>
    <p:extLst>
      <p:ext uri="{BB962C8B-B14F-4D97-AF65-F5344CB8AC3E}">
        <p14:creationId xmlns:p14="http://schemas.microsoft.com/office/powerpoint/2010/main" val="165259922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hank you">
    <p:bg>
      <p:bgPr>
        <a:gradFill flip="none" rotWithShape="1">
          <a:gsLst>
            <a:gs pos="0">
              <a:schemeClr val="tx2"/>
            </a:gs>
            <a:gs pos="45000">
              <a:schemeClr val="tx2"/>
            </a:gs>
            <a:gs pos="100000">
              <a:schemeClr val="tx2">
                <a:lumMod val="50000"/>
              </a:schemeClr>
            </a:gs>
          </a:gsLst>
          <a:lin ang="1080000" scaled="0"/>
          <a:tileRect/>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C7297DA-0943-4F9D-B4DC-D89E3C56E268}"/>
              </a:ext>
            </a:extLst>
          </p:cNvPr>
          <p:cNvSpPr/>
          <p:nvPr userDrawn="1"/>
        </p:nvSpPr>
        <p:spPr>
          <a:xfrm>
            <a:off x="188259" y="2917770"/>
            <a:ext cx="6684650" cy="1200329"/>
          </a:xfrm>
          <a:prstGeom prst="rect">
            <a:avLst/>
          </a:prstGeom>
        </p:spPr>
        <p:txBody>
          <a:bodyPr wrap="square">
            <a:spAutoFit/>
          </a:bodyPr>
          <a:lstStyle/>
          <a:p>
            <a:r>
              <a:rPr lang="en-US" sz="7200" b="1">
                <a:solidFill>
                  <a:schemeClr val="bg1"/>
                </a:solidFill>
              </a:rPr>
              <a:t>Thank you</a:t>
            </a:r>
            <a:endParaRPr lang="en-US" sz="1800">
              <a:solidFill>
                <a:schemeClr val="bg1"/>
              </a:solidFill>
            </a:endParaRPr>
          </a:p>
        </p:txBody>
      </p:sp>
      <p:grpSp>
        <p:nvGrpSpPr>
          <p:cNvPr id="9" name="Group 8">
            <a:extLst>
              <a:ext uri="{FF2B5EF4-FFF2-40B4-BE49-F238E27FC236}">
                <a16:creationId xmlns:a16="http://schemas.microsoft.com/office/drawing/2014/main" id="{1B3035E9-1E30-4A65-87BF-D87723B7387D}"/>
              </a:ext>
            </a:extLst>
          </p:cNvPr>
          <p:cNvGrpSpPr/>
          <p:nvPr userDrawn="1"/>
        </p:nvGrpSpPr>
        <p:grpSpPr>
          <a:xfrm>
            <a:off x="7246695" y="614088"/>
            <a:ext cx="1897305" cy="4529412"/>
            <a:chOff x="9662260" y="818784"/>
            <a:chExt cx="2529740" cy="6039216"/>
          </a:xfrm>
        </p:grpSpPr>
        <p:pic>
          <p:nvPicPr>
            <p:cNvPr id="10" name="Picture 9">
              <a:extLst>
                <a:ext uri="{FF2B5EF4-FFF2-40B4-BE49-F238E27FC236}">
                  <a16:creationId xmlns:a16="http://schemas.microsoft.com/office/drawing/2014/main" id="{9DFE8F35-3478-4D36-AE61-9902FA9E571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9662260" y="1471202"/>
              <a:ext cx="2529740" cy="5386798"/>
            </a:xfrm>
            <a:prstGeom prst="rect">
              <a:avLst/>
            </a:prstGeom>
          </p:spPr>
        </p:pic>
        <p:pic>
          <p:nvPicPr>
            <p:cNvPr id="12" name="Picture 11">
              <a:extLst>
                <a:ext uri="{FF2B5EF4-FFF2-40B4-BE49-F238E27FC236}">
                  <a16:creationId xmlns:a16="http://schemas.microsoft.com/office/drawing/2014/main" id="{A63CB1BA-AEDB-454F-BBF3-A9613807210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539851" y="4300794"/>
              <a:ext cx="1652148" cy="2095226"/>
            </a:xfrm>
            <a:prstGeom prst="rect">
              <a:avLst/>
            </a:prstGeom>
          </p:spPr>
        </p:pic>
        <p:pic>
          <p:nvPicPr>
            <p:cNvPr id="13" name="Picture 12">
              <a:extLst>
                <a:ext uri="{FF2B5EF4-FFF2-40B4-BE49-F238E27FC236}">
                  <a16:creationId xmlns:a16="http://schemas.microsoft.com/office/drawing/2014/main" id="{28BB9361-2245-45C7-85B1-98F75F74B97B}"/>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rot="20585276">
              <a:off x="10888776" y="3404437"/>
              <a:ext cx="841085" cy="888470"/>
            </a:xfrm>
            <a:prstGeom prst="rect">
              <a:avLst/>
            </a:prstGeom>
          </p:spPr>
        </p:pic>
        <p:pic>
          <p:nvPicPr>
            <p:cNvPr id="14" name="Picture 13">
              <a:extLst>
                <a:ext uri="{FF2B5EF4-FFF2-40B4-BE49-F238E27FC236}">
                  <a16:creationId xmlns:a16="http://schemas.microsoft.com/office/drawing/2014/main" id="{266621D9-C1BE-4A88-B2E8-40BCC4E56DF2}"/>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839843" y="4683251"/>
              <a:ext cx="608076" cy="626643"/>
            </a:xfrm>
            <a:prstGeom prst="rect">
              <a:avLst/>
            </a:prstGeom>
          </p:spPr>
        </p:pic>
        <p:pic>
          <p:nvPicPr>
            <p:cNvPr id="15" name="Picture 14">
              <a:extLst>
                <a:ext uri="{FF2B5EF4-FFF2-40B4-BE49-F238E27FC236}">
                  <a16:creationId xmlns:a16="http://schemas.microsoft.com/office/drawing/2014/main" id="{98F6AB9F-8570-461E-BBA2-E013A3DA14EF}"/>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rot="19848158">
              <a:off x="10621861" y="5789703"/>
              <a:ext cx="593846" cy="634660"/>
            </a:xfrm>
            <a:prstGeom prst="rect">
              <a:avLst/>
            </a:prstGeom>
          </p:spPr>
        </p:pic>
        <p:pic>
          <p:nvPicPr>
            <p:cNvPr id="16" name="Picture 15">
              <a:extLst>
                <a:ext uri="{FF2B5EF4-FFF2-40B4-BE49-F238E27FC236}">
                  <a16:creationId xmlns:a16="http://schemas.microsoft.com/office/drawing/2014/main" id="{1EE6F465-A690-4861-87C0-E7A6A65E3377}"/>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a:stretch/>
          </p:blipFill>
          <p:spPr>
            <a:xfrm>
              <a:off x="11037236" y="818784"/>
              <a:ext cx="1154763" cy="1703758"/>
            </a:xfrm>
            <a:prstGeom prst="rect">
              <a:avLst/>
            </a:prstGeom>
          </p:spPr>
        </p:pic>
      </p:grpSp>
      <p:sp>
        <p:nvSpPr>
          <p:cNvPr id="17" name="Slide Number Placeholder 2">
            <a:extLst>
              <a:ext uri="{FF2B5EF4-FFF2-40B4-BE49-F238E27FC236}">
                <a16:creationId xmlns:a16="http://schemas.microsoft.com/office/drawing/2014/main" id="{8EE24E27-68F9-E941-9584-DF35AA5AA788}"/>
              </a:ext>
            </a:extLst>
          </p:cNvPr>
          <p:cNvSpPr>
            <a:spLocks noGrp="1"/>
          </p:cNvSpPr>
          <p:nvPr>
            <p:ph type="sldNum" sz="quarter" idx="10"/>
          </p:nvPr>
        </p:nvSpPr>
        <p:spPr>
          <a:xfrm>
            <a:off x="1" y="4914901"/>
            <a:ext cx="228599" cy="228599"/>
          </a:xfrm>
        </p:spPr>
        <p:txBody>
          <a:bodyPr/>
          <a:lstStyle>
            <a:lvl1pPr>
              <a:defRPr>
                <a:solidFill>
                  <a:schemeClr val="bg1"/>
                </a:solidFill>
              </a:defRPr>
            </a:lvl1pPr>
          </a:lstStyle>
          <a:p>
            <a:fld id="{89006F1E-66CD-4A4B-9370-B4A3080F0E6C}" type="slidenum">
              <a:rPr lang="en-US" smtClean="0"/>
              <a:pPr/>
              <a:t>‹#›</a:t>
            </a:fld>
            <a:endParaRPr lang="en-US"/>
          </a:p>
        </p:txBody>
      </p:sp>
      <p:sp>
        <p:nvSpPr>
          <p:cNvPr id="18" name="Footer Placeholder 1">
            <a:extLst>
              <a:ext uri="{FF2B5EF4-FFF2-40B4-BE49-F238E27FC236}">
                <a16:creationId xmlns:a16="http://schemas.microsoft.com/office/drawing/2014/main" id="{6380E455-E213-C44A-A7FC-3A9E06997A4C}"/>
              </a:ext>
            </a:extLst>
          </p:cNvPr>
          <p:cNvSpPr>
            <a:spLocks noGrp="1"/>
          </p:cNvSpPr>
          <p:nvPr>
            <p:ph type="ftr" sz="quarter" idx="14"/>
          </p:nvPr>
        </p:nvSpPr>
        <p:spPr>
          <a:xfrm>
            <a:off x="228600" y="4914901"/>
            <a:ext cx="4343401" cy="228600"/>
          </a:xfrm>
          <a:prstGeom prst="rect">
            <a:avLst/>
          </a:prstGeom>
        </p:spPr>
        <p:txBody>
          <a:bodyPr/>
          <a:lstStyle>
            <a:lvl1pPr>
              <a:defRPr>
                <a:solidFill>
                  <a:schemeClr val="bg1"/>
                </a:solidFill>
              </a:defRPr>
            </a:lvl1pPr>
          </a:lstStyle>
          <a:p>
            <a:r>
              <a:rPr lang="en-US">
                <a:ea typeface="MS PGothic" panose="020B0600070205080204" pitchFamily="34" charset="-128"/>
              </a:rPr>
              <a:t>Proprietary &amp; Confidential |  03 Jun 2024</a:t>
            </a:r>
          </a:p>
        </p:txBody>
      </p:sp>
      <p:sp>
        <p:nvSpPr>
          <p:cNvPr id="20" name="Content Placeholder 4">
            <a:extLst>
              <a:ext uri="{FF2B5EF4-FFF2-40B4-BE49-F238E27FC236}">
                <a16:creationId xmlns:a16="http://schemas.microsoft.com/office/drawing/2014/main" id="{550E2B40-32DB-334B-95D1-E74B9D7847DA}"/>
              </a:ext>
            </a:extLst>
          </p:cNvPr>
          <p:cNvSpPr>
            <a:spLocks noGrp="1"/>
          </p:cNvSpPr>
          <p:nvPr>
            <p:ph sz="quarter" idx="16" hasCustomPrompt="1"/>
          </p:nvPr>
        </p:nvSpPr>
        <p:spPr>
          <a:xfrm>
            <a:off x="261355" y="3951749"/>
            <a:ext cx="5768744" cy="366938"/>
          </a:xfrm>
        </p:spPr>
        <p:txBody>
          <a:bodyPr/>
          <a:lstStyle>
            <a:lvl1pPr marL="0" marR="0" indent="0" algn="l" defTabSz="685800" rtl="0" eaLnBrk="1" fontAlgn="auto" latinLnBrk="0" hangingPunct="1">
              <a:lnSpc>
                <a:spcPct val="120000"/>
              </a:lnSpc>
              <a:spcBef>
                <a:spcPts val="150"/>
              </a:spcBef>
              <a:spcAft>
                <a:spcPts val="0"/>
              </a:spcAft>
              <a:buClr>
                <a:schemeClr val="tx2"/>
              </a:buClr>
              <a:buSzPct val="100000"/>
              <a:buFont typeface="Arial" panose="020B0604020202020204" pitchFamily="34" charset="0"/>
              <a:buNone/>
              <a:tabLst/>
              <a:defRPr>
                <a:solidFill>
                  <a:schemeClr val="bg1"/>
                </a:solidFill>
              </a:defRPr>
            </a:lvl1pPr>
          </a:lstStyle>
          <a:p>
            <a:pPr marL="0" marR="0" lvl="0" indent="0" algn="l" defTabSz="685800" rtl="0" eaLnBrk="1" fontAlgn="auto" latinLnBrk="0" hangingPunct="1">
              <a:lnSpc>
                <a:spcPct val="120000"/>
              </a:lnSpc>
              <a:spcBef>
                <a:spcPts val="150"/>
              </a:spcBef>
              <a:spcAft>
                <a:spcPts val="0"/>
              </a:spcAft>
              <a:buClr>
                <a:schemeClr val="tx2"/>
              </a:buClr>
              <a:buSzPct val="100000"/>
              <a:buFont typeface="Arial" panose="020B0604020202020204" pitchFamily="34" charset="0"/>
              <a:buNone/>
              <a:tabLst/>
              <a:defRPr/>
            </a:pPr>
            <a:r>
              <a:rPr lang="en-US" sz="1500" b="0">
                <a:solidFill>
                  <a:schemeClr val="bg1"/>
                </a:solidFill>
              </a:rPr>
              <a:t>Custom message…</a:t>
            </a:r>
            <a:endParaRPr lang="en-US" sz="1500">
              <a:solidFill>
                <a:schemeClr val="bg1"/>
              </a:solidFill>
            </a:endParaRPr>
          </a:p>
        </p:txBody>
      </p:sp>
      <p:sp>
        <p:nvSpPr>
          <p:cNvPr id="6" name="Text Placeholder 5">
            <a:extLst>
              <a:ext uri="{FF2B5EF4-FFF2-40B4-BE49-F238E27FC236}">
                <a16:creationId xmlns:a16="http://schemas.microsoft.com/office/drawing/2014/main" id="{FDF94BF9-AA4B-7348-B3AF-D5B86D50554B}"/>
              </a:ext>
            </a:extLst>
          </p:cNvPr>
          <p:cNvSpPr>
            <a:spLocks noGrp="1"/>
          </p:cNvSpPr>
          <p:nvPr>
            <p:ph type="body" sz="quarter" idx="17" hasCustomPrompt="1"/>
          </p:nvPr>
        </p:nvSpPr>
        <p:spPr>
          <a:xfrm>
            <a:off x="6172200" y="4914900"/>
            <a:ext cx="1207294" cy="228600"/>
          </a:xfrm>
        </p:spPr>
        <p:txBody>
          <a:bodyPr anchor="ctr">
            <a:normAutofit/>
          </a:bodyPr>
          <a:lstStyle>
            <a:lvl1pPr marL="0" indent="0">
              <a:buNone/>
              <a:defRPr sz="600">
                <a:solidFill>
                  <a:schemeClr val="bg1"/>
                </a:solidFill>
              </a:defRPr>
            </a:lvl1pPr>
          </a:lstStyle>
          <a:p>
            <a:pPr lvl="0"/>
            <a:r>
              <a:rPr lang="en-US"/>
              <a:t>Copyright 2020</a:t>
            </a:r>
          </a:p>
        </p:txBody>
      </p:sp>
    </p:spTree>
    <p:extLst>
      <p:ext uri="{BB962C8B-B14F-4D97-AF65-F5344CB8AC3E}">
        <p14:creationId xmlns:p14="http://schemas.microsoft.com/office/powerpoint/2010/main" val="230536160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Thank you">
    <p:bg>
      <p:bgPr>
        <a:gradFill flip="none" rotWithShape="1">
          <a:gsLst>
            <a:gs pos="0">
              <a:schemeClr val="tx2"/>
            </a:gs>
            <a:gs pos="45000">
              <a:schemeClr val="tx2"/>
            </a:gs>
            <a:gs pos="100000">
              <a:schemeClr val="tx2">
                <a:lumMod val="50000"/>
              </a:schemeClr>
            </a:gs>
          </a:gsLst>
          <a:lin ang="1080000" scaled="0"/>
          <a:tileRect/>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C7297DA-0943-4F9D-B4DC-D89E3C56E268}"/>
              </a:ext>
            </a:extLst>
          </p:cNvPr>
          <p:cNvSpPr/>
          <p:nvPr userDrawn="1"/>
        </p:nvSpPr>
        <p:spPr>
          <a:xfrm>
            <a:off x="188259" y="2917770"/>
            <a:ext cx="6684650" cy="1200329"/>
          </a:xfrm>
          <a:prstGeom prst="rect">
            <a:avLst/>
          </a:prstGeom>
        </p:spPr>
        <p:txBody>
          <a:bodyPr wrap="square">
            <a:spAutoFit/>
          </a:bodyPr>
          <a:lstStyle/>
          <a:p>
            <a:r>
              <a:rPr lang="en-US" sz="7200" b="1">
                <a:solidFill>
                  <a:schemeClr val="bg1"/>
                </a:solidFill>
              </a:rPr>
              <a:t>Questions</a:t>
            </a:r>
            <a:endParaRPr lang="en-US" sz="1800">
              <a:solidFill>
                <a:schemeClr val="bg1"/>
              </a:solidFill>
            </a:endParaRPr>
          </a:p>
        </p:txBody>
      </p:sp>
      <p:grpSp>
        <p:nvGrpSpPr>
          <p:cNvPr id="9" name="Group 8">
            <a:extLst>
              <a:ext uri="{FF2B5EF4-FFF2-40B4-BE49-F238E27FC236}">
                <a16:creationId xmlns:a16="http://schemas.microsoft.com/office/drawing/2014/main" id="{1B3035E9-1E30-4A65-87BF-D87723B7387D}"/>
              </a:ext>
            </a:extLst>
          </p:cNvPr>
          <p:cNvGrpSpPr/>
          <p:nvPr userDrawn="1"/>
        </p:nvGrpSpPr>
        <p:grpSpPr>
          <a:xfrm>
            <a:off x="7246695" y="614088"/>
            <a:ext cx="1897305" cy="4529412"/>
            <a:chOff x="9662260" y="818784"/>
            <a:chExt cx="2529740" cy="6039216"/>
          </a:xfrm>
        </p:grpSpPr>
        <p:pic>
          <p:nvPicPr>
            <p:cNvPr id="10" name="Picture 9">
              <a:extLst>
                <a:ext uri="{FF2B5EF4-FFF2-40B4-BE49-F238E27FC236}">
                  <a16:creationId xmlns:a16="http://schemas.microsoft.com/office/drawing/2014/main" id="{9DFE8F35-3478-4D36-AE61-9902FA9E571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9662260" y="1471202"/>
              <a:ext cx="2529740" cy="5386798"/>
            </a:xfrm>
            <a:prstGeom prst="rect">
              <a:avLst/>
            </a:prstGeom>
          </p:spPr>
        </p:pic>
        <p:pic>
          <p:nvPicPr>
            <p:cNvPr id="12" name="Picture 11">
              <a:extLst>
                <a:ext uri="{FF2B5EF4-FFF2-40B4-BE49-F238E27FC236}">
                  <a16:creationId xmlns:a16="http://schemas.microsoft.com/office/drawing/2014/main" id="{A63CB1BA-AEDB-454F-BBF3-A9613807210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539851" y="4300794"/>
              <a:ext cx="1652148" cy="2095226"/>
            </a:xfrm>
            <a:prstGeom prst="rect">
              <a:avLst/>
            </a:prstGeom>
          </p:spPr>
        </p:pic>
        <p:pic>
          <p:nvPicPr>
            <p:cNvPr id="13" name="Picture 12">
              <a:extLst>
                <a:ext uri="{FF2B5EF4-FFF2-40B4-BE49-F238E27FC236}">
                  <a16:creationId xmlns:a16="http://schemas.microsoft.com/office/drawing/2014/main" id="{28BB9361-2245-45C7-85B1-98F75F74B97B}"/>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rot="20585276">
              <a:off x="10888776" y="3404437"/>
              <a:ext cx="841085" cy="888470"/>
            </a:xfrm>
            <a:prstGeom prst="rect">
              <a:avLst/>
            </a:prstGeom>
          </p:spPr>
        </p:pic>
        <p:pic>
          <p:nvPicPr>
            <p:cNvPr id="14" name="Picture 13">
              <a:extLst>
                <a:ext uri="{FF2B5EF4-FFF2-40B4-BE49-F238E27FC236}">
                  <a16:creationId xmlns:a16="http://schemas.microsoft.com/office/drawing/2014/main" id="{266621D9-C1BE-4A88-B2E8-40BCC4E56DF2}"/>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839843" y="4683251"/>
              <a:ext cx="608076" cy="626643"/>
            </a:xfrm>
            <a:prstGeom prst="rect">
              <a:avLst/>
            </a:prstGeom>
          </p:spPr>
        </p:pic>
        <p:pic>
          <p:nvPicPr>
            <p:cNvPr id="15" name="Picture 14">
              <a:extLst>
                <a:ext uri="{FF2B5EF4-FFF2-40B4-BE49-F238E27FC236}">
                  <a16:creationId xmlns:a16="http://schemas.microsoft.com/office/drawing/2014/main" id="{98F6AB9F-8570-461E-BBA2-E013A3DA14EF}"/>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rot="19848158">
              <a:off x="10621861" y="5789703"/>
              <a:ext cx="593846" cy="634660"/>
            </a:xfrm>
            <a:prstGeom prst="rect">
              <a:avLst/>
            </a:prstGeom>
          </p:spPr>
        </p:pic>
        <p:pic>
          <p:nvPicPr>
            <p:cNvPr id="16" name="Picture 15">
              <a:extLst>
                <a:ext uri="{FF2B5EF4-FFF2-40B4-BE49-F238E27FC236}">
                  <a16:creationId xmlns:a16="http://schemas.microsoft.com/office/drawing/2014/main" id="{1EE6F465-A690-4861-87C0-E7A6A65E3377}"/>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a:stretch/>
          </p:blipFill>
          <p:spPr>
            <a:xfrm>
              <a:off x="11037236" y="818784"/>
              <a:ext cx="1154763" cy="1703758"/>
            </a:xfrm>
            <a:prstGeom prst="rect">
              <a:avLst/>
            </a:prstGeom>
          </p:spPr>
        </p:pic>
      </p:grpSp>
      <p:sp>
        <p:nvSpPr>
          <p:cNvPr id="17" name="Slide Number Placeholder 2">
            <a:extLst>
              <a:ext uri="{FF2B5EF4-FFF2-40B4-BE49-F238E27FC236}">
                <a16:creationId xmlns:a16="http://schemas.microsoft.com/office/drawing/2014/main" id="{8EE24E27-68F9-E941-9584-DF35AA5AA788}"/>
              </a:ext>
            </a:extLst>
          </p:cNvPr>
          <p:cNvSpPr>
            <a:spLocks noGrp="1"/>
          </p:cNvSpPr>
          <p:nvPr>
            <p:ph type="sldNum" sz="quarter" idx="10"/>
          </p:nvPr>
        </p:nvSpPr>
        <p:spPr>
          <a:xfrm>
            <a:off x="1" y="4914901"/>
            <a:ext cx="228599" cy="228599"/>
          </a:xfrm>
        </p:spPr>
        <p:txBody>
          <a:bodyPr/>
          <a:lstStyle>
            <a:lvl1pPr>
              <a:defRPr>
                <a:solidFill>
                  <a:schemeClr val="bg1"/>
                </a:solidFill>
              </a:defRPr>
            </a:lvl1pPr>
          </a:lstStyle>
          <a:p>
            <a:fld id="{89006F1E-66CD-4A4B-9370-B4A3080F0E6C}" type="slidenum">
              <a:rPr lang="en-US" smtClean="0"/>
              <a:pPr/>
              <a:t>‹#›</a:t>
            </a:fld>
            <a:endParaRPr lang="en-US"/>
          </a:p>
        </p:txBody>
      </p:sp>
      <p:sp>
        <p:nvSpPr>
          <p:cNvPr id="18" name="Footer Placeholder 1">
            <a:extLst>
              <a:ext uri="{FF2B5EF4-FFF2-40B4-BE49-F238E27FC236}">
                <a16:creationId xmlns:a16="http://schemas.microsoft.com/office/drawing/2014/main" id="{6380E455-E213-C44A-A7FC-3A9E06997A4C}"/>
              </a:ext>
            </a:extLst>
          </p:cNvPr>
          <p:cNvSpPr>
            <a:spLocks noGrp="1"/>
          </p:cNvSpPr>
          <p:nvPr>
            <p:ph type="ftr" sz="quarter" idx="14"/>
          </p:nvPr>
        </p:nvSpPr>
        <p:spPr>
          <a:xfrm>
            <a:off x="228600" y="4914901"/>
            <a:ext cx="4343401" cy="228600"/>
          </a:xfrm>
          <a:prstGeom prst="rect">
            <a:avLst/>
          </a:prstGeom>
        </p:spPr>
        <p:txBody>
          <a:bodyPr/>
          <a:lstStyle>
            <a:lvl1pPr>
              <a:defRPr>
                <a:solidFill>
                  <a:schemeClr val="bg1"/>
                </a:solidFill>
              </a:defRPr>
            </a:lvl1pPr>
          </a:lstStyle>
          <a:p>
            <a:r>
              <a:rPr lang="en-US">
                <a:ea typeface="MS PGothic" panose="020B0600070205080204" pitchFamily="34" charset="-128"/>
              </a:rPr>
              <a:t>Proprietary &amp; Confidential |  03 Jun 2024</a:t>
            </a:r>
          </a:p>
        </p:txBody>
      </p:sp>
      <p:sp>
        <p:nvSpPr>
          <p:cNvPr id="20" name="Content Placeholder 4">
            <a:extLst>
              <a:ext uri="{FF2B5EF4-FFF2-40B4-BE49-F238E27FC236}">
                <a16:creationId xmlns:a16="http://schemas.microsoft.com/office/drawing/2014/main" id="{550E2B40-32DB-334B-95D1-E74B9D7847DA}"/>
              </a:ext>
            </a:extLst>
          </p:cNvPr>
          <p:cNvSpPr>
            <a:spLocks noGrp="1"/>
          </p:cNvSpPr>
          <p:nvPr>
            <p:ph sz="quarter" idx="16" hasCustomPrompt="1"/>
          </p:nvPr>
        </p:nvSpPr>
        <p:spPr>
          <a:xfrm>
            <a:off x="261355" y="3951749"/>
            <a:ext cx="5768744" cy="366938"/>
          </a:xfrm>
        </p:spPr>
        <p:txBody>
          <a:bodyPr/>
          <a:lstStyle>
            <a:lvl1pPr marL="0" marR="0" indent="0" algn="l" defTabSz="685800" rtl="0" eaLnBrk="1" fontAlgn="auto" latinLnBrk="0" hangingPunct="1">
              <a:lnSpc>
                <a:spcPct val="120000"/>
              </a:lnSpc>
              <a:spcBef>
                <a:spcPts val="150"/>
              </a:spcBef>
              <a:spcAft>
                <a:spcPts val="0"/>
              </a:spcAft>
              <a:buClr>
                <a:schemeClr val="tx2"/>
              </a:buClr>
              <a:buSzPct val="100000"/>
              <a:buFont typeface="Arial" panose="020B0604020202020204" pitchFamily="34" charset="0"/>
              <a:buNone/>
              <a:tabLst/>
              <a:defRPr>
                <a:solidFill>
                  <a:schemeClr val="bg1"/>
                </a:solidFill>
              </a:defRPr>
            </a:lvl1pPr>
          </a:lstStyle>
          <a:p>
            <a:pPr marL="0" marR="0" lvl="0" indent="0" algn="l" defTabSz="685800" rtl="0" eaLnBrk="1" fontAlgn="auto" latinLnBrk="0" hangingPunct="1">
              <a:lnSpc>
                <a:spcPct val="120000"/>
              </a:lnSpc>
              <a:spcBef>
                <a:spcPts val="150"/>
              </a:spcBef>
              <a:spcAft>
                <a:spcPts val="0"/>
              </a:spcAft>
              <a:buClr>
                <a:schemeClr val="tx2"/>
              </a:buClr>
              <a:buSzPct val="100000"/>
              <a:buFont typeface="Arial" panose="020B0604020202020204" pitchFamily="34" charset="0"/>
              <a:buNone/>
              <a:tabLst/>
              <a:defRPr/>
            </a:pPr>
            <a:r>
              <a:rPr lang="en-US" sz="1500" b="0">
                <a:solidFill>
                  <a:schemeClr val="bg1"/>
                </a:solidFill>
              </a:rPr>
              <a:t>Custom message…</a:t>
            </a:r>
            <a:endParaRPr lang="en-US" sz="1500">
              <a:solidFill>
                <a:schemeClr val="bg1"/>
              </a:solidFill>
            </a:endParaRPr>
          </a:p>
        </p:txBody>
      </p:sp>
      <p:sp>
        <p:nvSpPr>
          <p:cNvPr id="6" name="Text Placeholder 5">
            <a:extLst>
              <a:ext uri="{FF2B5EF4-FFF2-40B4-BE49-F238E27FC236}">
                <a16:creationId xmlns:a16="http://schemas.microsoft.com/office/drawing/2014/main" id="{FDF94BF9-AA4B-7348-B3AF-D5B86D50554B}"/>
              </a:ext>
            </a:extLst>
          </p:cNvPr>
          <p:cNvSpPr>
            <a:spLocks noGrp="1"/>
          </p:cNvSpPr>
          <p:nvPr>
            <p:ph type="body" sz="quarter" idx="17" hasCustomPrompt="1"/>
          </p:nvPr>
        </p:nvSpPr>
        <p:spPr>
          <a:xfrm>
            <a:off x="6172200" y="4914900"/>
            <a:ext cx="1207294" cy="228600"/>
          </a:xfrm>
        </p:spPr>
        <p:txBody>
          <a:bodyPr anchor="ctr">
            <a:normAutofit/>
          </a:bodyPr>
          <a:lstStyle>
            <a:lvl1pPr marL="0" indent="0">
              <a:buNone/>
              <a:defRPr sz="600">
                <a:solidFill>
                  <a:schemeClr val="bg1"/>
                </a:solidFill>
              </a:defRPr>
            </a:lvl1pPr>
          </a:lstStyle>
          <a:p>
            <a:pPr lvl="0"/>
            <a:r>
              <a:rPr lang="en-US"/>
              <a:t>Copyright 2020</a:t>
            </a:r>
          </a:p>
        </p:txBody>
      </p:sp>
    </p:spTree>
    <p:extLst>
      <p:ext uri="{BB962C8B-B14F-4D97-AF65-F5344CB8AC3E}">
        <p14:creationId xmlns:p14="http://schemas.microsoft.com/office/powerpoint/2010/main" val="324421599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ustom Layout">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AF264-71D4-E14C-8B25-6059E389D1EF}"/>
              </a:ext>
            </a:extLst>
          </p:cNvPr>
          <p:cNvSpPr>
            <a:spLocks noGrp="1"/>
          </p:cNvSpPr>
          <p:nvPr>
            <p:ph type="title" hasCustomPrompt="1"/>
          </p:nvPr>
        </p:nvSpPr>
        <p:spPr/>
        <p:txBody>
          <a:bodyPr/>
          <a:lstStyle/>
          <a:p>
            <a:r>
              <a:rPr lang="en-US"/>
              <a:t>Master slide column guide</a:t>
            </a:r>
          </a:p>
        </p:txBody>
      </p:sp>
      <p:grpSp>
        <p:nvGrpSpPr>
          <p:cNvPr id="325" name="Group 324">
            <a:extLst>
              <a:ext uri="{FF2B5EF4-FFF2-40B4-BE49-F238E27FC236}">
                <a16:creationId xmlns:a16="http://schemas.microsoft.com/office/drawing/2014/main" id="{0E576022-6E0B-8B45-82A4-5B378EE79A21}"/>
              </a:ext>
            </a:extLst>
          </p:cNvPr>
          <p:cNvGrpSpPr/>
          <p:nvPr userDrawn="1"/>
        </p:nvGrpSpPr>
        <p:grpSpPr>
          <a:xfrm>
            <a:off x="0" y="3972775"/>
            <a:ext cx="9144000" cy="228601"/>
            <a:chOff x="0" y="4254505"/>
            <a:chExt cx="12192000" cy="304801"/>
          </a:xfrm>
        </p:grpSpPr>
        <p:grpSp>
          <p:nvGrpSpPr>
            <p:cNvPr id="326" name="Group 325">
              <a:extLst>
                <a:ext uri="{FF2B5EF4-FFF2-40B4-BE49-F238E27FC236}">
                  <a16:creationId xmlns:a16="http://schemas.microsoft.com/office/drawing/2014/main" id="{4DAA919D-F34E-FF43-A568-E3081ADC91D8}"/>
                </a:ext>
              </a:extLst>
            </p:cNvPr>
            <p:cNvGrpSpPr/>
            <p:nvPr userDrawn="1"/>
          </p:nvGrpSpPr>
          <p:grpSpPr>
            <a:xfrm>
              <a:off x="152400" y="4254505"/>
              <a:ext cx="11887200" cy="304801"/>
              <a:chOff x="325695" y="4038600"/>
              <a:chExt cx="7555116" cy="304801"/>
            </a:xfrm>
          </p:grpSpPr>
          <p:sp>
            <p:nvSpPr>
              <p:cNvPr id="347" name="Rectangle 346">
                <a:extLst>
                  <a:ext uri="{FF2B5EF4-FFF2-40B4-BE49-F238E27FC236}">
                    <a16:creationId xmlns:a16="http://schemas.microsoft.com/office/drawing/2014/main" id="{2A515182-556A-4148-919D-DA6C41B2B82A}"/>
                  </a:ext>
                </a:extLst>
              </p:cNvPr>
              <p:cNvSpPr/>
              <p:nvPr userDrawn="1"/>
            </p:nvSpPr>
            <p:spPr>
              <a:xfrm>
                <a:off x="325695" y="4038601"/>
                <a:ext cx="2518372"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48" name="Rectangle 347">
                <a:extLst>
                  <a:ext uri="{FF2B5EF4-FFF2-40B4-BE49-F238E27FC236}">
                    <a16:creationId xmlns:a16="http://schemas.microsoft.com/office/drawing/2014/main" id="{2D5D4001-8E66-144D-92CA-7D645E8843C3}"/>
                  </a:ext>
                </a:extLst>
              </p:cNvPr>
              <p:cNvSpPr/>
              <p:nvPr userDrawn="1"/>
            </p:nvSpPr>
            <p:spPr>
              <a:xfrm>
                <a:off x="2844067" y="4038600"/>
                <a:ext cx="2518372" cy="304800"/>
              </a:xfrm>
              <a:prstGeom prst="rect">
                <a:avLst/>
              </a:prstGeom>
              <a:solidFill>
                <a:srgbClr val="A5172E">
                  <a:lumMod val="40000"/>
                  <a:lumOff val="6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49" name="Rectangle 348">
                <a:extLst>
                  <a:ext uri="{FF2B5EF4-FFF2-40B4-BE49-F238E27FC236}">
                    <a16:creationId xmlns:a16="http://schemas.microsoft.com/office/drawing/2014/main" id="{1F915BF6-6801-F445-8447-829313D55DE1}"/>
                  </a:ext>
                </a:extLst>
              </p:cNvPr>
              <p:cNvSpPr/>
              <p:nvPr userDrawn="1"/>
            </p:nvSpPr>
            <p:spPr>
              <a:xfrm>
                <a:off x="5362439" y="4038600"/>
                <a:ext cx="2518372"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27" name="Group 326">
              <a:extLst>
                <a:ext uri="{FF2B5EF4-FFF2-40B4-BE49-F238E27FC236}">
                  <a16:creationId xmlns:a16="http://schemas.microsoft.com/office/drawing/2014/main" id="{924C16AD-FBFC-F340-B828-919BD2EB7ACC}"/>
                </a:ext>
              </a:extLst>
            </p:cNvPr>
            <p:cNvGrpSpPr/>
            <p:nvPr userDrawn="1"/>
          </p:nvGrpSpPr>
          <p:grpSpPr>
            <a:xfrm>
              <a:off x="0" y="4254505"/>
              <a:ext cx="304800" cy="304800"/>
              <a:chOff x="4748283" y="3386554"/>
              <a:chExt cx="548640" cy="548640"/>
            </a:xfrm>
          </p:grpSpPr>
          <p:sp>
            <p:nvSpPr>
              <p:cNvPr id="343" name="Rectangle 342">
                <a:extLst>
                  <a:ext uri="{FF2B5EF4-FFF2-40B4-BE49-F238E27FC236}">
                    <a16:creationId xmlns:a16="http://schemas.microsoft.com/office/drawing/2014/main" id="{ABBD8C40-0074-E640-A619-5210E92593E7}"/>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44" name="Rectangle 343">
                <a:extLst>
                  <a:ext uri="{FF2B5EF4-FFF2-40B4-BE49-F238E27FC236}">
                    <a16:creationId xmlns:a16="http://schemas.microsoft.com/office/drawing/2014/main" id="{72E87A34-33CB-954D-BE63-B41FB54B8CE2}"/>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45" name="Rectangle 344">
                <a:extLst>
                  <a:ext uri="{FF2B5EF4-FFF2-40B4-BE49-F238E27FC236}">
                    <a16:creationId xmlns:a16="http://schemas.microsoft.com/office/drawing/2014/main" id="{8FE6B9C8-9996-154E-8F03-D9A578C3FA11}"/>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46" name="Rectangle 345">
                <a:extLst>
                  <a:ext uri="{FF2B5EF4-FFF2-40B4-BE49-F238E27FC236}">
                    <a16:creationId xmlns:a16="http://schemas.microsoft.com/office/drawing/2014/main" id="{88B4C5A1-0216-EE40-A0A9-1EFEB8C937C0}"/>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28" name="Group 327">
              <a:extLst>
                <a:ext uri="{FF2B5EF4-FFF2-40B4-BE49-F238E27FC236}">
                  <a16:creationId xmlns:a16="http://schemas.microsoft.com/office/drawing/2014/main" id="{5691AEF5-BAF9-2940-A428-476354829BBB}"/>
                </a:ext>
              </a:extLst>
            </p:cNvPr>
            <p:cNvGrpSpPr/>
            <p:nvPr userDrawn="1"/>
          </p:nvGrpSpPr>
          <p:grpSpPr>
            <a:xfrm>
              <a:off x="11887200" y="4254505"/>
              <a:ext cx="304800" cy="304800"/>
              <a:chOff x="11887200" y="3048000"/>
              <a:chExt cx="304800" cy="304800"/>
            </a:xfrm>
          </p:grpSpPr>
          <p:sp>
            <p:nvSpPr>
              <p:cNvPr id="339" name="Rectangle 338">
                <a:extLst>
                  <a:ext uri="{FF2B5EF4-FFF2-40B4-BE49-F238E27FC236}">
                    <a16:creationId xmlns:a16="http://schemas.microsoft.com/office/drawing/2014/main" id="{B7FCFCF0-CCF5-CB4C-A24B-79879CFEAB60}"/>
                  </a:ext>
                </a:extLst>
              </p:cNvPr>
              <p:cNvSpPr/>
              <p:nvPr userDrawn="1"/>
            </p:nvSpPr>
            <p:spPr>
              <a:xfrm>
                <a:off x="12039600" y="32004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40" name="Rectangle 339">
                <a:extLst>
                  <a:ext uri="{FF2B5EF4-FFF2-40B4-BE49-F238E27FC236}">
                    <a16:creationId xmlns:a16="http://schemas.microsoft.com/office/drawing/2014/main" id="{5EC303BA-EB59-6B45-A4AA-0FBB43856C1D}"/>
                  </a:ext>
                </a:extLst>
              </p:cNvPr>
              <p:cNvSpPr/>
              <p:nvPr userDrawn="1"/>
            </p:nvSpPr>
            <p:spPr>
              <a:xfrm>
                <a:off x="11887200" y="32004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41" name="Rectangle 340">
                <a:extLst>
                  <a:ext uri="{FF2B5EF4-FFF2-40B4-BE49-F238E27FC236}">
                    <a16:creationId xmlns:a16="http://schemas.microsoft.com/office/drawing/2014/main" id="{609F1807-73B8-2046-A52B-7F5C9E3F8D6C}"/>
                  </a:ext>
                </a:extLst>
              </p:cNvPr>
              <p:cNvSpPr/>
              <p:nvPr userDrawn="1"/>
            </p:nvSpPr>
            <p:spPr>
              <a:xfrm>
                <a:off x="12039600" y="30480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42" name="Rectangle 341">
                <a:extLst>
                  <a:ext uri="{FF2B5EF4-FFF2-40B4-BE49-F238E27FC236}">
                    <a16:creationId xmlns:a16="http://schemas.microsoft.com/office/drawing/2014/main" id="{D64A44CB-312C-8D43-BADC-9C25A65786B7}"/>
                  </a:ext>
                </a:extLst>
              </p:cNvPr>
              <p:cNvSpPr/>
              <p:nvPr userDrawn="1"/>
            </p:nvSpPr>
            <p:spPr>
              <a:xfrm>
                <a:off x="11887200" y="30480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29" name="Group 328">
              <a:extLst>
                <a:ext uri="{FF2B5EF4-FFF2-40B4-BE49-F238E27FC236}">
                  <a16:creationId xmlns:a16="http://schemas.microsoft.com/office/drawing/2014/main" id="{75DD42A7-110A-8A43-9999-FC5F6F629D9D}"/>
                </a:ext>
              </a:extLst>
            </p:cNvPr>
            <p:cNvGrpSpPr/>
            <p:nvPr userDrawn="1"/>
          </p:nvGrpSpPr>
          <p:grpSpPr>
            <a:xfrm>
              <a:off x="3963513" y="4254505"/>
              <a:ext cx="304800" cy="304800"/>
              <a:chOff x="4748283" y="3386554"/>
              <a:chExt cx="548640" cy="548640"/>
            </a:xfrm>
          </p:grpSpPr>
          <p:sp>
            <p:nvSpPr>
              <p:cNvPr id="335" name="Rectangle 334">
                <a:extLst>
                  <a:ext uri="{FF2B5EF4-FFF2-40B4-BE49-F238E27FC236}">
                    <a16:creationId xmlns:a16="http://schemas.microsoft.com/office/drawing/2014/main" id="{C2398D84-85F4-C846-A0B4-FDF603CF7ED5}"/>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36" name="Rectangle 335">
                <a:extLst>
                  <a:ext uri="{FF2B5EF4-FFF2-40B4-BE49-F238E27FC236}">
                    <a16:creationId xmlns:a16="http://schemas.microsoft.com/office/drawing/2014/main" id="{D89F6546-9921-1C4E-BC58-54CFEB3CD55B}"/>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37" name="Rectangle 336">
                <a:extLst>
                  <a:ext uri="{FF2B5EF4-FFF2-40B4-BE49-F238E27FC236}">
                    <a16:creationId xmlns:a16="http://schemas.microsoft.com/office/drawing/2014/main" id="{707F94D7-D94A-9341-9171-18F4E7328C50}"/>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38" name="Rectangle 337">
                <a:extLst>
                  <a:ext uri="{FF2B5EF4-FFF2-40B4-BE49-F238E27FC236}">
                    <a16:creationId xmlns:a16="http://schemas.microsoft.com/office/drawing/2014/main" id="{66B27AC9-65B0-4F45-B844-7C3544A7BA55}"/>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30" name="Group 329">
              <a:extLst>
                <a:ext uri="{FF2B5EF4-FFF2-40B4-BE49-F238E27FC236}">
                  <a16:creationId xmlns:a16="http://schemas.microsoft.com/office/drawing/2014/main" id="{FA980631-C869-934C-B0D5-27911A2317B3}"/>
                </a:ext>
              </a:extLst>
            </p:cNvPr>
            <p:cNvGrpSpPr/>
            <p:nvPr userDrawn="1"/>
          </p:nvGrpSpPr>
          <p:grpSpPr>
            <a:xfrm>
              <a:off x="7929263" y="4254505"/>
              <a:ext cx="304800" cy="304800"/>
              <a:chOff x="4748283" y="3386554"/>
              <a:chExt cx="548640" cy="548640"/>
            </a:xfrm>
          </p:grpSpPr>
          <p:sp>
            <p:nvSpPr>
              <p:cNvPr id="331" name="Rectangle 330">
                <a:extLst>
                  <a:ext uri="{FF2B5EF4-FFF2-40B4-BE49-F238E27FC236}">
                    <a16:creationId xmlns:a16="http://schemas.microsoft.com/office/drawing/2014/main" id="{406CDF3A-4352-B447-B53D-478B3765F657}"/>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32" name="Rectangle 331">
                <a:extLst>
                  <a:ext uri="{FF2B5EF4-FFF2-40B4-BE49-F238E27FC236}">
                    <a16:creationId xmlns:a16="http://schemas.microsoft.com/office/drawing/2014/main" id="{7D0AEF00-0DAE-8A4C-9382-FCE02F7929B8}"/>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33" name="Rectangle 332">
                <a:extLst>
                  <a:ext uri="{FF2B5EF4-FFF2-40B4-BE49-F238E27FC236}">
                    <a16:creationId xmlns:a16="http://schemas.microsoft.com/office/drawing/2014/main" id="{208533B0-3964-7F44-8026-7A9BA18798F4}"/>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34" name="Rectangle 333">
                <a:extLst>
                  <a:ext uri="{FF2B5EF4-FFF2-40B4-BE49-F238E27FC236}">
                    <a16:creationId xmlns:a16="http://schemas.microsoft.com/office/drawing/2014/main" id="{79B47363-1A18-3F4B-B904-4529B699E14B}"/>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grpSp>
        <p:nvGrpSpPr>
          <p:cNvPr id="350" name="Group 349">
            <a:extLst>
              <a:ext uri="{FF2B5EF4-FFF2-40B4-BE49-F238E27FC236}">
                <a16:creationId xmlns:a16="http://schemas.microsoft.com/office/drawing/2014/main" id="{550F5060-BDEE-9744-B34D-FB646DB2A2C9}"/>
              </a:ext>
            </a:extLst>
          </p:cNvPr>
          <p:cNvGrpSpPr/>
          <p:nvPr userDrawn="1"/>
        </p:nvGrpSpPr>
        <p:grpSpPr>
          <a:xfrm>
            <a:off x="0" y="3491759"/>
            <a:ext cx="9144000" cy="228601"/>
            <a:chOff x="0" y="3448053"/>
            <a:chExt cx="12192000" cy="304801"/>
          </a:xfrm>
        </p:grpSpPr>
        <p:grpSp>
          <p:nvGrpSpPr>
            <p:cNvPr id="351" name="Group 350">
              <a:extLst>
                <a:ext uri="{FF2B5EF4-FFF2-40B4-BE49-F238E27FC236}">
                  <a16:creationId xmlns:a16="http://schemas.microsoft.com/office/drawing/2014/main" id="{FF358C1B-964E-5C4E-B16C-3E18CE9CC942}"/>
                </a:ext>
              </a:extLst>
            </p:cNvPr>
            <p:cNvGrpSpPr/>
            <p:nvPr userDrawn="1"/>
          </p:nvGrpSpPr>
          <p:grpSpPr>
            <a:xfrm>
              <a:off x="152400" y="3448053"/>
              <a:ext cx="11887200" cy="304801"/>
              <a:chOff x="152400" y="4256566"/>
              <a:chExt cx="9591040" cy="304801"/>
            </a:xfrm>
          </p:grpSpPr>
          <p:sp>
            <p:nvSpPr>
              <p:cNvPr id="377" name="Rectangle 376">
                <a:extLst>
                  <a:ext uri="{FF2B5EF4-FFF2-40B4-BE49-F238E27FC236}">
                    <a16:creationId xmlns:a16="http://schemas.microsoft.com/office/drawing/2014/main" id="{409746C0-0633-8440-B5CF-DE04D82AFA84}"/>
                  </a:ext>
                </a:extLst>
              </p:cNvPr>
              <p:cNvSpPr/>
              <p:nvPr userDrawn="1"/>
            </p:nvSpPr>
            <p:spPr>
              <a:xfrm>
                <a:off x="152400" y="4256567"/>
                <a:ext cx="2397760"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78" name="Rectangle 377">
                <a:extLst>
                  <a:ext uri="{FF2B5EF4-FFF2-40B4-BE49-F238E27FC236}">
                    <a16:creationId xmlns:a16="http://schemas.microsoft.com/office/drawing/2014/main" id="{EB4B500C-F4AE-FC44-9061-B7345B89902B}"/>
                  </a:ext>
                </a:extLst>
              </p:cNvPr>
              <p:cNvSpPr/>
              <p:nvPr userDrawn="1"/>
            </p:nvSpPr>
            <p:spPr>
              <a:xfrm>
                <a:off x="2550160" y="4256566"/>
                <a:ext cx="2397760" cy="304800"/>
              </a:xfrm>
              <a:prstGeom prst="rect">
                <a:avLst/>
              </a:prstGeom>
              <a:solidFill>
                <a:srgbClr val="A5172E">
                  <a:lumMod val="40000"/>
                  <a:lumOff val="6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79" name="Rectangle 378">
                <a:extLst>
                  <a:ext uri="{FF2B5EF4-FFF2-40B4-BE49-F238E27FC236}">
                    <a16:creationId xmlns:a16="http://schemas.microsoft.com/office/drawing/2014/main" id="{0BF1E544-C1F3-ED4B-81EF-A461690F54E8}"/>
                  </a:ext>
                </a:extLst>
              </p:cNvPr>
              <p:cNvSpPr/>
              <p:nvPr userDrawn="1"/>
            </p:nvSpPr>
            <p:spPr>
              <a:xfrm>
                <a:off x="4947920" y="4256566"/>
                <a:ext cx="2397760"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80" name="Rectangle 379">
                <a:extLst>
                  <a:ext uri="{FF2B5EF4-FFF2-40B4-BE49-F238E27FC236}">
                    <a16:creationId xmlns:a16="http://schemas.microsoft.com/office/drawing/2014/main" id="{12BC584E-CCB4-E54D-B49E-9B06C53D232C}"/>
                  </a:ext>
                </a:extLst>
              </p:cNvPr>
              <p:cNvSpPr/>
              <p:nvPr userDrawn="1"/>
            </p:nvSpPr>
            <p:spPr>
              <a:xfrm>
                <a:off x="7345680" y="4256566"/>
                <a:ext cx="2397760" cy="304800"/>
              </a:xfrm>
              <a:prstGeom prst="rect">
                <a:avLst/>
              </a:prstGeom>
              <a:solidFill>
                <a:srgbClr val="A5172E">
                  <a:lumMod val="40000"/>
                  <a:lumOff val="6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52" name="Group 351">
              <a:extLst>
                <a:ext uri="{FF2B5EF4-FFF2-40B4-BE49-F238E27FC236}">
                  <a16:creationId xmlns:a16="http://schemas.microsoft.com/office/drawing/2014/main" id="{556235CC-2B49-304B-9713-0FD3E8F93696}"/>
                </a:ext>
              </a:extLst>
            </p:cNvPr>
            <p:cNvGrpSpPr/>
            <p:nvPr userDrawn="1"/>
          </p:nvGrpSpPr>
          <p:grpSpPr>
            <a:xfrm>
              <a:off x="0" y="3448053"/>
              <a:ext cx="304800" cy="304800"/>
              <a:chOff x="4748283" y="3386554"/>
              <a:chExt cx="548640" cy="548640"/>
            </a:xfrm>
          </p:grpSpPr>
          <p:sp>
            <p:nvSpPr>
              <p:cNvPr id="373" name="Rectangle 372">
                <a:extLst>
                  <a:ext uri="{FF2B5EF4-FFF2-40B4-BE49-F238E27FC236}">
                    <a16:creationId xmlns:a16="http://schemas.microsoft.com/office/drawing/2014/main" id="{D7097BE8-35D2-2746-887D-B177FD2F8D1B}"/>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74" name="Rectangle 373">
                <a:extLst>
                  <a:ext uri="{FF2B5EF4-FFF2-40B4-BE49-F238E27FC236}">
                    <a16:creationId xmlns:a16="http://schemas.microsoft.com/office/drawing/2014/main" id="{2ECE0126-EDDD-DD44-B0D0-CD7391099683}"/>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75" name="Rectangle 374">
                <a:extLst>
                  <a:ext uri="{FF2B5EF4-FFF2-40B4-BE49-F238E27FC236}">
                    <a16:creationId xmlns:a16="http://schemas.microsoft.com/office/drawing/2014/main" id="{CFBA5FA6-DEB5-9E4A-BBE4-396D213C732E}"/>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76" name="Rectangle 375">
                <a:extLst>
                  <a:ext uri="{FF2B5EF4-FFF2-40B4-BE49-F238E27FC236}">
                    <a16:creationId xmlns:a16="http://schemas.microsoft.com/office/drawing/2014/main" id="{43C3D7A8-8484-C149-879F-B9EAF5420993}"/>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53" name="Group 352">
              <a:extLst>
                <a:ext uri="{FF2B5EF4-FFF2-40B4-BE49-F238E27FC236}">
                  <a16:creationId xmlns:a16="http://schemas.microsoft.com/office/drawing/2014/main" id="{C69CF5F1-8CF6-A04A-8284-4F2839B94399}"/>
                </a:ext>
              </a:extLst>
            </p:cNvPr>
            <p:cNvGrpSpPr/>
            <p:nvPr userDrawn="1"/>
          </p:nvGrpSpPr>
          <p:grpSpPr>
            <a:xfrm>
              <a:off x="11887200" y="3448053"/>
              <a:ext cx="304800" cy="304800"/>
              <a:chOff x="11887200" y="3048000"/>
              <a:chExt cx="304800" cy="304800"/>
            </a:xfrm>
          </p:grpSpPr>
          <p:sp>
            <p:nvSpPr>
              <p:cNvPr id="369" name="Rectangle 368">
                <a:extLst>
                  <a:ext uri="{FF2B5EF4-FFF2-40B4-BE49-F238E27FC236}">
                    <a16:creationId xmlns:a16="http://schemas.microsoft.com/office/drawing/2014/main" id="{6DC74F9F-DF17-7A42-A69E-A3A4318BA705}"/>
                  </a:ext>
                </a:extLst>
              </p:cNvPr>
              <p:cNvSpPr/>
              <p:nvPr userDrawn="1"/>
            </p:nvSpPr>
            <p:spPr>
              <a:xfrm>
                <a:off x="12039600" y="32004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70" name="Rectangle 369">
                <a:extLst>
                  <a:ext uri="{FF2B5EF4-FFF2-40B4-BE49-F238E27FC236}">
                    <a16:creationId xmlns:a16="http://schemas.microsoft.com/office/drawing/2014/main" id="{F82F6DBD-1B92-8F44-9ABE-BF11BA0EB50F}"/>
                  </a:ext>
                </a:extLst>
              </p:cNvPr>
              <p:cNvSpPr/>
              <p:nvPr userDrawn="1"/>
            </p:nvSpPr>
            <p:spPr>
              <a:xfrm>
                <a:off x="11887200" y="32004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71" name="Rectangle 370">
                <a:extLst>
                  <a:ext uri="{FF2B5EF4-FFF2-40B4-BE49-F238E27FC236}">
                    <a16:creationId xmlns:a16="http://schemas.microsoft.com/office/drawing/2014/main" id="{36B84BE6-D1D3-2C4D-B113-FACC434F3138}"/>
                  </a:ext>
                </a:extLst>
              </p:cNvPr>
              <p:cNvSpPr/>
              <p:nvPr userDrawn="1"/>
            </p:nvSpPr>
            <p:spPr>
              <a:xfrm>
                <a:off x="12039600" y="30480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72" name="Rectangle 371">
                <a:extLst>
                  <a:ext uri="{FF2B5EF4-FFF2-40B4-BE49-F238E27FC236}">
                    <a16:creationId xmlns:a16="http://schemas.microsoft.com/office/drawing/2014/main" id="{53707E28-EBC1-EE47-9A87-B7F889B0A9B9}"/>
                  </a:ext>
                </a:extLst>
              </p:cNvPr>
              <p:cNvSpPr/>
              <p:nvPr userDrawn="1"/>
            </p:nvSpPr>
            <p:spPr>
              <a:xfrm>
                <a:off x="11887200" y="30480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54" name="Group 353">
              <a:extLst>
                <a:ext uri="{FF2B5EF4-FFF2-40B4-BE49-F238E27FC236}">
                  <a16:creationId xmlns:a16="http://schemas.microsoft.com/office/drawing/2014/main" id="{4FFE9B33-5860-1342-85F8-8499FD08D92D}"/>
                </a:ext>
              </a:extLst>
            </p:cNvPr>
            <p:cNvGrpSpPr/>
            <p:nvPr userDrawn="1"/>
          </p:nvGrpSpPr>
          <p:grpSpPr>
            <a:xfrm>
              <a:off x="2971800" y="3448053"/>
              <a:ext cx="304800" cy="304800"/>
              <a:chOff x="4748283" y="3386554"/>
              <a:chExt cx="548640" cy="548640"/>
            </a:xfrm>
          </p:grpSpPr>
          <p:sp>
            <p:nvSpPr>
              <p:cNvPr id="365" name="Rectangle 364">
                <a:extLst>
                  <a:ext uri="{FF2B5EF4-FFF2-40B4-BE49-F238E27FC236}">
                    <a16:creationId xmlns:a16="http://schemas.microsoft.com/office/drawing/2014/main" id="{0E96C0E4-9DDD-7B46-A150-FE31B0B3406F}"/>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66" name="Rectangle 365">
                <a:extLst>
                  <a:ext uri="{FF2B5EF4-FFF2-40B4-BE49-F238E27FC236}">
                    <a16:creationId xmlns:a16="http://schemas.microsoft.com/office/drawing/2014/main" id="{FFBE2D8A-C941-2D4C-A620-16C6BCEED752}"/>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67" name="Rectangle 366">
                <a:extLst>
                  <a:ext uri="{FF2B5EF4-FFF2-40B4-BE49-F238E27FC236}">
                    <a16:creationId xmlns:a16="http://schemas.microsoft.com/office/drawing/2014/main" id="{437C5ADA-D5C6-AA49-ABFC-C2BDB1A73DE2}"/>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68" name="Rectangle 367">
                <a:extLst>
                  <a:ext uri="{FF2B5EF4-FFF2-40B4-BE49-F238E27FC236}">
                    <a16:creationId xmlns:a16="http://schemas.microsoft.com/office/drawing/2014/main" id="{D5B3DA22-0555-D94D-B9CE-EFFD4D77A953}"/>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55" name="Group 354">
              <a:extLst>
                <a:ext uri="{FF2B5EF4-FFF2-40B4-BE49-F238E27FC236}">
                  <a16:creationId xmlns:a16="http://schemas.microsoft.com/office/drawing/2014/main" id="{0C1BF9D2-EC42-454D-9CE6-55A6E4DD7744}"/>
                </a:ext>
              </a:extLst>
            </p:cNvPr>
            <p:cNvGrpSpPr/>
            <p:nvPr userDrawn="1"/>
          </p:nvGrpSpPr>
          <p:grpSpPr>
            <a:xfrm>
              <a:off x="5943600" y="3448053"/>
              <a:ext cx="304800" cy="304800"/>
              <a:chOff x="4748283" y="3386554"/>
              <a:chExt cx="548640" cy="548640"/>
            </a:xfrm>
          </p:grpSpPr>
          <p:sp>
            <p:nvSpPr>
              <p:cNvPr id="361" name="Rectangle 360">
                <a:extLst>
                  <a:ext uri="{FF2B5EF4-FFF2-40B4-BE49-F238E27FC236}">
                    <a16:creationId xmlns:a16="http://schemas.microsoft.com/office/drawing/2014/main" id="{78D1B59D-87FF-2A4C-B245-29B4226A9601}"/>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62" name="Rectangle 361">
                <a:extLst>
                  <a:ext uri="{FF2B5EF4-FFF2-40B4-BE49-F238E27FC236}">
                    <a16:creationId xmlns:a16="http://schemas.microsoft.com/office/drawing/2014/main" id="{3DB64E46-B4A5-AE4F-B9CA-78D961D93013}"/>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63" name="Rectangle 362">
                <a:extLst>
                  <a:ext uri="{FF2B5EF4-FFF2-40B4-BE49-F238E27FC236}">
                    <a16:creationId xmlns:a16="http://schemas.microsoft.com/office/drawing/2014/main" id="{C230667B-5C71-2A4F-89CA-83AE9C87943F}"/>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64" name="Rectangle 363">
                <a:extLst>
                  <a:ext uri="{FF2B5EF4-FFF2-40B4-BE49-F238E27FC236}">
                    <a16:creationId xmlns:a16="http://schemas.microsoft.com/office/drawing/2014/main" id="{DA630AA0-3D34-5C48-AFB4-76E97A625B7B}"/>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56" name="Group 355">
              <a:extLst>
                <a:ext uri="{FF2B5EF4-FFF2-40B4-BE49-F238E27FC236}">
                  <a16:creationId xmlns:a16="http://schemas.microsoft.com/office/drawing/2014/main" id="{BFD5BADB-488A-A94F-8D20-EFBC3D598444}"/>
                </a:ext>
              </a:extLst>
            </p:cNvPr>
            <p:cNvGrpSpPr/>
            <p:nvPr userDrawn="1"/>
          </p:nvGrpSpPr>
          <p:grpSpPr>
            <a:xfrm>
              <a:off x="8915400" y="3448053"/>
              <a:ext cx="304800" cy="304800"/>
              <a:chOff x="4748283" y="3386554"/>
              <a:chExt cx="548640" cy="548640"/>
            </a:xfrm>
          </p:grpSpPr>
          <p:sp>
            <p:nvSpPr>
              <p:cNvPr id="357" name="Rectangle 356">
                <a:extLst>
                  <a:ext uri="{FF2B5EF4-FFF2-40B4-BE49-F238E27FC236}">
                    <a16:creationId xmlns:a16="http://schemas.microsoft.com/office/drawing/2014/main" id="{59B34A33-4617-B14B-A914-D9F3EA82C41F}"/>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58" name="Rectangle 357">
                <a:extLst>
                  <a:ext uri="{FF2B5EF4-FFF2-40B4-BE49-F238E27FC236}">
                    <a16:creationId xmlns:a16="http://schemas.microsoft.com/office/drawing/2014/main" id="{CDABBDD7-97EF-2348-9DD6-8F03290DFE79}"/>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59" name="Rectangle 358">
                <a:extLst>
                  <a:ext uri="{FF2B5EF4-FFF2-40B4-BE49-F238E27FC236}">
                    <a16:creationId xmlns:a16="http://schemas.microsoft.com/office/drawing/2014/main" id="{8FC44D92-36F7-5649-A759-0323F393CD43}"/>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60" name="Rectangle 359">
                <a:extLst>
                  <a:ext uri="{FF2B5EF4-FFF2-40B4-BE49-F238E27FC236}">
                    <a16:creationId xmlns:a16="http://schemas.microsoft.com/office/drawing/2014/main" id="{F91DAB7A-F766-F74E-ABBF-E2FB7A3CF921}"/>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grpSp>
        <p:nvGrpSpPr>
          <p:cNvPr id="381" name="Group 380">
            <a:extLst>
              <a:ext uri="{FF2B5EF4-FFF2-40B4-BE49-F238E27FC236}">
                <a16:creationId xmlns:a16="http://schemas.microsoft.com/office/drawing/2014/main" id="{E8110913-9069-DA4C-AA5A-860C663EEF8C}"/>
              </a:ext>
            </a:extLst>
          </p:cNvPr>
          <p:cNvGrpSpPr/>
          <p:nvPr userDrawn="1"/>
        </p:nvGrpSpPr>
        <p:grpSpPr>
          <a:xfrm>
            <a:off x="0" y="3014320"/>
            <a:ext cx="9144000" cy="228601"/>
            <a:chOff x="0" y="2679694"/>
            <a:chExt cx="12192000" cy="304801"/>
          </a:xfrm>
        </p:grpSpPr>
        <p:grpSp>
          <p:nvGrpSpPr>
            <p:cNvPr id="382" name="Group 381">
              <a:extLst>
                <a:ext uri="{FF2B5EF4-FFF2-40B4-BE49-F238E27FC236}">
                  <a16:creationId xmlns:a16="http://schemas.microsoft.com/office/drawing/2014/main" id="{36951F49-5417-EB45-B0D4-BA551A17CAB3}"/>
                </a:ext>
              </a:extLst>
            </p:cNvPr>
            <p:cNvGrpSpPr/>
            <p:nvPr userDrawn="1"/>
          </p:nvGrpSpPr>
          <p:grpSpPr>
            <a:xfrm>
              <a:off x="152400" y="2679694"/>
              <a:ext cx="11887200" cy="304801"/>
              <a:chOff x="152400" y="2946388"/>
              <a:chExt cx="14859000" cy="304801"/>
            </a:xfrm>
          </p:grpSpPr>
          <p:sp>
            <p:nvSpPr>
              <p:cNvPr id="413" name="Rectangle 412">
                <a:extLst>
                  <a:ext uri="{FF2B5EF4-FFF2-40B4-BE49-F238E27FC236}">
                    <a16:creationId xmlns:a16="http://schemas.microsoft.com/office/drawing/2014/main" id="{3C0DCD00-016C-8249-9E41-079096AFB3A6}"/>
                  </a:ext>
                </a:extLst>
              </p:cNvPr>
              <p:cNvSpPr/>
              <p:nvPr userDrawn="1"/>
            </p:nvSpPr>
            <p:spPr>
              <a:xfrm>
                <a:off x="152400" y="2946389"/>
                <a:ext cx="2971800"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14" name="Rectangle 413">
                <a:extLst>
                  <a:ext uri="{FF2B5EF4-FFF2-40B4-BE49-F238E27FC236}">
                    <a16:creationId xmlns:a16="http://schemas.microsoft.com/office/drawing/2014/main" id="{7D5C5BF9-225C-0945-9BD8-811FED6F7C6C}"/>
                  </a:ext>
                </a:extLst>
              </p:cNvPr>
              <p:cNvSpPr/>
              <p:nvPr userDrawn="1"/>
            </p:nvSpPr>
            <p:spPr>
              <a:xfrm>
                <a:off x="3124200" y="2946388"/>
                <a:ext cx="2971800" cy="304800"/>
              </a:xfrm>
              <a:prstGeom prst="rect">
                <a:avLst/>
              </a:prstGeom>
              <a:solidFill>
                <a:srgbClr val="A5172E">
                  <a:lumMod val="40000"/>
                  <a:lumOff val="6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15" name="Rectangle 414">
                <a:extLst>
                  <a:ext uri="{FF2B5EF4-FFF2-40B4-BE49-F238E27FC236}">
                    <a16:creationId xmlns:a16="http://schemas.microsoft.com/office/drawing/2014/main" id="{C63D455F-73BE-A943-8A70-41066037EB15}"/>
                  </a:ext>
                </a:extLst>
              </p:cNvPr>
              <p:cNvSpPr/>
              <p:nvPr userDrawn="1"/>
            </p:nvSpPr>
            <p:spPr>
              <a:xfrm>
                <a:off x="6096000" y="2946388"/>
                <a:ext cx="2971800"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16" name="Rectangle 415">
                <a:extLst>
                  <a:ext uri="{FF2B5EF4-FFF2-40B4-BE49-F238E27FC236}">
                    <a16:creationId xmlns:a16="http://schemas.microsoft.com/office/drawing/2014/main" id="{29C4F461-3408-F24E-93BE-7BE25C21160B}"/>
                  </a:ext>
                </a:extLst>
              </p:cNvPr>
              <p:cNvSpPr/>
              <p:nvPr userDrawn="1"/>
            </p:nvSpPr>
            <p:spPr>
              <a:xfrm>
                <a:off x="9067800" y="2946388"/>
                <a:ext cx="2971800" cy="304800"/>
              </a:xfrm>
              <a:prstGeom prst="rect">
                <a:avLst/>
              </a:prstGeom>
              <a:solidFill>
                <a:srgbClr val="A5172E">
                  <a:lumMod val="40000"/>
                  <a:lumOff val="6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17" name="Rectangle 416">
                <a:extLst>
                  <a:ext uri="{FF2B5EF4-FFF2-40B4-BE49-F238E27FC236}">
                    <a16:creationId xmlns:a16="http://schemas.microsoft.com/office/drawing/2014/main" id="{B07E25D9-5575-FA46-AE11-B58FECE45D22}"/>
                  </a:ext>
                </a:extLst>
              </p:cNvPr>
              <p:cNvSpPr/>
              <p:nvPr userDrawn="1"/>
            </p:nvSpPr>
            <p:spPr>
              <a:xfrm>
                <a:off x="12039600" y="2946388"/>
                <a:ext cx="2971800"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83" name="Group 382">
              <a:extLst>
                <a:ext uri="{FF2B5EF4-FFF2-40B4-BE49-F238E27FC236}">
                  <a16:creationId xmlns:a16="http://schemas.microsoft.com/office/drawing/2014/main" id="{CD0FDC72-FC9B-6943-B57B-C01216793CAE}"/>
                </a:ext>
              </a:extLst>
            </p:cNvPr>
            <p:cNvGrpSpPr/>
            <p:nvPr userDrawn="1"/>
          </p:nvGrpSpPr>
          <p:grpSpPr>
            <a:xfrm>
              <a:off x="0" y="2679694"/>
              <a:ext cx="304800" cy="304800"/>
              <a:chOff x="4748283" y="3386554"/>
              <a:chExt cx="548640" cy="548640"/>
            </a:xfrm>
          </p:grpSpPr>
          <p:sp>
            <p:nvSpPr>
              <p:cNvPr id="409" name="Rectangle 408">
                <a:extLst>
                  <a:ext uri="{FF2B5EF4-FFF2-40B4-BE49-F238E27FC236}">
                    <a16:creationId xmlns:a16="http://schemas.microsoft.com/office/drawing/2014/main" id="{1C699F7E-0E09-8B4E-A518-F3812BB194B0}"/>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10" name="Rectangle 409">
                <a:extLst>
                  <a:ext uri="{FF2B5EF4-FFF2-40B4-BE49-F238E27FC236}">
                    <a16:creationId xmlns:a16="http://schemas.microsoft.com/office/drawing/2014/main" id="{B8118C01-DA55-9740-B18A-0079C2AAA121}"/>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11" name="Rectangle 410">
                <a:extLst>
                  <a:ext uri="{FF2B5EF4-FFF2-40B4-BE49-F238E27FC236}">
                    <a16:creationId xmlns:a16="http://schemas.microsoft.com/office/drawing/2014/main" id="{74B07F51-45D2-EC4D-8FCF-448A0EBB53AE}"/>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12" name="Rectangle 411">
                <a:extLst>
                  <a:ext uri="{FF2B5EF4-FFF2-40B4-BE49-F238E27FC236}">
                    <a16:creationId xmlns:a16="http://schemas.microsoft.com/office/drawing/2014/main" id="{38AC2B4E-EE6C-824B-81E8-6C58F3A283DC}"/>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84" name="Group 383">
              <a:extLst>
                <a:ext uri="{FF2B5EF4-FFF2-40B4-BE49-F238E27FC236}">
                  <a16:creationId xmlns:a16="http://schemas.microsoft.com/office/drawing/2014/main" id="{CCDC25C0-61FE-A246-8120-D29F16B1BC40}"/>
                </a:ext>
              </a:extLst>
            </p:cNvPr>
            <p:cNvGrpSpPr/>
            <p:nvPr userDrawn="1"/>
          </p:nvGrpSpPr>
          <p:grpSpPr>
            <a:xfrm>
              <a:off x="11887200" y="2679694"/>
              <a:ext cx="304800" cy="304800"/>
              <a:chOff x="11887200" y="3048000"/>
              <a:chExt cx="304800" cy="304800"/>
            </a:xfrm>
          </p:grpSpPr>
          <p:sp>
            <p:nvSpPr>
              <p:cNvPr id="405" name="Rectangle 404">
                <a:extLst>
                  <a:ext uri="{FF2B5EF4-FFF2-40B4-BE49-F238E27FC236}">
                    <a16:creationId xmlns:a16="http://schemas.microsoft.com/office/drawing/2014/main" id="{1D646414-A87B-3B4E-9F53-684910FB6838}"/>
                  </a:ext>
                </a:extLst>
              </p:cNvPr>
              <p:cNvSpPr/>
              <p:nvPr userDrawn="1"/>
            </p:nvSpPr>
            <p:spPr>
              <a:xfrm>
                <a:off x="12039600" y="32004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06" name="Rectangle 405">
                <a:extLst>
                  <a:ext uri="{FF2B5EF4-FFF2-40B4-BE49-F238E27FC236}">
                    <a16:creationId xmlns:a16="http://schemas.microsoft.com/office/drawing/2014/main" id="{2D7165AC-E3E1-884C-95BA-5093037DF15B}"/>
                  </a:ext>
                </a:extLst>
              </p:cNvPr>
              <p:cNvSpPr/>
              <p:nvPr userDrawn="1"/>
            </p:nvSpPr>
            <p:spPr>
              <a:xfrm>
                <a:off x="11887200" y="32004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07" name="Rectangle 406">
                <a:extLst>
                  <a:ext uri="{FF2B5EF4-FFF2-40B4-BE49-F238E27FC236}">
                    <a16:creationId xmlns:a16="http://schemas.microsoft.com/office/drawing/2014/main" id="{75293567-A7C0-574E-AFF1-86E2F48DFC84}"/>
                  </a:ext>
                </a:extLst>
              </p:cNvPr>
              <p:cNvSpPr/>
              <p:nvPr userDrawn="1"/>
            </p:nvSpPr>
            <p:spPr>
              <a:xfrm>
                <a:off x="12039600" y="30480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08" name="Rectangle 407">
                <a:extLst>
                  <a:ext uri="{FF2B5EF4-FFF2-40B4-BE49-F238E27FC236}">
                    <a16:creationId xmlns:a16="http://schemas.microsoft.com/office/drawing/2014/main" id="{26E245A6-6498-E441-94A9-B88A598F627F}"/>
                  </a:ext>
                </a:extLst>
              </p:cNvPr>
              <p:cNvSpPr/>
              <p:nvPr userDrawn="1"/>
            </p:nvSpPr>
            <p:spPr>
              <a:xfrm>
                <a:off x="11887200" y="30480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85" name="Group 384">
              <a:extLst>
                <a:ext uri="{FF2B5EF4-FFF2-40B4-BE49-F238E27FC236}">
                  <a16:creationId xmlns:a16="http://schemas.microsoft.com/office/drawing/2014/main" id="{989EC034-C725-FA42-90CC-5765123F5A65}"/>
                </a:ext>
              </a:extLst>
            </p:cNvPr>
            <p:cNvGrpSpPr/>
            <p:nvPr userDrawn="1"/>
          </p:nvGrpSpPr>
          <p:grpSpPr>
            <a:xfrm>
              <a:off x="2377440" y="2679694"/>
              <a:ext cx="304800" cy="304800"/>
              <a:chOff x="4748283" y="3386554"/>
              <a:chExt cx="548640" cy="548640"/>
            </a:xfrm>
          </p:grpSpPr>
          <p:sp>
            <p:nvSpPr>
              <p:cNvPr id="401" name="Rectangle 400">
                <a:extLst>
                  <a:ext uri="{FF2B5EF4-FFF2-40B4-BE49-F238E27FC236}">
                    <a16:creationId xmlns:a16="http://schemas.microsoft.com/office/drawing/2014/main" id="{0DDE99E9-598E-0F44-AB53-F02225E90BC7}"/>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02" name="Rectangle 401">
                <a:extLst>
                  <a:ext uri="{FF2B5EF4-FFF2-40B4-BE49-F238E27FC236}">
                    <a16:creationId xmlns:a16="http://schemas.microsoft.com/office/drawing/2014/main" id="{A7D19A18-2156-C149-B92D-4FD908CB17A9}"/>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03" name="Rectangle 402">
                <a:extLst>
                  <a:ext uri="{FF2B5EF4-FFF2-40B4-BE49-F238E27FC236}">
                    <a16:creationId xmlns:a16="http://schemas.microsoft.com/office/drawing/2014/main" id="{B3F003EA-7D96-E24F-BB9E-9AAE5316A51F}"/>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04" name="Rectangle 403">
                <a:extLst>
                  <a:ext uri="{FF2B5EF4-FFF2-40B4-BE49-F238E27FC236}">
                    <a16:creationId xmlns:a16="http://schemas.microsoft.com/office/drawing/2014/main" id="{0DC78CC9-EA57-4B4F-B013-1F7359159C54}"/>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86" name="Group 385">
              <a:extLst>
                <a:ext uri="{FF2B5EF4-FFF2-40B4-BE49-F238E27FC236}">
                  <a16:creationId xmlns:a16="http://schemas.microsoft.com/office/drawing/2014/main" id="{AE6D9F72-7FDF-CE4B-838F-B774D274FE81}"/>
                </a:ext>
              </a:extLst>
            </p:cNvPr>
            <p:cNvGrpSpPr/>
            <p:nvPr userDrawn="1"/>
          </p:nvGrpSpPr>
          <p:grpSpPr>
            <a:xfrm>
              <a:off x="4758055" y="2679694"/>
              <a:ext cx="304800" cy="304800"/>
              <a:chOff x="4748283" y="3386554"/>
              <a:chExt cx="548640" cy="548640"/>
            </a:xfrm>
          </p:grpSpPr>
          <p:sp>
            <p:nvSpPr>
              <p:cNvPr id="397" name="Rectangle 396">
                <a:extLst>
                  <a:ext uri="{FF2B5EF4-FFF2-40B4-BE49-F238E27FC236}">
                    <a16:creationId xmlns:a16="http://schemas.microsoft.com/office/drawing/2014/main" id="{D4306F08-E512-C247-AC3A-33B8571D0607}"/>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98" name="Rectangle 397">
                <a:extLst>
                  <a:ext uri="{FF2B5EF4-FFF2-40B4-BE49-F238E27FC236}">
                    <a16:creationId xmlns:a16="http://schemas.microsoft.com/office/drawing/2014/main" id="{FBFE0CD7-01DE-9E49-A774-0F480A65A987}"/>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99" name="Rectangle 398">
                <a:extLst>
                  <a:ext uri="{FF2B5EF4-FFF2-40B4-BE49-F238E27FC236}">
                    <a16:creationId xmlns:a16="http://schemas.microsoft.com/office/drawing/2014/main" id="{64E61B29-4CCA-D244-BE9E-C336449655D2}"/>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00" name="Rectangle 399">
                <a:extLst>
                  <a:ext uri="{FF2B5EF4-FFF2-40B4-BE49-F238E27FC236}">
                    <a16:creationId xmlns:a16="http://schemas.microsoft.com/office/drawing/2014/main" id="{FEF820F9-53F6-7F4C-B259-E4EEC67D3CF1}"/>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87" name="Group 386">
              <a:extLst>
                <a:ext uri="{FF2B5EF4-FFF2-40B4-BE49-F238E27FC236}">
                  <a16:creationId xmlns:a16="http://schemas.microsoft.com/office/drawing/2014/main" id="{DDD1F4FD-197A-BA44-8771-712C08E93361}"/>
                </a:ext>
              </a:extLst>
            </p:cNvPr>
            <p:cNvGrpSpPr/>
            <p:nvPr userDrawn="1"/>
          </p:nvGrpSpPr>
          <p:grpSpPr>
            <a:xfrm>
              <a:off x="7129145" y="2679694"/>
              <a:ext cx="304800" cy="304800"/>
              <a:chOff x="4748283" y="3386554"/>
              <a:chExt cx="548640" cy="548640"/>
            </a:xfrm>
          </p:grpSpPr>
          <p:sp>
            <p:nvSpPr>
              <p:cNvPr id="393" name="Rectangle 392">
                <a:extLst>
                  <a:ext uri="{FF2B5EF4-FFF2-40B4-BE49-F238E27FC236}">
                    <a16:creationId xmlns:a16="http://schemas.microsoft.com/office/drawing/2014/main" id="{3233BE51-1EAF-1A41-9AC1-13E1AC9AEBB2}"/>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94" name="Rectangle 393">
                <a:extLst>
                  <a:ext uri="{FF2B5EF4-FFF2-40B4-BE49-F238E27FC236}">
                    <a16:creationId xmlns:a16="http://schemas.microsoft.com/office/drawing/2014/main" id="{F509AB97-B09E-0546-9E8C-09437E384CE2}"/>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95" name="Rectangle 394">
                <a:extLst>
                  <a:ext uri="{FF2B5EF4-FFF2-40B4-BE49-F238E27FC236}">
                    <a16:creationId xmlns:a16="http://schemas.microsoft.com/office/drawing/2014/main" id="{8BA1AAD5-A563-FB47-87A9-0B94FE6A8C09}"/>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96" name="Rectangle 395">
                <a:extLst>
                  <a:ext uri="{FF2B5EF4-FFF2-40B4-BE49-F238E27FC236}">
                    <a16:creationId xmlns:a16="http://schemas.microsoft.com/office/drawing/2014/main" id="{514B41BA-A84E-364A-8308-CF1D949AC83F}"/>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88" name="Group 387">
              <a:extLst>
                <a:ext uri="{FF2B5EF4-FFF2-40B4-BE49-F238E27FC236}">
                  <a16:creationId xmlns:a16="http://schemas.microsoft.com/office/drawing/2014/main" id="{D3F98928-573C-0247-BEFC-C171D6C6A2BC}"/>
                </a:ext>
              </a:extLst>
            </p:cNvPr>
            <p:cNvGrpSpPr/>
            <p:nvPr userDrawn="1"/>
          </p:nvGrpSpPr>
          <p:grpSpPr>
            <a:xfrm>
              <a:off x="9509760" y="2679694"/>
              <a:ext cx="304800" cy="304800"/>
              <a:chOff x="4748283" y="3386554"/>
              <a:chExt cx="548640" cy="548640"/>
            </a:xfrm>
          </p:grpSpPr>
          <p:sp>
            <p:nvSpPr>
              <p:cNvPr id="389" name="Rectangle 388">
                <a:extLst>
                  <a:ext uri="{FF2B5EF4-FFF2-40B4-BE49-F238E27FC236}">
                    <a16:creationId xmlns:a16="http://schemas.microsoft.com/office/drawing/2014/main" id="{65B33E1B-D72C-6545-A163-15FE54C9CA79}"/>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90" name="Rectangle 389">
                <a:extLst>
                  <a:ext uri="{FF2B5EF4-FFF2-40B4-BE49-F238E27FC236}">
                    <a16:creationId xmlns:a16="http://schemas.microsoft.com/office/drawing/2014/main" id="{21AFCDF0-CBB3-9C45-B0C2-A3F3E5EAF632}"/>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91" name="Rectangle 390">
                <a:extLst>
                  <a:ext uri="{FF2B5EF4-FFF2-40B4-BE49-F238E27FC236}">
                    <a16:creationId xmlns:a16="http://schemas.microsoft.com/office/drawing/2014/main" id="{1531E71B-D937-F742-9957-0713B4C42C88}"/>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92" name="Rectangle 391">
                <a:extLst>
                  <a:ext uri="{FF2B5EF4-FFF2-40B4-BE49-F238E27FC236}">
                    <a16:creationId xmlns:a16="http://schemas.microsoft.com/office/drawing/2014/main" id="{214FB835-5426-5540-B3AC-57A83A66F095}"/>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grpSp>
        <p:nvGrpSpPr>
          <p:cNvPr id="418" name="Group 417">
            <a:extLst>
              <a:ext uri="{FF2B5EF4-FFF2-40B4-BE49-F238E27FC236}">
                <a16:creationId xmlns:a16="http://schemas.microsoft.com/office/drawing/2014/main" id="{C3FA0D4E-3551-B443-B764-A560BB0F31B4}"/>
              </a:ext>
            </a:extLst>
          </p:cNvPr>
          <p:cNvGrpSpPr/>
          <p:nvPr userDrawn="1"/>
        </p:nvGrpSpPr>
        <p:grpSpPr>
          <a:xfrm>
            <a:off x="0" y="4457700"/>
            <a:ext cx="9144000" cy="228601"/>
            <a:chOff x="0" y="5060956"/>
            <a:chExt cx="12192000" cy="304801"/>
          </a:xfrm>
        </p:grpSpPr>
        <p:grpSp>
          <p:nvGrpSpPr>
            <p:cNvPr id="419" name="Group 418">
              <a:extLst>
                <a:ext uri="{FF2B5EF4-FFF2-40B4-BE49-F238E27FC236}">
                  <a16:creationId xmlns:a16="http://schemas.microsoft.com/office/drawing/2014/main" id="{3ED4F498-0EE3-5340-A78D-81AE3B278C25}"/>
                </a:ext>
              </a:extLst>
            </p:cNvPr>
            <p:cNvGrpSpPr/>
            <p:nvPr userDrawn="1"/>
          </p:nvGrpSpPr>
          <p:grpSpPr>
            <a:xfrm>
              <a:off x="152400" y="5060956"/>
              <a:ext cx="11887200" cy="304801"/>
              <a:chOff x="152400" y="5468945"/>
              <a:chExt cx="5943600" cy="304801"/>
            </a:xfrm>
          </p:grpSpPr>
          <p:sp>
            <p:nvSpPr>
              <p:cNvPr id="435" name="Rectangle 434">
                <a:extLst>
                  <a:ext uri="{FF2B5EF4-FFF2-40B4-BE49-F238E27FC236}">
                    <a16:creationId xmlns:a16="http://schemas.microsoft.com/office/drawing/2014/main" id="{168AE306-A0D3-924E-88F9-CBCC203C5193}"/>
                  </a:ext>
                </a:extLst>
              </p:cNvPr>
              <p:cNvSpPr/>
              <p:nvPr userDrawn="1"/>
            </p:nvSpPr>
            <p:spPr>
              <a:xfrm>
                <a:off x="152400" y="5468946"/>
                <a:ext cx="2971800"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36" name="Rectangle 435">
                <a:extLst>
                  <a:ext uri="{FF2B5EF4-FFF2-40B4-BE49-F238E27FC236}">
                    <a16:creationId xmlns:a16="http://schemas.microsoft.com/office/drawing/2014/main" id="{A3B192E7-794D-C14E-BC0F-394A020FA684}"/>
                  </a:ext>
                </a:extLst>
              </p:cNvPr>
              <p:cNvSpPr/>
              <p:nvPr userDrawn="1"/>
            </p:nvSpPr>
            <p:spPr>
              <a:xfrm>
                <a:off x="3124200" y="5468945"/>
                <a:ext cx="2971800" cy="304800"/>
              </a:xfrm>
              <a:prstGeom prst="rect">
                <a:avLst/>
              </a:prstGeom>
              <a:solidFill>
                <a:srgbClr val="A5172E">
                  <a:lumMod val="40000"/>
                  <a:lumOff val="6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20" name="Group 419">
              <a:extLst>
                <a:ext uri="{FF2B5EF4-FFF2-40B4-BE49-F238E27FC236}">
                  <a16:creationId xmlns:a16="http://schemas.microsoft.com/office/drawing/2014/main" id="{AD6C7E3C-C334-6F4A-B514-6C52AB007244}"/>
                </a:ext>
              </a:extLst>
            </p:cNvPr>
            <p:cNvGrpSpPr/>
            <p:nvPr userDrawn="1"/>
          </p:nvGrpSpPr>
          <p:grpSpPr>
            <a:xfrm>
              <a:off x="0" y="5060956"/>
              <a:ext cx="304800" cy="304800"/>
              <a:chOff x="4748283" y="3386554"/>
              <a:chExt cx="548640" cy="548640"/>
            </a:xfrm>
          </p:grpSpPr>
          <p:sp>
            <p:nvSpPr>
              <p:cNvPr id="431" name="Rectangle 430">
                <a:extLst>
                  <a:ext uri="{FF2B5EF4-FFF2-40B4-BE49-F238E27FC236}">
                    <a16:creationId xmlns:a16="http://schemas.microsoft.com/office/drawing/2014/main" id="{5D7210F9-038B-204E-B075-F05CEE6F58A4}"/>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32" name="Rectangle 431">
                <a:extLst>
                  <a:ext uri="{FF2B5EF4-FFF2-40B4-BE49-F238E27FC236}">
                    <a16:creationId xmlns:a16="http://schemas.microsoft.com/office/drawing/2014/main" id="{B9F22585-23A9-BE4A-8A3D-AB57FE6FB1D1}"/>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33" name="Rectangle 432">
                <a:extLst>
                  <a:ext uri="{FF2B5EF4-FFF2-40B4-BE49-F238E27FC236}">
                    <a16:creationId xmlns:a16="http://schemas.microsoft.com/office/drawing/2014/main" id="{67C0138B-AD3C-F24C-A766-18F10DEF3926}"/>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34" name="Rectangle 433">
                <a:extLst>
                  <a:ext uri="{FF2B5EF4-FFF2-40B4-BE49-F238E27FC236}">
                    <a16:creationId xmlns:a16="http://schemas.microsoft.com/office/drawing/2014/main" id="{6B65B973-2985-1A46-9D7E-B54790574FFD}"/>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21" name="Group 420">
              <a:extLst>
                <a:ext uri="{FF2B5EF4-FFF2-40B4-BE49-F238E27FC236}">
                  <a16:creationId xmlns:a16="http://schemas.microsoft.com/office/drawing/2014/main" id="{89E6048A-324B-7B4A-96E3-0182AFDA4E0F}"/>
                </a:ext>
              </a:extLst>
            </p:cNvPr>
            <p:cNvGrpSpPr/>
            <p:nvPr userDrawn="1"/>
          </p:nvGrpSpPr>
          <p:grpSpPr>
            <a:xfrm>
              <a:off x="11887200" y="5060956"/>
              <a:ext cx="304800" cy="304800"/>
              <a:chOff x="11887200" y="3048000"/>
              <a:chExt cx="304800" cy="304800"/>
            </a:xfrm>
          </p:grpSpPr>
          <p:sp>
            <p:nvSpPr>
              <p:cNvPr id="427" name="Rectangle 426">
                <a:extLst>
                  <a:ext uri="{FF2B5EF4-FFF2-40B4-BE49-F238E27FC236}">
                    <a16:creationId xmlns:a16="http://schemas.microsoft.com/office/drawing/2014/main" id="{35B7F55A-CA3E-6A49-9AAB-B8F4A9806129}"/>
                  </a:ext>
                </a:extLst>
              </p:cNvPr>
              <p:cNvSpPr/>
              <p:nvPr userDrawn="1"/>
            </p:nvSpPr>
            <p:spPr>
              <a:xfrm>
                <a:off x="12039600" y="32004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28" name="Rectangle 427">
                <a:extLst>
                  <a:ext uri="{FF2B5EF4-FFF2-40B4-BE49-F238E27FC236}">
                    <a16:creationId xmlns:a16="http://schemas.microsoft.com/office/drawing/2014/main" id="{A3353706-2E52-E144-8A63-6273B78CB93E}"/>
                  </a:ext>
                </a:extLst>
              </p:cNvPr>
              <p:cNvSpPr/>
              <p:nvPr userDrawn="1"/>
            </p:nvSpPr>
            <p:spPr>
              <a:xfrm>
                <a:off x="11887200" y="32004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29" name="Rectangle 428">
                <a:extLst>
                  <a:ext uri="{FF2B5EF4-FFF2-40B4-BE49-F238E27FC236}">
                    <a16:creationId xmlns:a16="http://schemas.microsoft.com/office/drawing/2014/main" id="{DE0C3521-EDAC-1A49-8ED8-2DA7FC9C5BC9}"/>
                  </a:ext>
                </a:extLst>
              </p:cNvPr>
              <p:cNvSpPr/>
              <p:nvPr userDrawn="1"/>
            </p:nvSpPr>
            <p:spPr>
              <a:xfrm>
                <a:off x="12039600" y="30480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30" name="Rectangle 429">
                <a:extLst>
                  <a:ext uri="{FF2B5EF4-FFF2-40B4-BE49-F238E27FC236}">
                    <a16:creationId xmlns:a16="http://schemas.microsoft.com/office/drawing/2014/main" id="{1B3C97FD-7422-3B49-9A32-5439ECC9129E}"/>
                  </a:ext>
                </a:extLst>
              </p:cNvPr>
              <p:cNvSpPr/>
              <p:nvPr userDrawn="1"/>
            </p:nvSpPr>
            <p:spPr>
              <a:xfrm>
                <a:off x="11887200" y="30480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22" name="Group 421">
              <a:extLst>
                <a:ext uri="{FF2B5EF4-FFF2-40B4-BE49-F238E27FC236}">
                  <a16:creationId xmlns:a16="http://schemas.microsoft.com/office/drawing/2014/main" id="{13909B4A-16B1-EB41-8EBA-C21C3846E275}"/>
                </a:ext>
              </a:extLst>
            </p:cNvPr>
            <p:cNvGrpSpPr/>
            <p:nvPr userDrawn="1"/>
          </p:nvGrpSpPr>
          <p:grpSpPr>
            <a:xfrm>
              <a:off x="5943600" y="5060956"/>
              <a:ext cx="304800" cy="304800"/>
              <a:chOff x="4748283" y="3386554"/>
              <a:chExt cx="548640" cy="548640"/>
            </a:xfrm>
          </p:grpSpPr>
          <p:sp>
            <p:nvSpPr>
              <p:cNvPr id="423" name="Rectangle 422">
                <a:extLst>
                  <a:ext uri="{FF2B5EF4-FFF2-40B4-BE49-F238E27FC236}">
                    <a16:creationId xmlns:a16="http://schemas.microsoft.com/office/drawing/2014/main" id="{78BBE9C9-671C-F143-A4EA-2DF4B70C6E9E}"/>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24" name="Rectangle 423">
                <a:extLst>
                  <a:ext uri="{FF2B5EF4-FFF2-40B4-BE49-F238E27FC236}">
                    <a16:creationId xmlns:a16="http://schemas.microsoft.com/office/drawing/2014/main" id="{D1572C1F-31B0-A449-AF07-F0C75F9333B5}"/>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25" name="Rectangle 424">
                <a:extLst>
                  <a:ext uri="{FF2B5EF4-FFF2-40B4-BE49-F238E27FC236}">
                    <a16:creationId xmlns:a16="http://schemas.microsoft.com/office/drawing/2014/main" id="{DA2AA3D6-DE7C-1648-95ED-0FDE1A3715AE}"/>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26" name="Rectangle 425">
                <a:extLst>
                  <a:ext uri="{FF2B5EF4-FFF2-40B4-BE49-F238E27FC236}">
                    <a16:creationId xmlns:a16="http://schemas.microsoft.com/office/drawing/2014/main" id="{ED8EFBE5-713C-AE42-B222-0B2BCDBA868C}"/>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grpSp>
        <p:nvGrpSpPr>
          <p:cNvPr id="437" name="Group 436">
            <a:extLst>
              <a:ext uri="{FF2B5EF4-FFF2-40B4-BE49-F238E27FC236}">
                <a16:creationId xmlns:a16="http://schemas.microsoft.com/office/drawing/2014/main" id="{BF14D695-A0CE-114E-8019-2ED18154094C}"/>
              </a:ext>
            </a:extLst>
          </p:cNvPr>
          <p:cNvGrpSpPr/>
          <p:nvPr userDrawn="1"/>
        </p:nvGrpSpPr>
        <p:grpSpPr>
          <a:xfrm>
            <a:off x="0" y="2502576"/>
            <a:ext cx="9144000" cy="228601"/>
            <a:chOff x="0" y="1720842"/>
            <a:chExt cx="12192000" cy="304801"/>
          </a:xfrm>
        </p:grpSpPr>
        <p:grpSp>
          <p:nvGrpSpPr>
            <p:cNvPr id="438" name="Group 437">
              <a:extLst>
                <a:ext uri="{FF2B5EF4-FFF2-40B4-BE49-F238E27FC236}">
                  <a16:creationId xmlns:a16="http://schemas.microsoft.com/office/drawing/2014/main" id="{B258BE61-F68C-6447-A182-49356BB4705F}"/>
                </a:ext>
              </a:extLst>
            </p:cNvPr>
            <p:cNvGrpSpPr/>
            <p:nvPr userDrawn="1"/>
          </p:nvGrpSpPr>
          <p:grpSpPr>
            <a:xfrm>
              <a:off x="152400" y="1720842"/>
              <a:ext cx="11887200" cy="304801"/>
              <a:chOff x="152400" y="1720842"/>
              <a:chExt cx="10226040" cy="304801"/>
            </a:xfrm>
          </p:grpSpPr>
          <p:sp>
            <p:nvSpPr>
              <p:cNvPr id="474" name="Rectangle 473">
                <a:extLst>
                  <a:ext uri="{FF2B5EF4-FFF2-40B4-BE49-F238E27FC236}">
                    <a16:creationId xmlns:a16="http://schemas.microsoft.com/office/drawing/2014/main" id="{2E39ADA9-047C-064C-B38A-58491F27D38A}"/>
                  </a:ext>
                </a:extLst>
              </p:cNvPr>
              <p:cNvSpPr/>
              <p:nvPr userDrawn="1"/>
            </p:nvSpPr>
            <p:spPr>
              <a:xfrm>
                <a:off x="152400" y="1720843"/>
                <a:ext cx="1704340"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5" name="Rectangle 474">
                <a:extLst>
                  <a:ext uri="{FF2B5EF4-FFF2-40B4-BE49-F238E27FC236}">
                    <a16:creationId xmlns:a16="http://schemas.microsoft.com/office/drawing/2014/main" id="{950CBAF9-139A-444A-99D3-8878A71E1230}"/>
                  </a:ext>
                </a:extLst>
              </p:cNvPr>
              <p:cNvSpPr/>
              <p:nvPr userDrawn="1"/>
            </p:nvSpPr>
            <p:spPr>
              <a:xfrm>
                <a:off x="1856740" y="1720842"/>
                <a:ext cx="1704340" cy="304800"/>
              </a:xfrm>
              <a:prstGeom prst="rect">
                <a:avLst/>
              </a:prstGeom>
              <a:solidFill>
                <a:srgbClr val="A5172E">
                  <a:lumMod val="40000"/>
                  <a:lumOff val="6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6" name="Rectangle 475">
                <a:extLst>
                  <a:ext uri="{FF2B5EF4-FFF2-40B4-BE49-F238E27FC236}">
                    <a16:creationId xmlns:a16="http://schemas.microsoft.com/office/drawing/2014/main" id="{B5A13F0A-72FA-0D47-801F-47CA60E80C0C}"/>
                  </a:ext>
                </a:extLst>
              </p:cNvPr>
              <p:cNvSpPr/>
              <p:nvPr userDrawn="1"/>
            </p:nvSpPr>
            <p:spPr>
              <a:xfrm>
                <a:off x="3561080" y="1720842"/>
                <a:ext cx="1704340"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7" name="Rectangle 476">
                <a:extLst>
                  <a:ext uri="{FF2B5EF4-FFF2-40B4-BE49-F238E27FC236}">
                    <a16:creationId xmlns:a16="http://schemas.microsoft.com/office/drawing/2014/main" id="{4FEF358F-4817-F64B-8CC4-0FD0C1FABF29}"/>
                  </a:ext>
                </a:extLst>
              </p:cNvPr>
              <p:cNvSpPr/>
              <p:nvPr userDrawn="1"/>
            </p:nvSpPr>
            <p:spPr>
              <a:xfrm>
                <a:off x="5265420" y="1720842"/>
                <a:ext cx="1704340" cy="304800"/>
              </a:xfrm>
              <a:prstGeom prst="rect">
                <a:avLst/>
              </a:prstGeom>
              <a:solidFill>
                <a:srgbClr val="A5172E">
                  <a:lumMod val="40000"/>
                  <a:lumOff val="6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8" name="Rectangle 477">
                <a:extLst>
                  <a:ext uri="{FF2B5EF4-FFF2-40B4-BE49-F238E27FC236}">
                    <a16:creationId xmlns:a16="http://schemas.microsoft.com/office/drawing/2014/main" id="{EFF11427-1778-1747-93D7-55F0840A0284}"/>
                  </a:ext>
                </a:extLst>
              </p:cNvPr>
              <p:cNvSpPr/>
              <p:nvPr userDrawn="1"/>
            </p:nvSpPr>
            <p:spPr>
              <a:xfrm>
                <a:off x="6969760" y="1720842"/>
                <a:ext cx="1704340"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9" name="Rectangle 478">
                <a:extLst>
                  <a:ext uri="{FF2B5EF4-FFF2-40B4-BE49-F238E27FC236}">
                    <a16:creationId xmlns:a16="http://schemas.microsoft.com/office/drawing/2014/main" id="{F3D80D4E-21FD-8E4F-BCC2-F182D2FB139B}"/>
                  </a:ext>
                </a:extLst>
              </p:cNvPr>
              <p:cNvSpPr/>
              <p:nvPr userDrawn="1"/>
            </p:nvSpPr>
            <p:spPr>
              <a:xfrm>
                <a:off x="8674100" y="1720842"/>
                <a:ext cx="1704340" cy="304800"/>
              </a:xfrm>
              <a:prstGeom prst="rect">
                <a:avLst/>
              </a:prstGeom>
              <a:solidFill>
                <a:srgbClr val="A5172E">
                  <a:lumMod val="40000"/>
                  <a:lumOff val="6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39" name="Group 438">
              <a:extLst>
                <a:ext uri="{FF2B5EF4-FFF2-40B4-BE49-F238E27FC236}">
                  <a16:creationId xmlns:a16="http://schemas.microsoft.com/office/drawing/2014/main" id="{772AB51C-F49A-0A4A-BA0B-000FC84A5867}"/>
                </a:ext>
              </a:extLst>
            </p:cNvPr>
            <p:cNvGrpSpPr/>
            <p:nvPr userDrawn="1"/>
          </p:nvGrpSpPr>
          <p:grpSpPr>
            <a:xfrm>
              <a:off x="0" y="1720842"/>
              <a:ext cx="304800" cy="304800"/>
              <a:chOff x="4748283" y="3386554"/>
              <a:chExt cx="548640" cy="548640"/>
            </a:xfrm>
          </p:grpSpPr>
          <p:sp>
            <p:nvSpPr>
              <p:cNvPr id="470" name="Rectangle 469">
                <a:extLst>
                  <a:ext uri="{FF2B5EF4-FFF2-40B4-BE49-F238E27FC236}">
                    <a16:creationId xmlns:a16="http://schemas.microsoft.com/office/drawing/2014/main" id="{E4A75E68-C0BB-4840-B07F-1D82C5547F73}"/>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1" name="Rectangle 470">
                <a:extLst>
                  <a:ext uri="{FF2B5EF4-FFF2-40B4-BE49-F238E27FC236}">
                    <a16:creationId xmlns:a16="http://schemas.microsoft.com/office/drawing/2014/main" id="{8DD8EBE3-10D1-3E44-85FC-03439E297582}"/>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2" name="Rectangle 471">
                <a:extLst>
                  <a:ext uri="{FF2B5EF4-FFF2-40B4-BE49-F238E27FC236}">
                    <a16:creationId xmlns:a16="http://schemas.microsoft.com/office/drawing/2014/main" id="{6AEBDBAB-049C-C94F-BA15-670FE7786BB7}"/>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3" name="Rectangle 472">
                <a:extLst>
                  <a:ext uri="{FF2B5EF4-FFF2-40B4-BE49-F238E27FC236}">
                    <a16:creationId xmlns:a16="http://schemas.microsoft.com/office/drawing/2014/main" id="{1839B25E-E114-E34C-A32D-6D7EC38B1EE9}"/>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40" name="Group 439">
              <a:extLst>
                <a:ext uri="{FF2B5EF4-FFF2-40B4-BE49-F238E27FC236}">
                  <a16:creationId xmlns:a16="http://schemas.microsoft.com/office/drawing/2014/main" id="{C4B9E153-27EB-B040-BCE0-309BDB8E8CDA}"/>
                </a:ext>
              </a:extLst>
            </p:cNvPr>
            <p:cNvGrpSpPr/>
            <p:nvPr userDrawn="1"/>
          </p:nvGrpSpPr>
          <p:grpSpPr>
            <a:xfrm>
              <a:off x="11887200" y="1720842"/>
              <a:ext cx="304800" cy="304800"/>
              <a:chOff x="11887200" y="3048000"/>
              <a:chExt cx="304800" cy="304800"/>
            </a:xfrm>
          </p:grpSpPr>
          <p:sp>
            <p:nvSpPr>
              <p:cNvPr id="466" name="Rectangle 465">
                <a:extLst>
                  <a:ext uri="{FF2B5EF4-FFF2-40B4-BE49-F238E27FC236}">
                    <a16:creationId xmlns:a16="http://schemas.microsoft.com/office/drawing/2014/main" id="{A27F3C4E-60C9-0441-BB28-DA297CC18C6B}"/>
                  </a:ext>
                </a:extLst>
              </p:cNvPr>
              <p:cNvSpPr/>
              <p:nvPr userDrawn="1"/>
            </p:nvSpPr>
            <p:spPr>
              <a:xfrm>
                <a:off x="12039600" y="32004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67" name="Rectangle 466">
                <a:extLst>
                  <a:ext uri="{FF2B5EF4-FFF2-40B4-BE49-F238E27FC236}">
                    <a16:creationId xmlns:a16="http://schemas.microsoft.com/office/drawing/2014/main" id="{21B5179C-3F21-4540-9AFE-2D927DFF8388}"/>
                  </a:ext>
                </a:extLst>
              </p:cNvPr>
              <p:cNvSpPr/>
              <p:nvPr userDrawn="1"/>
            </p:nvSpPr>
            <p:spPr>
              <a:xfrm>
                <a:off x="11887200" y="32004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68" name="Rectangle 467">
                <a:extLst>
                  <a:ext uri="{FF2B5EF4-FFF2-40B4-BE49-F238E27FC236}">
                    <a16:creationId xmlns:a16="http://schemas.microsoft.com/office/drawing/2014/main" id="{B81BD9A7-26C8-F74E-81CB-41418ED62A1D}"/>
                  </a:ext>
                </a:extLst>
              </p:cNvPr>
              <p:cNvSpPr/>
              <p:nvPr userDrawn="1"/>
            </p:nvSpPr>
            <p:spPr>
              <a:xfrm>
                <a:off x="12039600" y="30480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69" name="Rectangle 468">
                <a:extLst>
                  <a:ext uri="{FF2B5EF4-FFF2-40B4-BE49-F238E27FC236}">
                    <a16:creationId xmlns:a16="http://schemas.microsoft.com/office/drawing/2014/main" id="{D9514B8E-A753-2045-AAAA-E16B50514554}"/>
                  </a:ext>
                </a:extLst>
              </p:cNvPr>
              <p:cNvSpPr/>
              <p:nvPr userDrawn="1"/>
            </p:nvSpPr>
            <p:spPr>
              <a:xfrm>
                <a:off x="11887200" y="30480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41" name="Group 440">
              <a:extLst>
                <a:ext uri="{FF2B5EF4-FFF2-40B4-BE49-F238E27FC236}">
                  <a16:creationId xmlns:a16="http://schemas.microsoft.com/office/drawing/2014/main" id="{ECC44206-FD2E-F94D-9B86-B800910A14FE}"/>
                </a:ext>
              </a:extLst>
            </p:cNvPr>
            <p:cNvGrpSpPr/>
            <p:nvPr userDrawn="1"/>
          </p:nvGrpSpPr>
          <p:grpSpPr>
            <a:xfrm>
              <a:off x="1984915" y="1720842"/>
              <a:ext cx="304800" cy="304800"/>
              <a:chOff x="4748283" y="3386554"/>
              <a:chExt cx="548640" cy="548640"/>
            </a:xfrm>
          </p:grpSpPr>
          <p:sp>
            <p:nvSpPr>
              <p:cNvPr id="462" name="Rectangle 461">
                <a:extLst>
                  <a:ext uri="{FF2B5EF4-FFF2-40B4-BE49-F238E27FC236}">
                    <a16:creationId xmlns:a16="http://schemas.microsoft.com/office/drawing/2014/main" id="{C8BDDAA8-114B-3A4F-958C-920C69378416}"/>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63" name="Rectangle 462">
                <a:extLst>
                  <a:ext uri="{FF2B5EF4-FFF2-40B4-BE49-F238E27FC236}">
                    <a16:creationId xmlns:a16="http://schemas.microsoft.com/office/drawing/2014/main" id="{66EB955B-9466-F243-B786-3F7895B36FE2}"/>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64" name="Rectangle 463">
                <a:extLst>
                  <a:ext uri="{FF2B5EF4-FFF2-40B4-BE49-F238E27FC236}">
                    <a16:creationId xmlns:a16="http://schemas.microsoft.com/office/drawing/2014/main" id="{57AC506A-54E9-7442-9D5A-739F9BC156CE}"/>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65" name="Rectangle 464">
                <a:extLst>
                  <a:ext uri="{FF2B5EF4-FFF2-40B4-BE49-F238E27FC236}">
                    <a16:creationId xmlns:a16="http://schemas.microsoft.com/office/drawing/2014/main" id="{989669EA-D5BB-2749-A33E-897415693EA0}"/>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42" name="Group 441">
              <a:extLst>
                <a:ext uri="{FF2B5EF4-FFF2-40B4-BE49-F238E27FC236}">
                  <a16:creationId xmlns:a16="http://schemas.microsoft.com/office/drawing/2014/main" id="{2BF5526E-DA20-1A47-B1EC-05FCC4F811A6}"/>
                </a:ext>
              </a:extLst>
            </p:cNvPr>
            <p:cNvGrpSpPr/>
            <p:nvPr userDrawn="1"/>
          </p:nvGrpSpPr>
          <p:grpSpPr>
            <a:xfrm>
              <a:off x="3962829" y="1720842"/>
              <a:ext cx="304800" cy="304800"/>
              <a:chOff x="4748283" y="3386554"/>
              <a:chExt cx="548640" cy="548640"/>
            </a:xfrm>
          </p:grpSpPr>
          <p:sp>
            <p:nvSpPr>
              <p:cNvPr id="458" name="Rectangle 457">
                <a:extLst>
                  <a:ext uri="{FF2B5EF4-FFF2-40B4-BE49-F238E27FC236}">
                    <a16:creationId xmlns:a16="http://schemas.microsoft.com/office/drawing/2014/main" id="{C1CA3603-5759-F245-A0BC-7AC94B98ACB3}"/>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59" name="Rectangle 458">
                <a:extLst>
                  <a:ext uri="{FF2B5EF4-FFF2-40B4-BE49-F238E27FC236}">
                    <a16:creationId xmlns:a16="http://schemas.microsoft.com/office/drawing/2014/main" id="{E65062EA-2737-9F4A-AC6D-377AEBB24DA8}"/>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60" name="Rectangle 459">
                <a:extLst>
                  <a:ext uri="{FF2B5EF4-FFF2-40B4-BE49-F238E27FC236}">
                    <a16:creationId xmlns:a16="http://schemas.microsoft.com/office/drawing/2014/main" id="{5EFA2540-BC53-0A4B-818C-23B0B9216130}"/>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61" name="Rectangle 460">
                <a:extLst>
                  <a:ext uri="{FF2B5EF4-FFF2-40B4-BE49-F238E27FC236}">
                    <a16:creationId xmlns:a16="http://schemas.microsoft.com/office/drawing/2014/main" id="{A365443A-BD5B-D543-A1BC-48CD7E25F9B4}"/>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43" name="Group 442">
              <a:extLst>
                <a:ext uri="{FF2B5EF4-FFF2-40B4-BE49-F238E27FC236}">
                  <a16:creationId xmlns:a16="http://schemas.microsoft.com/office/drawing/2014/main" id="{3E69FC19-CB83-6F45-8D1E-A4DC1CCCC32E}"/>
                </a:ext>
              </a:extLst>
            </p:cNvPr>
            <p:cNvGrpSpPr/>
            <p:nvPr userDrawn="1"/>
          </p:nvGrpSpPr>
          <p:grpSpPr>
            <a:xfrm>
              <a:off x="5941695" y="1720842"/>
              <a:ext cx="304800" cy="304800"/>
              <a:chOff x="4748283" y="3386554"/>
              <a:chExt cx="548640" cy="548640"/>
            </a:xfrm>
          </p:grpSpPr>
          <p:sp>
            <p:nvSpPr>
              <p:cNvPr id="454" name="Rectangle 453">
                <a:extLst>
                  <a:ext uri="{FF2B5EF4-FFF2-40B4-BE49-F238E27FC236}">
                    <a16:creationId xmlns:a16="http://schemas.microsoft.com/office/drawing/2014/main" id="{D57A09A4-5C22-CA4B-BB1C-F7672C2AA69A}"/>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55" name="Rectangle 454">
                <a:extLst>
                  <a:ext uri="{FF2B5EF4-FFF2-40B4-BE49-F238E27FC236}">
                    <a16:creationId xmlns:a16="http://schemas.microsoft.com/office/drawing/2014/main" id="{17C22FAC-AC42-6E43-ACA2-58810E6D49CC}"/>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56" name="Rectangle 455">
                <a:extLst>
                  <a:ext uri="{FF2B5EF4-FFF2-40B4-BE49-F238E27FC236}">
                    <a16:creationId xmlns:a16="http://schemas.microsoft.com/office/drawing/2014/main" id="{5E375788-6501-DC47-A513-CA1940784EF3}"/>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57" name="Rectangle 456">
                <a:extLst>
                  <a:ext uri="{FF2B5EF4-FFF2-40B4-BE49-F238E27FC236}">
                    <a16:creationId xmlns:a16="http://schemas.microsoft.com/office/drawing/2014/main" id="{EDD8D43C-CFFB-4247-9B73-EFA60807FF1B}"/>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44" name="Group 443">
              <a:extLst>
                <a:ext uri="{FF2B5EF4-FFF2-40B4-BE49-F238E27FC236}">
                  <a16:creationId xmlns:a16="http://schemas.microsoft.com/office/drawing/2014/main" id="{88078022-BDD1-E941-A76D-8B2EA55DF35C}"/>
                </a:ext>
              </a:extLst>
            </p:cNvPr>
            <p:cNvGrpSpPr/>
            <p:nvPr userDrawn="1"/>
          </p:nvGrpSpPr>
          <p:grpSpPr>
            <a:xfrm>
              <a:off x="7925379" y="1720842"/>
              <a:ext cx="304800" cy="304800"/>
              <a:chOff x="4748283" y="3386554"/>
              <a:chExt cx="548640" cy="548640"/>
            </a:xfrm>
          </p:grpSpPr>
          <p:sp>
            <p:nvSpPr>
              <p:cNvPr id="450" name="Rectangle 449">
                <a:extLst>
                  <a:ext uri="{FF2B5EF4-FFF2-40B4-BE49-F238E27FC236}">
                    <a16:creationId xmlns:a16="http://schemas.microsoft.com/office/drawing/2014/main" id="{46CFF03B-0578-744C-B497-C6A70789806B}"/>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51" name="Rectangle 450">
                <a:extLst>
                  <a:ext uri="{FF2B5EF4-FFF2-40B4-BE49-F238E27FC236}">
                    <a16:creationId xmlns:a16="http://schemas.microsoft.com/office/drawing/2014/main" id="{E832363E-13BD-AE41-B338-5CE369511D0E}"/>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52" name="Rectangle 451">
                <a:extLst>
                  <a:ext uri="{FF2B5EF4-FFF2-40B4-BE49-F238E27FC236}">
                    <a16:creationId xmlns:a16="http://schemas.microsoft.com/office/drawing/2014/main" id="{7F3C2F47-5852-FE46-A6B8-0240E7FB37E8}"/>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53" name="Rectangle 452">
                <a:extLst>
                  <a:ext uri="{FF2B5EF4-FFF2-40B4-BE49-F238E27FC236}">
                    <a16:creationId xmlns:a16="http://schemas.microsoft.com/office/drawing/2014/main" id="{62234A22-B732-8643-8B93-EDA7BEDDA589}"/>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45" name="Group 444">
              <a:extLst>
                <a:ext uri="{FF2B5EF4-FFF2-40B4-BE49-F238E27FC236}">
                  <a16:creationId xmlns:a16="http://schemas.microsoft.com/office/drawing/2014/main" id="{3B83FBB8-0104-2A44-B8DB-E77F2800533E}"/>
                </a:ext>
              </a:extLst>
            </p:cNvPr>
            <p:cNvGrpSpPr/>
            <p:nvPr userDrawn="1"/>
          </p:nvGrpSpPr>
          <p:grpSpPr>
            <a:xfrm>
              <a:off x="9906579" y="1720842"/>
              <a:ext cx="304800" cy="304800"/>
              <a:chOff x="4748283" y="3386554"/>
              <a:chExt cx="548640" cy="548640"/>
            </a:xfrm>
          </p:grpSpPr>
          <p:sp>
            <p:nvSpPr>
              <p:cNvPr id="446" name="Rectangle 445">
                <a:extLst>
                  <a:ext uri="{FF2B5EF4-FFF2-40B4-BE49-F238E27FC236}">
                    <a16:creationId xmlns:a16="http://schemas.microsoft.com/office/drawing/2014/main" id="{41E071DB-0DDA-B34C-AB39-A3E6C3A412DA}"/>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47" name="Rectangle 446">
                <a:extLst>
                  <a:ext uri="{FF2B5EF4-FFF2-40B4-BE49-F238E27FC236}">
                    <a16:creationId xmlns:a16="http://schemas.microsoft.com/office/drawing/2014/main" id="{4B7E35A1-132C-754F-950B-7CBCB087D913}"/>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48" name="Rectangle 447">
                <a:extLst>
                  <a:ext uri="{FF2B5EF4-FFF2-40B4-BE49-F238E27FC236}">
                    <a16:creationId xmlns:a16="http://schemas.microsoft.com/office/drawing/2014/main" id="{20745239-C123-C44A-BB88-8EB50EDE843F}"/>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49" name="Rectangle 448">
                <a:extLst>
                  <a:ext uri="{FF2B5EF4-FFF2-40B4-BE49-F238E27FC236}">
                    <a16:creationId xmlns:a16="http://schemas.microsoft.com/office/drawing/2014/main" id="{55EBCF78-5308-C540-ABE3-CAF92FF8F600}"/>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sp>
        <p:nvSpPr>
          <p:cNvPr id="480" name="TextBox 479">
            <a:extLst>
              <a:ext uri="{FF2B5EF4-FFF2-40B4-BE49-F238E27FC236}">
                <a16:creationId xmlns:a16="http://schemas.microsoft.com/office/drawing/2014/main" id="{342D7EB4-B12F-644A-9E0A-98B8EF09117E}"/>
              </a:ext>
            </a:extLst>
          </p:cNvPr>
          <p:cNvSpPr txBox="1"/>
          <p:nvPr userDrawn="1"/>
        </p:nvSpPr>
        <p:spPr>
          <a:xfrm>
            <a:off x="228600" y="2345166"/>
            <a:ext cx="468077" cy="138499"/>
          </a:xfrm>
          <a:prstGeom prst="rect">
            <a:avLst/>
          </a:prstGeom>
          <a:noFill/>
        </p:spPr>
        <p:txBody>
          <a:bodyPr wrap="none" lIns="0" tIns="0" rIns="0" bIns="0"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6 column</a:t>
            </a:r>
          </a:p>
        </p:txBody>
      </p:sp>
      <p:sp>
        <p:nvSpPr>
          <p:cNvPr id="481" name="TextBox 480">
            <a:extLst>
              <a:ext uri="{FF2B5EF4-FFF2-40B4-BE49-F238E27FC236}">
                <a16:creationId xmlns:a16="http://schemas.microsoft.com/office/drawing/2014/main" id="{7056B7B5-7702-9842-8ACC-189B0B1EC818}"/>
              </a:ext>
            </a:extLst>
          </p:cNvPr>
          <p:cNvSpPr txBox="1"/>
          <p:nvPr userDrawn="1"/>
        </p:nvSpPr>
        <p:spPr>
          <a:xfrm>
            <a:off x="228600" y="2867335"/>
            <a:ext cx="468077" cy="138499"/>
          </a:xfrm>
          <a:prstGeom prst="rect">
            <a:avLst/>
          </a:prstGeom>
          <a:noFill/>
        </p:spPr>
        <p:txBody>
          <a:bodyPr wrap="none" lIns="0" tIns="0" rIns="0" bIns="0"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5 column</a:t>
            </a:r>
          </a:p>
        </p:txBody>
      </p:sp>
      <p:sp>
        <p:nvSpPr>
          <p:cNvPr id="482" name="TextBox 481">
            <a:extLst>
              <a:ext uri="{FF2B5EF4-FFF2-40B4-BE49-F238E27FC236}">
                <a16:creationId xmlns:a16="http://schemas.microsoft.com/office/drawing/2014/main" id="{86211BCB-2DF9-6644-8DCD-BC5B31A507D4}"/>
              </a:ext>
            </a:extLst>
          </p:cNvPr>
          <p:cNvSpPr txBox="1"/>
          <p:nvPr userDrawn="1"/>
        </p:nvSpPr>
        <p:spPr>
          <a:xfrm>
            <a:off x="228600" y="3342468"/>
            <a:ext cx="468077" cy="138499"/>
          </a:xfrm>
          <a:prstGeom prst="rect">
            <a:avLst/>
          </a:prstGeom>
          <a:noFill/>
        </p:spPr>
        <p:txBody>
          <a:bodyPr wrap="none" lIns="0" tIns="0" rIns="0" bIns="0"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4 column</a:t>
            </a:r>
          </a:p>
        </p:txBody>
      </p:sp>
      <p:sp>
        <p:nvSpPr>
          <p:cNvPr id="483" name="TextBox 482">
            <a:extLst>
              <a:ext uri="{FF2B5EF4-FFF2-40B4-BE49-F238E27FC236}">
                <a16:creationId xmlns:a16="http://schemas.microsoft.com/office/drawing/2014/main" id="{480A6B41-B33C-4544-AA80-B05EA7E4F5F8}"/>
              </a:ext>
            </a:extLst>
          </p:cNvPr>
          <p:cNvSpPr txBox="1"/>
          <p:nvPr userDrawn="1"/>
        </p:nvSpPr>
        <p:spPr>
          <a:xfrm>
            <a:off x="228600" y="3821179"/>
            <a:ext cx="468077" cy="138499"/>
          </a:xfrm>
          <a:prstGeom prst="rect">
            <a:avLst/>
          </a:prstGeom>
          <a:noFill/>
        </p:spPr>
        <p:txBody>
          <a:bodyPr wrap="none" lIns="0" tIns="0" rIns="0" bIns="0"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3 column</a:t>
            </a:r>
          </a:p>
        </p:txBody>
      </p:sp>
      <p:sp>
        <p:nvSpPr>
          <p:cNvPr id="484" name="TextBox 483">
            <a:extLst>
              <a:ext uri="{FF2B5EF4-FFF2-40B4-BE49-F238E27FC236}">
                <a16:creationId xmlns:a16="http://schemas.microsoft.com/office/drawing/2014/main" id="{29F7A788-CE98-6246-ADB3-ACDB5AD10573}"/>
              </a:ext>
            </a:extLst>
          </p:cNvPr>
          <p:cNvSpPr txBox="1"/>
          <p:nvPr userDrawn="1"/>
        </p:nvSpPr>
        <p:spPr>
          <a:xfrm>
            <a:off x="228600" y="4313495"/>
            <a:ext cx="468077" cy="138499"/>
          </a:xfrm>
          <a:prstGeom prst="rect">
            <a:avLst/>
          </a:prstGeom>
          <a:noFill/>
        </p:spPr>
        <p:txBody>
          <a:bodyPr wrap="none" lIns="0" tIns="0" rIns="0" bIns="0"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2 column</a:t>
            </a:r>
          </a:p>
        </p:txBody>
      </p:sp>
      <p:sp>
        <p:nvSpPr>
          <p:cNvPr id="164" name="Slide Number Placeholder 2">
            <a:extLst>
              <a:ext uri="{FF2B5EF4-FFF2-40B4-BE49-F238E27FC236}">
                <a16:creationId xmlns:a16="http://schemas.microsoft.com/office/drawing/2014/main" id="{F03B75DB-F93B-BB4A-88B7-BC503665EB12}"/>
              </a:ext>
            </a:extLst>
          </p:cNvPr>
          <p:cNvSpPr>
            <a:spLocks noGrp="1"/>
          </p:cNvSpPr>
          <p:nvPr>
            <p:ph type="sldNum" sz="quarter" idx="10"/>
          </p:nvPr>
        </p:nvSpPr>
        <p:spPr>
          <a:xfrm>
            <a:off x="1" y="4914901"/>
            <a:ext cx="228599" cy="228599"/>
          </a:xfrm>
        </p:spPr>
        <p:txBody>
          <a:bodyPr/>
          <a:lstStyle/>
          <a:p>
            <a:fld id="{89006F1E-66CD-4A4B-9370-B4A3080F0E6C}" type="slidenum">
              <a:rPr lang="en-US" smtClean="0"/>
              <a:pPr/>
              <a:t>‹#›</a:t>
            </a:fld>
            <a:endParaRPr lang="en-US"/>
          </a:p>
        </p:txBody>
      </p:sp>
      <p:sp>
        <p:nvSpPr>
          <p:cNvPr id="165" name="Footer Placeholder 1">
            <a:extLst>
              <a:ext uri="{FF2B5EF4-FFF2-40B4-BE49-F238E27FC236}">
                <a16:creationId xmlns:a16="http://schemas.microsoft.com/office/drawing/2014/main" id="{32024396-8CE7-064A-913E-52749C1A59C6}"/>
              </a:ext>
            </a:extLst>
          </p:cNvPr>
          <p:cNvSpPr>
            <a:spLocks noGrp="1"/>
          </p:cNvSpPr>
          <p:nvPr>
            <p:ph type="ftr" sz="quarter" idx="14"/>
          </p:nvPr>
        </p:nvSpPr>
        <p:spPr>
          <a:xfrm>
            <a:off x="228600" y="4914901"/>
            <a:ext cx="4343401" cy="2286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 |  03 Jun 2024</a:t>
            </a:r>
          </a:p>
        </p:txBody>
      </p:sp>
      <p:grpSp>
        <p:nvGrpSpPr>
          <p:cNvPr id="12" name="Group 11">
            <a:extLst>
              <a:ext uri="{FF2B5EF4-FFF2-40B4-BE49-F238E27FC236}">
                <a16:creationId xmlns:a16="http://schemas.microsoft.com/office/drawing/2014/main" id="{6F86E547-682A-6B4F-B0EC-65D336F3A540}"/>
              </a:ext>
            </a:extLst>
          </p:cNvPr>
          <p:cNvGrpSpPr/>
          <p:nvPr userDrawn="1"/>
        </p:nvGrpSpPr>
        <p:grpSpPr>
          <a:xfrm>
            <a:off x="225170" y="657226"/>
            <a:ext cx="8690229" cy="4257674"/>
            <a:chOff x="300227" y="876301"/>
            <a:chExt cx="11586972" cy="5676899"/>
          </a:xfrm>
        </p:grpSpPr>
        <p:sp>
          <p:nvSpPr>
            <p:cNvPr id="3" name="Rectangle 2">
              <a:extLst>
                <a:ext uri="{FF2B5EF4-FFF2-40B4-BE49-F238E27FC236}">
                  <a16:creationId xmlns:a16="http://schemas.microsoft.com/office/drawing/2014/main" id="{8EE04DA2-78B1-A642-A2C2-0873783B7B9C}"/>
                </a:ext>
              </a:extLst>
            </p:cNvPr>
            <p:cNvSpPr/>
            <p:nvPr userDrawn="1"/>
          </p:nvSpPr>
          <p:spPr>
            <a:xfrm>
              <a:off x="300227" y="876301"/>
              <a:ext cx="11586972" cy="5676899"/>
            </a:xfrm>
            <a:prstGeom prst="rect">
              <a:avLst/>
            </a:prstGeom>
            <a:noFill/>
            <a:ln>
              <a:solidFill>
                <a:schemeClr val="accent5">
                  <a:lumMod val="60000"/>
                  <a:lumOff val="40000"/>
                </a:schemeClr>
              </a:solidFill>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050"/>
            </a:p>
          </p:txBody>
        </p:sp>
        <p:cxnSp>
          <p:nvCxnSpPr>
            <p:cNvPr id="5" name="Straight Arrow Connector 4">
              <a:extLst>
                <a:ext uri="{FF2B5EF4-FFF2-40B4-BE49-F238E27FC236}">
                  <a16:creationId xmlns:a16="http://schemas.microsoft.com/office/drawing/2014/main" id="{73EED049-4AD2-0B49-BBEA-A4247ECC89A5}"/>
                </a:ext>
              </a:extLst>
            </p:cNvPr>
            <p:cNvCxnSpPr/>
            <p:nvPr userDrawn="1"/>
          </p:nvCxnSpPr>
          <p:spPr>
            <a:xfrm>
              <a:off x="474651" y="876301"/>
              <a:ext cx="0" cy="174504"/>
            </a:xfrm>
            <a:prstGeom prst="straightConnector1">
              <a:avLst/>
            </a:prstGeom>
            <a:ln w="12700">
              <a:solidFill>
                <a:schemeClr val="accent5"/>
              </a:solidFill>
              <a:tailEnd type="arrow"/>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1BA01FDD-B887-5D48-9BCC-AB3E59DA8C44}"/>
                </a:ext>
              </a:extLst>
            </p:cNvPr>
            <p:cNvSpPr txBox="1"/>
            <p:nvPr userDrawn="1"/>
          </p:nvSpPr>
          <p:spPr>
            <a:xfrm>
              <a:off x="579276" y="905884"/>
              <a:ext cx="3517997" cy="174504"/>
            </a:xfrm>
            <a:prstGeom prst="rect">
              <a:avLst/>
            </a:prstGeom>
            <a:noFill/>
          </p:spPr>
          <p:txBody>
            <a:bodyPr wrap="none" lIns="0" tIns="0" rIns="0" bIns="0" rtlCol="0">
              <a:normAutofit/>
            </a:bodyPr>
            <a:lstStyle/>
            <a:p>
              <a:pPr marL="0" indent="0" algn="l" defTabSz="685800">
                <a:lnSpc>
                  <a:spcPct val="120000"/>
                </a:lnSpc>
                <a:spcBef>
                  <a:spcPts val="150"/>
                </a:spcBef>
                <a:buClr>
                  <a:schemeClr val="tx2"/>
                </a:buClr>
                <a:buSzPct val="100000"/>
                <a:buFont typeface="Arial" panose="020B0604020202020204" pitchFamily="34" charset="0"/>
                <a:buNone/>
              </a:pPr>
              <a:r>
                <a:rPr lang="en-US" sz="788"/>
                <a:t>Safe zone</a:t>
              </a:r>
            </a:p>
          </p:txBody>
        </p:sp>
        <p:cxnSp>
          <p:nvCxnSpPr>
            <p:cNvPr id="171" name="Straight Arrow Connector 170">
              <a:extLst>
                <a:ext uri="{FF2B5EF4-FFF2-40B4-BE49-F238E27FC236}">
                  <a16:creationId xmlns:a16="http://schemas.microsoft.com/office/drawing/2014/main" id="{9BD67516-3606-FF42-BF2C-613E58799753}"/>
                </a:ext>
              </a:extLst>
            </p:cNvPr>
            <p:cNvCxnSpPr/>
            <p:nvPr userDrawn="1"/>
          </p:nvCxnSpPr>
          <p:spPr>
            <a:xfrm>
              <a:off x="474651" y="1455311"/>
              <a:ext cx="0" cy="174504"/>
            </a:xfrm>
            <a:prstGeom prst="straightConnector1">
              <a:avLst/>
            </a:prstGeom>
            <a:ln w="12700">
              <a:solidFill>
                <a:schemeClr val="accent5"/>
              </a:solidFill>
              <a:tailEnd type="arrow"/>
            </a:ln>
          </p:spPr>
          <p:style>
            <a:lnRef idx="1">
              <a:schemeClr val="accent1"/>
            </a:lnRef>
            <a:fillRef idx="0">
              <a:schemeClr val="accent1"/>
            </a:fillRef>
            <a:effectRef idx="0">
              <a:schemeClr val="accent1"/>
            </a:effectRef>
            <a:fontRef idx="minor">
              <a:schemeClr val="tx1"/>
            </a:fontRef>
          </p:style>
        </p:cxnSp>
        <p:sp>
          <p:nvSpPr>
            <p:cNvPr id="172" name="TextBox 171">
              <a:extLst>
                <a:ext uri="{FF2B5EF4-FFF2-40B4-BE49-F238E27FC236}">
                  <a16:creationId xmlns:a16="http://schemas.microsoft.com/office/drawing/2014/main" id="{4E864EDE-9D5F-984C-A44E-2B8534B762A2}"/>
                </a:ext>
              </a:extLst>
            </p:cNvPr>
            <p:cNvSpPr txBox="1"/>
            <p:nvPr userDrawn="1"/>
          </p:nvSpPr>
          <p:spPr>
            <a:xfrm>
              <a:off x="579276" y="1484894"/>
              <a:ext cx="3517997" cy="174504"/>
            </a:xfrm>
            <a:prstGeom prst="rect">
              <a:avLst/>
            </a:prstGeom>
            <a:noFill/>
          </p:spPr>
          <p:txBody>
            <a:bodyPr wrap="none" lIns="0" tIns="0" rIns="0" bIns="0" rtlCol="0">
              <a:normAutofit/>
            </a:bodyPr>
            <a:lstStyle/>
            <a:p>
              <a:pPr marL="0" indent="0" algn="l" defTabSz="685800">
                <a:lnSpc>
                  <a:spcPct val="120000"/>
                </a:lnSpc>
                <a:spcBef>
                  <a:spcPts val="150"/>
                </a:spcBef>
                <a:buClr>
                  <a:schemeClr val="tx2"/>
                </a:buClr>
                <a:buSzPct val="100000"/>
                <a:buFont typeface="Arial" panose="020B0604020202020204" pitchFamily="34" charset="0"/>
                <a:buNone/>
              </a:pPr>
              <a:r>
                <a:rPr lang="en-US" sz="788"/>
                <a:t>Safe zone with sub-title</a:t>
              </a:r>
            </a:p>
          </p:txBody>
        </p:sp>
        <p:cxnSp>
          <p:nvCxnSpPr>
            <p:cNvPr id="8" name="Straight Connector 7">
              <a:extLst>
                <a:ext uri="{FF2B5EF4-FFF2-40B4-BE49-F238E27FC236}">
                  <a16:creationId xmlns:a16="http://schemas.microsoft.com/office/drawing/2014/main" id="{11BD3366-59E4-7A48-9F82-4F24D0C736CB}"/>
                </a:ext>
              </a:extLst>
            </p:cNvPr>
            <p:cNvCxnSpPr>
              <a:cxnSpLocks/>
            </p:cNvCxnSpPr>
            <p:nvPr userDrawn="1"/>
          </p:nvCxnSpPr>
          <p:spPr>
            <a:xfrm>
              <a:off x="300227" y="1455311"/>
              <a:ext cx="11586972" cy="0"/>
            </a:xfrm>
            <a:prstGeom prst="line">
              <a:avLst/>
            </a:prstGeom>
            <a:noFill/>
            <a:ln>
              <a:solidFill>
                <a:schemeClr val="accent5">
                  <a:lumMod val="60000"/>
                  <a:lumOff val="40000"/>
                </a:schemeClr>
              </a:solidFill>
              <a:prstDash val="dash"/>
            </a:ln>
          </p:spPr>
          <p:style>
            <a:lnRef idx="2">
              <a:schemeClr val="accent6"/>
            </a:lnRef>
            <a:fillRef idx="1">
              <a:schemeClr val="lt1"/>
            </a:fillRef>
            <a:effectRef idx="0">
              <a:schemeClr val="accent6"/>
            </a:effectRef>
            <a:fontRef idx="minor">
              <a:schemeClr val="dk1"/>
            </a:fontRef>
          </p:style>
        </p:cxnSp>
      </p:grpSp>
      <p:grpSp>
        <p:nvGrpSpPr>
          <p:cNvPr id="16" name="Group 15">
            <a:extLst>
              <a:ext uri="{FF2B5EF4-FFF2-40B4-BE49-F238E27FC236}">
                <a16:creationId xmlns:a16="http://schemas.microsoft.com/office/drawing/2014/main" id="{69B2DC8A-7A6F-9644-8D71-F808322A48E6}"/>
              </a:ext>
            </a:extLst>
          </p:cNvPr>
          <p:cNvGrpSpPr/>
          <p:nvPr userDrawn="1"/>
        </p:nvGrpSpPr>
        <p:grpSpPr>
          <a:xfrm>
            <a:off x="1562987" y="1188055"/>
            <a:ext cx="6018028" cy="1221044"/>
            <a:chOff x="2105247" y="1591161"/>
            <a:chExt cx="8024037" cy="1628059"/>
          </a:xfrm>
        </p:grpSpPr>
        <p:pic>
          <p:nvPicPr>
            <p:cNvPr id="180" name="Picture 179">
              <a:extLst>
                <a:ext uri="{FF2B5EF4-FFF2-40B4-BE49-F238E27FC236}">
                  <a16:creationId xmlns:a16="http://schemas.microsoft.com/office/drawing/2014/main" id="{7DE60FB9-62FE-9C46-B40B-0229DBC6F0D9}"/>
                </a:ext>
              </a:extLst>
            </p:cNvPr>
            <p:cNvPicPr>
              <a:picLocks noChangeAspect="1"/>
            </p:cNvPicPr>
            <p:nvPr userDrawn="1"/>
          </p:nvPicPr>
          <p:blipFill>
            <a:blip r:embed="rId2" cstate="screen">
              <a:duotone>
                <a:prstClr val="black"/>
                <a:schemeClr val="accent5">
                  <a:tint val="45000"/>
                  <a:satMod val="400000"/>
                </a:schemeClr>
              </a:duotone>
              <a:extLst>
                <a:ext uri="{28A0092B-C50C-407E-A947-70E740481C1C}">
                  <a14:useLocalDpi xmlns:a14="http://schemas.microsoft.com/office/drawing/2010/main"/>
                </a:ext>
              </a:extLst>
            </a:blip>
            <a:stretch>
              <a:fillRect/>
            </a:stretch>
          </p:blipFill>
          <p:spPr>
            <a:xfrm>
              <a:off x="3874331" y="1591161"/>
              <a:ext cx="4443338" cy="1542319"/>
            </a:xfrm>
            <a:prstGeom prst="rect">
              <a:avLst/>
            </a:prstGeom>
          </p:spPr>
        </p:pic>
        <p:sp>
          <p:nvSpPr>
            <p:cNvPr id="179" name="Parallelogram 178">
              <a:extLst>
                <a:ext uri="{FF2B5EF4-FFF2-40B4-BE49-F238E27FC236}">
                  <a16:creationId xmlns:a16="http://schemas.microsoft.com/office/drawing/2014/main" id="{C604ECB2-C049-5D43-9BEB-15DEE7EE1A1E}"/>
                </a:ext>
              </a:extLst>
            </p:cNvPr>
            <p:cNvSpPr>
              <a:spLocks/>
            </p:cNvSpPr>
            <p:nvPr userDrawn="1"/>
          </p:nvSpPr>
          <p:spPr bwMode="auto">
            <a:xfrm>
              <a:off x="2105247" y="1611455"/>
              <a:ext cx="8024037" cy="1607765"/>
            </a:xfrm>
            <a:prstGeom prst="parallelogram">
              <a:avLst>
                <a:gd name="adj" fmla="val 31844"/>
              </a:avLst>
            </a:prstGeom>
            <a:noFill/>
            <a:ln w="6350" cap="flat" cmpd="sng" algn="ctr">
              <a:solidFill>
                <a:schemeClr val="accent5">
                  <a:lumMod val="60000"/>
                  <a:lumOff val="4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685800" eaLnBrk="0" fontAlgn="base" hangingPunct="0">
                <a:spcBef>
                  <a:spcPct val="0"/>
                </a:spcBef>
                <a:spcAft>
                  <a:spcPct val="0"/>
                </a:spcAft>
              </a:pPr>
              <a:r>
                <a:rPr lang="en-US" sz="1350">
                  <a:latin typeface="Arial" pitchFamily="124" charset="0"/>
                </a:rPr>
                <a:t>     </a:t>
              </a:r>
            </a:p>
          </p:txBody>
        </p:sp>
        <p:cxnSp>
          <p:nvCxnSpPr>
            <p:cNvPr id="14" name="Straight Connector 13">
              <a:extLst>
                <a:ext uri="{FF2B5EF4-FFF2-40B4-BE49-F238E27FC236}">
                  <a16:creationId xmlns:a16="http://schemas.microsoft.com/office/drawing/2014/main" id="{995298F5-F7FE-A248-809C-3B79A412B130}"/>
                </a:ext>
              </a:extLst>
            </p:cNvPr>
            <p:cNvCxnSpPr/>
            <p:nvPr userDrawn="1"/>
          </p:nvCxnSpPr>
          <p:spPr>
            <a:xfrm flipV="1">
              <a:off x="6265284" y="1611455"/>
              <a:ext cx="516531" cy="1607765"/>
            </a:xfrm>
            <a:prstGeom prst="line">
              <a:avLst/>
            </a:prstGeom>
            <a:noFill/>
            <a:ln w="6350" cap="flat" cmpd="sng" algn="ctr">
              <a:solidFill>
                <a:schemeClr val="accent5">
                  <a:lumMod val="60000"/>
                  <a:lumOff val="40000"/>
                </a:schemeClr>
              </a:solidFill>
              <a:prstDash val="solid"/>
              <a:round/>
              <a:headEnd type="none" w="med" len="med"/>
              <a:tailEnd type="none" w="med" len="med"/>
            </a:ln>
            <a:effectLst/>
          </p:spPr>
        </p:cxnSp>
        <p:sp>
          <p:nvSpPr>
            <p:cNvPr id="186" name="TextBox 185">
              <a:extLst>
                <a:ext uri="{FF2B5EF4-FFF2-40B4-BE49-F238E27FC236}">
                  <a16:creationId xmlns:a16="http://schemas.microsoft.com/office/drawing/2014/main" id="{2E915A16-BE94-8648-888A-1C89BAA886EB}"/>
                </a:ext>
              </a:extLst>
            </p:cNvPr>
            <p:cNvSpPr txBox="1"/>
            <p:nvPr userDrawn="1"/>
          </p:nvSpPr>
          <p:spPr>
            <a:xfrm>
              <a:off x="2682698" y="2296374"/>
              <a:ext cx="873729" cy="174504"/>
            </a:xfrm>
            <a:prstGeom prst="rect">
              <a:avLst/>
            </a:prstGeom>
            <a:noFill/>
          </p:spPr>
          <p:txBody>
            <a:bodyPr wrap="none" lIns="0" tIns="0" rIns="0" bIns="0" rtlCol="0">
              <a:normAutofit/>
            </a:bodyPr>
            <a:lstStyle/>
            <a:p>
              <a:pPr marL="0" indent="0" algn="ctr" defTabSz="685800">
                <a:lnSpc>
                  <a:spcPct val="120000"/>
                </a:lnSpc>
                <a:spcBef>
                  <a:spcPts val="150"/>
                </a:spcBef>
                <a:buClr>
                  <a:schemeClr val="tx2"/>
                </a:buClr>
                <a:buSzPct val="100000"/>
                <a:buFont typeface="Arial" panose="020B0604020202020204" pitchFamily="34" charset="0"/>
                <a:buNone/>
              </a:pPr>
              <a:r>
                <a:rPr lang="en-US" sz="788"/>
                <a:t>Angle Guide</a:t>
              </a:r>
            </a:p>
          </p:txBody>
        </p:sp>
        <p:sp>
          <p:nvSpPr>
            <p:cNvPr id="187" name="TextBox 186">
              <a:extLst>
                <a:ext uri="{FF2B5EF4-FFF2-40B4-BE49-F238E27FC236}">
                  <a16:creationId xmlns:a16="http://schemas.microsoft.com/office/drawing/2014/main" id="{E5BD1D51-69A2-4F40-9366-6263E56C9410}"/>
                </a:ext>
              </a:extLst>
            </p:cNvPr>
            <p:cNvSpPr txBox="1"/>
            <p:nvPr userDrawn="1"/>
          </p:nvSpPr>
          <p:spPr>
            <a:xfrm>
              <a:off x="8580213" y="2296374"/>
              <a:ext cx="873729" cy="174504"/>
            </a:xfrm>
            <a:prstGeom prst="rect">
              <a:avLst/>
            </a:prstGeom>
            <a:noFill/>
          </p:spPr>
          <p:txBody>
            <a:bodyPr wrap="none" lIns="0" tIns="0" rIns="0" bIns="0" rtlCol="0">
              <a:normAutofit/>
            </a:bodyPr>
            <a:lstStyle/>
            <a:p>
              <a:pPr marL="0" indent="0" algn="ctr" defTabSz="685800">
                <a:lnSpc>
                  <a:spcPct val="120000"/>
                </a:lnSpc>
                <a:spcBef>
                  <a:spcPts val="150"/>
                </a:spcBef>
                <a:buClr>
                  <a:schemeClr val="tx2"/>
                </a:buClr>
                <a:buSzPct val="100000"/>
                <a:buFont typeface="Arial" panose="020B0604020202020204" pitchFamily="34" charset="0"/>
                <a:buNone/>
              </a:pPr>
              <a:r>
                <a:rPr lang="en-US" sz="788"/>
                <a:t>Angle Guide</a:t>
              </a:r>
            </a:p>
          </p:txBody>
        </p:sp>
        <p:cxnSp>
          <p:nvCxnSpPr>
            <p:cNvPr id="189" name="Straight Connector 188">
              <a:extLst>
                <a:ext uri="{FF2B5EF4-FFF2-40B4-BE49-F238E27FC236}">
                  <a16:creationId xmlns:a16="http://schemas.microsoft.com/office/drawing/2014/main" id="{C216DAF5-4369-B241-B946-0ED9F3E7EC5D}"/>
                </a:ext>
              </a:extLst>
            </p:cNvPr>
            <p:cNvCxnSpPr/>
            <p:nvPr userDrawn="1"/>
          </p:nvCxnSpPr>
          <p:spPr>
            <a:xfrm flipV="1">
              <a:off x="3649675" y="1611455"/>
              <a:ext cx="516531" cy="1607765"/>
            </a:xfrm>
            <a:prstGeom prst="line">
              <a:avLst/>
            </a:prstGeom>
            <a:noFill/>
            <a:ln w="6350" cap="flat" cmpd="sng" algn="ctr">
              <a:solidFill>
                <a:schemeClr val="accent5">
                  <a:lumMod val="60000"/>
                  <a:lumOff val="40000"/>
                </a:schemeClr>
              </a:solidFill>
              <a:prstDash val="solid"/>
              <a:round/>
              <a:headEnd type="none" w="med" len="med"/>
              <a:tailEnd type="none" w="med" len="med"/>
            </a:ln>
            <a:effectLst/>
          </p:spPr>
        </p:cxnSp>
        <p:cxnSp>
          <p:nvCxnSpPr>
            <p:cNvPr id="190" name="Straight Connector 189">
              <a:extLst>
                <a:ext uri="{FF2B5EF4-FFF2-40B4-BE49-F238E27FC236}">
                  <a16:creationId xmlns:a16="http://schemas.microsoft.com/office/drawing/2014/main" id="{8E1CD583-1C76-814A-860F-230F9D23AD6A}"/>
                </a:ext>
              </a:extLst>
            </p:cNvPr>
            <p:cNvCxnSpPr/>
            <p:nvPr userDrawn="1"/>
          </p:nvCxnSpPr>
          <p:spPr>
            <a:xfrm flipV="1">
              <a:off x="7921380" y="1611455"/>
              <a:ext cx="516531" cy="1607765"/>
            </a:xfrm>
            <a:prstGeom prst="line">
              <a:avLst/>
            </a:prstGeom>
            <a:noFill/>
            <a:ln w="6350" cap="flat" cmpd="sng" algn="ctr">
              <a:solidFill>
                <a:schemeClr val="accent5">
                  <a:lumMod val="60000"/>
                  <a:lumOff val="40000"/>
                </a:schemeClr>
              </a:solidFill>
              <a:prstDash val="solid"/>
              <a:round/>
              <a:headEnd type="none" w="med" len="med"/>
              <a:tailEnd type="none" w="med" len="med"/>
            </a:ln>
            <a:effectLst/>
          </p:spPr>
        </p:cxnSp>
      </p:grpSp>
    </p:spTree>
    <p:extLst>
      <p:ext uri="{BB962C8B-B14F-4D97-AF65-F5344CB8AC3E}">
        <p14:creationId xmlns:p14="http://schemas.microsoft.com/office/powerpoint/2010/main" val="198850726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Title and 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vl1pPr>
          </a:lstStyle>
          <a:p>
            <a:r>
              <a:rPr lang="en-US"/>
              <a:t>Click to edit Master title style</a:t>
            </a:r>
            <a:endParaRPr lang="en-AU"/>
          </a:p>
        </p:txBody>
      </p:sp>
      <p:sp>
        <p:nvSpPr>
          <p:cNvPr id="3" name="Content Placeholder 2"/>
          <p:cNvSpPr>
            <a:spLocks noGrp="1"/>
          </p:cNvSpPr>
          <p:nvPr>
            <p:ph idx="1"/>
          </p:nvPr>
        </p:nvSpPr>
        <p:spPr/>
        <p:txBody>
          <a:bodyPr numCol="2" spcCol="360000"/>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Footer Placeholder 3"/>
          <p:cNvSpPr>
            <a:spLocks noGrp="1"/>
          </p:cNvSpPr>
          <p:nvPr>
            <p:ph type="ftr" sz="quarter" idx="10"/>
          </p:nvPr>
        </p:nvSpPr>
        <p:spPr/>
        <p:txBody>
          <a:bodyPr/>
          <a:lstStyle/>
          <a:p>
            <a:r>
              <a:rPr lang="en-US"/>
              <a:t>Proprietary &amp; Confidential |  03 Jun 2024</a:t>
            </a:r>
            <a:endParaRPr lang="en-AU"/>
          </a:p>
        </p:txBody>
      </p:sp>
      <p:sp>
        <p:nvSpPr>
          <p:cNvPr id="6" name="Slide Number Placeholder 5"/>
          <p:cNvSpPr>
            <a:spLocks noGrp="1"/>
          </p:cNvSpPr>
          <p:nvPr>
            <p:ph type="sldNum" sz="quarter" idx="11"/>
          </p:nvPr>
        </p:nvSpPr>
        <p:spPr/>
        <p:txBody>
          <a:bodyPr/>
          <a:lstStyle/>
          <a:p>
            <a:fld id="{2ABE124A-B5C5-46E0-B944-45307B126769}" type="slidenum">
              <a:rPr lang="en-AU" smtClean="0"/>
              <a:pPr/>
              <a:t>‹#›</a:t>
            </a:fld>
            <a:r>
              <a:rPr lang="en-AU"/>
              <a:t>  |</a:t>
            </a:r>
          </a:p>
        </p:txBody>
      </p:sp>
    </p:spTree>
    <p:extLst>
      <p:ext uri="{BB962C8B-B14F-4D97-AF65-F5344CB8AC3E}">
        <p14:creationId xmlns:p14="http://schemas.microsoft.com/office/powerpoint/2010/main" val="31919000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mportant Disclaimer">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0081F8D7-94E1-D14A-9B72-83893197CFDB}"/>
              </a:ext>
            </a:extLst>
          </p:cNvPr>
          <p:cNvSpPr/>
          <p:nvPr userDrawn="1"/>
        </p:nvSpPr>
        <p:spPr>
          <a:xfrm>
            <a:off x="228600" y="1085850"/>
            <a:ext cx="3657601" cy="176047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6" name="Text Placeholder 9">
            <a:extLst>
              <a:ext uri="{FF2B5EF4-FFF2-40B4-BE49-F238E27FC236}">
                <a16:creationId xmlns:a16="http://schemas.microsoft.com/office/drawing/2014/main" id="{4DB97ED0-9771-E044-B63D-01D4F8A70AD0}"/>
              </a:ext>
            </a:extLst>
          </p:cNvPr>
          <p:cNvSpPr txBox="1">
            <a:spLocks/>
          </p:cNvSpPr>
          <p:nvPr userDrawn="1"/>
        </p:nvSpPr>
        <p:spPr>
          <a:xfrm>
            <a:off x="225170" y="2975237"/>
            <a:ext cx="3652436" cy="1939663"/>
          </a:xfrm>
          <a:prstGeom prst="rect">
            <a:avLst/>
          </a:prstGeom>
        </p:spPr>
        <p:txBody>
          <a:bodyPr vert="horz" lIns="0" tIns="0" rIns="0" bIns="0" numCol="1" rtlCol="0" anchor="t">
            <a:noAutofit/>
          </a:bodyPr>
          <a:lstStyle>
            <a:lvl1pPr marL="0" indent="0" algn="l" defTabSz="914400" rtl="0" eaLnBrk="1" latinLnBrk="0" hangingPunct="1">
              <a:lnSpc>
                <a:spcPct val="100000"/>
              </a:lnSpc>
              <a:spcBef>
                <a:spcPts val="400"/>
              </a:spcBef>
              <a:buClr>
                <a:schemeClr val="accent4"/>
              </a:buClr>
              <a:buSzPct val="100000"/>
              <a:buFont typeface="Arial" panose="020B0604020202020204" pitchFamily="34" charset="0"/>
              <a:buNone/>
              <a:tabLst/>
              <a:defRPr sz="2000" b="0" kern="1200">
                <a:solidFill>
                  <a:schemeClr val="tx1"/>
                </a:solidFill>
                <a:latin typeface="+mn-lt"/>
                <a:ea typeface="+mn-ea"/>
                <a:cs typeface="+mn-cs"/>
              </a:defRPr>
            </a:lvl1pPr>
            <a:lvl2pPr marL="236537" marR="0" indent="0" algn="l" defTabSz="914400" rtl="0" eaLnBrk="1" fontAlgn="auto" latinLnBrk="0" hangingPunct="1">
              <a:lnSpc>
                <a:spcPct val="100000"/>
              </a:lnSpc>
              <a:spcBef>
                <a:spcPts val="400"/>
              </a:spcBef>
              <a:spcAft>
                <a:spcPts val="0"/>
              </a:spcAft>
              <a:buClrTx/>
              <a:buSzPct val="76000"/>
              <a:buFont typeface="Arial" panose="020B0604020202020204" pitchFamily="34" charset="0"/>
              <a:buNone/>
              <a:tabLst/>
              <a:defRPr sz="1800" b="0" kern="1200">
                <a:solidFill>
                  <a:schemeClr val="tx1"/>
                </a:solidFill>
                <a:latin typeface="+mn-lt"/>
                <a:ea typeface="+mn-ea"/>
                <a:cs typeface="+mn-cs"/>
              </a:defRPr>
            </a:lvl2pPr>
            <a:lvl3pPr marL="749300" marR="0" indent="-285750" algn="l" defTabSz="914400" rtl="0" eaLnBrk="1" fontAlgn="auto" latinLnBrk="0" hangingPunct="1">
              <a:lnSpc>
                <a:spcPct val="100000"/>
              </a:lnSpc>
              <a:spcBef>
                <a:spcPts val="400"/>
              </a:spcBef>
              <a:spcAft>
                <a:spcPts val="0"/>
              </a:spcAft>
              <a:buClrTx/>
              <a:buSzPct val="80000"/>
              <a:buFont typeface="System Font Regular"/>
              <a:buChar char="-"/>
              <a:tabLst/>
              <a:defRPr sz="1400" b="0" kern="1200">
                <a:solidFill>
                  <a:schemeClr val="tx1"/>
                </a:solidFill>
                <a:latin typeface="+mn-lt"/>
                <a:ea typeface="+mn-ea"/>
                <a:cs typeface="+mn-cs"/>
              </a:defRPr>
            </a:lvl3pPr>
            <a:lvl4pPr marL="690563" marR="0" indent="0" algn="l" defTabSz="914400" rtl="0" eaLnBrk="1" fontAlgn="auto" latinLnBrk="0" hangingPunct="1">
              <a:lnSpc>
                <a:spcPct val="100000"/>
              </a:lnSpc>
              <a:spcBef>
                <a:spcPts val="400"/>
              </a:spcBef>
              <a:spcAft>
                <a:spcPts val="0"/>
              </a:spcAft>
              <a:buClrTx/>
              <a:buSzPct val="80000"/>
              <a:buFont typeface="Arial" panose="020B0604020202020204" pitchFamily="34" charset="0"/>
              <a:buNone/>
              <a:tabLst/>
              <a:defRPr sz="1200" b="0" kern="1200">
                <a:solidFill>
                  <a:schemeClr val="tx1"/>
                </a:solidFill>
                <a:latin typeface="+mn-lt"/>
                <a:ea typeface="+mn-ea"/>
                <a:cs typeface="+mn-cs"/>
              </a:defRPr>
            </a:lvl4pPr>
            <a:lvl5pPr marL="909637" marR="0" indent="0" algn="l" defTabSz="914400" rtl="0" eaLnBrk="1" fontAlgn="auto" latinLnBrk="0" hangingPunct="1">
              <a:lnSpc>
                <a:spcPct val="100000"/>
              </a:lnSpc>
              <a:spcBef>
                <a:spcPts val="400"/>
              </a:spcBef>
              <a:spcAft>
                <a:spcPts val="0"/>
              </a:spcAft>
              <a:buClrTx/>
              <a:buSzPct val="80000"/>
              <a:buFont typeface="Arial" panose="020B0604020202020204" pitchFamily="34" charset="0"/>
              <a:buNone/>
              <a:tabLst/>
              <a:defRPr sz="11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40000"/>
              </a:lnSpc>
            </a:pPr>
            <a:r>
              <a:rPr lang="en-US" sz="900" b="1"/>
              <a:t>External disclaimer criteria:</a:t>
            </a:r>
          </a:p>
          <a:p>
            <a:pPr marL="128588" indent="-128588">
              <a:lnSpc>
                <a:spcPct val="140000"/>
              </a:lnSpc>
              <a:buFont typeface="Arial" panose="020B0604020202020204" pitchFamily="34" charset="0"/>
              <a:buChar char="•"/>
            </a:pPr>
            <a:r>
              <a:rPr lang="en-US" sz="675"/>
              <a:t>Before sharing confidential information externally, ensure you have a confidential disclosure agreement (CDA) in place. The </a:t>
            </a:r>
            <a:r>
              <a:rPr lang="en-US" sz="675" b="1"/>
              <a:t>“Proprietary and Confidential” </a:t>
            </a:r>
            <a:r>
              <a:rPr lang="en-US" sz="675"/>
              <a:t>disclaimer does not replace a CDA.</a:t>
            </a:r>
          </a:p>
          <a:p>
            <a:pPr marL="128588" indent="-128588">
              <a:lnSpc>
                <a:spcPct val="140000"/>
              </a:lnSpc>
              <a:buFont typeface="Arial" panose="020B0604020202020204" pitchFamily="34" charset="0"/>
              <a:buChar char="•"/>
            </a:pPr>
            <a:r>
              <a:rPr lang="en-US" sz="675"/>
              <a:t>Before removing the </a:t>
            </a:r>
            <a:r>
              <a:rPr lang="en-US" sz="675" b="1"/>
              <a:t>“Proprietary and Confidential” </a:t>
            </a:r>
            <a:r>
              <a:rPr lang="en-US" sz="675"/>
              <a:t>disclaimer to exhibit content externally, you must ensure the content is appropriate from a Business, Division or Group entity; Legal; and Regulatory Affairs perspective. This means following your business’s, division’s or group’s process for obtaining Legal and Regulatory Affairs approval.</a:t>
            </a:r>
          </a:p>
          <a:p>
            <a:pPr marL="128588" indent="-128588">
              <a:lnSpc>
                <a:spcPct val="140000"/>
              </a:lnSpc>
              <a:buFont typeface="Arial" panose="020B0604020202020204" pitchFamily="34" charset="0"/>
              <a:buChar char="•"/>
            </a:pPr>
            <a:r>
              <a:rPr lang="en-US" sz="675"/>
              <a:t>If you’re importing slides from the </a:t>
            </a:r>
            <a:r>
              <a:rPr lang="en-US" sz="675">
                <a:hlinkClick r:id="rId2">
                  <a:extLst>
                    <a:ext uri="{A12FA001-AC4F-418D-AE19-62706E023703}">
                      <ahyp:hlinkClr xmlns:ahyp="http://schemas.microsoft.com/office/drawing/2018/hyperlinkcolor" val="tx"/>
                    </a:ext>
                  </a:extLst>
                </a:hlinkClick>
              </a:rPr>
              <a:t>Customer Value Proposition</a:t>
            </a:r>
            <a:r>
              <a:rPr lang="en-US" sz="675"/>
              <a:t> deck, which is cleared for external use and not considered Proprietary and Confidential, you can leave a disclaimer off those slides and simply list the author’s email and date published on those slides.</a:t>
            </a:r>
          </a:p>
        </p:txBody>
      </p:sp>
      <p:pic>
        <p:nvPicPr>
          <p:cNvPr id="47" name="Graphic 46">
            <a:extLst>
              <a:ext uri="{FF2B5EF4-FFF2-40B4-BE49-F238E27FC236}">
                <a16:creationId xmlns:a16="http://schemas.microsoft.com/office/drawing/2014/main" id="{5957BB70-3758-2241-95DE-E49DED9F761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408026" y="1248888"/>
            <a:ext cx="267462" cy="274320"/>
          </a:xfrm>
          <a:prstGeom prst="rect">
            <a:avLst/>
          </a:prstGeom>
        </p:spPr>
      </p:pic>
      <p:cxnSp>
        <p:nvCxnSpPr>
          <p:cNvPr id="48" name="Straight Connector 47">
            <a:extLst>
              <a:ext uri="{FF2B5EF4-FFF2-40B4-BE49-F238E27FC236}">
                <a16:creationId xmlns:a16="http://schemas.microsoft.com/office/drawing/2014/main" id="{63783495-6D28-834A-90D4-F810D049B150}"/>
              </a:ext>
            </a:extLst>
          </p:cNvPr>
          <p:cNvCxnSpPr>
            <a:cxnSpLocks/>
          </p:cNvCxnSpPr>
          <p:nvPr userDrawn="1"/>
        </p:nvCxnSpPr>
        <p:spPr>
          <a:xfrm>
            <a:off x="4129426" y="1111004"/>
            <a:ext cx="0" cy="354330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23692791-F43E-EE45-B104-207B0D8D1E5C}"/>
              </a:ext>
            </a:extLst>
          </p:cNvPr>
          <p:cNvSpPr txBox="1"/>
          <p:nvPr userDrawn="1"/>
        </p:nvSpPr>
        <p:spPr>
          <a:xfrm>
            <a:off x="857251" y="1250768"/>
            <a:ext cx="2855351" cy="1404773"/>
          </a:xfrm>
          <a:prstGeom prst="rect">
            <a:avLst/>
          </a:prstGeom>
          <a:noFill/>
        </p:spPr>
        <p:txBody>
          <a:bodyPr wrap="square" lIns="0" tIns="0" rIns="0" bIns="0" rtlCol="0">
            <a:normAutofit lnSpcReduction="10000"/>
          </a:bodyPr>
          <a:lstStyle/>
          <a:p>
            <a:pPr defTabSz="685800">
              <a:lnSpc>
                <a:spcPct val="120000"/>
              </a:lnSpc>
              <a:spcBef>
                <a:spcPts val="150"/>
              </a:spcBef>
              <a:buClr>
                <a:schemeClr val="tx2"/>
              </a:buClr>
              <a:buSzPct val="100000"/>
            </a:pPr>
            <a:r>
              <a:rPr lang="en-US" sz="825" b="1">
                <a:solidFill>
                  <a:schemeClr val="bg1"/>
                </a:solidFill>
              </a:rPr>
              <a:t>Important:</a:t>
            </a:r>
            <a:r>
              <a:rPr lang="en-US" sz="825">
                <a:solidFill>
                  <a:schemeClr val="bg1"/>
                </a:solidFill>
              </a:rPr>
              <a:t> This template contains a default </a:t>
            </a:r>
            <a:r>
              <a:rPr lang="en-US" sz="825" b="1">
                <a:solidFill>
                  <a:schemeClr val="bg1"/>
                </a:solidFill>
              </a:rPr>
              <a:t>“Proprietary and Confidential” </a:t>
            </a:r>
            <a:r>
              <a:rPr lang="en-US" sz="825">
                <a:solidFill>
                  <a:schemeClr val="bg1"/>
                </a:solidFill>
              </a:rPr>
              <a:t>disclaimer in the footer. It is designed to protect information that we want to protect as </a:t>
            </a:r>
            <a:r>
              <a:rPr lang="en-US" sz="825" b="1">
                <a:solidFill>
                  <a:schemeClr val="bg1"/>
                </a:solidFill>
              </a:rPr>
              <a:t>internal use only </a:t>
            </a:r>
            <a:r>
              <a:rPr lang="en-US" sz="825">
                <a:solidFill>
                  <a:schemeClr val="bg1"/>
                </a:solidFill>
              </a:rPr>
              <a:t>and don't want to share with third parties.  You should use this unless your material meets criteria that would allow it be shared externally.</a:t>
            </a:r>
            <a:br>
              <a:rPr lang="en-US" sz="825">
                <a:solidFill>
                  <a:schemeClr val="bg1"/>
                </a:solidFill>
              </a:rPr>
            </a:br>
            <a:endParaRPr lang="en-US" sz="825">
              <a:solidFill>
                <a:schemeClr val="bg1"/>
              </a:solidFill>
            </a:endParaRPr>
          </a:p>
          <a:p>
            <a:pPr defTabSz="685800">
              <a:lnSpc>
                <a:spcPct val="120000"/>
              </a:lnSpc>
              <a:spcBef>
                <a:spcPts val="150"/>
              </a:spcBef>
              <a:buClr>
                <a:schemeClr val="tx2"/>
              </a:buClr>
              <a:buSzPct val="100000"/>
            </a:pPr>
            <a:r>
              <a:rPr lang="en-US" sz="825">
                <a:solidFill>
                  <a:schemeClr val="bg1"/>
                </a:solidFill>
              </a:rPr>
              <a:t>To edit the footer, click Insert &gt; Header and Footer, make the change in the pop-up window, and then choose “Apply” for one slide or “Apply to all” for the entire deck.</a:t>
            </a:r>
          </a:p>
        </p:txBody>
      </p:sp>
      <p:sp>
        <p:nvSpPr>
          <p:cNvPr id="53" name="TextBox 52">
            <a:extLst>
              <a:ext uri="{FF2B5EF4-FFF2-40B4-BE49-F238E27FC236}">
                <a16:creationId xmlns:a16="http://schemas.microsoft.com/office/drawing/2014/main" id="{6791C530-EE71-8743-A886-7287C46B87BA}"/>
              </a:ext>
            </a:extLst>
          </p:cNvPr>
          <p:cNvSpPr txBox="1"/>
          <p:nvPr/>
        </p:nvSpPr>
        <p:spPr>
          <a:xfrm>
            <a:off x="4409431" y="1948762"/>
            <a:ext cx="4552947" cy="273044"/>
          </a:xfrm>
          <a:prstGeom prst="rect">
            <a:avLst/>
          </a:prstGeom>
          <a:noFill/>
        </p:spPr>
        <p:txBody>
          <a:bodyPr wrap="square" lIns="0" tIns="0" rIns="0" bIns="0" rtlCol="0">
            <a:noAutofit/>
          </a:bodyPr>
          <a:lstStyle/>
          <a:p>
            <a:pPr defTabSz="685800">
              <a:lnSpc>
                <a:spcPct val="120000"/>
              </a:lnSpc>
              <a:spcBef>
                <a:spcPts val="150"/>
              </a:spcBef>
              <a:buClr>
                <a:schemeClr val="tx2"/>
              </a:buClr>
              <a:buSzPct val="100000"/>
            </a:pPr>
            <a:endParaRPr lang="en-US" sz="675"/>
          </a:p>
        </p:txBody>
      </p:sp>
      <p:sp>
        <p:nvSpPr>
          <p:cNvPr id="55" name="Rectangle 54">
            <a:extLst>
              <a:ext uri="{FF2B5EF4-FFF2-40B4-BE49-F238E27FC236}">
                <a16:creationId xmlns:a16="http://schemas.microsoft.com/office/drawing/2014/main" id="{E6B688F3-C9F4-2446-9F51-2EF949ECB180}"/>
              </a:ext>
            </a:extLst>
          </p:cNvPr>
          <p:cNvSpPr/>
          <p:nvPr/>
        </p:nvSpPr>
        <p:spPr>
          <a:xfrm>
            <a:off x="4341252" y="1978223"/>
            <a:ext cx="1464415" cy="138499"/>
          </a:xfrm>
          <a:prstGeom prst="rect">
            <a:avLst/>
          </a:prstGeom>
        </p:spPr>
        <p:txBody>
          <a:bodyPr wrap="square" lIns="0" tIns="0" rIns="0" bIns="0">
            <a:spAutoFit/>
          </a:bodyPr>
          <a:lstStyle/>
          <a:p>
            <a:r>
              <a:rPr lang="en-US" sz="900" b="1"/>
              <a:t>Footer examples</a:t>
            </a:r>
            <a:endParaRPr lang="en-US" sz="900"/>
          </a:p>
        </p:txBody>
      </p:sp>
      <p:sp>
        <p:nvSpPr>
          <p:cNvPr id="79" name="Footer Placeholder 1">
            <a:extLst>
              <a:ext uri="{FF2B5EF4-FFF2-40B4-BE49-F238E27FC236}">
                <a16:creationId xmlns:a16="http://schemas.microsoft.com/office/drawing/2014/main" id="{555EAE1F-5676-C34A-8CF6-B38C31AF80D9}"/>
              </a:ext>
            </a:extLst>
          </p:cNvPr>
          <p:cNvSpPr>
            <a:spLocks noGrp="1"/>
          </p:cNvSpPr>
          <p:nvPr>
            <p:ph type="ftr" sz="quarter" idx="11"/>
          </p:nvPr>
        </p:nvSpPr>
        <p:spPr>
          <a:xfrm>
            <a:off x="228600" y="4914901"/>
            <a:ext cx="4343400" cy="228599"/>
          </a:xfrm>
        </p:spPr>
        <p:txBody>
          <a:bodyPr/>
          <a:lstStyle/>
          <a:p>
            <a:r>
              <a:rPr lang="en-US"/>
              <a:t>Proprietary &amp; Confidential |  03 Jun 2024</a:t>
            </a:r>
          </a:p>
        </p:txBody>
      </p:sp>
      <p:sp>
        <p:nvSpPr>
          <p:cNvPr id="80" name="Slide Number Placeholder 2">
            <a:extLst>
              <a:ext uri="{FF2B5EF4-FFF2-40B4-BE49-F238E27FC236}">
                <a16:creationId xmlns:a16="http://schemas.microsoft.com/office/drawing/2014/main" id="{B2F62D11-9A5D-6545-93AD-739D274B4BC5}"/>
              </a:ext>
            </a:extLst>
          </p:cNvPr>
          <p:cNvSpPr>
            <a:spLocks noGrp="1"/>
          </p:cNvSpPr>
          <p:nvPr>
            <p:ph type="sldNum" sz="quarter" idx="13"/>
          </p:nvPr>
        </p:nvSpPr>
        <p:spPr>
          <a:xfrm>
            <a:off x="1" y="4914901"/>
            <a:ext cx="228599" cy="228599"/>
          </a:xfrm>
        </p:spPr>
        <p:txBody>
          <a:bodyPr/>
          <a:lstStyle/>
          <a:p>
            <a:fld id="{89006F1E-66CD-4A4B-9370-B4A3080F0E6C}" type="slidenum">
              <a:rPr lang="en-US" smtClean="0"/>
              <a:pPr/>
              <a:t>‹#›</a:t>
            </a:fld>
            <a:endParaRPr lang="en-US"/>
          </a:p>
        </p:txBody>
      </p:sp>
      <p:sp>
        <p:nvSpPr>
          <p:cNvPr id="82" name="Title 6">
            <a:extLst>
              <a:ext uri="{FF2B5EF4-FFF2-40B4-BE49-F238E27FC236}">
                <a16:creationId xmlns:a16="http://schemas.microsoft.com/office/drawing/2014/main" id="{E671D4F8-A815-C84C-8B84-2BC0FD804D52}"/>
              </a:ext>
            </a:extLst>
          </p:cNvPr>
          <p:cNvSpPr txBox="1">
            <a:spLocks/>
          </p:cNvSpPr>
          <p:nvPr/>
        </p:nvSpPr>
        <p:spPr>
          <a:xfrm>
            <a:off x="228601" y="228599"/>
            <a:ext cx="7315200" cy="285751"/>
          </a:xfrm>
          <a:prstGeom prst="rect">
            <a:avLst/>
          </a:prstGeom>
        </p:spPr>
        <p:txBody>
          <a:bodyPr lIns="0" tIns="0" rIns="0" bIns="0"/>
          <a:lstStyle>
            <a:lvl1pPr algn="l" defTabSz="914400" rtl="0" eaLnBrk="1" latinLnBrk="0" hangingPunct="1">
              <a:lnSpc>
                <a:spcPct val="90000"/>
              </a:lnSpc>
              <a:spcBef>
                <a:spcPct val="0"/>
              </a:spcBef>
              <a:buNone/>
              <a:defRPr sz="2800" b="1" kern="1200">
                <a:solidFill>
                  <a:schemeClr val="tx2"/>
                </a:solidFill>
                <a:latin typeface="+mj-lt"/>
                <a:ea typeface="+mj-ea"/>
                <a:cs typeface="+mj-cs"/>
              </a:defRPr>
            </a:lvl1pPr>
          </a:lstStyle>
          <a:p>
            <a:r>
              <a:rPr lang="en-US" sz="2100"/>
              <a:t>Footer content</a:t>
            </a:r>
          </a:p>
        </p:txBody>
      </p:sp>
      <p:sp>
        <p:nvSpPr>
          <p:cNvPr id="83" name="Text Placeholder 9">
            <a:extLst>
              <a:ext uri="{FF2B5EF4-FFF2-40B4-BE49-F238E27FC236}">
                <a16:creationId xmlns:a16="http://schemas.microsoft.com/office/drawing/2014/main" id="{B9D80A7B-7EE9-C344-B667-9AC3E29BB508}"/>
              </a:ext>
            </a:extLst>
          </p:cNvPr>
          <p:cNvSpPr txBox="1">
            <a:spLocks/>
          </p:cNvSpPr>
          <p:nvPr/>
        </p:nvSpPr>
        <p:spPr>
          <a:xfrm>
            <a:off x="225170" y="669798"/>
            <a:ext cx="8693660" cy="285751"/>
          </a:xfrm>
          <a:prstGeom prst="rect">
            <a:avLst/>
          </a:prstGeom>
        </p:spPr>
        <p:txBody>
          <a:bodyPr vert="horz" lIns="0" tIns="0" rIns="0" bIns="0" rtlCol="0" anchor="t">
            <a:noAutofit/>
          </a:bodyPr>
          <a:lstStyle>
            <a:defPPr>
              <a:defRPr lang="en-US"/>
            </a:defPPr>
            <a:lvl1pPr marL="0" algn="l" defTabSz="457200" rtl="0" eaLnBrk="1" latinLnBrk="0" hangingPunct="1">
              <a:defRPr lang="en-US" sz="800" kern="1200">
                <a:solidFill>
                  <a:schemeClr val="accent5"/>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500" b="0">
                <a:solidFill>
                  <a:schemeClr val="tx1"/>
                </a:solidFill>
              </a:rPr>
              <a:t>Including confidentiality, product-use disclaimers, author, and date</a:t>
            </a:r>
          </a:p>
        </p:txBody>
      </p:sp>
      <p:sp>
        <p:nvSpPr>
          <p:cNvPr id="38" name="Rectangle 37">
            <a:extLst>
              <a:ext uri="{FF2B5EF4-FFF2-40B4-BE49-F238E27FC236}">
                <a16:creationId xmlns:a16="http://schemas.microsoft.com/office/drawing/2014/main" id="{6FB8D2FA-59F0-460A-99A9-F06354EC3F07}"/>
              </a:ext>
            </a:extLst>
          </p:cNvPr>
          <p:cNvSpPr/>
          <p:nvPr/>
        </p:nvSpPr>
        <p:spPr>
          <a:xfrm>
            <a:off x="4341252" y="1085851"/>
            <a:ext cx="4574148" cy="851831"/>
          </a:xfrm>
          <a:prstGeom prst="rect">
            <a:avLst/>
          </a:prstGeom>
          <a:noFill/>
        </p:spPr>
        <p:txBody>
          <a:bodyPr wrap="square" lIns="0" tIns="0" rIns="0" bIns="0" rtlCol="0">
            <a:noAutofit/>
          </a:bodyPr>
          <a:lstStyle/>
          <a:p>
            <a:pPr defTabSz="685800">
              <a:lnSpc>
                <a:spcPct val="120000"/>
              </a:lnSpc>
              <a:spcBef>
                <a:spcPts val="150"/>
              </a:spcBef>
              <a:buClr>
                <a:schemeClr val="tx2"/>
              </a:buClr>
              <a:buSzPct val="100000"/>
            </a:pPr>
            <a:r>
              <a:rPr lang="en-US" sz="900" b="1"/>
              <a:t>All footers should contain an author’s or group’s email address and publication date for future reference.  </a:t>
            </a:r>
            <a:r>
              <a:rPr lang="en-US" sz="825" b="0"/>
              <a:t>Always use four digits for the year.</a:t>
            </a:r>
          </a:p>
          <a:p>
            <a:pPr marL="0" marR="0" lvl="0" indent="0" algn="l" defTabSz="685800" rtl="0" eaLnBrk="1" fontAlgn="auto" latinLnBrk="0" hangingPunct="1">
              <a:lnSpc>
                <a:spcPct val="120000"/>
              </a:lnSpc>
              <a:spcBef>
                <a:spcPts val="150"/>
              </a:spcBef>
              <a:spcAft>
                <a:spcPts val="0"/>
              </a:spcAft>
              <a:buClr>
                <a:schemeClr val="tx2"/>
              </a:buClr>
              <a:buSzPct val="100000"/>
              <a:buFontTx/>
              <a:buNone/>
              <a:tabLst/>
              <a:defRPr/>
            </a:pPr>
            <a:r>
              <a:rPr lang="en-US" sz="825"/>
              <a:t>A </a:t>
            </a:r>
            <a:r>
              <a:rPr lang="en-US" sz="825" b="1"/>
              <a:t>“For research use” </a:t>
            </a:r>
            <a:r>
              <a:rPr lang="en-US" sz="825"/>
              <a:t>or similar product-use disclaimer should appear on select slides as directed by Regulatory Affairs or Legal only. It should be added on appropriate slides as directed vs being added across the entire deck.</a:t>
            </a:r>
          </a:p>
          <a:p>
            <a:pPr defTabSz="685800">
              <a:lnSpc>
                <a:spcPct val="120000"/>
              </a:lnSpc>
              <a:spcBef>
                <a:spcPts val="150"/>
              </a:spcBef>
              <a:buClr>
                <a:schemeClr val="tx2"/>
              </a:buClr>
              <a:buSzPct val="100000"/>
            </a:pPr>
            <a:endParaRPr lang="en-US" sz="825" b="1"/>
          </a:p>
        </p:txBody>
      </p:sp>
      <p:sp>
        <p:nvSpPr>
          <p:cNvPr id="40" name="TextBox 39">
            <a:extLst>
              <a:ext uri="{FF2B5EF4-FFF2-40B4-BE49-F238E27FC236}">
                <a16:creationId xmlns:a16="http://schemas.microsoft.com/office/drawing/2014/main" id="{0EA872B5-983E-40B7-B51D-F6388C360F37}"/>
              </a:ext>
            </a:extLst>
          </p:cNvPr>
          <p:cNvSpPr txBox="1"/>
          <p:nvPr/>
        </p:nvSpPr>
        <p:spPr>
          <a:xfrm>
            <a:off x="6778518" y="4914900"/>
            <a:ext cx="2136883" cy="228600"/>
          </a:xfrm>
          <a:prstGeom prst="rect">
            <a:avLst/>
          </a:prstGeom>
          <a:noFill/>
        </p:spPr>
        <p:txBody>
          <a:bodyPr wrap="square" lIns="0" tIns="0" rIns="0" bIns="0" rtlCol="0" anchor="ctr">
            <a:noAutofit/>
          </a:bodyPr>
          <a:lstStyle/>
          <a:p>
            <a:pPr marL="0" indent="0" algn="r" defTabSz="685800">
              <a:lnSpc>
                <a:spcPct val="120000"/>
              </a:lnSpc>
              <a:spcBef>
                <a:spcPts val="150"/>
              </a:spcBef>
              <a:buClr>
                <a:schemeClr val="tx2"/>
              </a:buClr>
              <a:buSzPct val="100000"/>
              <a:buFont typeface="Arial" panose="020B0604020202020204" pitchFamily="34" charset="0"/>
              <a:buNone/>
            </a:pPr>
            <a:r>
              <a:rPr lang="en-US" sz="600" kern="1200">
                <a:solidFill>
                  <a:schemeClr val="accent5"/>
                </a:solidFill>
                <a:latin typeface="+mn-lt"/>
                <a:ea typeface="+mn-ea"/>
                <a:cs typeface="+mn-cs"/>
              </a:rPr>
              <a:t>2020 Template V1 published 12-August-2020</a:t>
            </a:r>
          </a:p>
        </p:txBody>
      </p:sp>
      <p:grpSp>
        <p:nvGrpSpPr>
          <p:cNvPr id="7" name="Group 6">
            <a:extLst>
              <a:ext uri="{FF2B5EF4-FFF2-40B4-BE49-F238E27FC236}">
                <a16:creationId xmlns:a16="http://schemas.microsoft.com/office/drawing/2014/main" id="{B0B1E50A-3432-A641-BCCD-ACF714BEB8A1}"/>
              </a:ext>
            </a:extLst>
          </p:cNvPr>
          <p:cNvGrpSpPr/>
          <p:nvPr userDrawn="1"/>
        </p:nvGrpSpPr>
        <p:grpSpPr>
          <a:xfrm>
            <a:off x="4341251" y="2235713"/>
            <a:ext cx="4439774" cy="444786"/>
            <a:chOff x="5788335" y="3097907"/>
            <a:chExt cx="5919699" cy="593047"/>
          </a:xfrm>
        </p:grpSpPr>
        <p:sp>
          <p:nvSpPr>
            <p:cNvPr id="63" name="Rectangle 62">
              <a:extLst>
                <a:ext uri="{FF2B5EF4-FFF2-40B4-BE49-F238E27FC236}">
                  <a16:creationId xmlns:a16="http://schemas.microsoft.com/office/drawing/2014/main" id="{44FC36BA-981A-8040-9AD4-2C91026E0E7E}"/>
                </a:ext>
              </a:extLst>
            </p:cNvPr>
            <p:cNvSpPr/>
            <p:nvPr/>
          </p:nvSpPr>
          <p:spPr>
            <a:xfrm>
              <a:off x="5826082" y="3529285"/>
              <a:ext cx="5881952" cy="161669"/>
            </a:xfrm>
            <a:prstGeom prst="rect">
              <a:avLst/>
            </a:prstGeom>
          </p:spPr>
          <p:txBody>
            <a:bodyPr wrap="none" lIns="0" tIns="0" rIns="0" bIns="0">
              <a:spAutoFit/>
            </a:bodyPr>
            <a:lstStyle/>
            <a:p>
              <a:r>
                <a:rPr lang="en-US" sz="788"/>
                <a:t>Proprietary and Confidential | For research use | authoremail@thermofisher.com | 12-August-2020</a:t>
              </a:r>
            </a:p>
          </p:txBody>
        </p:sp>
        <p:sp>
          <p:nvSpPr>
            <p:cNvPr id="64" name="Rectangle 63">
              <a:extLst>
                <a:ext uri="{FF2B5EF4-FFF2-40B4-BE49-F238E27FC236}">
                  <a16:creationId xmlns:a16="http://schemas.microsoft.com/office/drawing/2014/main" id="{E2A130EC-B68F-B445-B64A-32B5ED358BF4}"/>
                </a:ext>
              </a:extLst>
            </p:cNvPr>
            <p:cNvSpPr/>
            <p:nvPr/>
          </p:nvSpPr>
          <p:spPr>
            <a:xfrm>
              <a:off x="6733024" y="3097910"/>
              <a:ext cx="825440" cy="246221"/>
            </a:xfrm>
            <a:prstGeom prst="rect">
              <a:avLst/>
            </a:prstGeom>
          </p:spPr>
          <p:txBody>
            <a:bodyPr wrap="none">
              <a:spAutoFit/>
            </a:bodyPr>
            <a:lstStyle/>
            <a:p>
              <a:pPr algn="ctr"/>
              <a:r>
                <a:rPr lang="en-US" sz="600" b="1"/>
                <a:t>Disclaimers</a:t>
              </a:r>
            </a:p>
          </p:txBody>
        </p:sp>
        <p:sp>
          <p:nvSpPr>
            <p:cNvPr id="65" name="Rectangle 64">
              <a:extLst>
                <a:ext uri="{FF2B5EF4-FFF2-40B4-BE49-F238E27FC236}">
                  <a16:creationId xmlns:a16="http://schemas.microsoft.com/office/drawing/2014/main" id="{A268EC47-4888-C147-936E-C2DFB656768D}"/>
                </a:ext>
              </a:extLst>
            </p:cNvPr>
            <p:cNvSpPr/>
            <p:nvPr/>
          </p:nvSpPr>
          <p:spPr>
            <a:xfrm>
              <a:off x="9036213" y="3097908"/>
              <a:ext cx="957955" cy="246221"/>
            </a:xfrm>
            <a:prstGeom prst="rect">
              <a:avLst/>
            </a:prstGeom>
          </p:spPr>
          <p:txBody>
            <a:bodyPr wrap="none">
              <a:spAutoFit/>
            </a:bodyPr>
            <a:lstStyle/>
            <a:p>
              <a:pPr algn="ctr"/>
              <a:r>
                <a:rPr lang="en-US" sz="600" b="1"/>
                <a:t>Author’s email</a:t>
              </a:r>
            </a:p>
          </p:txBody>
        </p:sp>
        <p:sp>
          <p:nvSpPr>
            <p:cNvPr id="66" name="Rectangle 65">
              <a:extLst>
                <a:ext uri="{FF2B5EF4-FFF2-40B4-BE49-F238E27FC236}">
                  <a16:creationId xmlns:a16="http://schemas.microsoft.com/office/drawing/2014/main" id="{12AFD803-CD3C-B640-909F-2ABD27360115}"/>
                </a:ext>
              </a:extLst>
            </p:cNvPr>
            <p:cNvSpPr/>
            <p:nvPr/>
          </p:nvSpPr>
          <p:spPr>
            <a:xfrm>
              <a:off x="10481743" y="3097907"/>
              <a:ext cx="979328" cy="246221"/>
            </a:xfrm>
            <a:prstGeom prst="rect">
              <a:avLst/>
            </a:prstGeom>
          </p:spPr>
          <p:txBody>
            <a:bodyPr wrap="none">
              <a:spAutoFit/>
            </a:bodyPr>
            <a:lstStyle/>
            <a:p>
              <a:pPr algn="ctr"/>
              <a:r>
                <a:rPr lang="en-US" sz="600" b="1"/>
                <a:t>Date published</a:t>
              </a:r>
            </a:p>
          </p:txBody>
        </p:sp>
        <p:sp>
          <p:nvSpPr>
            <p:cNvPr id="67" name="Left Brace 66">
              <a:extLst>
                <a:ext uri="{FF2B5EF4-FFF2-40B4-BE49-F238E27FC236}">
                  <a16:creationId xmlns:a16="http://schemas.microsoft.com/office/drawing/2014/main" id="{D4EB443D-82BE-E344-B5A3-2F86AFEAC7AC}"/>
                </a:ext>
              </a:extLst>
            </p:cNvPr>
            <p:cNvSpPr/>
            <p:nvPr/>
          </p:nvSpPr>
          <p:spPr>
            <a:xfrm rot="5400000">
              <a:off x="7078513" y="2056655"/>
              <a:ext cx="137356" cy="2717711"/>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68" name="Left Brace 67">
              <a:extLst>
                <a:ext uri="{FF2B5EF4-FFF2-40B4-BE49-F238E27FC236}">
                  <a16:creationId xmlns:a16="http://schemas.microsoft.com/office/drawing/2014/main" id="{2B4BC0EB-F12B-7043-BF8F-40852B335856}"/>
                </a:ext>
              </a:extLst>
            </p:cNvPr>
            <p:cNvSpPr/>
            <p:nvPr/>
          </p:nvSpPr>
          <p:spPr>
            <a:xfrm rot="5400000">
              <a:off x="9442144" y="2447952"/>
              <a:ext cx="137355" cy="1935127"/>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84" name="Left Brace 83">
              <a:extLst>
                <a:ext uri="{FF2B5EF4-FFF2-40B4-BE49-F238E27FC236}">
                  <a16:creationId xmlns:a16="http://schemas.microsoft.com/office/drawing/2014/main" id="{F99E05C5-33FF-2C41-8C38-CD5A5ABAF438}"/>
                </a:ext>
              </a:extLst>
            </p:cNvPr>
            <p:cNvSpPr/>
            <p:nvPr userDrawn="1"/>
          </p:nvSpPr>
          <p:spPr>
            <a:xfrm rot="5400000">
              <a:off x="10898807" y="2963632"/>
              <a:ext cx="137354" cy="903767"/>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grpSp>
      <p:grpSp>
        <p:nvGrpSpPr>
          <p:cNvPr id="6" name="Group 5">
            <a:extLst>
              <a:ext uri="{FF2B5EF4-FFF2-40B4-BE49-F238E27FC236}">
                <a16:creationId xmlns:a16="http://schemas.microsoft.com/office/drawing/2014/main" id="{2DC07A68-BCDB-2843-B8A2-AEB2604FB5C9}"/>
              </a:ext>
            </a:extLst>
          </p:cNvPr>
          <p:cNvGrpSpPr/>
          <p:nvPr userDrawn="1"/>
        </p:nvGrpSpPr>
        <p:grpSpPr>
          <a:xfrm>
            <a:off x="4341253" y="2917505"/>
            <a:ext cx="3099663" cy="436590"/>
            <a:chOff x="5788336" y="3923409"/>
            <a:chExt cx="4132883" cy="582119"/>
          </a:xfrm>
        </p:grpSpPr>
        <p:sp>
          <p:nvSpPr>
            <p:cNvPr id="39" name="Rectangle 38">
              <a:extLst>
                <a:ext uri="{FF2B5EF4-FFF2-40B4-BE49-F238E27FC236}">
                  <a16:creationId xmlns:a16="http://schemas.microsoft.com/office/drawing/2014/main" id="{2D253AE8-30D4-4225-8030-6894D59F21AC}"/>
                </a:ext>
              </a:extLst>
            </p:cNvPr>
            <p:cNvSpPr/>
            <p:nvPr/>
          </p:nvSpPr>
          <p:spPr>
            <a:xfrm>
              <a:off x="5826081" y="4343859"/>
              <a:ext cx="4095138" cy="161669"/>
            </a:xfrm>
            <a:prstGeom prst="rect">
              <a:avLst/>
            </a:prstGeom>
          </p:spPr>
          <p:txBody>
            <a:bodyPr wrap="none" lIns="0" tIns="0" rIns="0" bIns="0">
              <a:spAutoFit/>
            </a:bodyPr>
            <a:lstStyle/>
            <a:p>
              <a:r>
                <a:rPr lang="en-US" sz="788"/>
                <a:t>For research use | authoremail@thermofisher.com | 12-August-2020</a:t>
              </a:r>
            </a:p>
          </p:txBody>
        </p:sp>
        <p:sp>
          <p:nvSpPr>
            <p:cNvPr id="87" name="Rectangle 86">
              <a:extLst>
                <a:ext uri="{FF2B5EF4-FFF2-40B4-BE49-F238E27FC236}">
                  <a16:creationId xmlns:a16="http://schemas.microsoft.com/office/drawing/2014/main" id="{220D7651-D269-A54E-BCE1-39173FB1F79F}"/>
                </a:ext>
              </a:extLst>
            </p:cNvPr>
            <p:cNvSpPr/>
            <p:nvPr userDrawn="1"/>
          </p:nvSpPr>
          <p:spPr>
            <a:xfrm>
              <a:off x="5914319" y="3923412"/>
              <a:ext cx="825440" cy="246221"/>
            </a:xfrm>
            <a:prstGeom prst="rect">
              <a:avLst/>
            </a:prstGeom>
          </p:spPr>
          <p:txBody>
            <a:bodyPr wrap="none">
              <a:spAutoFit/>
            </a:bodyPr>
            <a:lstStyle/>
            <a:p>
              <a:pPr algn="ctr"/>
              <a:r>
                <a:rPr lang="en-US" sz="600" b="1"/>
                <a:t>Disclaimers</a:t>
              </a:r>
            </a:p>
          </p:txBody>
        </p:sp>
        <p:sp>
          <p:nvSpPr>
            <p:cNvPr id="88" name="Rectangle 87">
              <a:extLst>
                <a:ext uri="{FF2B5EF4-FFF2-40B4-BE49-F238E27FC236}">
                  <a16:creationId xmlns:a16="http://schemas.microsoft.com/office/drawing/2014/main" id="{20E99F6E-6B65-1E43-8606-EC8AA34E2356}"/>
                </a:ext>
              </a:extLst>
            </p:cNvPr>
            <p:cNvSpPr/>
            <p:nvPr userDrawn="1"/>
          </p:nvSpPr>
          <p:spPr>
            <a:xfrm>
              <a:off x="7393484" y="3923410"/>
              <a:ext cx="957954" cy="246221"/>
            </a:xfrm>
            <a:prstGeom prst="rect">
              <a:avLst/>
            </a:prstGeom>
          </p:spPr>
          <p:txBody>
            <a:bodyPr wrap="none">
              <a:spAutoFit/>
            </a:bodyPr>
            <a:lstStyle/>
            <a:p>
              <a:pPr algn="ctr"/>
              <a:r>
                <a:rPr lang="en-US" sz="600" b="1"/>
                <a:t>Author’s email</a:t>
              </a:r>
            </a:p>
          </p:txBody>
        </p:sp>
        <p:sp>
          <p:nvSpPr>
            <p:cNvPr id="89" name="Rectangle 88">
              <a:extLst>
                <a:ext uri="{FF2B5EF4-FFF2-40B4-BE49-F238E27FC236}">
                  <a16:creationId xmlns:a16="http://schemas.microsoft.com/office/drawing/2014/main" id="{11DDA901-77B4-C14D-A259-991F339BCE31}"/>
                </a:ext>
              </a:extLst>
            </p:cNvPr>
            <p:cNvSpPr/>
            <p:nvPr userDrawn="1"/>
          </p:nvSpPr>
          <p:spPr>
            <a:xfrm>
              <a:off x="8839013" y="3923409"/>
              <a:ext cx="979328" cy="246221"/>
            </a:xfrm>
            <a:prstGeom prst="rect">
              <a:avLst/>
            </a:prstGeom>
          </p:spPr>
          <p:txBody>
            <a:bodyPr wrap="none">
              <a:spAutoFit/>
            </a:bodyPr>
            <a:lstStyle/>
            <a:p>
              <a:pPr algn="ctr"/>
              <a:r>
                <a:rPr lang="en-US" sz="600" b="1"/>
                <a:t>Date published</a:t>
              </a:r>
            </a:p>
          </p:txBody>
        </p:sp>
        <p:sp>
          <p:nvSpPr>
            <p:cNvPr id="90" name="Left Brace 89">
              <a:extLst>
                <a:ext uri="{FF2B5EF4-FFF2-40B4-BE49-F238E27FC236}">
                  <a16:creationId xmlns:a16="http://schemas.microsoft.com/office/drawing/2014/main" id="{CF3AA15B-0D57-184C-A86A-FEB4A0B54E61}"/>
                </a:ext>
              </a:extLst>
            </p:cNvPr>
            <p:cNvSpPr/>
            <p:nvPr userDrawn="1"/>
          </p:nvSpPr>
          <p:spPr>
            <a:xfrm rot="5400000">
              <a:off x="6257148" y="3703523"/>
              <a:ext cx="137356" cy="1074980"/>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91" name="Left Brace 90">
              <a:extLst>
                <a:ext uri="{FF2B5EF4-FFF2-40B4-BE49-F238E27FC236}">
                  <a16:creationId xmlns:a16="http://schemas.microsoft.com/office/drawing/2014/main" id="{91627E8E-568F-1747-A212-4664A2213D18}"/>
                </a:ext>
              </a:extLst>
            </p:cNvPr>
            <p:cNvSpPr/>
            <p:nvPr userDrawn="1"/>
          </p:nvSpPr>
          <p:spPr>
            <a:xfrm rot="5400000">
              <a:off x="7799414" y="3273454"/>
              <a:ext cx="137355" cy="1935127"/>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92" name="Left Brace 91">
              <a:extLst>
                <a:ext uri="{FF2B5EF4-FFF2-40B4-BE49-F238E27FC236}">
                  <a16:creationId xmlns:a16="http://schemas.microsoft.com/office/drawing/2014/main" id="{B0909EE3-0761-E34E-81D3-9D5CC6CCA561}"/>
                </a:ext>
              </a:extLst>
            </p:cNvPr>
            <p:cNvSpPr/>
            <p:nvPr userDrawn="1"/>
          </p:nvSpPr>
          <p:spPr>
            <a:xfrm rot="5400000">
              <a:off x="9256077" y="3789134"/>
              <a:ext cx="137354" cy="903767"/>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grpSp>
      <p:grpSp>
        <p:nvGrpSpPr>
          <p:cNvPr id="5" name="Group 4">
            <a:extLst>
              <a:ext uri="{FF2B5EF4-FFF2-40B4-BE49-F238E27FC236}">
                <a16:creationId xmlns:a16="http://schemas.microsoft.com/office/drawing/2014/main" id="{5547D4DB-A88D-5049-9C5B-32D0C1262519}"/>
              </a:ext>
            </a:extLst>
          </p:cNvPr>
          <p:cNvGrpSpPr/>
          <p:nvPr userDrawn="1"/>
        </p:nvGrpSpPr>
        <p:grpSpPr>
          <a:xfrm>
            <a:off x="4341252" y="3591103"/>
            <a:ext cx="3600595" cy="440863"/>
            <a:chOff x="5788336" y="4908696"/>
            <a:chExt cx="4800793" cy="587817"/>
          </a:xfrm>
        </p:grpSpPr>
        <p:sp>
          <p:nvSpPr>
            <p:cNvPr id="70" name="Rectangle 69">
              <a:extLst>
                <a:ext uri="{FF2B5EF4-FFF2-40B4-BE49-F238E27FC236}">
                  <a16:creationId xmlns:a16="http://schemas.microsoft.com/office/drawing/2014/main" id="{DA3765F3-2DE6-184B-9871-C97E4EA7B993}"/>
                </a:ext>
              </a:extLst>
            </p:cNvPr>
            <p:cNvSpPr/>
            <p:nvPr/>
          </p:nvSpPr>
          <p:spPr>
            <a:xfrm>
              <a:off x="5842103" y="5334844"/>
              <a:ext cx="4747026" cy="161669"/>
            </a:xfrm>
            <a:prstGeom prst="rect">
              <a:avLst/>
            </a:prstGeom>
          </p:spPr>
          <p:txBody>
            <a:bodyPr wrap="none" lIns="0" tIns="0" rIns="0" bIns="0">
              <a:spAutoFit/>
            </a:bodyPr>
            <a:lstStyle/>
            <a:p>
              <a:r>
                <a:rPr lang="en-US" sz="788"/>
                <a:t>Proprietary and Confidential | authoremail@thermofisher.com | 12-August-2020</a:t>
              </a:r>
            </a:p>
          </p:txBody>
        </p:sp>
        <p:sp>
          <p:nvSpPr>
            <p:cNvPr id="93" name="Rectangle 92">
              <a:extLst>
                <a:ext uri="{FF2B5EF4-FFF2-40B4-BE49-F238E27FC236}">
                  <a16:creationId xmlns:a16="http://schemas.microsoft.com/office/drawing/2014/main" id="{0662301A-4740-1E4A-99D4-4C7CDFD8B49B}"/>
                </a:ext>
              </a:extLst>
            </p:cNvPr>
            <p:cNvSpPr/>
            <p:nvPr userDrawn="1"/>
          </p:nvSpPr>
          <p:spPr>
            <a:xfrm>
              <a:off x="6174815" y="4908699"/>
              <a:ext cx="825440" cy="246221"/>
            </a:xfrm>
            <a:prstGeom prst="rect">
              <a:avLst/>
            </a:prstGeom>
          </p:spPr>
          <p:txBody>
            <a:bodyPr wrap="none">
              <a:spAutoFit/>
            </a:bodyPr>
            <a:lstStyle/>
            <a:p>
              <a:pPr algn="ctr"/>
              <a:r>
                <a:rPr lang="en-US" sz="600" b="1"/>
                <a:t>Disclaimers</a:t>
              </a:r>
            </a:p>
          </p:txBody>
        </p:sp>
        <p:sp>
          <p:nvSpPr>
            <p:cNvPr id="94" name="Rectangle 93">
              <a:extLst>
                <a:ext uri="{FF2B5EF4-FFF2-40B4-BE49-F238E27FC236}">
                  <a16:creationId xmlns:a16="http://schemas.microsoft.com/office/drawing/2014/main" id="{04C7B6C7-EC70-7D40-A4C5-05A267DCD6DA}"/>
                </a:ext>
              </a:extLst>
            </p:cNvPr>
            <p:cNvSpPr/>
            <p:nvPr userDrawn="1"/>
          </p:nvSpPr>
          <p:spPr>
            <a:xfrm>
              <a:off x="7925111" y="4908697"/>
              <a:ext cx="957955" cy="246221"/>
            </a:xfrm>
            <a:prstGeom prst="rect">
              <a:avLst/>
            </a:prstGeom>
          </p:spPr>
          <p:txBody>
            <a:bodyPr wrap="none">
              <a:spAutoFit/>
            </a:bodyPr>
            <a:lstStyle/>
            <a:p>
              <a:pPr algn="ctr"/>
              <a:r>
                <a:rPr lang="en-US" sz="600" b="1"/>
                <a:t>Author’s email</a:t>
              </a:r>
            </a:p>
          </p:txBody>
        </p:sp>
        <p:sp>
          <p:nvSpPr>
            <p:cNvPr id="95" name="Rectangle 94">
              <a:extLst>
                <a:ext uri="{FF2B5EF4-FFF2-40B4-BE49-F238E27FC236}">
                  <a16:creationId xmlns:a16="http://schemas.microsoft.com/office/drawing/2014/main" id="{DDFAB2D7-0A5B-724F-99BA-4E89383C2B34}"/>
                </a:ext>
              </a:extLst>
            </p:cNvPr>
            <p:cNvSpPr/>
            <p:nvPr userDrawn="1"/>
          </p:nvSpPr>
          <p:spPr>
            <a:xfrm>
              <a:off x="9370641" y="4908696"/>
              <a:ext cx="979328" cy="246221"/>
            </a:xfrm>
            <a:prstGeom prst="rect">
              <a:avLst/>
            </a:prstGeom>
          </p:spPr>
          <p:txBody>
            <a:bodyPr wrap="none">
              <a:spAutoFit/>
            </a:bodyPr>
            <a:lstStyle/>
            <a:p>
              <a:pPr algn="ctr"/>
              <a:r>
                <a:rPr lang="en-US" sz="600" b="1"/>
                <a:t>Date published</a:t>
              </a:r>
            </a:p>
          </p:txBody>
        </p:sp>
        <p:sp>
          <p:nvSpPr>
            <p:cNvPr id="96" name="Left Brace 95">
              <a:extLst>
                <a:ext uri="{FF2B5EF4-FFF2-40B4-BE49-F238E27FC236}">
                  <a16:creationId xmlns:a16="http://schemas.microsoft.com/office/drawing/2014/main" id="{544F13B6-76EE-CC4D-A7CA-B63CCE7DC774}"/>
                </a:ext>
              </a:extLst>
            </p:cNvPr>
            <p:cNvSpPr/>
            <p:nvPr userDrawn="1"/>
          </p:nvSpPr>
          <p:spPr>
            <a:xfrm rot="5400000">
              <a:off x="6520304" y="4425654"/>
              <a:ext cx="137356" cy="1601292"/>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97" name="Left Brace 96">
              <a:extLst>
                <a:ext uri="{FF2B5EF4-FFF2-40B4-BE49-F238E27FC236}">
                  <a16:creationId xmlns:a16="http://schemas.microsoft.com/office/drawing/2014/main" id="{CE8E6BC8-A00E-F748-BAB1-06B8485A72AA}"/>
                </a:ext>
              </a:extLst>
            </p:cNvPr>
            <p:cNvSpPr/>
            <p:nvPr userDrawn="1"/>
          </p:nvSpPr>
          <p:spPr>
            <a:xfrm rot="5400000">
              <a:off x="8331042" y="4258741"/>
              <a:ext cx="137355" cy="1935127"/>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98" name="Left Brace 97">
              <a:extLst>
                <a:ext uri="{FF2B5EF4-FFF2-40B4-BE49-F238E27FC236}">
                  <a16:creationId xmlns:a16="http://schemas.microsoft.com/office/drawing/2014/main" id="{889E3AE0-344F-1641-902E-B7F3805E81B1}"/>
                </a:ext>
              </a:extLst>
            </p:cNvPr>
            <p:cNvSpPr/>
            <p:nvPr userDrawn="1"/>
          </p:nvSpPr>
          <p:spPr>
            <a:xfrm rot="5400000">
              <a:off x="9787705" y="4774421"/>
              <a:ext cx="137354" cy="903767"/>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grpSp>
      <p:grpSp>
        <p:nvGrpSpPr>
          <p:cNvPr id="4" name="Group 3">
            <a:extLst>
              <a:ext uri="{FF2B5EF4-FFF2-40B4-BE49-F238E27FC236}">
                <a16:creationId xmlns:a16="http://schemas.microsoft.com/office/drawing/2014/main" id="{E9C94B1B-22EB-0F46-8139-CF807DB87CC2}"/>
              </a:ext>
            </a:extLst>
          </p:cNvPr>
          <p:cNvGrpSpPr/>
          <p:nvPr userDrawn="1"/>
        </p:nvGrpSpPr>
        <p:grpSpPr>
          <a:xfrm>
            <a:off x="4341251" y="4268974"/>
            <a:ext cx="2249014" cy="443440"/>
            <a:chOff x="5826081" y="5638800"/>
            <a:chExt cx="2998685" cy="591253"/>
          </a:xfrm>
        </p:grpSpPr>
        <p:sp>
          <p:nvSpPr>
            <p:cNvPr id="58" name="Rectangle 57">
              <a:extLst>
                <a:ext uri="{FF2B5EF4-FFF2-40B4-BE49-F238E27FC236}">
                  <a16:creationId xmlns:a16="http://schemas.microsoft.com/office/drawing/2014/main" id="{46FD419A-E86C-1745-9E7B-C8DF02B5FD90}"/>
                </a:ext>
              </a:extLst>
            </p:cNvPr>
            <p:cNvSpPr/>
            <p:nvPr/>
          </p:nvSpPr>
          <p:spPr>
            <a:xfrm>
              <a:off x="5826081" y="6068384"/>
              <a:ext cx="2998685" cy="161669"/>
            </a:xfrm>
            <a:prstGeom prst="rect">
              <a:avLst/>
            </a:prstGeom>
          </p:spPr>
          <p:txBody>
            <a:bodyPr wrap="none" lIns="0" tIns="0" rIns="0" bIns="0">
              <a:spAutoFit/>
            </a:bodyPr>
            <a:lstStyle/>
            <a:p>
              <a:pPr marL="0" marR="0" indent="0" algn="l" defTabSz="342900" rtl="0" eaLnBrk="1" fontAlgn="auto" latinLnBrk="0" hangingPunct="1">
                <a:lnSpc>
                  <a:spcPct val="100000"/>
                </a:lnSpc>
                <a:spcBef>
                  <a:spcPts val="0"/>
                </a:spcBef>
                <a:spcAft>
                  <a:spcPts val="0"/>
                </a:spcAft>
                <a:buClrTx/>
                <a:buSzTx/>
                <a:buFontTx/>
                <a:buNone/>
                <a:tabLst/>
                <a:defRPr/>
              </a:pPr>
              <a:r>
                <a:rPr lang="en-US" sz="788"/>
                <a:t> authoremail@thermofisher.com | 12-August-2020</a:t>
              </a:r>
            </a:p>
          </p:txBody>
        </p:sp>
        <p:sp>
          <p:nvSpPr>
            <p:cNvPr id="99" name="Rectangle 98">
              <a:extLst>
                <a:ext uri="{FF2B5EF4-FFF2-40B4-BE49-F238E27FC236}">
                  <a16:creationId xmlns:a16="http://schemas.microsoft.com/office/drawing/2014/main" id="{D4600AD8-6C66-E84E-AD96-C01F836DD7B4}"/>
                </a:ext>
              </a:extLst>
            </p:cNvPr>
            <p:cNvSpPr/>
            <p:nvPr userDrawn="1"/>
          </p:nvSpPr>
          <p:spPr>
            <a:xfrm>
              <a:off x="6319596" y="5638801"/>
              <a:ext cx="957955" cy="246221"/>
            </a:xfrm>
            <a:prstGeom prst="rect">
              <a:avLst/>
            </a:prstGeom>
          </p:spPr>
          <p:txBody>
            <a:bodyPr wrap="none">
              <a:spAutoFit/>
            </a:bodyPr>
            <a:lstStyle/>
            <a:p>
              <a:pPr algn="ctr"/>
              <a:r>
                <a:rPr lang="en-US" sz="600" b="1"/>
                <a:t>Author’s email</a:t>
              </a:r>
            </a:p>
          </p:txBody>
        </p:sp>
        <p:sp>
          <p:nvSpPr>
            <p:cNvPr id="100" name="Rectangle 99">
              <a:extLst>
                <a:ext uri="{FF2B5EF4-FFF2-40B4-BE49-F238E27FC236}">
                  <a16:creationId xmlns:a16="http://schemas.microsoft.com/office/drawing/2014/main" id="{6D59122D-D94B-A440-B8CF-8558F9A1E3D1}"/>
                </a:ext>
              </a:extLst>
            </p:cNvPr>
            <p:cNvSpPr/>
            <p:nvPr userDrawn="1"/>
          </p:nvSpPr>
          <p:spPr>
            <a:xfrm>
              <a:off x="7765125" y="5638800"/>
              <a:ext cx="979328" cy="246221"/>
            </a:xfrm>
            <a:prstGeom prst="rect">
              <a:avLst/>
            </a:prstGeom>
          </p:spPr>
          <p:txBody>
            <a:bodyPr wrap="none">
              <a:spAutoFit/>
            </a:bodyPr>
            <a:lstStyle/>
            <a:p>
              <a:pPr algn="ctr"/>
              <a:r>
                <a:rPr lang="en-US" sz="600" b="1"/>
                <a:t>Date published</a:t>
              </a:r>
            </a:p>
          </p:txBody>
        </p:sp>
        <p:sp>
          <p:nvSpPr>
            <p:cNvPr id="101" name="Left Brace 100">
              <a:extLst>
                <a:ext uri="{FF2B5EF4-FFF2-40B4-BE49-F238E27FC236}">
                  <a16:creationId xmlns:a16="http://schemas.microsoft.com/office/drawing/2014/main" id="{AEE82C77-552E-364A-81F1-E9B9FCA2D6FD}"/>
                </a:ext>
              </a:extLst>
            </p:cNvPr>
            <p:cNvSpPr/>
            <p:nvPr userDrawn="1"/>
          </p:nvSpPr>
          <p:spPr>
            <a:xfrm rot="5400000">
              <a:off x="6725526" y="4988845"/>
              <a:ext cx="137355" cy="1935127"/>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102" name="Left Brace 101">
              <a:extLst>
                <a:ext uri="{FF2B5EF4-FFF2-40B4-BE49-F238E27FC236}">
                  <a16:creationId xmlns:a16="http://schemas.microsoft.com/office/drawing/2014/main" id="{10100607-49A2-2D47-BA45-46A4B8279F34}"/>
                </a:ext>
              </a:extLst>
            </p:cNvPr>
            <p:cNvSpPr/>
            <p:nvPr userDrawn="1"/>
          </p:nvSpPr>
          <p:spPr>
            <a:xfrm rot="5400000">
              <a:off x="8182189" y="5504525"/>
              <a:ext cx="137354" cy="903767"/>
            </a:xfrm>
            <a:prstGeom prst="leftBrace">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grpSp>
    </p:spTree>
    <p:extLst>
      <p:ext uri="{BB962C8B-B14F-4D97-AF65-F5344CB8AC3E}">
        <p14:creationId xmlns:p14="http://schemas.microsoft.com/office/powerpoint/2010/main" val="159651354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efault title slide 1">
    <p:bg>
      <p:bgPr>
        <a:gradFill>
          <a:gsLst>
            <a:gs pos="5000">
              <a:schemeClr val="bg1"/>
            </a:gs>
            <a:gs pos="41000">
              <a:schemeClr val="bg1"/>
            </a:gs>
            <a:gs pos="63000">
              <a:schemeClr val="bg2"/>
            </a:gs>
          </a:gsLst>
          <a:lin ang="1080000" scaled="0"/>
        </a:grad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677DF418-A9B4-B748-8DE9-21DBD7EA3747}"/>
              </a:ext>
            </a:extLst>
          </p:cNvPr>
          <p:cNvPicPr>
            <a:picLocks noChangeAspect="1"/>
          </p:cNvPicPr>
          <p:nvPr userDrawn="1"/>
        </p:nvPicPr>
        <p:blipFill>
          <a:blip r:embed="rId2" cstate="screen">
            <a:extLst>
              <a:ext uri="{28A0092B-C50C-407E-A947-70E740481C1C}">
                <a14:useLocalDpi xmlns:a14="http://schemas.microsoft.com/office/drawing/2010/main"/>
              </a:ext>
            </a:extLst>
          </a:blip>
          <a:srcRect l="2177" r="2177"/>
          <a:stretch>
            <a:fillRect/>
          </a:stretch>
        </p:blipFill>
        <p:spPr>
          <a:xfrm>
            <a:off x="4170345" y="1"/>
            <a:ext cx="4973656" cy="5143499"/>
          </a:xfrm>
          <a:custGeom>
            <a:avLst/>
            <a:gdLst>
              <a:gd name="connsiteX0" fmla="*/ 2183862 w 6631541"/>
              <a:gd name="connsiteY0" fmla="*/ 0 h 6857999"/>
              <a:gd name="connsiteX1" fmla="*/ 6631541 w 6631541"/>
              <a:gd name="connsiteY1" fmla="*/ 0 h 6857999"/>
              <a:gd name="connsiteX2" fmla="*/ 6631541 w 6631541"/>
              <a:gd name="connsiteY2" fmla="*/ 6857999 h 6857999"/>
              <a:gd name="connsiteX3" fmla="*/ 0 w 6631541"/>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6631541" h="6857999">
                <a:moveTo>
                  <a:pt x="2183862" y="0"/>
                </a:moveTo>
                <a:lnTo>
                  <a:pt x="6631541" y="0"/>
                </a:lnTo>
                <a:lnTo>
                  <a:pt x="6631541" y="6857999"/>
                </a:lnTo>
                <a:lnTo>
                  <a:pt x="0" y="6857999"/>
                </a:lnTo>
                <a:close/>
              </a:path>
            </a:pathLst>
          </a:custGeom>
        </p:spPr>
      </p:pic>
      <p:grpSp>
        <p:nvGrpSpPr>
          <p:cNvPr id="7" name="Group 6">
            <a:extLst>
              <a:ext uri="{FF2B5EF4-FFF2-40B4-BE49-F238E27FC236}">
                <a16:creationId xmlns:a16="http://schemas.microsoft.com/office/drawing/2014/main" id="{B1F511C6-A535-A245-B123-CC04435D2DAF}"/>
              </a:ext>
            </a:extLst>
          </p:cNvPr>
          <p:cNvGrpSpPr/>
          <p:nvPr userDrawn="1"/>
        </p:nvGrpSpPr>
        <p:grpSpPr>
          <a:xfrm>
            <a:off x="228600" y="0"/>
            <a:ext cx="1820761" cy="783701"/>
            <a:chOff x="0" y="0"/>
            <a:chExt cx="2447693" cy="1053548"/>
          </a:xfrm>
        </p:grpSpPr>
        <p:sp>
          <p:nvSpPr>
            <p:cNvPr id="8" name="Parallelogram 7">
              <a:extLst>
                <a:ext uri="{FF2B5EF4-FFF2-40B4-BE49-F238E27FC236}">
                  <a16:creationId xmlns:a16="http://schemas.microsoft.com/office/drawing/2014/main" id="{6399281C-FD14-2942-9A9B-13B5E50B7517}"/>
                </a:ext>
              </a:extLst>
            </p:cNvPr>
            <p:cNvSpPr/>
            <p:nvPr userDrawn="1"/>
          </p:nvSpPr>
          <p:spPr bwMode="auto">
            <a:xfrm>
              <a:off x="0" y="0"/>
              <a:ext cx="2447693" cy="1053548"/>
            </a:xfrm>
            <a:prstGeom prst="parallelogram">
              <a:avLst>
                <a:gd name="adj" fmla="val 0"/>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r>
                <a:rPr lang="en-US" sz="1350">
                  <a:latin typeface="Arial" pitchFamily="124" charset="0"/>
                </a:rPr>
                <a:t>               </a:t>
              </a:r>
            </a:p>
          </p:txBody>
        </p:sp>
        <p:pic>
          <p:nvPicPr>
            <p:cNvPr id="9" name="Picture 8">
              <a:extLst>
                <a:ext uri="{FF2B5EF4-FFF2-40B4-BE49-F238E27FC236}">
                  <a16:creationId xmlns:a16="http://schemas.microsoft.com/office/drawing/2014/main" id="{7D60AD95-BD80-6049-9976-D024EC4ECDE8}"/>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135820" y="154984"/>
              <a:ext cx="2178058" cy="756021"/>
            </a:xfrm>
            <a:prstGeom prst="rect">
              <a:avLst/>
            </a:prstGeom>
          </p:spPr>
        </p:pic>
      </p:grpSp>
      <p:grpSp>
        <p:nvGrpSpPr>
          <p:cNvPr id="29" name="Group 28">
            <a:extLst>
              <a:ext uri="{FF2B5EF4-FFF2-40B4-BE49-F238E27FC236}">
                <a16:creationId xmlns:a16="http://schemas.microsoft.com/office/drawing/2014/main" id="{C22F9FBA-8765-F543-9501-7F99893993AB}"/>
              </a:ext>
            </a:extLst>
          </p:cNvPr>
          <p:cNvGrpSpPr/>
          <p:nvPr userDrawn="1"/>
        </p:nvGrpSpPr>
        <p:grpSpPr>
          <a:xfrm>
            <a:off x="212395" y="4477943"/>
            <a:ext cx="3789902" cy="330925"/>
            <a:chOff x="5155556" y="6168462"/>
            <a:chExt cx="5053203" cy="441233"/>
          </a:xfrm>
        </p:grpSpPr>
        <p:sp>
          <p:nvSpPr>
            <p:cNvPr id="30" name="TextBox 29">
              <a:extLst>
                <a:ext uri="{FF2B5EF4-FFF2-40B4-BE49-F238E27FC236}">
                  <a16:creationId xmlns:a16="http://schemas.microsoft.com/office/drawing/2014/main" id="{AA7B3D6A-876F-BF4D-9180-BC91EE9697B0}"/>
                </a:ext>
              </a:extLst>
            </p:cNvPr>
            <p:cNvSpPr txBox="1"/>
            <p:nvPr userDrawn="1"/>
          </p:nvSpPr>
          <p:spPr>
            <a:xfrm>
              <a:off x="5656050" y="6168462"/>
              <a:ext cx="4552709" cy="441233"/>
            </a:xfrm>
            <a:prstGeom prst="rect">
              <a:avLst/>
            </a:prstGeom>
            <a:noFill/>
          </p:spPr>
          <p:txBody>
            <a:bodyPr vert="horz" wrap="square" lIns="0" tIns="0" rIns="0" bIns="0" rtlCol="0" anchor="ctr" anchorCtr="0">
              <a:noAutofit/>
            </a:bodyPr>
            <a:lstStyle/>
            <a:p>
              <a:pPr algn="l"/>
              <a:r>
                <a:rPr lang="en-US" sz="1500">
                  <a:solidFill>
                    <a:schemeClr val="tx1"/>
                  </a:solidFill>
                  <a:latin typeface="Arial"/>
                </a:rPr>
                <a:t>The world leader in serving science</a:t>
              </a:r>
            </a:p>
          </p:txBody>
        </p:sp>
        <p:sp>
          <p:nvSpPr>
            <p:cNvPr id="31" name="Parallelogram 30">
              <a:extLst>
                <a:ext uri="{FF2B5EF4-FFF2-40B4-BE49-F238E27FC236}">
                  <a16:creationId xmlns:a16="http://schemas.microsoft.com/office/drawing/2014/main" id="{05D00626-6EB1-244B-9ADB-13C2AE5E1907}"/>
                </a:ext>
              </a:extLst>
            </p:cNvPr>
            <p:cNvSpPr/>
            <p:nvPr userDrawn="1"/>
          </p:nvSpPr>
          <p:spPr bwMode="auto">
            <a:xfrm>
              <a:off x="5155556" y="6302295"/>
              <a:ext cx="310510" cy="188737"/>
            </a:xfrm>
            <a:prstGeom prst="parallelogram">
              <a:avLst>
                <a:gd name="adj" fmla="val 31844"/>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r>
                <a:rPr lang="en-US" sz="1350">
                  <a:latin typeface="Arial" pitchFamily="124" charset="0"/>
                </a:rPr>
                <a:t>               </a:t>
              </a:r>
            </a:p>
          </p:txBody>
        </p:sp>
      </p:grpSp>
      <p:sp>
        <p:nvSpPr>
          <p:cNvPr id="2" name="Footer Placeholder 1">
            <a:extLst>
              <a:ext uri="{FF2B5EF4-FFF2-40B4-BE49-F238E27FC236}">
                <a16:creationId xmlns:a16="http://schemas.microsoft.com/office/drawing/2014/main" id="{BA129332-E471-D44D-8711-996E85A9EE29}"/>
              </a:ext>
            </a:extLst>
          </p:cNvPr>
          <p:cNvSpPr>
            <a:spLocks noGrp="1"/>
          </p:cNvSpPr>
          <p:nvPr>
            <p:ph type="ftr" sz="quarter" idx="11"/>
          </p:nvPr>
        </p:nvSpPr>
        <p:spPr>
          <a:xfrm>
            <a:off x="228600" y="4914901"/>
            <a:ext cx="4343400" cy="228599"/>
          </a:xfrm>
        </p:spPr>
        <p:txBody>
          <a:bodyPr/>
          <a:lstStyle/>
          <a:p>
            <a:r>
              <a:rPr lang="en-US"/>
              <a:t>Proprietary &amp; Confidential |  03 Jun 2024</a:t>
            </a:r>
          </a:p>
        </p:txBody>
      </p:sp>
      <p:sp>
        <p:nvSpPr>
          <p:cNvPr id="3" name="Slide Number Placeholder 2">
            <a:extLst>
              <a:ext uri="{FF2B5EF4-FFF2-40B4-BE49-F238E27FC236}">
                <a16:creationId xmlns:a16="http://schemas.microsoft.com/office/drawing/2014/main" id="{B4F77913-5D2C-C141-AB22-388096EB8230}"/>
              </a:ext>
            </a:extLst>
          </p:cNvPr>
          <p:cNvSpPr>
            <a:spLocks noGrp="1"/>
          </p:cNvSpPr>
          <p:nvPr>
            <p:ph type="sldNum" sz="quarter" idx="12"/>
          </p:nvPr>
        </p:nvSpPr>
        <p:spPr/>
        <p:txBody>
          <a:bodyPr/>
          <a:lstStyle/>
          <a:p>
            <a:fld id="{89006F1E-66CD-4A4B-9370-B4A3080F0E6C}" type="slidenum">
              <a:rPr lang="en-US" smtClean="0"/>
              <a:pPr/>
              <a:t>‹#›</a:t>
            </a:fld>
            <a:endParaRPr lang="en-US"/>
          </a:p>
        </p:txBody>
      </p:sp>
      <p:sp>
        <p:nvSpPr>
          <p:cNvPr id="15" name="Text Placeholder 15">
            <a:extLst>
              <a:ext uri="{FF2B5EF4-FFF2-40B4-BE49-F238E27FC236}">
                <a16:creationId xmlns:a16="http://schemas.microsoft.com/office/drawing/2014/main" id="{8209BE38-5C75-4E48-AACA-BEDC106131D5}"/>
              </a:ext>
            </a:extLst>
          </p:cNvPr>
          <p:cNvSpPr>
            <a:spLocks noGrp="1"/>
          </p:cNvSpPr>
          <p:nvPr>
            <p:ph type="body" sz="quarter" idx="10" hasCustomPrompt="1"/>
          </p:nvPr>
        </p:nvSpPr>
        <p:spPr>
          <a:xfrm>
            <a:off x="228601" y="2927922"/>
            <a:ext cx="4343399" cy="231090"/>
          </a:xfrm>
          <a:prstGeom prst="rect">
            <a:avLst/>
          </a:prstGeom>
        </p:spPr>
        <p:txBody>
          <a:bodyPr lIns="0" tIns="0" rIns="0" bIns="0" anchor="b"/>
          <a:lstStyle>
            <a:lvl1pPr>
              <a:spcBef>
                <a:spcPts val="0"/>
              </a:spcBef>
              <a:spcAft>
                <a:spcPts val="0"/>
              </a:spcAft>
              <a:buFontTx/>
              <a:buNone/>
              <a:defRPr sz="1200" b="0" baseline="0">
                <a:solidFill>
                  <a:schemeClr val="tx2"/>
                </a:solidFill>
              </a:defRPr>
            </a:lvl1pPr>
            <a:lvl2pPr marL="85725" indent="3572">
              <a:spcAft>
                <a:spcPts val="0"/>
              </a:spcAft>
              <a:buFontTx/>
              <a:buNone/>
              <a:defRPr sz="1050" i="1" baseline="0">
                <a:solidFill>
                  <a:schemeClr val="tx1"/>
                </a:solidFill>
              </a:defRPr>
            </a:lvl2pPr>
          </a:lstStyle>
          <a:p>
            <a:pPr lvl="0"/>
            <a:r>
              <a:rPr lang="en-US"/>
              <a:t>Presenter name [16pt Arial] </a:t>
            </a:r>
          </a:p>
        </p:txBody>
      </p:sp>
      <p:sp>
        <p:nvSpPr>
          <p:cNvPr id="16" name="Title 16">
            <a:extLst>
              <a:ext uri="{FF2B5EF4-FFF2-40B4-BE49-F238E27FC236}">
                <a16:creationId xmlns:a16="http://schemas.microsoft.com/office/drawing/2014/main" id="{B2B8D3D1-6FA6-C04D-951C-FD0E7458C808}"/>
              </a:ext>
            </a:extLst>
          </p:cNvPr>
          <p:cNvSpPr>
            <a:spLocks noGrp="1"/>
          </p:cNvSpPr>
          <p:nvPr>
            <p:ph type="title" hasCustomPrompt="1"/>
          </p:nvPr>
        </p:nvSpPr>
        <p:spPr>
          <a:xfrm>
            <a:off x="228601" y="1294575"/>
            <a:ext cx="4343399" cy="1553901"/>
          </a:xfrm>
          <a:prstGeom prst="rect">
            <a:avLst/>
          </a:prstGeom>
          <a:noFill/>
        </p:spPr>
        <p:txBody>
          <a:bodyPr wrap="square" lIns="0" tIns="0" rIns="0" bIns="0" anchor="b">
            <a:noAutofit/>
          </a:bodyPr>
          <a:lstStyle>
            <a:lvl1pPr>
              <a:lnSpc>
                <a:spcPct val="110000"/>
              </a:lnSpc>
              <a:defRPr sz="2100" b="1">
                <a:solidFill>
                  <a:schemeClr val="tx1"/>
                </a:solidFill>
              </a:defRPr>
            </a:lvl1pPr>
          </a:lstStyle>
          <a:p>
            <a:r>
              <a:rPr lang="en-US"/>
              <a:t>Title [28pt Arial Bold] </a:t>
            </a:r>
          </a:p>
        </p:txBody>
      </p:sp>
      <p:sp>
        <p:nvSpPr>
          <p:cNvPr id="21" name="Text Placeholder 15">
            <a:extLst>
              <a:ext uri="{FF2B5EF4-FFF2-40B4-BE49-F238E27FC236}">
                <a16:creationId xmlns:a16="http://schemas.microsoft.com/office/drawing/2014/main" id="{046B4CC3-134E-7548-B9F5-FA5784CFD5AE}"/>
              </a:ext>
            </a:extLst>
          </p:cNvPr>
          <p:cNvSpPr>
            <a:spLocks noGrp="1"/>
          </p:cNvSpPr>
          <p:nvPr>
            <p:ph type="body" sz="quarter" idx="14" hasCustomPrompt="1"/>
          </p:nvPr>
        </p:nvSpPr>
        <p:spPr>
          <a:xfrm>
            <a:off x="228601" y="3191876"/>
            <a:ext cx="4343399" cy="822911"/>
          </a:xfrm>
          <a:prstGeom prst="rect">
            <a:avLst/>
          </a:prstGeom>
        </p:spPr>
        <p:txBody>
          <a:bodyPr lIns="0" tIns="0" rIns="0" bIns="0" anchor="t">
            <a:normAutofit/>
          </a:bodyPr>
          <a:lstStyle>
            <a:lvl1pPr marL="134541" marR="0" indent="-134541" algn="l" defTabSz="685800" rtl="0" eaLnBrk="1" fontAlgn="auto" latinLnBrk="0" hangingPunct="1">
              <a:lnSpc>
                <a:spcPct val="120000"/>
              </a:lnSpc>
              <a:spcBef>
                <a:spcPts val="0"/>
              </a:spcBef>
              <a:spcAft>
                <a:spcPts val="0"/>
              </a:spcAft>
              <a:buClr>
                <a:schemeClr val="accent4"/>
              </a:buClr>
              <a:buSzPct val="100000"/>
              <a:buFontTx/>
              <a:buNone/>
              <a:tabLst/>
              <a:defRPr sz="1050" b="0" baseline="0">
                <a:solidFill>
                  <a:schemeClr val="tx1"/>
                </a:solidFill>
              </a:defRPr>
            </a:lvl1pPr>
            <a:lvl2pPr marL="85725" indent="3572">
              <a:spcAft>
                <a:spcPts val="0"/>
              </a:spcAft>
              <a:buFontTx/>
              <a:buNone/>
              <a:defRPr sz="1050" i="1" baseline="0">
                <a:solidFill>
                  <a:schemeClr val="tx1"/>
                </a:solidFill>
              </a:defRPr>
            </a:lvl2pPr>
          </a:lstStyle>
          <a:p>
            <a:pPr marL="308610" marR="0" lvl="0" indent="-308610" algn="l" defTabSz="685800" rtl="0" eaLnBrk="1" fontAlgn="auto" latinLnBrk="0" hangingPunct="1">
              <a:lnSpc>
                <a:spcPct val="120000"/>
              </a:lnSpc>
              <a:spcBef>
                <a:spcPts val="0"/>
              </a:spcBef>
              <a:spcAft>
                <a:spcPts val="0"/>
              </a:spcAft>
              <a:buClr>
                <a:schemeClr val="accent4"/>
              </a:buClr>
              <a:buSzPct val="100000"/>
              <a:buFontTx/>
              <a:buNone/>
              <a:tabLst/>
              <a:defRPr/>
            </a:pPr>
            <a:r>
              <a:rPr lang="en-US"/>
              <a:t>Presenter Title [14pt Arial]</a:t>
            </a:r>
            <a:br>
              <a:rPr lang="en-US"/>
            </a:br>
            <a:r>
              <a:rPr lang="en-US"/>
              <a:t>Date [14pt Arial] </a:t>
            </a:r>
          </a:p>
        </p:txBody>
      </p:sp>
      <p:sp>
        <p:nvSpPr>
          <p:cNvPr id="11" name="Textplatzhalter 3">
            <a:extLst>
              <a:ext uri="{FF2B5EF4-FFF2-40B4-BE49-F238E27FC236}">
                <a16:creationId xmlns:a16="http://schemas.microsoft.com/office/drawing/2014/main" id="{88DCC204-3911-D0CC-A41C-24DBA0A30585}"/>
              </a:ext>
            </a:extLst>
          </p:cNvPr>
          <p:cNvSpPr txBox="1">
            <a:spLocks/>
          </p:cNvSpPr>
          <p:nvPr userDrawn="1"/>
        </p:nvSpPr>
        <p:spPr bwMode="gray">
          <a:xfrm>
            <a:off x="2117868" y="14801"/>
            <a:ext cx="1360828" cy="768899"/>
          </a:xfrm>
          <a:prstGeom prst="rect">
            <a:avLst/>
          </a:prstGeom>
          <a:blipFill dpi="0"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a:fillRect/>
            </a:stretch>
          </a:blipFill>
        </p:spPr>
        <p:txBody>
          <a:bodyPr vert="horz" lIns="0" tIns="0" rIns="0" bIns="0" rtlCol="0">
            <a:normAutofit/>
          </a:bodyPr>
          <a:lstStyle>
            <a:lvl1pPr marL="0" indent="0" algn="l" defTabSz="685800" rtl="0" eaLnBrk="1" latinLnBrk="0" hangingPunct="1">
              <a:lnSpc>
                <a:spcPct val="114000"/>
              </a:lnSpc>
              <a:spcBef>
                <a:spcPts val="0"/>
              </a:spcBef>
              <a:spcAft>
                <a:spcPts val="1200"/>
              </a:spcAft>
              <a:buClr>
                <a:schemeClr val="accent1"/>
              </a:buClr>
              <a:buSzPct val="100000"/>
              <a:buFont typeface="Wingdings" panose="05000000000000000000" pitchFamily="2" charset="2"/>
              <a:buNone/>
              <a:defRPr sz="100" kern="1200">
                <a:noFill/>
                <a:latin typeface="+mn-lt"/>
                <a:ea typeface="+mn-ea"/>
                <a:cs typeface="+mn-cs"/>
              </a:defRPr>
            </a:lvl1pPr>
            <a:lvl2pPr marL="522000" indent="-162000" algn="l" defTabSz="685800" rtl="0" eaLnBrk="1" latinLnBrk="0" hangingPunct="1">
              <a:lnSpc>
                <a:spcPct val="114000"/>
              </a:lnSpc>
              <a:spcBef>
                <a:spcPts val="0"/>
              </a:spcBef>
              <a:spcAft>
                <a:spcPts val="1200"/>
              </a:spcAft>
              <a:buClr>
                <a:schemeClr val="accent1"/>
              </a:buClr>
              <a:buFont typeface="GT Flexa Rg" pitchFamily="2" charset="0"/>
              <a:buChar char="–"/>
              <a:defRPr sz="1200" kern="1200">
                <a:solidFill>
                  <a:schemeClr val="tx1"/>
                </a:solidFill>
                <a:latin typeface="+mn-lt"/>
                <a:ea typeface="+mn-ea"/>
                <a:cs typeface="+mn-cs"/>
              </a:defRPr>
            </a:lvl2pPr>
            <a:lvl3pPr marL="990000" indent="-162000" algn="l" defTabSz="685800" rtl="0" eaLnBrk="1" latinLnBrk="0" hangingPunct="1">
              <a:lnSpc>
                <a:spcPct val="114000"/>
              </a:lnSpc>
              <a:spcBef>
                <a:spcPts val="0"/>
              </a:spcBef>
              <a:spcAft>
                <a:spcPts val="1200"/>
              </a:spcAft>
              <a:buClr>
                <a:schemeClr val="accent1"/>
              </a:buClr>
              <a:buFont typeface="GT Flexa Rg" pitchFamily="2" charset="0"/>
              <a:buChar char="–"/>
              <a:defRPr sz="1200" kern="1200">
                <a:solidFill>
                  <a:schemeClr val="tx1"/>
                </a:solidFill>
                <a:latin typeface="+mn-lt"/>
                <a:ea typeface="+mn-ea"/>
                <a:cs typeface="+mn-cs"/>
              </a:defRPr>
            </a:lvl3pPr>
            <a:lvl4pPr marL="1458000" indent="-162000" algn="l" defTabSz="685800" rtl="0" eaLnBrk="1" latinLnBrk="0" hangingPunct="1">
              <a:lnSpc>
                <a:spcPct val="114000"/>
              </a:lnSpc>
              <a:spcBef>
                <a:spcPts val="0"/>
              </a:spcBef>
              <a:spcAft>
                <a:spcPts val="1200"/>
              </a:spcAft>
              <a:buClr>
                <a:schemeClr val="accent1"/>
              </a:buClr>
              <a:buFont typeface="GT Flexa Rg" pitchFamily="2" charset="0"/>
              <a:buChar char="–"/>
              <a:defRPr sz="1200" kern="1200">
                <a:solidFill>
                  <a:schemeClr val="tx1"/>
                </a:solidFill>
                <a:latin typeface="+mn-lt"/>
                <a:ea typeface="+mn-ea"/>
                <a:cs typeface="+mn-cs"/>
              </a:defRPr>
            </a:lvl4pPr>
            <a:lvl5pPr marL="1926000" indent="-162000" algn="l" defTabSz="685800" rtl="0" eaLnBrk="1" latinLnBrk="0" hangingPunct="1">
              <a:lnSpc>
                <a:spcPct val="114000"/>
              </a:lnSpc>
              <a:spcBef>
                <a:spcPts val="0"/>
              </a:spcBef>
              <a:spcAft>
                <a:spcPts val="1200"/>
              </a:spcAft>
              <a:buClr>
                <a:schemeClr val="accent1"/>
              </a:buClr>
              <a:buFont typeface="GT Flexa Rg" pitchFamily="2" charset="0"/>
              <a:buChar char="–"/>
              <a:defRPr sz="1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l" defTabSz="685800" rtl="0" eaLnBrk="1" fontAlgn="auto" latinLnBrk="0" hangingPunct="1">
              <a:lnSpc>
                <a:spcPct val="114000"/>
              </a:lnSpc>
              <a:spcBef>
                <a:spcPts val="0"/>
              </a:spcBef>
              <a:spcAft>
                <a:spcPts val="1200"/>
              </a:spcAft>
              <a:buClr>
                <a:srgbClr val="E1000F"/>
              </a:buClr>
              <a:buSzPct val="100000"/>
              <a:buFont typeface="Wingdings" panose="05000000000000000000" pitchFamily="2" charset="2"/>
              <a:buNone/>
              <a:tabLst/>
              <a:defRPr/>
            </a:pPr>
            <a:endParaRPr kumimoji="0" lang="de-DE" sz="100" b="0" i="0" u="none" strike="noStrike" kern="1200" cap="none" spc="0" normalizeH="0" baseline="0" noProof="0">
              <a:ln>
                <a:noFill/>
              </a:ln>
              <a:noFill/>
              <a:effectLst/>
              <a:uLnTx/>
              <a:uFillTx/>
              <a:latin typeface="Segoe UI"/>
              <a:ea typeface="+mn-ea"/>
              <a:cs typeface="+mn-cs"/>
            </a:endParaRPr>
          </a:p>
        </p:txBody>
      </p:sp>
    </p:spTree>
    <p:extLst>
      <p:ext uri="{BB962C8B-B14F-4D97-AF65-F5344CB8AC3E}">
        <p14:creationId xmlns:p14="http://schemas.microsoft.com/office/powerpoint/2010/main" val="17907079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Default title slide 2">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7D997E8D-54A7-034E-BB18-43BE9D8B72AF}"/>
              </a:ext>
            </a:extLst>
          </p:cNvPr>
          <p:cNvGrpSpPr/>
          <p:nvPr userDrawn="1"/>
        </p:nvGrpSpPr>
        <p:grpSpPr>
          <a:xfrm>
            <a:off x="7511971" y="18423"/>
            <a:ext cx="1632029" cy="5125077"/>
            <a:chOff x="10024536" y="24564"/>
            <a:chExt cx="2176039" cy="6833436"/>
          </a:xfrm>
        </p:grpSpPr>
        <p:sp>
          <p:nvSpPr>
            <p:cNvPr id="25" name="Freeform 24">
              <a:extLst>
                <a:ext uri="{FF2B5EF4-FFF2-40B4-BE49-F238E27FC236}">
                  <a16:creationId xmlns:a16="http://schemas.microsoft.com/office/drawing/2014/main" id="{72CE4260-6521-4748-93CA-26778BA70D03}"/>
                </a:ext>
              </a:extLst>
            </p:cNvPr>
            <p:cNvSpPr/>
            <p:nvPr userDrawn="1"/>
          </p:nvSpPr>
          <p:spPr bwMode="auto">
            <a:xfrm>
              <a:off x="10024536" y="24564"/>
              <a:ext cx="2176039" cy="6833436"/>
            </a:xfrm>
            <a:custGeom>
              <a:avLst/>
              <a:gdLst>
                <a:gd name="connsiteX0" fmla="*/ 1745961 w 1745961"/>
                <a:gd name="connsiteY0" fmla="*/ 0 h 5482857"/>
                <a:gd name="connsiteX1" fmla="*/ 1745961 w 1745961"/>
                <a:gd name="connsiteY1" fmla="*/ 5482857 h 5482857"/>
                <a:gd name="connsiteX2" fmla="*/ 0 w 1745961"/>
                <a:gd name="connsiteY2" fmla="*/ 5482857 h 5482857"/>
              </a:gdLst>
              <a:ahLst/>
              <a:cxnLst>
                <a:cxn ang="0">
                  <a:pos x="connsiteX0" y="connsiteY0"/>
                </a:cxn>
                <a:cxn ang="0">
                  <a:pos x="connsiteX1" y="connsiteY1"/>
                </a:cxn>
                <a:cxn ang="0">
                  <a:pos x="connsiteX2" y="connsiteY2"/>
                </a:cxn>
              </a:cxnLst>
              <a:rect l="l" t="t" r="r" b="b"/>
              <a:pathLst>
                <a:path w="1745961" h="5482857">
                  <a:moveTo>
                    <a:pt x="1745961" y="0"/>
                  </a:moveTo>
                  <a:lnTo>
                    <a:pt x="1745961" y="5482857"/>
                  </a:lnTo>
                  <a:lnTo>
                    <a:pt x="0" y="5482857"/>
                  </a:lnTo>
                  <a:close/>
                </a:path>
              </a:pathLst>
            </a:custGeom>
            <a:solidFill>
              <a:schemeClr val="tx2">
                <a:lumMod val="75000"/>
                <a:alpha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r>
                <a:rPr lang="en-US" sz="1350">
                  <a:latin typeface="Arial" pitchFamily="124" charset="0"/>
                </a:rPr>
                <a:t> </a:t>
              </a:r>
            </a:p>
          </p:txBody>
        </p:sp>
        <p:sp>
          <p:nvSpPr>
            <p:cNvPr id="26" name="Freeform 25">
              <a:extLst>
                <a:ext uri="{FF2B5EF4-FFF2-40B4-BE49-F238E27FC236}">
                  <a16:creationId xmlns:a16="http://schemas.microsoft.com/office/drawing/2014/main" id="{312BDDE4-0CBA-1748-A49D-A2A5F2CE8891}"/>
                </a:ext>
              </a:extLst>
            </p:cNvPr>
            <p:cNvSpPr/>
            <p:nvPr userDrawn="1"/>
          </p:nvSpPr>
          <p:spPr bwMode="auto">
            <a:xfrm>
              <a:off x="10805603" y="2477356"/>
              <a:ext cx="1394972" cy="4380644"/>
            </a:xfrm>
            <a:custGeom>
              <a:avLst/>
              <a:gdLst>
                <a:gd name="connsiteX0" fmla="*/ 1745961 w 1745961"/>
                <a:gd name="connsiteY0" fmla="*/ 0 h 5482857"/>
                <a:gd name="connsiteX1" fmla="*/ 1745961 w 1745961"/>
                <a:gd name="connsiteY1" fmla="*/ 5482857 h 5482857"/>
                <a:gd name="connsiteX2" fmla="*/ 0 w 1745961"/>
                <a:gd name="connsiteY2" fmla="*/ 5482857 h 5482857"/>
              </a:gdLst>
              <a:ahLst/>
              <a:cxnLst>
                <a:cxn ang="0">
                  <a:pos x="connsiteX0" y="connsiteY0"/>
                </a:cxn>
                <a:cxn ang="0">
                  <a:pos x="connsiteX1" y="connsiteY1"/>
                </a:cxn>
                <a:cxn ang="0">
                  <a:pos x="connsiteX2" y="connsiteY2"/>
                </a:cxn>
              </a:cxnLst>
              <a:rect l="l" t="t" r="r" b="b"/>
              <a:pathLst>
                <a:path w="1745961" h="5482857">
                  <a:moveTo>
                    <a:pt x="1745961" y="0"/>
                  </a:moveTo>
                  <a:lnTo>
                    <a:pt x="1745961" y="5482857"/>
                  </a:lnTo>
                  <a:lnTo>
                    <a:pt x="0" y="5482857"/>
                  </a:lnTo>
                  <a:close/>
                </a:path>
              </a:pathLst>
            </a:cu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endParaRPr lang="en-US" sz="1350">
                <a:latin typeface="Arial" pitchFamily="124" charset="0"/>
              </a:endParaRPr>
            </a:p>
          </p:txBody>
        </p:sp>
      </p:grpSp>
      <p:grpSp>
        <p:nvGrpSpPr>
          <p:cNvPr id="27" name="Group 26">
            <a:extLst>
              <a:ext uri="{FF2B5EF4-FFF2-40B4-BE49-F238E27FC236}">
                <a16:creationId xmlns:a16="http://schemas.microsoft.com/office/drawing/2014/main" id="{50A6D8E5-0F1B-4F46-A75F-B4236465A272}"/>
              </a:ext>
            </a:extLst>
          </p:cNvPr>
          <p:cNvGrpSpPr/>
          <p:nvPr userDrawn="1"/>
        </p:nvGrpSpPr>
        <p:grpSpPr>
          <a:xfrm>
            <a:off x="7246695" y="614088"/>
            <a:ext cx="1897305" cy="4529412"/>
            <a:chOff x="9662260" y="818784"/>
            <a:chExt cx="2529740" cy="6039216"/>
          </a:xfrm>
        </p:grpSpPr>
        <p:pic>
          <p:nvPicPr>
            <p:cNvPr id="28" name="Picture 27">
              <a:extLst>
                <a:ext uri="{FF2B5EF4-FFF2-40B4-BE49-F238E27FC236}">
                  <a16:creationId xmlns:a16="http://schemas.microsoft.com/office/drawing/2014/main" id="{F29E788A-C660-B84C-99A5-D234AA41381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9662260" y="1471202"/>
              <a:ext cx="2529740" cy="5386798"/>
            </a:xfrm>
            <a:prstGeom prst="rect">
              <a:avLst/>
            </a:prstGeom>
          </p:spPr>
        </p:pic>
        <p:pic>
          <p:nvPicPr>
            <p:cNvPr id="29" name="Picture 28">
              <a:extLst>
                <a:ext uri="{FF2B5EF4-FFF2-40B4-BE49-F238E27FC236}">
                  <a16:creationId xmlns:a16="http://schemas.microsoft.com/office/drawing/2014/main" id="{DFD590AF-386B-9048-ABEA-59B6BE9DA72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539851" y="4300794"/>
              <a:ext cx="1652148" cy="2095226"/>
            </a:xfrm>
            <a:prstGeom prst="rect">
              <a:avLst/>
            </a:prstGeom>
          </p:spPr>
        </p:pic>
        <p:pic>
          <p:nvPicPr>
            <p:cNvPr id="30" name="Picture 29">
              <a:extLst>
                <a:ext uri="{FF2B5EF4-FFF2-40B4-BE49-F238E27FC236}">
                  <a16:creationId xmlns:a16="http://schemas.microsoft.com/office/drawing/2014/main" id="{E2756107-63E2-5F45-8CC3-D5261B2411F1}"/>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rot="20585276">
              <a:off x="10888776" y="3404437"/>
              <a:ext cx="841085" cy="888470"/>
            </a:xfrm>
            <a:prstGeom prst="rect">
              <a:avLst/>
            </a:prstGeom>
          </p:spPr>
        </p:pic>
        <p:pic>
          <p:nvPicPr>
            <p:cNvPr id="31" name="Picture 30">
              <a:extLst>
                <a:ext uri="{FF2B5EF4-FFF2-40B4-BE49-F238E27FC236}">
                  <a16:creationId xmlns:a16="http://schemas.microsoft.com/office/drawing/2014/main" id="{0BBAF86D-A33D-1F45-96FF-45390C30D2F6}"/>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839843" y="4683251"/>
              <a:ext cx="608076" cy="626643"/>
            </a:xfrm>
            <a:prstGeom prst="rect">
              <a:avLst/>
            </a:prstGeom>
          </p:spPr>
        </p:pic>
        <p:pic>
          <p:nvPicPr>
            <p:cNvPr id="32" name="Picture 31">
              <a:extLst>
                <a:ext uri="{FF2B5EF4-FFF2-40B4-BE49-F238E27FC236}">
                  <a16:creationId xmlns:a16="http://schemas.microsoft.com/office/drawing/2014/main" id="{48104F42-09E4-4B40-858C-D0F13E205AD9}"/>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rot="19848158">
              <a:off x="10621861" y="5789703"/>
              <a:ext cx="593846" cy="634660"/>
            </a:xfrm>
            <a:prstGeom prst="rect">
              <a:avLst/>
            </a:prstGeom>
          </p:spPr>
        </p:pic>
        <p:pic>
          <p:nvPicPr>
            <p:cNvPr id="33" name="Picture 32">
              <a:extLst>
                <a:ext uri="{FF2B5EF4-FFF2-40B4-BE49-F238E27FC236}">
                  <a16:creationId xmlns:a16="http://schemas.microsoft.com/office/drawing/2014/main" id="{02EBF489-D968-EB46-B15F-78B5BB5FD92E}"/>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38854"/>
            <a:stretch/>
          </p:blipFill>
          <p:spPr>
            <a:xfrm>
              <a:off x="10588564" y="818784"/>
              <a:ext cx="1603435" cy="1703758"/>
            </a:xfrm>
            <a:prstGeom prst="rect">
              <a:avLst/>
            </a:prstGeom>
          </p:spPr>
        </p:pic>
      </p:grpSp>
      <p:grpSp>
        <p:nvGrpSpPr>
          <p:cNvPr id="21" name="Group 20">
            <a:extLst>
              <a:ext uri="{FF2B5EF4-FFF2-40B4-BE49-F238E27FC236}">
                <a16:creationId xmlns:a16="http://schemas.microsoft.com/office/drawing/2014/main" id="{529B2BDF-CCF7-1348-A3D5-D71BE6DC81B3}"/>
              </a:ext>
            </a:extLst>
          </p:cNvPr>
          <p:cNvGrpSpPr/>
          <p:nvPr userDrawn="1"/>
        </p:nvGrpSpPr>
        <p:grpSpPr>
          <a:xfrm>
            <a:off x="228600" y="0"/>
            <a:ext cx="1820761" cy="783701"/>
            <a:chOff x="0" y="0"/>
            <a:chExt cx="2447693" cy="1053548"/>
          </a:xfrm>
        </p:grpSpPr>
        <p:sp>
          <p:nvSpPr>
            <p:cNvPr id="22" name="Parallelogram 21">
              <a:extLst>
                <a:ext uri="{FF2B5EF4-FFF2-40B4-BE49-F238E27FC236}">
                  <a16:creationId xmlns:a16="http://schemas.microsoft.com/office/drawing/2014/main" id="{5AC29362-88F4-1D4E-981B-656DAC0CCDA0}"/>
                </a:ext>
              </a:extLst>
            </p:cNvPr>
            <p:cNvSpPr/>
            <p:nvPr userDrawn="1"/>
          </p:nvSpPr>
          <p:spPr bwMode="auto">
            <a:xfrm>
              <a:off x="0" y="0"/>
              <a:ext cx="2447693" cy="1053548"/>
            </a:xfrm>
            <a:prstGeom prst="parallelogram">
              <a:avLst>
                <a:gd name="adj" fmla="val 0"/>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r>
                <a:rPr lang="en-US" sz="1350">
                  <a:latin typeface="Arial" pitchFamily="124" charset="0"/>
                </a:rPr>
                <a:t>               </a:t>
              </a:r>
            </a:p>
          </p:txBody>
        </p:sp>
        <p:pic>
          <p:nvPicPr>
            <p:cNvPr id="23" name="Picture 22">
              <a:extLst>
                <a:ext uri="{FF2B5EF4-FFF2-40B4-BE49-F238E27FC236}">
                  <a16:creationId xmlns:a16="http://schemas.microsoft.com/office/drawing/2014/main" id="{3FDEE4BE-E092-CA4F-AF35-8DF125AB2591}"/>
                </a:ext>
              </a:extLst>
            </p:cNvPr>
            <p:cNvPicPr>
              <a:picLocks noChangeAspect="1"/>
            </p:cNvPicPr>
            <p:nvPr userDrawn="1"/>
          </p:nvPicPr>
          <p:blipFill>
            <a:blip r:embed="rId8">
              <a:extLst>
                <a:ext uri="{28A0092B-C50C-407E-A947-70E740481C1C}">
                  <a14:useLocalDpi xmlns:a14="http://schemas.microsoft.com/office/drawing/2010/main"/>
                </a:ext>
              </a:extLst>
            </a:blip>
            <a:stretch>
              <a:fillRect/>
            </a:stretch>
          </p:blipFill>
          <p:spPr>
            <a:xfrm>
              <a:off x="135820" y="154984"/>
              <a:ext cx="2178058" cy="756021"/>
            </a:xfrm>
            <a:prstGeom prst="rect">
              <a:avLst/>
            </a:prstGeom>
          </p:spPr>
        </p:pic>
      </p:grpSp>
      <p:grpSp>
        <p:nvGrpSpPr>
          <p:cNvPr id="34" name="Group 33">
            <a:extLst>
              <a:ext uri="{FF2B5EF4-FFF2-40B4-BE49-F238E27FC236}">
                <a16:creationId xmlns:a16="http://schemas.microsoft.com/office/drawing/2014/main" id="{229B0B5C-E093-DA4B-806C-77D92FB04B00}"/>
              </a:ext>
            </a:extLst>
          </p:cNvPr>
          <p:cNvGrpSpPr/>
          <p:nvPr userDrawn="1"/>
        </p:nvGrpSpPr>
        <p:grpSpPr>
          <a:xfrm>
            <a:off x="212395" y="4477943"/>
            <a:ext cx="3789902" cy="330925"/>
            <a:chOff x="5155556" y="6168462"/>
            <a:chExt cx="5053203" cy="441233"/>
          </a:xfrm>
        </p:grpSpPr>
        <p:sp>
          <p:nvSpPr>
            <p:cNvPr id="35" name="TextBox 34">
              <a:extLst>
                <a:ext uri="{FF2B5EF4-FFF2-40B4-BE49-F238E27FC236}">
                  <a16:creationId xmlns:a16="http://schemas.microsoft.com/office/drawing/2014/main" id="{8E3D34E8-07DE-DB49-893D-0283BBF248E0}"/>
                </a:ext>
              </a:extLst>
            </p:cNvPr>
            <p:cNvSpPr txBox="1"/>
            <p:nvPr userDrawn="1"/>
          </p:nvSpPr>
          <p:spPr>
            <a:xfrm>
              <a:off x="5656050" y="6168462"/>
              <a:ext cx="4552709" cy="441233"/>
            </a:xfrm>
            <a:prstGeom prst="rect">
              <a:avLst/>
            </a:prstGeom>
            <a:noFill/>
          </p:spPr>
          <p:txBody>
            <a:bodyPr vert="horz" wrap="square" lIns="0" tIns="0" rIns="0" bIns="0" rtlCol="0" anchor="ctr" anchorCtr="0">
              <a:noAutofit/>
            </a:bodyPr>
            <a:lstStyle/>
            <a:p>
              <a:pPr algn="l"/>
              <a:r>
                <a:rPr lang="en-US" sz="1500">
                  <a:solidFill>
                    <a:schemeClr val="tx1"/>
                  </a:solidFill>
                  <a:latin typeface="Arial"/>
                </a:rPr>
                <a:t>The world leader in serving science</a:t>
              </a:r>
            </a:p>
          </p:txBody>
        </p:sp>
        <p:sp>
          <p:nvSpPr>
            <p:cNvPr id="36" name="Parallelogram 35">
              <a:extLst>
                <a:ext uri="{FF2B5EF4-FFF2-40B4-BE49-F238E27FC236}">
                  <a16:creationId xmlns:a16="http://schemas.microsoft.com/office/drawing/2014/main" id="{BC757F20-58AC-5B4E-ACFF-20D22B6D507B}"/>
                </a:ext>
              </a:extLst>
            </p:cNvPr>
            <p:cNvSpPr/>
            <p:nvPr userDrawn="1"/>
          </p:nvSpPr>
          <p:spPr bwMode="auto">
            <a:xfrm>
              <a:off x="5155556" y="6302295"/>
              <a:ext cx="310510" cy="188737"/>
            </a:xfrm>
            <a:prstGeom prst="parallelogram">
              <a:avLst>
                <a:gd name="adj" fmla="val 31844"/>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r>
                <a:rPr lang="en-US" sz="1350">
                  <a:latin typeface="Arial" pitchFamily="124" charset="0"/>
                </a:rPr>
                <a:t>               </a:t>
              </a:r>
            </a:p>
          </p:txBody>
        </p:sp>
      </p:grpSp>
      <p:sp>
        <p:nvSpPr>
          <p:cNvPr id="45" name="Footer Placeholder 1">
            <a:extLst>
              <a:ext uri="{FF2B5EF4-FFF2-40B4-BE49-F238E27FC236}">
                <a16:creationId xmlns:a16="http://schemas.microsoft.com/office/drawing/2014/main" id="{F96EC45B-102C-174F-9F23-FF784CDB7AB8}"/>
              </a:ext>
            </a:extLst>
          </p:cNvPr>
          <p:cNvSpPr>
            <a:spLocks noGrp="1"/>
          </p:cNvSpPr>
          <p:nvPr>
            <p:ph type="ftr" sz="quarter" idx="15"/>
          </p:nvPr>
        </p:nvSpPr>
        <p:spPr>
          <a:xfrm>
            <a:off x="228600" y="4914901"/>
            <a:ext cx="4343400" cy="228599"/>
          </a:xfrm>
        </p:spPr>
        <p:txBody>
          <a:bodyPr/>
          <a:lstStyle/>
          <a:p>
            <a:r>
              <a:rPr lang="en-US"/>
              <a:t>Proprietary &amp; Confidential |  03 Jun 2024</a:t>
            </a:r>
          </a:p>
        </p:txBody>
      </p:sp>
      <p:sp>
        <p:nvSpPr>
          <p:cNvPr id="46" name="Slide Number Placeholder 2">
            <a:extLst>
              <a:ext uri="{FF2B5EF4-FFF2-40B4-BE49-F238E27FC236}">
                <a16:creationId xmlns:a16="http://schemas.microsoft.com/office/drawing/2014/main" id="{8D006509-7DB4-6541-835F-3B6972AE0860}"/>
              </a:ext>
            </a:extLst>
          </p:cNvPr>
          <p:cNvSpPr>
            <a:spLocks noGrp="1"/>
          </p:cNvSpPr>
          <p:nvPr>
            <p:ph type="sldNum" sz="quarter" idx="12"/>
          </p:nvPr>
        </p:nvSpPr>
        <p:spPr>
          <a:xfrm>
            <a:off x="1" y="4914901"/>
            <a:ext cx="228599" cy="228599"/>
          </a:xfrm>
        </p:spPr>
        <p:txBody>
          <a:bodyPr/>
          <a:lstStyle/>
          <a:p>
            <a:fld id="{89006F1E-66CD-4A4B-9370-B4A3080F0E6C}" type="slidenum">
              <a:rPr lang="en-US" smtClean="0"/>
              <a:pPr/>
              <a:t>‹#›</a:t>
            </a:fld>
            <a:endParaRPr lang="en-US"/>
          </a:p>
        </p:txBody>
      </p:sp>
      <p:sp>
        <p:nvSpPr>
          <p:cNvPr id="37" name="Text Placeholder 15">
            <a:extLst>
              <a:ext uri="{FF2B5EF4-FFF2-40B4-BE49-F238E27FC236}">
                <a16:creationId xmlns:a16="http://schemas.microsoft.com/office/drawing/2014/main" id="{108EBC16-514C-7740-843A-F5174EAA96DC}"/>
              </a:ext>
            </a:extLst>
          </p:cNvPr>
          <p:cNvSpPr>
            <a:spLocks noGrp="1"/>
          </p:cNvSpPr>
          <p:nvPr>
            <p:ph type="body" sz="quarter" idx="10" hasCustomPrompt="1"/>
          </p:nvPr>
        </p:nvSpPr>
        <p:spPr>
          <a:xfrm>
            <a:off x="228601" y="2927922"/>
            <a:ext cx="5714999" cy="231090"/>
          </a:xfrm>
          <a:prstGeom prst="rect">
            <a:avLst/>
          </a:prstGeom>
        </p:spPr>
        <p:txBody>
          <a:bodyPr lIns="0" tIns="0" rIns="0" bIns="0" anchor="b"/>
          <a:lstStyle>
            <a:lvl1pPr>
              <a:spcBef>
                <a:spcPts val="0"/>
              </a:spcBef>
              <a:spcAft>
                <a:spcPts val="0"/>
              </a:spcAft>
              <a:buFontTx/>
              <a:buNone/>
              <a:defRPr sz="1200" b="0" baseline="0">
                <a:solidFill>
                  <a:schemeClr val="tx2"/>
                </a:solidFill>
              </a:defRPr>
            </a:lvl1pPr>
            <a:lvl2pPr marL="85725" indent="3572">
              <a:spcAft>
                <a:spcPts val="0"/>
              </a:spcAft>
              <a:buFontTx/>
              <a:buNone/>
              <a:defRPr sz="1050" i="1" baseline="0">
                <a:solidFill>
                  <a:schemeClr val="tx1"/>
                </a:solidFill>
              </a:defRPr>
            </a:lvl2pPr>
          </a:lstStyle>
          <a:p>
            <a:pPr lvl="0"/>
            <a:r>
              <a:rPr lang="en-US"/>
              <a:t>Presenter name [16pt Arial] </a:t>
            </a:r>
          </a:p>
        </p:txBody>
      </p:sp>
      <p:sp>
        <p:nvSpPr>
          <p:cNvPr id="38" name="Title 16">
            <a:extLst>
              <a:ext uri="{FF2B5EF4-FFF2-40B4-BE49-F238E27FC236}">
                <a16:creationId xmlns:a16="http://schemas.microsoft.com/office/drawing/2014/main" id="{124A4A7F-4904-4645-AEF7-28AEBD45D1C3}"/>
              </a:ext>
            </a:extLst>
          </p:cNvPr>
          <p:cNvSpPr>
            <a:spLocks noGrp="1"/>
          </p:cNvSpPr>
          <p:nvPr>
            <p:ph type="title" hasCustomPrompt="1"/>
          </p:nvPr>
        </p:nvSpPr>
        <p:spPr>
          <a:xfrm>
            <a:off x="228601" y="1294575"/>
            <a:ext cx="5714999" cy="1553901"/>
          </a:xfrm>
          <a:prstGeom prst="rect">
            <a:avLst/>
          </a:prstGeom>
          <a:noFill/>
        </p:spPr>
        <p:txBody>
          <a:bodyPr wrap="square" lIns="0" tIns="0" rIns="0" bIns="0" anchor="b">
            <a:noAutofit/>
          </a:bodyPr>
          <a:lstStyle>
            <a:lvl1pPr>
              <a:lnSpc>
                <a:spcPct val="110000"/>
              </a:lnSpc>
              <a:defRPr sz="2100" b="1">
                <a:solidFill>
                  <a:schemeClr val="tx1"/>
                </a:solidFill>
              </a:defRPr>
            </a:lvl1pPr>
          </a:lstStyle>
          <a:p>
            <a:r>
              <a:rPr lang="en-US"/>
              <a:t>Title [28pt Arial Bold] </a:t>
            </a:r>
          </a:p>
        </p:txBody>
      </p:sp>
      <p:sp>
        <p:nvSpPr>
          <p:cNvPr id="39" name="Text Placeholder 15">
            <a:extLst>
              <a:ext uri="{FF2B5EF4-FFF2-40B4-BE49-F238E27FC236}">
                <a16:creationId xmlns:a16="http://schemas.microsoft.com/office/drawing/2014/main" id="{0DF0839E-0C0A-8E4B-9B47-CC686D239594}"/>
              </a:ext>
            </a:extLst>
          </p:cNvPr>
          <p:cNvSpPr>
            <a:spLocks noGrp="1"/>
          </p:cNvSpPr>
          <p:nvPr>
            <p:ph type="body" sz="quarter" idx="14" hasCustomPrompt="1"/>
          </p:nvPr>
        </p:nvSpPr>
        <p:spPr>
          <a:xfrm>
            <a:off x="228601" y="3191876"/>
            <a:ext cx="5714999" cy="822911"/>
          </a:xfrm>
          <a:prstGeom prst="rect">
            <a:avLst/>
          </a:prstGeom>
        </p:spPr>
        <p:txBody>
          <a:bodyPr lIns="0" tIns="0" rIns="0" bIns="0" anchor="t">
            <a:normAutofit/>
          </a:bodyPr>
          <a:lstStyle>
            <a:lvl1pPr marL="134541" marR="0" indent="-134541" algn="l" defTabSz="685800" rtl="0" eaLnBrk="1" fontAlgn="auto" latinLnBrk="0" hangingPunct="1">
              <a:lnSpc>
                <a:spcPct val="120000"/>
              </a:lnSpc>
              <a:spcBef>
                <a:spcPts val="0"/>
              </a:spcBef>
              <a:spcAft>
                <a:spcPts val="0"/>
              </a:spcAft>
              <a:buClr>
                <a:schemeClr val="accent4"/>
              </a:buClr>
              <a:buSzPct val="100000"/>
              <a:buFontTx/>
              <a:buNone/>
              <a:tabLst/>
              <a:defRPr sz="1050" b="0" baseline="0">
                <a:solidFill>
                  <a:schemeClr val="tx1"/>
                </a:solidFill>
              </a:defRPr>
            </a:lvl1pPr>
            <a:lvl2pPr marL="85725" indent="3572">
              <a:spcAft>
                <a:spcPts val="0"/>
              </a:spcAft>
              <a:buFontTx/>
              <a:buNone/>
              <a:defRPr sz="1050" i="1" baseline="0">
                <a:solidFill>
                  <a:schemeClr val="tx1"/>
                </a:solidFill>
              </a:defRPr>
            </a:lvl2pPr>
          </a:lstStyle>
          <a:p>
            <a:pPr marL="308610" marR="0" lvl="0" indent="-308610" algn="l" defTabSz="685800" rtl="0" eaLnBrk="1" fontAlgn="auto" latinLnBrk="0" hangingPunct="1">
              <a:lnSpc>
                <a:spcPct val="120000"/>
              </a:lnSpc>
              <a:spcBef>
                <a:spcPts val="0"/>
              </a:spcBef>
              <a:spcAft>
                <a:spcPts val="0"/>
              </a:spcAft>
              <a:buClr>
                <a:schemeClr val="accent4"/>
              </a:buClr>
              <a:buSzPct val="100000"/>
              <a:buFontTx/>
              <a:buNone/>
              <a:tabLst/>
              <a:defRPr/>
            </a:pPr>
            <a:r>
              <a:rPr lang="en-US"/>
              <a:t>Presenter Title [14pt Arial]</a:t>
            </a:r>
            <a:br>
              <a:rPr lang="en-US"/>
            </a:br>
            <a:r>
              <a:rPr lang="en-US"/>
              <a:t>Date [14pt Arial] </a:t>
            </a:r>
          </a:p>
        </p:txBody>
      </p:sp>
    </p:spTree>
    <p:extLst>
      <p:ext uri="{BB962C8B-B14F-4D97-AF65-F5344CB8AC3E}">
        <p14:creationId xmlns:p14="http://schemas.microsoft.com/office/powerpoint/2010/main" val="139430757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Custom title slide">
    <p:bg>
      <p:bgPr>
        <a:gradFill>
          <a:gsLst>
            <a:gs pos="0">
              <a:schemeClr val="bg1"/>
            </a:gs>
            <a:gs pos="45000">
              <a:schemeClr val="bg1"/>
            </a:gs>
            <a:gs pos="66000">
              <a:schemeClr val="bg2"/>
            </a:gs>
          </a:gsLst>
          <a:lin ang="1080000" scaled="0"/>
        </a:gra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2DF2EB01-DB3A-564C-8485-CADA3C9CF3AF}"/>
              </a:ext>
            </a:extLst>
          </p:cNvPr>
          <p:cNvSpPr>
            <a:spLocks noGrp="1"/>
          </p:cNvSpPr>
          <p:nvPr>
            <p:ph type="pic" sz="quarter" idx="11" hasCustomPrompt="1"/>
          </p:nvPr>
        </p:nvSpPr>
        <p:spPr>
          <a:xfrm>
            <a:off x="4170345" y="1"/>
            <a:ext cx="4973656" cy="5143499"/>
          </a:xfrm>
          <a:custGeom>
            <a:avLst/>
            <a:gdLst>
              <a:gd name="connsiteX0" fmla="*/ 2183862 w 6631541"/>
              <a:gd name="connsiteY0" fmla="*/ 0 h 6857999"/>
              <a:gd name="connsiteX1" fmla="*/ 6631541 w 6631541"/>
              <a:gd name="connsiteY1" fmla="*/ 0 h 6857999"/>
              <a:gd name="connsiteX2" fmla="*/ 6631541 w 6631541"/>
              <a:gd name="connsiteY2" fmla="*/ 6857999 h 6857999"/>
              <a:gd name="connsiteX3" fmla="*/ 0 w 6631541"/>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6631541" h="6857999">
                <a:moveTo>
                  <a:pt x="2183862" y="0"/>
                </a:moveTo>
                <a:lnTo>
                  <a:pt x="6631541" y="0"/>
                </a:lnTo>
                <a:lnTo>
                  <a:pt x="6631541" y="6857999"/>
                </a:lnTo>
                <a:lnTo>
                  <a:pt x="0" y="6857999"/>
                </a:lnTo>
                <a:close/>
              </a:path>
            </a:pathLst>
          </a:custGeom>
          <a:pattFill prst="pct5">
            <a:fgClr>
              <a:schemeClr val="bg1"/>
            </a:fgClr>
            <a:bgClr>
              <a:schemeClr val="bg2"/>
            </a:bgClr>
          </a:pattFill>
        </p:spPr>
        <p:txBody>
          <a:bodyPr vert="horz" wrap="square" lIns="0" tIns="0" rIns="0" bIns="0" rtlCol="0" anchor="ctr">
            <a:noAutofit/>
          </a:bodyPr>
          <a:lstStyle>
            <a:lvl1pPr marL="0" indent="0" algn="ctr">
              <a:buFontTx/>
              <a:buNone/>
              <a:defRPr lang="en-US" sz="1050" dirty="0"/>
            </a:lvl1pPr>
          </a:lstStyle>
          <a:p>
            <a:pPr marR="0" lvl="0" algn="ctr" fontAlgn="auto">
              <a:spcAft>
                <a:spcPts val="0"/>
              </a:spcAft>
              <a:buClrTx/>
              <a:buSzTx/>
              <a:buNone/>
              <a:tabLst/>
            </a:pPr>
            <a:r>
              <a:rPr lang="en-US"/>
              <a:t>Add photo</a:t>
            </a:r>
          </a:p>
        </p:txBody>
      </p:sp>
      <p:grpSp>
        <p:nvGrpSpPr>
          <p:cNvPr id="7" name="Group 6">
            <a:extLst>
              <a:ext uri="{FF2B5EF4-FFF2-40B4-BE49-F238E27FC236}">
                <a16:creationId xmlns:a16="http://schemas.microsoft.com/office/drawing/2014/main" id="{B1F511C6-A535-A245-B123-CC04435D2DAF}"/>
              </a:ext>
            </a:extLst>
          </p:cNvPr>
          <p:cNvGrpSpPr/>
          <p:nvPr userDrawn="1"/>
        </p:nvGrpSpPr>
        <p:grpSpPr>
          <a:xfrm>
            <a:off x="228600" y="0"/>
            <a:ext cx="1820761" cy="783701"/>
            <a:chOff x="0" y="0"/>
            <a:chExt cx="2447693" cy="1053548"/>
          </a:xfrm>
        </p:grpSpPr>
        <p:sp>
          <p:nvSpPr>
            <p:cNvPr id="8" name="Parallelogram 7">
              <a:extLst>
                <a:ext uri="{FF2B5EF4-FFF2-40B4-BE49-F238E27FC236}">
                  <a16:creationId xmlns:a16="http://schemas.microsoft.com/office/drawing/2014/main" id="{6399281C-FD14-2942-9A9B-13B5E50B7517}"/>
                </a:ext>
              </a:extLst>
            </p:cNvPr>
            <p:cNvSpPr/>
            <p:nvPr userDrawn="1"/>
          </p:nvSpPr>
          <p:spPr bwMode="auto">
            <a:xfrm>
              <a:off x="0" y="0"/>
              <a:ext cx="2447693" cy="1053548"/>
            </a:xfrm>
            <a:prstGeom prst="parallelogram">
              <a:avLst>
                <a:gd name="adj" fmla="val 0"/>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r>
                <a:rPr lang="en-US" sz="1350">
                  <a:latin typeface="Arial" pitchFamily="124" charset="0"/>
                </a:rPr>
                <a:t>               </a:t>
              </a:r>
            </a:p>
          </p:txBody>
        </p:sp>
        <p:pic>
          <p:nvPicPr>
            <p:cNvPr id="9" name="Picture 8">
              <a:extLst>
                <a:ext uri="{FF2B5EF4-FFF2-40B4-BE49-F238E27FC236}">
                  <a16:creationId xmlns:a16="http://schemas.microsoft.com/office/drawing/2014/main" id="{7D60AD95-BD80-6049-9976-D024EC4ECDE8}"/>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35820" y="154984"/>
              <a:ext cx="2178058" cy="756021"/>
            </a:xfrm>
            <a:prstGeom prst="rect">
              <a:avLst/>
            </a:prstGeom>
          </p:spPr>
        </p:pic>
      </p:grpSp>
      <p:grpSp>
        <p:nvGrpSpPr>
          <p:cNvPr id="11" name="Group 10">
            <a:extLst>
              <a:ext uri="{FF2B5EF4-FFF2-40B4-BE49-F238E27FC236}">
                <a16:creationId xmlns:a16="http://schemas.microsoft.com/office/drawing/2014/main" id="{BD8A84AE-AF33-DF45-94CF-C3F25C5B3C5F}"/>
              </a:ext>
            </a:extLst>
          </p:cNvPr>
          <p:cNvGrpSpPr/>
          <p:nvPr userDrawn="1"/>
        </p:nvGrpSpPr>
        <p:grpSpPr>
          <a:xfrm>
            <a:off x="212395" y="4477943"/>
            <a:ext cx="3789902" cy="330925"/>
            <a:chOff x="5155556" y="6168462"/>
            <a:chExt cx="5053203" cy="441233"/>
          </a:xfrm>
        </p:grpSpPr>
        <p:sp>
          <p:nvSpPr>
            <p:cNvPr id="12" name="TextBox 11">
              <a:extLst>
                <a:ext uri="{FF2B5EF4-FFF2-40B4-BE49-F238E27FC236}">
                  <a16:creationId xmlns:a16="http://schemas.microsoft.com/office/drawing/2014/main" id="{5DF5D896-302C-C647-8B84-3EA145C1337B}"/>
                </a:ext>
              </a:extLst>
            </p:cNvPr>
            <p:cNvSpPr txBox="1"/>
            <p:nvPr userDrawn="1"/>
          </p:nvSpPr>
          <p:spPr>
            <a:xfrm>
              <a:off x="5656050" y="6168462"/>
              <a:ext cx="4552709" cy="441233"/>
            </a:xfrm>
            <a:prstGeom prst="rect">
              <a:avLst/>
            </a:prstGeom>
            <a:noFill/>
          </p:spPr>
          <p:txBody>
            <a:bodyPr vert="horz" wrap="square" lIns="0" tIns="0" rIns="0" bIns="0" rtlCol="0" anchor="ctr" anchorCtr="0">
              <a:noAutofit/>
            </a:bodyPr>
            <a:lstStyle/>
            <a:p>
              <a:pPr algn="l"/>
              <a:r>
                <a:rPr lang="en-US" sz="1500">
                  <a:solidFill>
                    <a:schemeClr val="tx1"/>
                  </a:solidFill>
                  <a:latin typeface="Arial"/>
                </a:rPr>
                <a:t>The world leader in serving science</a:t>
              </a:r>
            </a:p>
          </p:txBody>
        </p:sp>
        <p:sp>
          <p:nvSpPr>
            <p:cNvPr id="13" name="Parallelogram 12">
              <a:extLst>
                <a:ext uri="{FF2B5EF4-FFF2-40B4-BE49-F238E27FC236}">
                  <a16:creationId xmlns:a16="http://schemas.microsoft.com/office/drawing/2014/main" id="{9BC00B89-C038-314A-AC65-15CF9FEFA67A}"/>
                </a:ext>
              </a:extLst>
            </p:cNvPr>
            <p:cNvSpPr/>
            <p:nvPr userDrawn="1"/>
          </p:nvSpPr>
          <p:spPr bwMode="auto">
            <a:xfrm>
              <a:off x="5155556" y="6302295"/>
              <a:ext cx="310510" cy="188737"/>
            </a:xfrm>
            <a:prstGeom prst="parallelogram">
              <a:avLst>
                <a:gd name="adj" fmla="val 31844"/>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r>
                <a:rPr lang="en-US" sz="1350">
                  <a:latin typeface="Arial" pitchFamily="124" charset="0"/>
                </a:rPr>
                <a:t>               </a:t>
              </a:r>
            </a:p>
          </p:txBody>
        </p:sp>
      </p:grpSp>
      <p:sp>
        <p:nvSpPr>
          <p:cNvPr id="17" name="Text Placeholder 15">
            <a:extLst>
              <a:ext uri="{FF2B5EF4-FFF2-40B4-BE49-F238E27FC236}">
                <a16:creationId xmlns:a16="http://schemas.microsoft.com/office/drawing/2014/main" id="{066B560F-B405-E64F-9BDF-0CBAACB3D079}"/>
              </a:ext>
            </a:extLst>
          </p:cNvPr>
          <p:cNvSpPr>
            <a:spLocks noGrp="1"/>
          </p:cNvSpPr>
          <p:nvPr>
            <p:ph type="body" sz="quarter" idx="10" hasCustomPrompt="1"/>
          </p:nvPr>
        </p:nvSpPr>
        <p:spPr>
          <a:xfrm>
            <a:off x="228601" y="2927922"/>
            <a:ext cx="4343399" cy="231090"/>
          </a:xfrm>
          <a:prstGeom prst="rect">
            <a:avLst/>
          </a:prstGeom>
        </p:spPr>
        <p:txBody>
          <a:bodyPr lIns="0" tIns="0" rIns="0" bIns="0" anchor="b"/>
          <a:lstStyle>
            <a:lvl1pPr>
              <a:spcBef>
                <a:spcPts val="0"/>
              </a:spcBef>
              <a:spcAft>
                <a:spcPts val="0"/>
              </a:spcAft>
              <a:buFontTx/>
              <a:buNone/>
              <a:defRPr sz="1200" b="0" baseline="0">
                <a:solidFill>
                  <a:schemeClr val="tx2"/>
                </a:solidFill>
              </a:defRPr>
            </a:lvl1pPr>
            <a:lvl2pPr marL="85725" indent="3572">
              <a:spcAft>
                <a:spcPts val="0"/>
              </a:spcAft>
              <a:buFontTx/>
              <a:buNone/>
              <a:defRPr sz="1050" i="1" baseline="0">
                <a:solidFill>
                  <a:schemeClr val="tx1"/>
                </a:solidFill>
              </a:defRPr>
            </a:lvl2pPr>
          </a:lstStyle>
          <a:p>
            <a:pPr lvl="0"/>
            <a:r>
              <a:rPr lang="en-US"/>
              <a:t>Presenter name [16pt Arial] </a:t>
            </a:r>
          </a:p>
        </p:txBody>
      </p:sp>
      <p:sp>
        <p:nvSpPr>
          <p:cNvPr id="18" name="Title 16">
            <a:extLst>
              <a:ext uri="{FF2B5EF4-FFF2-40B4-BE49-F238E27FC236}">
                <a16:creationId xmlns:a16="http://schemas.microsoft.com/office/drawing/2014/main" id="{98A0AF47-0118-3245-A388-D5866C77A994}"/>
              </a:ext>
            </a:extLst>
          </p:cNvPr>
          <p:cNvSpPr>
            <a:spLocks noGrp="1"/>
          </p:cNvSpPr>
          <p:nvPr>
            <p:ph type="title" hasCustomPrompt="1"/>
          </p:nvPr>
        </p:nvSpPr>
        <p:spPr>
          <a:xfrm>
            <a:off x="228601" y="1294575"/>
            <a:ext cx="4343399" cy="1553901"/>
          </a:xfrm>
          <a:prstGeom prst="rect">
            <a:avLst/>
          </a:prstGeom>
          <a:noFill/>
        </p:spPr>
        <p:txBody>
          <a:bodyPr wrap="square" lIns="0" tIns="0" rIns="0" bIns="0" anchor="b">
            <a:noAutofit/>
          </a:bodyPr>
          <a:lstStyle>
            <a:lvl1pPr>
              <a:lnSpc>
                <a:spcPct val="90000"/>
              </a:lnSpc>
              <a:defRPr sz="2100" b="1">
                <a:solidFill>
                  <a:schemeClr val="tx1"/>
                </a:solidFill>
              </a:defRPr>
            </a:lvl1pPr>
          </a:lstStyle>
          <a:p>
            <a:r>
              <a:rPr lang="en-US"/>
              <a:t>Title [28pt Arial Bold] </a:t>
            </a:r>
          </a:p>
        </p:txBody>
      </p:sp>
      <p:sp>
        <p:nvSpPr>
          <p:cNvPr id="21" name="Footer Placeholder 1">
            <a:extLst>
              <a:ext uri="{FF2B5EF4-FFF2-40B4-BE49-F238E27FC236}">
                <a16:creationId xmlns:a16="http://schemas.microsoft.com/office/drawing/2014/main" id="{0417725A-1D63-8B41-B75E-4A7C276235C4}"/>
              </a:ext>
            </a:extLst>
          </p:cNvPr>
          <p:cNvSpPr>
            <a:spLocks noGrp="1"/>
          </p:cNvSpPr>
          <p:nvPr>
            <p:ph type="ftr" sz="quarter" idx="15"/>
          </p:nvPr>
        </p:nvSpPr>
        <p:spPr>
          <a:xfrm>
            <a:off x="228600" y="4914901"/>
            <a:ext cx="4343400" cy="228599"/>
          </a:xfrm>
        </p:spPr>
        <p:txBody>
          <a:bodyPr/>
          <a:lstStyle/>
          <a:p>
            <a:r>
              <a:rPr lang="en-US"/>
              <a:t>Proprietary &amp; Confidential |  03 Jun 2024</a:t>
            </a:r>
          </a:p>
        </p:txBody>
      </p:sp>
      <p:sp>
        <p:nvSpPr>
          <p:cNvPr id="22" name="Slide Number Placeholder 2">
            <a:extLst>
              <a:ext uri="{FF2B5EF4-FFF2-40B4-BE49-F238E27FC236}">
                <a16:creationId xmlns:a16="http://schemas.microsoft.com/office/drawing/2014/main" id="{2EFD93CC-9AAB-B446-8966-4FFCA1CA2633}"/>
              </a:ext>
            </a:extLst>
          </p:cNvPr>
          <p:cNvSpPr>
            <a:spLocks noGrp="1"/>
          </p:cNvSpPr>
          <p:nvPr>
            <p:ph type="sldNum" sz="quarter" idx="12"/>
          </p:nvPr>
        </p:nvSpPr>
        <p:spPr>
          <a:xfrm>
            <a:off x="1" y="4914901"/>
            <a:ext cx="228599" cy="228599"/>
          </a:xfrm>
        </p:spPr>
        <p:txBody>
          <a:bodyPr/>
          <a:lstStyle/>
          <a:p>
            <a:fld id="{89006F1E-66CD-4A4B-9370-B4A3080F0E6C}" type="slidenum">
              <a:rPr lang="en-US" smtClean="0"/>
              <a:pPr/>
              <a:t>‹#›</a:t>
            </a:fld>
            <a:endParaRPr lang="en-US"/>
          </a:p>
        </p:txBody>
      </p:sp>
      <p:sp>
        <p:nvSpPr>
          <p:cNvPr id="15" name="Text Placeholder 15">
            <a:extLst>
              <a:ext uri="{FF2B5EF4-FFF2-40B4-BE49-F238E27FC236}">
                <a16:creationId xmlns:a16="http://schemas.microsoft.com/office/drawing/2014/main" id="{DA6AB682-877D-F244-8431-46BA64252685}"/>
              </a:ext>
            </a:extLst>
          </p:cNvPr>
          <p:cNvSpPr>
            <a:spLocks noGrp="1"/>
          </p:cNvSpPr>
          <p:nvPr>
            <p:ph type="body" sz="quarter" idx="14" hasCustomPrompt="1"/>
          </p:nvPr>
        </p:nvSpPr>
        <p:spPr>
          <a:xfrm>
            <a:off x="228601" y="3191876"/>
            <a:ext cx="4343400" cy="822911"/>
          </a:xfrm>
          <a:prstGeom prst="rect">
            <a:avLst/>
          </a:prstGeom>
        </p:spPr>
        <p:txBody>
          <a:bodyPr lIns="0" tIns="0" rIns="0" bIns="0" anchor="t">
            <a:normAutofit/>
          </a:bodyPr>
          <a:lstStyle>
            <a:lvl1pPr marL="134541" marR="0" indent="-134541" algn="l" defTabSz="685800" rtl="0" eaLnBrk="1" fontAlgn="auto" latinLnBrk="0" hangingPunct="1">
              <a:lnSpc>
                <a:spcPct val="120000"/>
              </a:lnSpc>
              <a:spcBef>
                <a:spcPts val="0"/>
              </a:spcBef>
              <a:spcAft>
                <a:spcPts val="0"/>
              </a:spcAft>
              <a:buClr>
                <a:schemeClr val="accent4"/>
              </a:buClr>
              <a:buSzPct val="100000"/>
              <a:buFontTx/>
              <a:buNone/>
              <a:tabLst/>
              <a:defRPr sz="1050" b="0" baseline="0">
                <a:solidFill>
                  <a:schemeClr val="tx1"/>
                </a:solidFill>
              </a:defRPr>
            </a:lvl1pPr>
            <a:lvl2pPr marL="85725" indent="3572">
              <a:spcAft>
                <a:spcPts val="0"/>
              </a:spcAft>
              <a:buFontTx/>
              <a:buNone/>
              <a:defRPr sz="1050" i="1" baseline="0">
                <a:solidFill>
                  <a:schemeClr val="tx1"/>
                </a:solidFill>
              </a:defRPr>
            </a:lvl2pPr>
          </a:lstStyle>
          <a:p>
            <a:pPr marL="308610" marR="0" lvl="0" indent="-308610" algn="l" defTabSz="685800" rtl="0" eaLnBrk="1" fontAlgn="auto" latinLnBrk="0" hangingPunct="1">
              <a:lnSpc>
                <a:spcPct val="120000"/>
              </a:lnSpc>
              <a:spcBef>
                <a:spcPts val="0"/>
              </a:spcBef>
              <a:spcAft>
                <a:spcPts val="0"/>
              </a:spcAft>
              <a:buClr>
                <a:schemeClr val="accent4"/>
              </a:buClr>
              <a:buSzPct val="100000"/>
              <a:buFontTx/>
              <a:buNone/>
              <a:tabLst/>
              <a:defRPr/>
            </a:pPr>
            <a:r>
              <a:rPr lang="en-US"/>
              <a:t>Presenter Title [14pt Arial]</a:t>
            </a:r>
            <a:br>
              <a:rPr lang="en-US"/>
            </a:br>
            <a:r>
              <a:rPr lang="en-US"/>
              <a:t>Date [14pt Arial] </a:t>
            </a:r>
          </a:p>
        </p:txBody>
      </p:sp>
    </p:spTree>
    <p:extLst>
      <p:ext uri="{BB962C8B-B14F-4D97-AF65-F5344CB8AC3E}">
        <p14:creationId xmlns:p14="http://schemas.microsoft.com/office/powerpoint/2010/main" val="34033640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with image">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6AE08B2E-D136-8942-AB0C-32CBAFB45A4D}"/>
              </a:ext>
            </a:extLst>
          </p:cNvPr>
          <p:cNvSpPr>
            <a:spLocks noGrp="1"/>
          </p:cNvSpPr>
          <p:nvPr>
            <p:ph type="pic" sz="quarter" idx="11" hasCustomPrompt="1"/>
          </p:nvPr>
        </p:nvSpPr>
        <p:spPr>
          <a:xfrm>
            <a:off x="4170345" y="-1"/>
            <a:ext cx="4973656" cy="5143500"/>
          </a:xfrm>
          <a:custGeom>
            <a:avLst/>
            <a:gdLst>
              <a:gd name="connsiteX0" fmla="*/ 4761301 w 6631541"/>
              <a:gd name="connsiteY0" fmla="*/ 1 h 6858000"/>
              <a:gd name="connsiteX1" fmla="*/ 4761301 w 6631541"/>
              <a:gd name="connsiteY1" fmla="*/ 673805 h 6858000"/>
              <a:gd name="connsiteX2" fmla="*/ 6326740 w 6631541"/>
              <a:gd name="connsiteY2" fmla="*/ 673805 h 6858000"/>
              <a:gd name="connsiteX3" fmla="*/ 6326740 w 6631541"/>
              <a:gd name="connsiteY3" fmla="*/ 1 h 6858000"/>
              <a:gd name="connsiteX4" fmla="*/ 2183862 w 6631541"/>
              <a:gd name="connsiteY4" fmla="*/ 0 h 6858000"/>
              <a:gd name="connsiteX5" fmla="*/ 6631541 w 6631541"/>
              <a:gd name="connsiteY5" fmla="*/ 0 h 6858000"/>
              <a:gd name="connsiteX6" fmla="*/ 6631541 w 6631541"/>
              <a:gd name="connsiteY6" fmla="*/ 6858000 h 6858000"/>
              <a:gd name="connsiteX7" fmla="*/ 0 w 6631541"/>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31541" h="6858000">
                <a:moveTo>
                  <a:pt x="4761301" y="1"/>
                </a:moveTo>
                <a:lnTo>
                  <a:pt x="4761301" y="673805"/>
                </a:lnTo>
                <a:lnTo>
                  <a:pt x="6326740" y="673805"/>
                </a:lnTo>
                <a:lnTo>
                  <a:pt x="6326740" y="1"/>
                </a:lnTo>
                <a:close/>
                <a:moveTo>
                  <a:pt x="2183862" y="0"/>
                </a:moveTo>
                <a:lnTo>
                  <a:pt x="6631541" y="0"/>
                </a:lnTo>
                <a:lnTo>
                  <a:pt x="6631541" y="6858000"/>
                </a:lnTo>
                <a:lnTo>
                  <a:pt x="0" y="6858000"/>
                </a:lnTo>
                <a:close/>
              </a:path>
            </a:pathLst>
          </a:custGeom>
          <a:pattFill prst="pct5">
            <a:fgClr>
              <a:schemeClr val="bg1"/>
            </a:fgClr>
            <a:bgClr>
              <a:schemeClr val="bg2"/>
            </a:bgClr>
          </a:pattFill>
        </p:spPr>
        <p:txBody>
          <a:bodyPr vert="horz" wrap="square" lIns="0" tIns="0" rIns="0" bIns="0" rtlCol="0" anchor="ctr">
            <a:noAutofit/>
          </a:bodyPr>
          <a:lstStyle>
            <a:lvl1pPr marL="0" indent="0" algn="ctr">
              <a:buFontTx/>
              <a:buNone/>
              <a:defRPr lang="en-US" sz="1050" dirty="0"/>
            </a:lvl1pPr>
          </a:lstStyle>
          <a:p>
            <a:pPr marR="0" lvl="0" algn="ctr" fontAlgn="auto">
              <a:spcAft>
                <a:spcPts val="0"/>
              </a:spcAft>
              <a:buClrTx/>
              <a:buSzTx/>
              <a:buNone/>
              <a:tabLst/>
            </a:pPr>
            <a:r>
              <a:rPr lang="en-US"/>
              <a:t>Add photo</a:t>
            </a:r>
          </a:p>
        </p:txBody>
      </p:sp>
      <p:sp>
        <p:nvSpPr>
          <p:cNvPr id="12" name="Slide Number Placeholder 11">
            <a:extLst>
              <a:ext uri="{FF2B5EF4-FFF2-40B4-BE49-F238E27FC236}">
                <a16:creationId xmlns:a16="http://schemas.microsoft.com/office/drawing/2014/main" id="{47161BDA-83E9-E143-BE27-DC11E94DC4B5}"/>
              </a:ext>
            </a:extLst>
          </p:cNvPr>
          <p:cNvSpPr>
            <a:spLocks noGrp="1"/>
          </p:cNvSpPr>
          <p:nvPr>
            <p:ph type="sldNum" sz="quarter" idx="10"/>
          </p:nvPr>
        </p:nvSpPr>
        <p:spPr/>
        <p:txBody>
          <a:bodyPr lIns="0" tIns="0" rIns="0" bIns="0"/>
          <a:lstStyle/>
          <a:p>
            <a:fld id="{89006F1E-66CD-4A4B-9370-B4A3080F0E6C}" type="slidenum">
              <a:rPr lang="en-US" smtClean="0"/>
              <a:pPr/>
              <a:t>‹#›</a:t>
            </a:fld>
            <a:endParaRPr lang="en-US"/>
          </a:p>
        </p:txBody>
      </p:sp>
      <p:sp>
        <p:nvSpPr>
          <p:cNvPr id="17" name="Title 16">
            <a:extLst>
              <a:ext uri="{FF2B5EF4-FFF2-40B4-BE49-F238E27FC236}">
                <a16:creationId xmlns:a16="http://schemas.microsoft.com/office/drawing/2014/main" id="{FB477BD4-B3C4-0245-87E7-210A11A609FB}"/>
              </a:ext>
            </a:extLst>
          </p:cNvPr>
          <p:cNvSpPr>
            <a:spLocks noGrp="1"/>
          </p:cNvSpPr>
          <p:nvPr>
            <p:ph type="title"/>
          </p:nvPr>
        </p:nvSpPr>
        <p:spPr/>
        <p:txBody>
          <a:bodyPr/>
          <a:lstStyle/>
          <a:p>
            <a:r>
              <a:rPr lang="en-US"/>
              <a:t>Click to edit Master title style</a:t>
            </a:r>
          </a:p>
        </p:txBody>
      </p:sp>
      <p:sp>
        <p:nvSpPr>
          <p:cNvPr id="2" name="Footer Placeholder 1">
            <a:extLst>
              <a:ext uri="{FF2B5EF4-FFF2-40B4-BE49-F238E27FC236}">
                <a16:creationId xmlns:a16="http://schemas.microsoft.com/office/drawing/2014/main" id="{A45E3DEE-D37C-1D48-B059-905D05A3A480}"/>
              </a:ext>
            </a:extLst>
          </p:cNvPr>
          <p:cNvSpPr>
            <a:spLocks noGrp="1"/>
          </p:cNvSpPr>
          <p:nvPr>
            <p:ph type="ftr" sz="quarter" idx="12"/>
          </p:nvPr>
        </p:nvSpPr>
        <p:spPr>
          <a:xfrm>
            <a:off x="228600" y="4914901"/>
            <a:ext cx="4343401" cy="2286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 |  03 Jun 2024</a:t>
            </a:r>
          </a:p>
        </p:txBody>
      </p:sp>
      <p:sp>
        <p:nvSpPr>
          <p:cNvPr id="8" name="Content Placeholder 3">
            <a:extLst>
              <a:ext uri="{FF2B5EF4-FFF2-40B4-BE49-F238E27FC236}">
                <a16:creationId xmlns:a16="http://schemas.microsoft.com/office/drawing/2014/main" id="{E78B1B2E-3D55-0E40-BE78-DE19E0E78115}"/>
              </a:ext>
            </a:extLst>
          </p:cNvPr>
          <p:cNvSpPr>
            <a:spLocks noGrp="1"/>
          </p:cNvSpPr>
          <p:nvPr>
            <p:ph sz="quarter" idx="14"/>
          </p:nvPr>
        </p:nvSpPr>
        <p:spPr>
          <a:xfrm>
            <a:off x="228600" y="1085850"/>
            <a:ext cx="4343400" cy="3455966"/>
          </a:xfrm>
          <a:prstGeom prst="rect">
            <a:avLst/>
          </a:prstGeom>
        </p:spPr>
        <p:txBody>
          <a:bodyPr vert="horz" lIns="0" tIns="0" rIns="0" bIns="0" rtlCol="0" anchor="ctr" anchorCtr="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7">
            <a:extLst>
              <a:ext uri="{FF2B5EF4-FFF2-40B4-BE49-F238E27FC236}">
                <a16:creationId xmlns:a16="http://schemas.microsoft.com/office/drawing/2014/main" id="{913AD51C-A540-614E-BCCA-04DD383D383F}"/>
              </a:ext>
            </a:extLst>
          </p:cNvPr>
          <p:cNvSpPr>
            <a:spLocks noGrp="1"/>
          </p:cNvSpPr>
          <p:nvPr>
            <p:ph type="body" sz="quarter" idx="15" hasCustomPrompt="1"/>
          </p:nvPr>
        </p:nvSpPr>
        <p:spPr>
          <a:xfrm>
            <a:off x="228598" y="4541817"/>
            <a:ext cx="3941747" cy="366903"/>
          </a:xfrm>
          <a:prstGeom prst="rect">
            <a:avLst/>
          </a:prstGeom>
        </p:spPr>
        <p:txBody>
          <a:bodyPr anchor="b">
            <a:normAutofit/>
          </a:bodyPr>
          <a:lstStyle>
            <a:lvl1pPr marL="0" indent="0">
              <a:spcBef>
                <a:spcPts val="75"/>
              </a:spcBef>
              <a:buNone/>
              <a:defRPr sz="750">
                <a:solidFill>
                  <a:schemeClr val="accent5"/>
                </a:solidFill>
              </a:defRPr>
            </a:lvl1pPr>
          </a:lstStyle>
          <a:p>
            <a:pPr lvl="0"/>
            <a:r>
              <a:rPr lang="en-US"/>
              <a:t>Source notes</a:t>
            </a:r>
          </a:p>
        </p:txBody>
      </p:sp>
      <p:sp>
        <p:nvSpPr>
          <p:cNvPr id="10" name="Text Placeholder 7">
            <a:extLst>
              <a:ext uri="{FF2B5EF4-FFF2-40B4-BE49-F238E27FC236}">
                <a16:creationId xmlns:a16="http://schemas.microsoft.com/office/drawing/2014/main" id="{C408A322-1049-7D40-BE0C-3E8E57A90330}"/>
              </a:ext>
            </a:extLst>
          </p:cNvPr>
          <p:cNvSpPr>
            <a:spLocks noGrp="1"/>
          </p:cNvSpPr>
          <p:nvPr>
            <p:ph type="body" sz="quarter" idx="16" hasCustomPrompt="1"/>
          </p:nvPr>
        </p:nvSpPr>
        <p:spPr>
          <a:xfrm>
            <a:off x="225170" y="669798"/>
            <a:ext cx="8693660" cy="285751"/>
          </a:xfrm>
          <a:prstGeom prst="rect">
            <a:avLst/>
          </a:prstGeom>
        </p:spPr>
        <p:txBody>
          <a:bodyPr lIns="0" tIns="0" rIns="0" bIns="0" anchor="t">
            <a:noAutofit/>
          </a:bodyPr>
          <a:lstStyle>
            <a:lvl1pPr marL="0" indent="0">
              <a:buNone/>
              <a:defRPr sz="1500">
                <a:solidFill>
                  <a:schemeClr val="tx1"/>
                </a:solidFill>
              </a:defRPr>
            </a:lvl1pPr>
          </a:lstStyle>
          <a:p>
            <a:pPr lvl="0"/>
            <a:r>
              <a:rPr lang="en-US"/>
              <a:t>Click to add </a:t>
            </a:r>
            <a:r>
              <a:rPr lang="en-US" err="1"/>
              <a:t>subheader</a:t>
            </a:r>
            <a:endParaRPr lang="en-US"/>
          </a:p>
        </p:txBody>
      </p:sp>
    </p:spTree>
    <p:extLst>
      <p:ext uri="{BB962C8B-B14F-4D97-AF65-F5344CB8AC3E}">
        <p14:creationId xmlns:p14="http://schemas.microsoft.com/office/powerpoint/2010/main" val="41019923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No Content)">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CD351-FB49-4649-BD51-7F2228F8A180}"/>
              </a:ext>
            </a:extLst>
          </p:cNvPr>
          <p:cNvSpPr>
            <a:spLocks noGrp="1"/>
          </p:cNvSpPr>
          <p:nvPr>
            <p:ph type="title"/>
          </p:nvPr>
        </p:nvSpPr>
        <p:spPr/>
        <p:txBody>
          <a:bodyPr/>
          <a:lstStyle>
            <a:lvl1pPr>
              <a:defRPr>
                <a:solidFill>
                  <a:schemeClr val="tx2"/>
                </a:solidFill>
              </a:defRPr>
            </a:lvl1pPr>
          </a:lstStyle>
          <a:p>
            <a:r>
              <a:rPr lang="en-US"/>
              <a:t>Click to edit Master title style</a:t>
            </a:r>
          </a:p>
        </p:txBody>
      </p:sp>
      <p:sp>
        <p:nvSpPr>
          <p:cNvPr id="6" name="Text Placeholder 7">
            <a:extLst>
              <a:ext uri="{FF2B5EF4-FFF2-40B4-BE49-F238E27FC236}">
                <a16:creationId xmlns:a16="http://schemas.microsoft.com/office/drawing/2014/main" id="{AC6D37E8-5E1B-4025-9CB6-9AADD0B2F568}"/>
              </a:ext>
            </a:extLst>
          </p:cNvPr>
          <p:cNvSpPr>
            <a:spLocks noGrp="1"/>
          </p:cNvSpPr>
          <p:nvPr>
            <p:ph type="body" sz="quarter" idx="11" hasCustomPrompt="1"/>
          </p:nvPr>
        </p:nvSpPr>
        <p:spPr>
          <a:xfrm>
            <a:off x="225170" y="669798"/>
            <a:ext cx="8693660" cy="285751"/>
          </a:xfrm>
          <a:prstGeom prst="rect">
            <a:avLst/>
          </a:prstGeom>
        </p:spPr>
        <p:txBody>
          <a:bodyPr lIns="0" tIns="0" rIns="0" bIns="0" anchor="t">
            <a:noAutofit/>
          </a:bodyPr>
          <a:lstStyle>
            <a:lvl1pPr marL="0" indent="0">
              <a:buNone/>
              <a:defRPr sz="1500">
                <a:solidFill>
                  <a:schemeClr val="tx1"/>
                </a:solidFill>
              </a:defRPr>
            </a:lvl1pPr>
          </a:lstStyle>
          <a:p>
            <a:pPr lvl="0"/>
            <a:r>
              <a:rPr lang="en-US"/>
              <a:t>Click to add </a:t>
            </a:r>
            <a:r>
              <a:rPr lang="en-US" err="1"/>
              <a:t>subheader</a:t>
            </a:r>
            <a:endParaRPr lang="en-US"/>
          </a:p>
        </p:txBody>
      </p:sp>
      <p:sp>
        <p:nvSpPr>
          <p:cNvPr id="7" name="Text Placeholder 7">
            <a:extLst>
              <a:ext uri="{FF2B5EF4-FFF2-40B4-BE49-F238E27FC236}">
                <a16:creationId xmlns:a16="http://schemas.microsoft.com/office/drawing/2014/main" id="{C1053C4D-3245-41E9-BC79-2133D6EFE62D}"/>
              </a:ext>
            </a:extLst>
          </p:cNvPr>
          <p:cNvSpPr>
            <a:spLocks noGrp="1"/>
          </p:cNvSpPr>
          <p:nvPr>
            <p:ph type="body" sz="quarter" idx="12" hasCustomPrompt="1"/>
          </p:nvPr>
        </p:nvSpPr>
        <p:spPr>
          <a:xfrm>
            <a:off x="228598" y="4541817"/>
            <a:ext cx="8686801" cy="366903"/>
          </a:xfrm>
          <a:prstGeom prst="rect">
            <a:avLst/>
          </a:prstGeom>
        </p:spPr>
        <p:txBody>
          <a:bodyPr anchor="b">
            <a:normAutofit/>
          </a:bodyPr>
          <a:lstStyle>
            <a:lvl1pPr marL="0" indent="0">
              <a:spcBef>
                <a:spcPts val="75"/>
              </a:spcBef>
              <a:buNone/>
              <a:defRPr sz="750">
                <a:solidFill>
                  <a:schemeClr val="accent5"/>
                </a:solidFill>
              </a:defRPr>
            </a:lvl1pPr>
          </a:lstStyle>
          <a:p>
            <a:pPr lvl="0"/>
            <a:r>
              <a:rPr lang="en-US"/>
              <a:t>Source notes</a:t>
            </a:r>
          </a:p>
        </p:txBody>
      </p:sp>
      <p:sp>
        <p:nvSpPr>
          <p:cNvPr id="8" name="Slide Number Placeholder 11">
            <a:extLst>
              <a:ext uri="{FF2B5EF4-FFF2-40B4-BE49-F238E27FC236}">
                <a16:creationId xmlns:a16="http://schemas.microsoft.com/office/drawing/2014/main" id="{43FDEDB6-CE04-F84B-AAD3-991730DCA9C0}"/>
              </a:ext>
            </a:extLst>
          </p:cNvPr>
          <p:cNvSpPr>
            <a:spLocks noGrp="1"/>
          </p:cNvSpPr>
          <p:nvPr>
            <p:ph type="sldNum" sz="quarter" idx="10"/>
          </p:nvPr>
        </p:nvSpPr>
        <p:spPr>
          <a:xfrm>
            <a:off x="1" y="4914901"/>
            <a:ext cx="228599" cy="228599"/>
          </a:xfrm>
        </p:spPr>
        <p:txBody>
          <a:bodyPr lIns="0" tIns="0" rIns="0" bIns="0"/>
          <a:lstStyle/>
          <a:p>
            <a:fld id="{89006F1E-66CD-4A4B-9370-B4A3080F0E6C}" type="slidenum">
              <a:rPr lang="en-US" smtClean="0"/>
              <a:pPr/>
              <a:t>‹#›</a:t>
            </a:fld>
            <a:endParaRPr lang="en-US"/>
          </a:p>
        </p:txBody>
      </p:sp>
      <p:sp>
        <p:nvSpPr>
          <p:cNvPr id="9" name="Footer Placeholder 1">
            <a:extLst>
              <a:ext uri="{FF2B5EF4-FFF2-40B4-BE49-F238E27FC236}">
                <a16:creationId xmlns:a16="http://schemas.microsoft.com/office/drawing/2014/main" id="{D91B50C1-7025-B243-9430-602CDE810AAB}"/>
              </a:ext>
            </a:extLst>
          </p:cNvPr>
          <p:cNvSpPr>
            <a:spLocks noGrp="1"/>
          </p:cNvSpPr>
          <p:nvPr>
            <p:ph type="ftr" sz="quarter" idx="13"/>
          </p:nvPr>
        </p:nvSpPr>
        <p:spPr>
          <a:xfrm>
            <a:off x="228600" y="4914901"/>
            <a:ext cx="4343401" cy="2286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 |  03 Jun 2024</a:t>
            </a:r>
          </a:p>
        </p:txBody>
      </p:sp>
    </p:spTree>
    <p:extLst>
      <p:ext uri="{BB962C8B-B14F-4D97-AF65-F5344CB8AC3E}">
        <p14:creationId xmlns:p14="http://schemas.microsoft.com/office/powerpoint/2010/main" val="191947769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pos="2808">
          <p15:clr>
            <a:srgbClr val="FBAE40"/>
          </p15:clr>
        </p15:guide>
        <p15:guide id="3" pos="2952">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Content">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42EC3-BB61-5A42-8BF1-1D2972BB044D}"/>
              </a:ext>
            </a:extLst>
          </p:cNvPr>
          <p:cNvSpPr>
            <a:spLocks noGrp="1"/>
          </p:cNvSpPr>
          <p:nvPr>
            <p:ph type="title"/>
          </p:nvPr>
        </p:nvSpPr>
        <p:spPr/>
        <p:txBody>
          <a:bodyPr/>
          <a:lstStyle/>
          <a:p>
            <a:r>
              <a:rPr lang="en-US"/>
              <a:t>Click to edit Master title style</a:t>
            </a:r>
          </a:p>
        </p:txBody>
      </p:sp>
      <p:sp>
        <p:nvSpPr>
          <p:cNvPr id="5" name="Slide Number Placeholder 11">
            <a:extLst>
              <a:ext uri="{FF2B5EF4-FFF2-40B4-BE49-F238E27FC236}">
                <a16:creationId xmlns:a16="http://schemas.microsoft.com/office/drawing/2014/main" id="{0D25D28A-A5EB-C240-A997-149159566C62}"/>
              </a:ext>
            </a:extLst>
          </p:cNvPr>
          <p:cNvSpPr>
            <a:spLocks noGrp="1"/>
          </p:cNvSpPr>
          <p:nvPr>
            <p:ph type="sldNum" sz="quarter" idx="10"/>
          </p:nvPr>
        </p:nvSpPr>
        <p:spPr>
          <a:xfrm>
            <a:off x="1" y="4914901"/>
            <a:ext cx="228599" cy="228599"/>
          </a:xfrm>
        </p:spPr>
        <p:txBody>
          <a:bodyPr lIns="0" tIns="0" rIns="0" bIns="0"/>
          <a:lstStyle/>
          <a:p>
            <a:fld id="{89006F1E-66CD-4A4B-9370-B4A3080F0E6C}" type="slidenum">
              <a:rPr lang="en-US" smtClean="0"/>
              <a:pPr/>
              <a:t>‹#›</a:t>
            </a:fld>
            <a:endParaRPr lang="en-US"/>
          </a:p>
        </p:txBody>
      </p:sp>
      <p:sp>
        <p:nvSpPr>
          <p:cNvPr id="6" name="Footer Placeholder 1">
            <a:extLst>
              <a:ext uri="{FF2B5EF4-FFF2-40B4-BE49-F238E27FC236}">
                <a16:creationId xmlns:a16="http://schemas.microsoft.com/office/drawing/2014/main" id="{EF39BEC2-E111-4A4B-836F-3D8401524587}"/>
              </a:ext>
            </a:extLst>
          </p:cNvPr>
          <p:cNvSpPr>
            <a:spLocks noGrp="1"/>
          </p:cNvSpPr>
          <p:nvPr>
            <p:ph type="ftr" sz="quarter" idx="12"/>
          </p:nvPr>
        </p:nvSpPr>
        <p:spPr>
          <a:xfrm>
            <a:off x="228600" y="4914901"/>
            <a:ext cx="4343401" cy="2286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 |  03 Jun 2024</a:t>
            </a:r>
          </a:p>
        </p:txBody>
      </p:sp>
      <p:sp>
        <p:nvSpPr>
          <p:cNvPr id="8" name="Text Placeholder 7">
            <a:extLst>
              <a:ext uri="{FF2B5EF4-FFF2-40B4-BE49-F238E27FC236}">
                <a16:creationId xmlns:a16="http://schemas.microsoft.com/office/drawing/2014/main" id="{2A4CF7CB-ACF9-2E40-8360-1F09EA0AC0AC}"/>
              </a:ext>
            </a:extLst>
          </p:cNvPr>
          <p:cNvSpPr>
            <a:spLocks noGrp="1"/>
          </p:cNvSpPr>
          <p:nvPr>
            <p:ph type="body" sz="quarter" idx="11" hasCustomPrompt="1"/>
          </p:nvPr>
        </p:nvSpPr>
        <p:spPr>
          <a:xfrm>
            <a:off x="225170" y="669798"/>
            <a:ext cx="8693660" cy="285751"/>
          </a:xfrm>
          <a:prstGeom prst="rect">
            <a:avLst/>
          </a:prstGeom>
        </p:spPr>
        <p:txBody>
          <a:bodyPr lIns="0" tIns="0" rIns="0" bIns="0" anchor="t">
            <a:noAutofit/>
          </a:bodyPr>
          <a:lstStyle>
            <a:lvl1pPr marL="0" indent="0">
              <a:buNone/>
              <a:defRPr sz="1500">
                <a:solidFill>
                  <a:schemeClr val="tx1"/>
                </a:solidFill>
              </a:defRPr>
            </a:lvl1pPr>
          </a:lstStyle>
          <a:p>
            <a:pPr lvl="0"/>
            <a:r>
              <a:rPr lang="en-US"/>
              <a:t>Click to add </a:t>
            </a:r>
            <a:r>
              <a:rPr lang="en-US" err="1"/>
              <a:t>subheader</a:t>
            </a:r>
            <a:endParaRPr lang="en-US"/>
          </a:p>
        </p:txBody>
      </p:sp>
      <p:sp>
        <p:nvSpPr>
          <p:cNvPr id="10" name="Text Placeholder 7">
            <a:extLst>
              <a:ext uri="{FF2B5EF4-FFF2-40B4-BE49-F238E27FC236}">
                <a16:creationId xmlns:a16="http://schemas.microsoft.com/office/drawing/2014/main" id="{EE5F834C-5A08-DA4E-82E7-AC5A7A2CC796}"/>
              </a:ext>
            </a:extLst>
          </p:cNvPr>
          <p:cNvSpPr>
            <a:spLocks noGrp="1"/>
          </p:cNvSpPr>
          <p:nvPr>
            <p:ph type="body" sz="quarter" idx="13" hasCustomPrompt="1"/>
          </p:nvPr>
        </p:nvSpPr>
        <p:spPr>
          <a:xfrm>
            <a:off x="228598" y="4541817"/>
            <a:ext cx="8686801" cy="366903"/>
          </a:xfrm>
          <a:prstGeom prst="rect">
            <a:avLst/>
          </a:prstGeom>
        </p:spPr>
        <p:txBody>
          <a:bodyPr anchor="b">
            <a:normAutofit/>
          </a:bodyPr>
          <a:lstStyle>
            <a:lvl1pPr marL="0" indent="0">
              <a:spcBef>
                <a:spcPts val="75"/>
              </a:spcBef>
              <a:buNone/>
              <a:defRPr sz="750">
                <a:solidFill>
                  <a:schemeClr val="accent5"/>
                </a:solidFill>
              </a:defRPr>
            </a:lvl1pPr>
          </a:lstStyle>
          <a:p>
            <a:pPr lvl="0"/>
            <a:r>
              <a:rPr lang="en-US"/>
              <a:t>Source notes</a:t>
            </a:r>
          </a:p>
        </p:txBody>
      </p:sp>
      <p:sp>
        <p:nvSpPr>
          <p:cNvPr id="7" name="Content Placeholder 6">
            <a:extLst>
              <a:ext uri="{FF2B5EF4-FFF2-40B4-BE49-F238E27FC236}">
                <a16:creationId xmlns:a16="http://schemas.microsoft.com/office/drawing/2014/main" id="{AFD7366D-1388-3D45-9C8A-11D05A5A4315}"/>
              </a:ext>
            </a:extLst>
          </p:cNvPr>
          <p:cNvSpPr>
            <a:spLocks noGrp="1"/>
          </p:cNvSpPr>
          <p:nvPr>
            <p:ph sz="quarter" idx="14"/>
          </p:nvPr>
        </p:nvSpPr>
        <p:spPr>
          <a:xfrm>
            <a:off x="225028" y="1085850"/>
            <a:ext cx="8690372" cy="34563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2378035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 column">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42EC3-BB61-5A42-8BF1-1D2972BB044D}"/>
              </a:ext>
            </a:extLst>
          </p:cNvPr>
          <p:cNvSpPr>
            <a:spLocks noGrp="1"/>
          </p:cNvSpPr>
          <p:nvPr>
            <p:ph type="title"/>
          </p:nvPr>
        </p:nvSpPr>
        <p:spPr/>
        <p:txBody>
          <a:bodyPr/>
          <a:lstStyle/>
          <a:p>
            <a:r>
              <a:rPr lang="en-US"/>
              <a:t>Click to edit Master title style</a:t>
            </a:r>
          </a:p>
        </p:txBody>
      </p:sp>
      <p:sp>
        <p:nvSpPr>
          <p:cNvPr id="6" name="Slide Number Placeholder 11">
            <a:extLst>
              <a:ext uri="{FF2B5EF4-FFF2-40B4-BE49-F238E27FC236}">
                <a16:creationId xmlns:a16="http://schemas.microsoft.com/office/drawing/2014/main" id="{CA35970F-C7C4-F346-8F9C-43C9A251063B}"/>
              </a:ext>
            </a:extLst>
          </p:cNvPr>
          <p:cNvSpPr>
            <a:spLocks noGrp="1"/>
          </p:cNvSpPr>
          <p:nvPr>
            <p:ph type="sldNum" sz="quarter" idx="10"/>
          </p:nvPr>
        </p:nvSpPr>
        <p:spPr>
          <a:xfrm>
            <a:off x="1" y="4914901"/>
            <a:ext cx="228599" cy="228599"/>
          </a:xfrm>
        </p:spPr>
        <p:txBody>
          <a:bodyPr lIns="0" tIns="0" rIns="0" bIns="0"/>
          <a:lstStyle/>
          <a:p>
            <a:fld id="{89006F1E-66CD-4A4B-9370-B4A3080F0E6C}" type="slidenum">
              <a:rPr lang="en-US" smtClean="0"/>
              <a:pPr/>
              <a:t>‹#›</a:t>
            </a:fld>
            <a:endParaRPr lang="en-US"/>
          </a:p>
        </p:txBody>
      </p:sp>
      <p:sp>
        <p:nvSpPr>
          <p:cNvPr id="7" name="Footer Placeholder 1">
            <a:extLst>
              <a:ext uri="{FF2B5EF4-FFF2-40B4-BE49-F238E27FC236}">
                <a16:creationId xmlns:a16="http://schemas.microsoft.com/office/drawing/2014/main" id="{CE9EC605-3413-1E4D-96BF-ECCB56711FD5}"/>
              </a:ext>
            </a:extLst>
          </p:cNvPr>
          <p:cNvSpPr>
            <a:spLocks noGrp="1"/>
          </p:cNvSpPr>
          <p:nvPr>
            <p:ph type="ftr" sz="quarter" idx="13"/>
          </p:nvPr>
        </p:nvSpPr>
        <p:spPr>
          <a:xfrm>
            <a:off x="228600" y="4914901"/>
            <a:ext cx="4343401" cy="2286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 |  03 Jun 2024</a:t>
            </a:r>
          </a:p>
        </p:txBody>
      </p:sp>
      <p:sp>
        <p:nvSpPr>
          <p:cNvPr id="8" name="Text Placeholder 7">
            <a:extLst>
              <a:ext uri="{FF2B5EF4-FFF2-40B4-BE49-F238E27FC236}">
                <a16:creationId xmlns:a16="http://schemas.microsoft.com/office/drawing/2014/main" id="{FE813D60-49DC-CC4E-8912-23F1B67BB019}"/>
              </a:ext>
            </a:extLst>
          </p:cNvPr>
          <p:cNvSpPr>
            <a:spLocks noGrp="1"/>
          </p:cNvSpPr>
          <p:nvPr>
            <p:ph type="body" sz="quarter" idx="14" hasCustomPrompt="1"/>
          </p:nvPr>
        </p:nvSpPr>
        <p:spPr>
          <a:xfrm>
            <a:off x="228598" y="4541817"/>
            <a:ext cx="8686800" cy="366903"/>
          </a:xfrm>
          <a:prstGeom prst="rect">
            <a:avLst/>
          </a:prstGeom>
        </p:spPr>
        <p:txBody>
          <a:bodyPr anchor="b">
            <a:normAutofit/>
          </a:bodyPr>
          <a:lstStyle>
            <a:lvl1pPr marL="0" indent="0">
              <a:spcBef>
                <a:spcPts val="75"/>
              </a:spcBef>
              <a:buNone/>
              <a:defRPr sz="750">
                <a:solidFill>
                  <a:schemeClr val="accent5"/>
                </a:solidFill>
              </a:defRPr>
            </a:lvl1pPr>
          </a:lstStyle>
          <a:p>
            <a:pPr lvl="0"/>
            <a:r>
              <a:rPr lang="en-US"/>
              <a:t>Source notes</a:t>
            </a:r>
          </a:p>
        </p:txBody>
      </p:sp>
      <p:sp>
        <p:nvSpPr>
          <p:cNvPr id="12" name="Content Placeholder 3">
            <a:extLst>
              <a:ext uri="{FF2B5EF4-FFF2-40B4-BE49-F238E27FC236}">
                <a16:creationId xmlns:a16="http://schemas.microsoft.com/office/drawing/2014/main" id="{D38D7C33-9A72-7247-9B25-82BE39794E09}"/>
              </a:ext>
            </a:extLst>
          </p:cNvPr>
          <p:cNvSpPr>
            <a:spLocks noGrp="1"/>
          </p:cNvSpPr>
          <p:nvPr>
            <p:ph sz="quarter" idx="16"/>
          </p:nvPr>
        </p:nvSpPr>
        <p:spPr>
          <a:xfrm>
            <a:off x="228600" y="1085850"/>
            <a:ext cx="4229097" cy="3455966"/>
          </a:xfrm>
          <a:prstGeom prst="rect">
            <a:avLst/>
          </a:prstGeom>
        </p:spPr>
        <p:txBody>
          <a:bodyPr vert="horz" lIns="0" tIns="0" rIns="0" bIns="0" rtlCol="0">
            <a:noAutofit/>
          </a:bodyPr>
          <a:lstStyle>
            <a:lvl1pPr marL="257175" indent="-257175">
              <a:buFont typeface="Arial" panose="020B0604020202020204" pitchFamily="34" charset="0"/>
              <a:buChar cha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3">
            <a:extLst>
              <a:ext uri="{FF2B5EF4-FFF2-40B4-BE49-F238E27FC236}">
                <a16:creationId xmlns:a16="http://schemas.microsoft.com/office/drawing/2014/main" id="{4109D056-DC1B-0D4A-8CCD-D716570C884F}"/>
              </a:ext>
            </a:extLst>
          </p:cNvPr>
          <p:cNvSpPr>
            <a:spLocks noGrp="1"/>
          </p:cNvSpPr>
          <p:nvPr>
            <p:ph sz="quarter" idx="17"/>
          </p:nvPr>
        </p:nvSpPr>
        <p:spPr>
          <a:xfrm>
            <a:off x="4686299" y="1085850"/>
            <a:ext cx="4229099" cy="3455966"/>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7">
            <a:extLst>
              <a:ext uri="{FF2B5EF4-FFF2-40B4-BE49-F238E27FC236}">
                <a16:creationId xmlns:a16="http://schemas.microsoft.com/office/drawing/2014/main" id="{95884C43-267B-8949-85E3-D9171D3F9D13}"/>
              </a:ext>
            </a:extLst>
          </p:cNvPr>
          <p:cNvSpPr>
            <a:spLocks noGrp="1"/>
          </p:cNvSpPr>
          <p:nvPr>
            <p:ph type="body" sz="quarter" idx="11" hasCustomPrompt="1"/>
          </p:nvPr>
        </p:nvSpPr>
        <p:spPr>
          <a:xfrm>
            <a:off x="225170" y="669798"/>
            <a:ext cx="8693660" cy="285751"/>
          </a:xfrm>
          <a:prstGeom prst="rect">
            <a:avLst/>
          </a:prstGeom>
        </p:spPr>
        <p:txBody>
          <a:bodyPr lIns="0" tIns="0" rIns="0" bIns="0" anchor="t">
            <a:noAutofit/>
          </a:bodyPr>
          <a:lstStyle>
            <a:lvl1pPr marL="0" indent="0">
              <a:buNone/>
              <a:defRPr sz="1500">
                <a:solidFill>
                  <a:schemeClr val="tx1"/>
                </a:solidFill>
              </a:defRPr>
            </a:lvl1pPr>
          </a:lstStyle>
          <a:p>
            <a:pPr lvl="0"/>
            <a:r>
              <a:rPr lang="en-US"/>
              <a:t>Click to add </a:t>
            </a:r>
            <a:r>
              <a:rPr lang="en-US" err="1"/>
              <a:t>subheader</a:t>
            </a:r>
            <a:endParaRPr lang="en-US"/>
          </a:p>
        </p:txBody>
      </p:sp>
    </p:spTree>
    <p:extLst>
      <p:ext uri="{BB962C8B-B14F-4D97-AF65-F5344CB8AC3E}">
        <p14:creationId xmlns:p14="http://schemas.microsoft.com/office/powerpoint/2010/main" val="335146956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 Column">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42EC3-BB61-5A42-8BF1-1D2972BB044D}"/>
              </a:ext>
            </a:extLst>
          </p:cNvPr>
          <p:cNvSpPr>
            <a:spLocks noGrp="1"/>
          </p:cNvSpPr>
          <p:nvPr>
            <p:ph type="title"/>
          </p:nvPr>
        </p:nvSpPr>
        <p:spPr/>
        <p:txBody>
          <a:bodyPr/>
          <a:lstStyle/>
          <a:p>
            <a:r>
              <a:rPr lang="en-US"/>
              <a:t>Click to edit Master title style</a:t>
            </a:r>
          </a:p>
        </p:txBody>
      </p:sp>
      <p:sp>
        <p:nvSpPr>
          <p:cNvPr id="7" name="Slide Number Placeholder 11">
            <a:extLst>
              <a:ext uri="{FF2B5EF4-FFF2-40B4-BE49-F238E27FC236}">
                <a16:creationId xmlns:a16="http://schemas.microsoft.com/office/drawing/2014/main" id="{F81445D8-D3A2-A446-B35B-0A1E9B448962}"/>
              </a:ext>
            </a:extLst>
          </p:cNvPr>
          <p:cNvSpPr>
            <a:spLocks noGrp="1"/>
          </p:cNvSpPr>
          <p:nvPr>
            <p:ph type="sldNum" sz="quarter" idx="10"/>
          </p:nvPr>
        </p:nvSpPr>
        <p:spPr>
          <a:xfrm>
            <a:off x="1" y="4914901"/>
            <a:ext cx="228599" cy="228599"/>
          </a:xfrm>
        </p:spPr>
        <p:txBody>
          <a:bodyPr lIns="0" tIns="0" rIns="0" bIns="0"/>
          <a:lstStyle/>
          <a:p>
            <a:fld id="{89006F1E-66CD-4A4B-9370-B4A3080F0E6C}" type="slidenum">
              <a:rPr lang="en-US" smtClean="0"/>
              <a:pPr/>
              <a:t>‹#›</a:t>
            </a:fld>
            <a:endParaRPr lang="en-US"/>
          </a:p>
        </p:txBody>
      </p:sp>
      <p:sp>
        <p:nvSpPr>
          <p:cNvPr id="8" name="Footer Placeholder 1">
            <a:extLst>
              <a:ext uri="{FF2B5EF4-FFF2-40B4-BE49-F238E27FC236}">
                <a16:creationId xmlns:a16="http://schemas.microsoft.com/office/drawing/2014/main" id="{31F7B133-5860-D54B-A498-14C05567C68D}"/>
              </a:ext>
            </a:extLst>
          </p:cNvPr>
          <p:cNvSpPr>
            <a:spLocks noGrp="1"/>
          </p:cNvSpPr>
          <p:nvPr>
            <p:ph type="ftr" sz="quarter" idx="14"/>
          </p:nvPr>
        </p:nvSpPr>
        <p:spPr>
          <a:xfrm>
            <a:off x="228600" y="4914901"/>
            <a:ext cx="4343401" cy="2286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 |  03 Jun 2024</a:t>
            </a:r>
          </a:p>
        </p:txBody>
      </p:sp>
      <p:sp>
        <p:nvSpPr>
          <p:cNvPr id="9" name="Text Placeholder 7">
            <a:extLst>
              <a:ext uri="{FF2B5EF4-FFF2-40B4-BE49-F238E27FC236}">
                <a16:creationId xmlns:a16="http://schemas.microsoft.com/office/drawing/2014/main" id="{7F606DC1-8556-AC4B-B621-1C8A6F92D688}"/>
              </a:ext>
            </a:extLst>
          </p:cNvPr>
          <p:cNvSpPr>
            <a:spLocks noGrp="1"/>
          </p:cNvSpPr>
          <p:nvPr>
            <p:ph type="body" sz="quarter" idx="15" hasCustomPrompt="1"/>
          </p:nvPr>
        </p:nvSpPr>
        <p:spPr>
          <a:xfrm>
            <a:off x="228598" y="4541817"/>
            <a:ext cx="8686800" cy="366903"/>
          </a:xfrm>
          <a:prstGeom prst="rect">
            <a:avLst/>
          </a:prstGeom>
        </p:spPr>
        <p:txBody>
          <a:bodyPr anchor="b">
            <a:normAutofit/>
          </a:bodyPr>
          <a:lstStyle>
            <a:lvl1pPr marL="0" indent="0">
              <a:spcBef>
                <a:spcPts val="75"/>
              </a:spcBef>
              <a:buNone/>
              <a:defRPr sz="750">
                <a:solidFill>
                  <a:schemeClr val="accent5"/>
                </a:solidFill>
              </a:defRPr>
            </a:lvl1pPr>
          </a:lstStyle>
          <a:p>
            <a:pPr lvl="0"/>
            <a:r>
              <a:rPr lang="en-US"/>
              <a:t>Source notes</a:t>
            </a:r>
          </a:p>
        </p:txBody>
      </p:sp>
      <p:sp>
        <p:nvSpPr>
          <p:cNvPr id="17" name="Text Placeholder 7">
            <a:extLst>
              <a:ext uri="{FF2B5EF4-FFF2-40B4-BE49-F238E27FC236}">
                <a16:creationId xmlns:a16="http://schemas.microsoft.com/office/drawing/2014/main" id="{C194A5C4-4D4E-424D-8DC1-C1FCDF1A8FC5}"/>
              </a:ext>
            </a:extLst>
          </p:cNvPr>
          <p:cNvSpPr>
            <a:spLocks noGrp="1"/>
          </p:cNvSpPr>
          <p:nvPr>
            <p:ph type="body" sz="quarter" idx="11" hasCustomPrompt="1"/>
          </p:nvPr>
        </p:nvSpPr>
        <p:spPr>
          <a:xfrm>
            <a:off x="225170" y="669798"/>
            <a:ext cx="8693660" cy="285751"/>
          </a:xfrm>
          <a:prstGeom prst="rect">
            <a:avLst/>
          </a:prstGeom>
        </p:spPr>
        <p:txBody>
          <a:bodyPr lIns="0" tIns="0" rIns="0" bIns="0" anchor="t">
            <a:noAutofit/>
          </a:bodyPr>
          <a:lstStyle>
            <a:lvl1pPr marL="0" indent="0">
              <a:buNone/>
              <a:defRPr sz="1500">
                <a:solidFill>
                  <a:schemeClr val="tx1"/>
                </a:solidFill>
              </a:defRPr>
            </a:lvl1pPr>
          </a:lstStyle>
          <a:p>
            <a:pPr lvl="0"/>
            <a:r>
              <a:rPr lang="en-US"/>
              <a:t>Click to add </a:t>
            </a:r>
            <a:r>
              <a:rPr lang="en-US" err="1"/>
              <a:t>subheader</a:t>
            </a:r>
            <a:endParaRPr lang="en-US"/>
          </a:p>
        </p:txBody>
      </p:sp>
      <p:sp>
        <p:nvSpPr>
          <p:cNvPr id="18" name="Content Placeholder 3">
            <a:extLst>
              <a:ext uri="{FF2B5EF4-FFF2-40B4-BE49-F238E27FC236}">
                <a16:creationId xmlns:a16="http://schemas.microsoft.com/office/drawing/2014/main" id="{22065214-DE69-2246-B1F9-8B166D25671B}"/>
              </a:ext>
            </a:extLst>
          </p:cNvPr>
          <p:cNvSpPr>
            <a:spLocks noGrp="1"/>
          </p:cNvSpPr>
          <p:nvPr>
            <p:ph sz="quarter" idx="18"/>
          </p:nvPr>
        </p:nvSpPr>
        <p:spPr>
          <a:xfrm>
            <a:off x="228600" y="1085850"/>
            <a:ext cx="2743200" cy="3455966"/>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3">
            <a:extLst>
              <a:ext uri="{FF2B5EF4-FFF2-40B4-BE49-F238E27FC236}">
                <a16:creationId xmlns:a16="http://schemas.microsoft.com/office/drawing/2014/main" id="{DE333DB3-CD71-1F4D-8ECF-51D4B490DCCC}"/>
              </a:ext>
            </a:extLst>
          </p:cNvPr>
          <p:cNvSpPr>
            <a:spLocks noGrp="1"/>
          </p:cNvSpPr>
          <p:nvPr>
            <p:ph sz="quarter" idx="19"/>
          </p:nvPr>
        </p:nvSpPr>
        <p:spPr>
          <a:xfrm>
            <a:off x="3200401" y="1085850"/>
            <a:ext cx="2743200" cy="3455966"/>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3">
            <a:extLst>
              <a:ext uri="{FF2B5EF4-FFF2-40B4-BE49-F238E27FC236}">
                <a16:creationId xmlns:a16="http://schemas.microsoft.com/office/drawing/2014/main" id="{8514F710-85FB-F040-B3B5-8573DB7FE6FE}"/>
              </a:ext>
            </a:extLst>
          </p:cNvPr>
          <p:cNvSpPr>
            <a:spLocks noGrp="1"/>
          </p:cNvSpPr>
          <p:nvPr>
            <p:ph sz="quarter" idx="21"/>
          </p:nvPr>
        </p:nvSpPr>
        <p:spPr>
          <a:xfrm>
            <a:off x="6172196" y="1085850"/>
            <a:ext cx="2743202" cy="3455966"/>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1405735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 column with images">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42EC3-BB61-5A42-8BF1-1D2972BB044D}"/>
              </a:ext>
            </a:extLst>
          </p:cNvPr>
          <p:cNvSpPr>
            <a:spLocks noGrp="1"/>
          </p:cNvSpPr>
          <p:nvPr>
            <p:ph type="title"/>
          </p:nvPr>
        </p:nvSpPr>
        <p:spPr/>
        <p:txBody>
          <a:bodyPr/>
          <a:lstStyle/>
          <a:p>
            <a:r>
              <a:rPr lang="en-US"/>
              <a:t>Click to edit Master title style</a:t>
            </a:r>
          </a:p>
        </p:txBody>
      </p:sp>
      <p:sp>
        <p:nvSpPr>
          <p:cNvPr id="7" name="Slide Number Placeholder 11">
            <a:extLst>
              <a:ext uri="{FF2B5EF4-FFF2-40B4-BE49-F238E27FC236}">
                <a16:creationId xmlns:a16="http://schemas.microsoft.com/office/drawing/2014/main" id="{F81445D8-D3A2-A446-B35B-0A1E9B448962}"/>
              </a:ext>
            </a:extLst>
          </p:cNvPr>
          <p:cNvSpPr>
            <a:spLocks noGrp="1"/>
          </p:cNvSpPr>
          <p:nvPr>
            <p:ph type="sldNum" sz="quarter" idx="10"/>
          </p:nvPr>
        </p:nvSpPr>
        <p:spPr>
          <a:xfrm>
            <a:off x="1" y="4914901"/>
            <a:ext cx="228599" cy="228599"/>
          </a:xfrm>
        </p:spPr>
        <p:txBody>
          <a:bodyPr lIns="0" tIns="0" rIns="0" bIns="0"/>
          <a:lstStyle/>
          <a:p>
            <a:fld id="{89006F1E-66CD-4A4B-9370-B4A3080F0E6C}" type="slidenum">
              <a:rPr lang="en-US" smtClean="0"/>
              <a:pPr/>
              <a:t>‹#›</a:t>
            </a:fld>
            <a:endParaRPr lang="en-US"/>
          </a:p>
        </p:txBody>
      </p:sp>
      <p:sp>
        <p:nvSpPr>
          <p:cNvPr id="8" name="Footer Placeholder 1">
            <a:extLst>
              <a:ext uri="{FF2B5EF4-FFF2-40B4-BE49-F238E27FC236}">
                <a16:creationId xmlns:a16="http://schemas.microsoft.com/office/drawing/2014/main" id="{31F7B133-5860-D54B-A498-14C05567C68D}"/>
              </a:ext>
            </a:extLst>
          </p:cNvPr>
          <p:cNvSpPr>
            <a:spLocks noGrp="1"/>
          </p:cNvSpPr>
          <p:nvPr>
            <p:ph type="ftr" sz="quarter" idx="14"/>
          </p:nvPr>
        </p:nvSpPr>
        <p:spPr>
          <a:xfrm>
            <a:off x="228600" y="4914901"/>
            <a:ext cx="4343401" cy="2286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 |  03 Jun 2024</a:t>
            </a:r>
          </a:p>
        </p:txBody>
      </p:sp>
      <p:sp>
        <p:nvSpPr>
          <p:cNvPr id="9" name="Text Placeholder 7">
            <a:extLst>
              <a:ext uri="{FF2B5EF4-FFF2-40B4-BE49-F238E27FC236}">
                <a16:creationId xmlns:a16="http://schemas.microsoft.com/office/drawing/2014/main" id="{7F606DC1-8556-AC4B-B621-1C8A6F92D688}"/>
              </a:ext>
            </a:extLst>
          </p:cNvPr>
          <p:cNvSpPr>
            <a:spLocks noGrp="1"/>
          </p:cNvSpPr>
          <p:nvPr>
            <p:ph type="body" sz="quarter" idx="15" hasCustomPrompt="1"/>
          </p:nvPr>
        </p:nvSpPr>
        <p:spPr>
          <a:xfrm>
            <a:off x="228598" y="4541817"/>
            <a:ext cx="8693657" cy="366903"/>
          </a:xfrm>
          <a:prstGeom prst="rect">
            <a:avLst/>
          </a:prstGeom>
        </p:spPr>
        <p:txBody>
          <a:bodyPr anchor="b">
            <a:normAutofit/>
          </a:bodyPr>
          <a:lstStyle>
            <a:lvl1pPr marL="0" indent="0">
              <a:spcBef>
                <a:spcPts val="75"/>
              </a:spcBef>
              <a:buNone/>
              <a:defRPr sz="750">
                <a:solidFill>
                  <a:schemeClr val="accent5"/>
                </a:solidFill>
              </a:defRPr>
            </a:lvl1pPr>
          </a:lstStyle>
          <a:p>
            <a:pPr lvl="0"/>
            <a:r>
              <a:rPr lang="en-US"/>
              <a:t>Source notes</a:t>
            </a:r>
          </a:p>
        </p:txBody>
      </p:sp>
      <p:sp>
        <p:nvSpPr>
          <p:cNvPr id="17" name="Text Placeholder 7">
            <a:extLst>
              <a:ext uri="{FF2B5EF4-FFF2-40B4-BE49-F238E27FC236}">
                <a16:creationId xmlns:a16="http://schemas.microsoft.com/office/drawing/2014/main" id="{C194A5C4-4D4E-424D-8DC1-C1FCDF1A8FC5}"/>
              </a:ext>
            </a:extLst>
          </p:cNvPr>
          <p:cNvSpPr>
            <a:spLocks noGrp="1"/>
          </p:cNvSpPr>
          <p:nvPr>
            <p:ph type="body" sz="quarter" idx="11" hasCustomPrompt="1"/>
          </p:nvPr>
        </p:nvSpPr>
        <p:spPr>
          <a:xfrm>
            <a:off x="225170" y="669798"/>
            <a:ext cx="8693660" cy="285751"/>
          </a:xfrm>
          <a:prstGeom prst="rect">
            <a:avLst/>
          </a:prstGeom>
        </p:spPr>
        <p:txBody>
          <a:bodyPr lIns="0" tIns="0" rIns="0" bIns="0" anchor="t">
            <a:noAutofit/>
          </a:bodyPr>
          <a:lstStyle>
            <a:lvl1pPr marL="0" indent="0">
              <a:buNone/>
              <a:defRPr sz="1500">
                <a:solidFill>
                  <a:schemeClr val="tx1"/>
                </a:solidFill>
              </a:defRPr>
            </a:lvl1pPr>
          </a:lstStyle>
          <a:p>
            <a:pPr lvl="0"/>
            <a:r>
              <a:rPr lang="en-US"/>
              <a:t>Click to add </a:t>
            </a:r>
            <a:r>
              <a:rPr lang="en-US" err="1"/>
              <a:t>subheader</a:t>
            </a:r>
            <a:endParaRPr lang="en-US"/>
          </a:p>
        </p:txBody>
      </p:sp>
      <p:sp>
        <p:nvSpPr>
          <p:cNvPr id="18" name="Content Placeholder 3">
            <a:extLst>
              <a:ext uri="{FF2B5EF4-FFF2-40B4-BE49-F238E27FC236}">
                <a16:creationId xmlns:a16="http://schemas.microsoft.com/office/drawing/2014/main" id="{22065214-DE69-2246-B1F9-8B166D25671B}"/>
              </a:ext>
            </a:extLst>
          </p:cNvPr>
          <p:cNvSpPr>
            <a:spLocks noGrp="1"/>
          </p:cNvSpPr>
          <p:nvPr>
            <p:ph sz="quarter" idx="18"/>
          </p:nvPr>
        </p:nvSpPr>
        <p:spPr>
          <a:xfrm>
            <a:off x="228600" y="2634036"/>
            <a:ext cx="2743200" cy="1896587"/>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3">
            <a:extLst>
              <a:ext uri="{FF2B5EF4-FFF2-40B4-BE49-F238E27FC236}">
                <a16:creationId xmlns:a16="http://schemas.microsoft.com/office/drawing/2014/main" id="{DE333DB3-CD71-1F4D-8ECF-51D4B490DCCC}"/>
              </a:ext>
            </a:extLst>
          </p:cNvPr>
          <p:cNvSpPr>
            <a:spLocks noGrp="1"/>
          </p:cNvSpPr>
          <p:nvPr>
            <p:ph sz="quarter" idx="19"/>
          </p:nvPr>
        </p:nvSpPr>
        <p:spPr>
          <a:xfrm>
            <a:off x="3200401" y="2634036"/>
            <a:ext cx="2743200" cy="1896587"/>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3">
            <a:extLst>
              <a:ext uri="{FF2B5EF4-FFF2-40B4-BE49-F238E27FC236}">
                <a16:creationId xmlns:a16="http://schemas.microsoft.com/office/drawing/2014/main" id="{8514F710-85FB-F040-B3B5-8573DB7FE6FE}"/>
              </a:ext>
            </a:extLst>
          </p:cNvPr>
          <p:cNvSpPr>
            <a:spLocks noGrp="1"/>
          </p:cNvSpPr>
          <p:nvPr>
            <p:ph sz="quarter" idx="21"/>
          </p:nvPr>
        </p:nvSpPr>
        <p:spPr>
          <a:xfrm>
            <a:off x="6172196" y="2634036"/>
            <a:ext cx="2743202" cy="1896587"/>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21A45530-6C50-AD46-A233-590ADD356A0F}"/>
              </a:ext>
            </a:extLst>
          </p:cNvPr>
          <p:cNvSpPr>
            <a:spLocks noGrp="1"/>
          </p:cNvSpPr>
          <p:nvPr>
            <p:ph type="pic" sz="quarter" idx="22" hasCustomPrompt="1"/>
          </p:nvPr>
        </p:nvSpPr>
        <p:spPr>
          <a:xfrm>
            <a:off x="225169" y="1099804"/>
            <a:ext cx="2746631" cy="1460754"/>
          </a:xfrm>
          <a:prstGeom prst="rect">
            <a:avLst/>
          </a:prstGeom>
          <a:pattFill prst="pct5">
            <a:fgClr>
              <a:schemeClr val="bg1"/>
            </a:fgClr>
            <a:bgClr>
              <a:schemeClr val="bg2"/>
            </a:bgClr>
          </a:pattFill>
        </p:spPr>
        <p:txBody>
          <a:bodyPr anchor="ctr"/>
          <a:lstStyle>
            <a:lvl1pPr marL="0" indent="0" algn="ctr">
              <a:buNone/>
              <a:defRPr/>
            </a:lvl1pPr>
          </a:lstStyle>
          <a:p>
            <a:r>
              <a:rPr lang="en-US"/>
              <a:t>Add photo</a:t>
            </a:r>
          </a:p>
        </p:txBody>
      </p:sp>
      <p:sp>
        <p:nvSpPr>
          <p:cNvPr id="14" name="Picture Placeholder 3">
            <a:extLst>
              <a:ext uri="{FF2B5EF4-FFF2-40B4-BE49-F238E27FC236}">
                <a16:creationId xmlns:a16="http://schemas.microsoft.com/office/drawing/2014/main" id="{93FDE34D-91F9-6E47-BC02-8A5F8FCC0810}"/>
              </a:ext>
            </a:extLst>
          </p:cNvPr>
          <p:cNvSpPr>
            <a:spLocks noGrp="1"/>
          </p:cNvSpPr>
          <p:nvPr>
            <p:ph type="pic" sz="quarter" idx="23" hasCustomPrompt="1"/>
          </p:nvPr>
        </p:nvSpPr>
        <p:spPr>
          <a:xfrm>
            <a:off x="3196969" y="1094792"/>
            <a:ext cx="2746631" cy="1460754"/>
          </a:xfrm>
          <a:prstGeom prst="rect">
            <a:avLst/>
          </a:prstGeom>
          <a:pattFill prst="pct5">
            <a:fgClr>
              <a:schemeClr val="bg1"/>
            </a:fgClr>
            <a:bgClr>
              <a:schemeClr val="bg2"/>
            </a:bgClr>
          </a:pattFill>
        </p:spPr>
        <p:txBody>
          <a:bodyPr anchor="ctr"/>
          <a:lstStyle>
            <a:lvl1pPr marL="0" indent="0" algn="ctr">
              <a:buNone/>
              <a:defRPr/>
            </a:lvl1pPr>
          </a:lstStyle>
          <a:p>
            <a:r>
              <a:rPr lang="en-US"/>
              <a:t>Add photo</a:t>
            </a:r>
          </a:p>
        </p:txBody>
      </p:sp>
      <p:sp>
        <p:nvSpPr>
          <p:cNvPr id="15" name="Picture Placeholder 3">
            <a:extLst>
              <a:ext uri="{FF2B5EF4-FFF2-40B4-BE49-F238E27FC236}">
                <a16:creationId xmlns:a16="http://schemas.microsoft.com/office/drawing/2014/main" id="{918389EF-8958-AA48-B23D-A8082E0D8EAF}"/>
              </a:ext>
            </a:extLst>
          </p:cNvPr>
          <p:cNvSpPr>
            <a:spLocks noGrp="1"/>
          </p:cNvSpPr>
          <p:nvPr>
            <p:ph type="pic" sz="quarter" idx="24" hasCustomPrompt="1"/>
          </p:nvPr>
        </p:nvSpPr>
        <p:spPr>
          <a:xfrm>
            <a:off x="6170481" y="1099803"/>
            <a:ext cx="2746631" cy="1460754"/>
          </a:xfrm>
          <a:prstGeom prst="rect">
            <a:avLst/>
          </a:prstGeom>
          <a:pattFill prst="pct5">
            <a:fgClr>
              <a:schemeClr val="bg1"/>
            </a:fgClr>
            <a:bgClr>
              <a:schemeClr val="bg2"/>
            </a:bgClr>
          </a:pattFill>
        </p:spPr>
        <p:txBody>
          <a:bodyPr anchor="ctr"/>
          <a:lstStyle>
            <a:lvl1pPr marL="0" indent="0" algn="ctr">
              <a:buNone/>
              <a:defRPr/>
            </a:lvl1pPr>
          </a:lstStyle>
          <a:p>
            <a:r>
              <a:rPr lang="en-US"/>
              <a:t>Add photo</a:t>
            </a:r>
          </a:p>
        </p:txBody>
      </p:sp>
      <p:grpSp>
        <p:nvGrpSpPr>
          <p:cNvPr id="16" name="Group 15">
            <a:extLst>
              <a:ext uri="{FF2B5EF4-FFF2-40B4-BE49-F238E27FC236}">
                <a16:creationId xmlns:a16="http://schemas.microsoft.com/office/drawing/2014/main" id="{954AA7D1-4A71-E04D-B394-33DE0DAB98E5}"/>
              </a:ext>
            </a:extLst>
          </p:cNvPr>
          <p:cNvGrpSpPr/>
          <p:nvPr userDrawn="1"/>
        </p:nvGrpSpPr>
        <p:grpSpPr>
          <a:xfrm>
            <a:off x="3086100" y="1105985"/>
            <a:ext cx="2976372" cy="3435830"/>
            <a:chOff x="4105421" y="1377388"/>
            <a:chExt cx="3964795" cy="2233914"/>
          </a:xfrm>
        </p:grpSpPr>
        <p:cxnSp>
          <p:nvCxnSpPr>
            <p:cNvPr id="20" name="Straight Connector 19">
              <a:extLst>
                <a:ext uri="{FF2B5EF4-FFF2-40B4-BE49-F238E27FC236}">
                  <a16:creationId xmlns:a16="http://schemas.microsoft.com/office/drawing/2014/main" id="{D653AB18-4CCB-094A-BBCE-63E28B9E9480}"/>
                </a:ext>
              </a:extLst>
            </p:cNvPr>
            <p:cNvCxnSpPr>
              <a:cxnSpLocks/>
            </p:cNvCxnSpPr>
            <p:nvPr/>
          </p:nvCxnSpPr>
          <p:spPr>
            <a:xfrm>
              <a:off x="4105421" y="1377388"/>
              <a:ext cx="0" cy="2233914"/>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629B770-7DAA-DE43-8441-3B367C83F5D4}"/>
                </a:ext>
              </a:extLst>
            </p:cNvPr>
            <p:cNvCxnSpPr>
              <a:cxnSpLocks/>
            </p:cNvCxnSpPr>
            <p:nvPr/>
          </p:nvCxnSpPr>
          <p:spPr>
            <a:xfrm>
              <a:off x="8070216" y="1377388"/>
              <a:ext cx="0" cy="2233914"/>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7551629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 column with full width image">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58D3FC8-B671-4D4F-A345-B5E3B9CB827C}"/>
              </a:ext>
            </a:extLst>
          </p:cNvPr>
          <p:cNvSpPr>
            <a:spLocks noGrp="1"/>
          </p:cNvSpPr>
          <p:nvPr>
            <p:ph type="pic" sz="quarter" idx="13" hasCustomPrompt="1"/>
          </p:nvPr>
        </p:nvSpPr>
        <p:spPr>
          <a:xfrm>
            <a:off x="0" y="3062287"/>
            <a:ext cx="9143999" cy="2081213"/>
          </a:xfrm>
          <a:prstGeom prst="rect">
            <a:avLst/>
          </a:prstGeom>
          <a:pattFill prst="pct5">
            <a:fgClr>
              <a:schemeClr val="bg1"/>
            </a:fgClr>
            <a:bgClr>
              <a:schemeClr val="bg2"/>
            </a:bgClr>
          </a:pattFill>
        </p:spPr>
        <p:txBody>
          <a:bodyPr vert="horz" wrap="square" lIns="0" tIns="0" rIns="0" bIns="0" rtlCol="0" anchor="ctr">
            <a:noAutofit/>
          </a:bodyPr>
          <a:lstStyle>
            <a:lvl1pPr marL="0" marR="0" indent="0" algn="ctr" defTabSz="685800" rtl="0" eaLnBrk="1" fontAlgn="auto" latinLnBrk="0" hangingPunct="1">
              <a:lnSpc>
                <a:spcPct val="120000"/>
              </a:lnSpc>
              <a:spcBef>
                <a:spcPts val="450"/>
              </a:spcBef>
              <a:spcAft>
                <a:spcPts val="0"/>
              </a:spcAft>
              <a:buClrTx/>
              <a:buSzTx/>
              <a:buFontTx/>
              <a:buNone/>
              <a:tabLst/>
              <a:defRPr lang="en-US" sz="1050">
                <a:solidFill>
                  <a:schemeClr val="tx1"/>
                </a:solidFill>
              </a:defRPr>
            </a:lvl1pPr>
          </a:lstStyle>
          <a:p>
            <a:pPr marL="308610" marR="0" lvl="0" indent="-308610" algn="ctr" defTabSz="685800" rtl="0" eaLnBrk="1" fontAlgn="auto" latinLnBrk="0" hangingPunct="1">
              <a:lnSpc>
                <a:spcPct val="120000"/>
              </a:lnSpc>
              <a:spcBef>
                <a:spcPts val="450"/>
              </a:spcBef>
              <a:spcAft>
                <a:spcPts val="0"/>
              </a:spcAft>
              <a:buClrTx/>
              <a:buSzTx/>
              <a:buFontTx/>
              <a:buNone/>
              <a:tabLst/>
              <a:defRPr/>
            </a:pPr>
            <a:r>
              <a:rPr lang="en-US"/>
              <a:t>Add photo</a:t>
            </a:r>
          </a:p>
        </p:txBody>
      </p:sp>
      <p:sp>
        <p:nvSpPr>
          <p:cNvPr id="11" name="Title 10">
            <a:extLst>
              <a:ext uri="{FF2B5EF4-FFF2-40B4-BE49-F238E27FC236}">
                <a16:creationId xmlns:a16="http://schemas.microsoft.com/office/drawing/2014/main" id="{06EA3E0F-6952-8B44-89C5-3A7230D81F97}"/>
              </a:ext>
            </a:extLst>
          </p:cNvPr>
          <p:cNvSpPr>
            <a:spLocks noGrp="1"/>
          </p:cNvSpPr>
          <p:nvPr>
            <p:ph type="title"/>
          </p:nvPr>
        </p:nvSpPr>
        <p:spPr/>
        <p:txBody>
          <a:bodyPr/>
          <a:lstStyle>
            <a:lvl1pPr>
              <a:defRPr>
                <a:solidFill>
                  <a:schemeClr val="tx2"/>
                </a:solidFill>
              </a:defRPr>
            </a:lvl1pPr>
          </a:lstStyle>
          <a:p>
            <a:r>
              <a:rPr lang="en-US"/>
              <a:t>Click to edit Master title style</a:t>
            </a:r>
          </a:p>
        </p:txBody>
      </p:sp>
      <p:sp>
        <p:nvSpPr>
          <p:cNvPr id="6" name="Slide Number Placeholder 2">
            <a:extLst>
              <a:ext uri="{FF2B5EF4-FFF2-40B4-BE49-F238E27FC236}">
                <a16:creationId xmlns:a16="http://schemas.microsoft.com/office/drawing/2014/main" id="{5DFF6035-90FF-3D47-AC34-F7AD5C37C983}"/>
              </a:ext>
            </a:extLst>
          </p:cNvPr>
          <p:cNvSpPr>
            <a:spLocks noGrp="1"/>
          </p:cNvSpPr>
          <p:nvPr>
            <p:ph type="sldNum" sz="quarter" idx="10"/>
          </p:nvPr>
        </p:nvSpPr>
        <p:spPr>
          <a:xfrm>
            <a:off x="1" y="4914901"/>
            <a:ext cx="228599" cy="228599"/>
          </a:xfrm>
        </p:spPr>
        <p:txBody>
          <a:bodyPr/>
          <a:lstStyle>
            <a:lvl1pPr>
              <a:defRPr>
                <a:solidFill>
                  <a:schemeClr val="bg1"/>
                </a:solidFill>
              </a:defRPr>
            </a:lvl1pPr>
          </a:lstStyle>
          <a:p>
            <a:fld id="{89006F1E-66CD-4A4B-9370-B4A3080F0E6C}" type="slidenum">
              <a:rPr lang="en-US" smtClean="0"/>
              <a:pPr/>
              <a:t>‹#›</a:t>
            </a:fld>
            <a:endParaRPr lang="en-US"/>
          </a:p>
        </p:txBody>
      </p:sp>
      <p:sp>
        <p:nvSpPr>
          <p:cNvPr id="7" name="Footer Placeholder 1">
            <a:extLst>
              <a:ext uri="{FF2B5EF4-FFF2-40B4-BE49-F238E27FC236}">
                <a16:creationId xmlns:a16="http://schemas.microsoft.com/office/drawing/2014/main" id="{9089E539-E9D2-AE4B-B72F-91FBD9A90964}"/>
              </a:ext>
            </a:extLst>
          </p:cNvPr>
          <p:cNvSpPr>
            <a:spLocks noGrp="1"/>
          </p:cNvSpPr>
          <p:nvPr>
            <p:ph type="ftr" sz="quarter" idx="14"/>
          </p:nvPr>
        </p:nvSpPr>
        <p:spPr>
          <a:xfrm>
            <a:off x="228600" y="4914901"/>
            <a:ext cx="4343401" cy="228600"/>
          </a:xfrm>
          <a:prstGeom prst="rect">
            <a:avLst/>
          </a:prstGeom>
        </p:spPr>
        <p:txBody>
          <a:bodyPr/>
          <a:lstStyle>
            <a:lvl1pPr>
              <a:defRPr>
                <a:solidFill>
                  <a:schemeClr val="bg1"/>
                </a:solidFill>
              </a:defRPr>
            </a:lvl1pPr>
          </a:lstStyle>
          <a:p>
            <a:r>
              <a:rPr lang="en-US">
                <a:ea typeface="MS PGothic" panose="020B0600070205080204" pitchFamily="34" charset="-128"/>
              </a:rPr>
              <a:t>Proprietary &amp; Confidential |  03 Jun 2024</a:t>
            </a:r>
          </a:p>
        </p:txBody>
      </p:sp>
      <p:sp>
        <p:nvSpPr>
          <p:cNvPr id="8" name="Text Placeholder 7">
            <a:extLst>
              <a:ext uri="{FF2B5EF4-FFF2-40B4-BE49-F238E27FC236}">
                <a16:creationId xmlns:a16="http://schemas.microsoft.com/office/drawing/2014/main" id="{E5AA936C-79E4-0048-8C63-B027C15A3EF6}"/>
              </a:ext>
            </a:extLst>
          </p:cNvPr>
          <p:cNvSpPr>
            <a:spLocks noGrp="1"/>
          </p:cNvSpPr>
          <p:nvPr>
            <p:ph type="body" sz="quarter" idx="11" hasCustomPrompt="1"/>
          </p:nvPr>
        </p:nvSpPr>
        <p:spPr>
          <a:xfrm>
            <a:off x="225170" y="669798"/>
            <a:ext cx="8693660" cy="285751"/>
          </a:xfrm>
          <a:prstGeom prst="rect">
            <a:avLst/>
          </a:prstGeom>
        </p:spPr>
        <p:txBody>
          <a:bodyPr lIns="0" tIns="0" rIns="0" bIns="0" anchor="t">
            <a:noAutofit/>
          </a:bodyPr>
          <a:lstStyle>
            <a:lvl1pPr marL="0" indent="0">
              <a:buNone/>
              <a:defRPr sz="1500">
                <a:solidFill>
                  <a:schemeClr val="tx1"/>
                </a:solidFill>
              </a:defRPr>
            </a:lvl1pPr>
          </a:lstStyle>
          <a:p>
            <a:pPr lvl="0"/>
            <a:r>
              <a:rPr lang="en-US"/>
              <a:t>Click to add </a:t>
            </a:r>
            <a:r>
              <a:rPr lang="en-US" err="1"/>
              <a:t>subheader</a:t>
            </a:r>
            <a:endParaRPr lang="en-US"/>
          </a:p>
        </p:txBody>
      </p:sp>
      <p:sp>
        <p:nvSpPr>
          <p:cNvPr id="9" name="Content Placeholder 3">
            <a:extLst>
              <a:ext uri="{FF2B5EF4-FFF2-40B4-BE49-F238E27FC236}">
                <a16:creationId xmlns:a16="http://schemas.microsoft.com/office/drawing/2014/main" id="{EFA71095-3F77-7F45-9E43-E80587323ACE}"/>
              </a:ext>
            </a:extLst>
          </p:cNvPr>
          <p:cNvSpPr>
            <a:spLocks noGrp="1"/>
          </p:cNvSpPr>
          <p:nvPr>
            <p:ph sz="quarter" idx="18"/>
          </p:nvPr>
        </p:nvSpPr>
        <p:spPr>
          <a:xfrm>
            <a:off x="228600" y="1085850"/>
            <a:ext cx="2743200" cy="1751076"/>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B8762543-398C-384C-8B6E-8572E8FDC8D3}"/>
              </a:ext>
            </a:extLst>
          </p:cNvPr>
          <p:cNvSpPr>
            <a:spLocks noGrp="1"/>
          </p:cNvSpPr>
          <p:nvPr>
            <p:ph sz="quarter" idx="19"/>
          </p:nvPr>
        </p:nvSpPr>
        <p:spPr>
          <a:xfrm>
            <a:off x="3200401" y="1085850"/>
            <a:ext cx="2743200" cy="1751076"/>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3">
            <a:extLst>
              <a:ext uri="{FF2B5EF4-FFF2-40B4-BE49-F238E27FC236}">
                <a16:creationId xmlns:a16="http://schemas.microsoft.com/office/drawing/2014/main" id="{C8CD3A37-ECA5-0F43-995E-663D6AC132E5}"/>
              </a:ext>
            </a:extLst>
          </p:cNvPr>
          <p:cNvSpPr>
            <a:spLocks noGrp="1"/>
          </p:cNvSpPr>
          <p:nvPr>
            <p:ph sz="quarter" idx="21"/>
          </p:nvPr>
        </p:nvSpPr>
        <p:spPr>
          <a:xfrm>
            <a:off x="6172196" y="1085850"/>
            <a:ext cx="2743202" cy="1751076"/>
          </a:xfrm>
          <a:prstGeom prst="rect">
            <a:avLst/>
          </a:prstGeo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8874899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ection divider with photo">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FFE7B338-1383-7843-9E8D-F295A0DFF59D}"/>
              </a:ext>
            </a:extLst>
          </p:cNvPr>
          <p:cNvSpPr>
            <a:spLocks noGrp="1"/>
          </p:cNvSpPr>
          <p:nvPr>
            <p:ph type="pic" sz="quarter" idx="13" hasCustomPrompt="1"/>
          </p:nvPr>
        </p:nvSpPr>
        <p:spPr>
          <a:xfrm>
            <a:off x="0" y="0"/>
            <a:ext cx="9143999" cy="5143500"/>
          </a:xfrm>
          <a:custGeom>
            <a:avLst/>
            <a:gdLst>
              <a:gd name="connsiteX0" fmla="*/ 0 w 12191999"/>
              <a:gd name="connsiteY0" fmla="*/ 0 h 6858000"/>
              <a:gd name="connsiteX1" fmla="*/ 10321761 w 12191999"/>
              <a:gd name="connsiteY1" fmla="*/ 0 h 6858000"/>
              <a:gd name="connsiteX2" fmla="*/ 10321761 w 12191999"/>
              <a:gd name="connsiteY2" fmla="*/ 673804 h 6858000"/>
              <a:gd name="connsiteX3" fmla="*/ 11887200 w 12191999"/>
              <a:gd name="connsiteY3" fmla="*/ 673804 h 6858000"/>
              <a:gd name="connsiteX4" fmla="*/ 11887200 w 12191999"/>
              <a:gd name="connsiteY4" fmla="*/ 0 h 6858000"/>
              <a:gd name="connsiteX5" fmla="*/ 12191999 w 12191999"/>
              <a:gd name="connsiteY5" fmla="*/ 0 h 6858000"/>
              <a:gd name="connsiteX6" fmla="*/ 12191999 w 12191999"/>
              <a:gd name="connsiteY6" fmla="*/ 6858000 h 6858000"/>
              <a:gd name="connsiteX7" fmla="*/ 0 w 12191999"/>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6858000">
                <a:moveTo>
                  <a:pt x="0" y="0"/>
                </a:moveTo>
                <a:lnTo>
                  <a:pt x="10321761" y="0"/>
                </a:lnTo>
                <a:lnTo>
                  <a:pt x="10321761" y="673804"/>
                </a:lnTo>
                <a:lnTo>
                  <a:pt x="11887200" y="673804"/>
                </a:lnTo>
                <a:lnTo>
                  <a:pt x="11887200" y="0"/>
                </a:lnTo>
                <a:lnTo>
                  <a:pt x="12191999" y="0"/>
                </a:lnTo>
                <a:lnTo>
                  <a:pt x="12191999" y="6858000"/>
                </a:lnTo>
                <a:lnTo>
                  <a:pt x="0" y="6858000"/>
                </a:lnTo>
                <a:close/>
              </a:path>
            </a:pathLst>
          </a:custGeom>
          <a:pattFill prst="pct5">
            <a:fgClr>
              <a:schemeClr val="bg1"/>
            </a:fgClr>
            <a:bgClr>
              <a:schemeClr val="bg2"/>
            </a:bgClr>
          </a:pattFill>
        </p:spPr>
        <p:txBody>
          <a:bodyPr vert="horz" wrap="square" lIns="0" tIns="0" rIns="0" bIns="0" rtlCol="0" anchor="ctr">
            <a:noAutofit/>
          </a:bodyPr>
          <a:lstStyle>
            <a:lvl1pPr marL="0" indent="0" algn="ctr">
              <a:buFontTx/>
              <a:buNone/>
              <a:defRPr lang="en-US" sz="1050">
                <a:solidFill>
                  <a:schemeClr val="tx1"/>
                </a:solidFill>
              </a:defRPr>
            </a:lvl1pPr>
          </a:lstStyle>
          <a:p>
            <a:pPr lvl="0" algn="ctr">
              <a:buNone/>
            </a:pPr>
            <a:r>
              <a:rPr lang="en-US"/>
              <a:t>Add photo</a:t>
            </a:r>
          </a:p>
        </p:txBody>
      </p:sp>
      <p:sp>
        <p:nvSpPr>
          <p:cNvPr id="5" name="Slide Number Placeholder 2">
            <a:extLst>
              <a:ext uri="{FF2B5EF4-FFF2-40B4-BE49-F238E27FC236}">
                <a16:creationId xmlns:a16="http://schemas.microsoft.com/office/drawing/2014/main" id="{A634E9F6-D24E-5141-81EF-69349B9658EA}"/>
              </a:ext>
            </a:extLst>
          </p:cNvPr>
          <p:cNvSpPr>
            <a:spLocks noGrp="1"/>
          </p:cNvSpPr>
          <p:nvPr>
            <p:ph type="sldNum" sz="quarter" idx="10"/>
          </p:nvPr>
        </p:nvSpPr>
        <p:spPr>
          <a:xfrm>
            <a:off x="1" y="4914901"/>
            <a:ext cx="228599" cy="228599"/>
          </a:xfrm>
        </p:spPr>
        <p:txBody>
          <a:bodyPr/>
          <a:lstStyle>
            <a:lvl1pPr>
              <a:defRPr>
                <a:solidFill>
                  <a:schemeClr val="bg1"/>
                </a:solidFill>
              </a:defRPr>
            </a:lvl1pPr>
          </a:lstStyle>
          <a:p>
            <a:fld id="{89006F1E-66CD-4A4B-9370-B4A3080F0E6C}" type="slidenum">
              <a:rPr lang="en-US" smtClean="0"/>
              <a:pPr/>
              <a:t>‹#›</a:t>
            </a:fld>
            <a:endParaRPr lang="en-US"/>
          </a:p>
        </p:txBody>
      </p:sp>
      <p:sp>
        <p:nvSpPr>
          <p:cNvPr id="6" name="Footer Placeholder 1">
            <a:extLst>
              <a:ext uri="{FF2B5EF4-FFF2-40B4-BE49-F238E27FC236}">
                <a16:creationId xmlns:a16="http://schemas.microsoft.com/office/drawing/2014/main" id="{B41A9DDB-F5FB-5046-B179-F07475B09908}"/>
              </a:ext>
            </a:extLst>
          </p:cNvPr>
          <p:cNvSpPr>
            <a:spLocks noGrp="1"/>
          </p:cNvSpPr>
          <p:nvPr>
            <p:ph type="ftr" sz="quarter" idx="14"/>
          </p:nvPr>
        </p:nvSpPr>
        <p:spPr>
          <a:xfrm>
            <a:off x="228600" y="4914901"/>
            <a:ext cx="4343401" cy="228600"/>
          </a:xfrm>
          <a:prstGeom prst="rect">
            <a:avLst/>
          </a:prstGeom>
        </p:spPr>
        <p:txBody>
          <a:bodyPr/>
          <a:lstStyle>
            <a:lvl1pPr>
              <a:defRPr>
                <a:solidFill>
                  <a:schemeClr val="bg1"/>
                </a:solidFill>
              </a:defRPr>
            </a:lvl1pPr>
          </a:lstStyle>
          <a:p>
            <a:r>
              <a:rPr lang="en-US">
                <a:ea typeface="MS PGothic" panose="020B0600070205080204" pitchFamily="34" charset="-128"/>
              </a:rPr>
              <a:t>Proprietary &amp; Confidential |  03 Jun 2024</a:t>
            </a:r>
          </a:p>
        </p:txBody>
      </p:sp>
      <p:sp>
        <p:nvSpPr>
          <p:cNvPr id="8" name="Content Placeholder 2">
            <a:extLst>
              <a:ext uri="{FF2B5EF4-FFF2-40B4-BE49-F238E27FC236}">
                <a16:creationId xmlns:a16="http://schemas.microsoft.com/office/drawing/2014/main" id="{5DC4D9F1-5E1A-DD4A-946F-32414E026F44}"/>
              </a:ext>
            </a:extLst>
          </p:cNvPr>
          <p:cNvSpPr>
            <a:spLocks noGrp="1"/>
          </p:cNvSpPr>
          <p:nvPr>
            <p:ph sz="quarter" idx="15" hasCustomPrompt="1"/>
          </p:nvPr>
        </p:nvSpPr>
        <p:spPr>
          <a:xfrm>
            <a:off x="0" y="2732778"/>
            <a:ext cx="4572000" cy="877163"/>
          </a:xfrm>
          <a:solidFill>
            <a:schemeClr val="bg1"/>
          </a:solidFill>
        </p:spPr>
        <p:txBody>
          <a:bodyPr wrap="square" lIns="292608" tIns="201168" rIns="292608" bIns="91440" anchor="b">
            <a:spAutoFit/>
          </a:bodyPr>
          <a:lstStyle>
            <a:lvl1pPr marL="0" indent="0">
              <a:lnSpc>
                <a:spcPct val="90000"/>
              </a:lnSpc>
              <a:buNone/>
              <a:defRPr sz="2100" b="1">
                <a:solidFill>
                  <a:schemeClr val="tx2"/>
                </a:solidFill>
              </a:defRPr>
            </a:lvl1pPr>
          </a:lstStyle>
          <a:p>
            <a:pPr lvl="0"/>
            <a:r>
              <a:rPr lang="en-US"/>
              <a:t>Section title with full photo background</a:t>
            </a:r>
          </a:p>
        </p:txBody>
      </p:sp>
      <p:sp>
        <p:nvSpPr>
          <p:cNvPr id="10" name="Content Placeholder 2">
            <a:extLst>
              <a:ext uri="{FF2B5EF4-FFF2-40B4-BE49-F238E27FC236}">
                <a16:creationId xmlns:a16="http://schemas.microsoft.com/office/drawing/2014/main" id="{15406226-911A-D441-8417-8C4961D7AEF2}"/>
              </a:ext>
            </a:extLst>
          </p:cNvPr>
          <p:cNvSpPr>
            <a:spLocks noGrp="1"/>
          </p:cNvSpPr>
          <p:nvPr>
            <p:ph sz="quarter" idx="16" hasCustomPrompt="1"/>
          </p:nvPr>
        </p:nvSpPr>
        <p:spPr>
          <a:xfrm>
            <a:off x="0" y="3609941"/>
            <a:ext cx="4572000" cy="547009"/>
          </a:xfrm>
          <a:solidFill>
            <a:schemeClr val="bg1"/>
          </a:solidFill>
        </p:spPr>
        <p:txBody>
          <a:bodyPr wrap="square" lIns="292608" tIns="91440" rIns="292608" bIns="201168" anchor="t">
            <a:spAutoFit/>
          </a:bodyPr>
          <a:lstStyle>
            <a:lvl1pPr marL="0" marR="0" indent="0" algn="l" defTabSz="685800" rtl="0" eaLnBrk="1" fontAlgn="auto" latinLnBrk="0" hangingPunct="1">
              <a:lnSpc>
                <a:spcPct val="100000"/>
              </a:lnSpc>
              <a:spcBef>
                <a:spcPts val="150"/>
              </a:spcBef>
              <a:spcAft>
                <a:spcPts val="0"/>
              </a:spcAft>
              <a:buClr>
                <a:schemeClr val="tx2"/>
              </a:buClr>
              <a:buSzPct val="100000"/>
              <a:buFont typeface="Arial" panose="020B0604020202020204" pitchFamily="34" charset="0"/>
              <a:buNone/>
              <a:tabLst/>
              <a:defRPr lang="en-US" sz="1500" b="0" kern="1200" dirty="0">
                <a:solidFill>
                  <a:schemeClr val="tx1"/>
                </a:solidFill>
                <a:latin typeface="+mn-lt"/>
                <a:ea typeface="+mn-ea"/>
                <a:cs typeface="+mn-cs"/>
              </a:defRPr>
            </a:lvl1pPr>
          </a:lstStyle>
          <a:p>
            <a:pPr marL="0" marR="0" lvl="0" indent="0" algn="l" defTabSz="685800" rtl="0" eaLnBrk="1" fontAlgn="auto" latinLnBrk="0" hangingPunct="1">
              <a:lnSpc>
                <a:spcPct val="120000"/>
              </a:lnSpc>
              <a:spcBef>
                <a:spcPts val="150"/>
              </a:spcBef>
              <a:spcAft>
                <a:spcPts val="0"/>
              </a:spcAft>
              <a:buClr>
                <a:schemeClr val="tx2"/>
              </a:buClr>
              <a:buSzPct val="100000"/>
              <a:buFont typeface="Arial" panose="020B0604020202020204" pitchFamily="34" charset="0"/>
              <a:buNone/>
              <a:tabLst/>
              <a:defRPr/>
            </a:pPr>
            <a:r>
              <a:rPr lang="en-US"/>
              <a:t>Sub title and or description of next section</a:t>
            </a:r>
          </a:p>
        </p:txBody>
      </p:sp>
    </p:spTree>
    <p:extLst>
      <p:ext uri="{BB962C8B-B14F-4D97-AF65-F5344CB8AC3E}">
        <p14:creationId xmlns:p14="http://schemas.microsoft.com/office/powerpoint/2010/main" val="140943506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Red background">
    <p:bg>
      <p:bgPr>
        <a:gradFill flip="none" rotWithShape="1">
          <a:gsLst>
            <a:gs pos="0">
              <a:schemeClr val="tx2"/>
            </a:gs>
            <a:gs pos="45000">
              <a:schemeClr val="tx2"/>
            </a:gs>
            <a:gs pos="100000">
              <a:schemeClr val="tx2">
                <a:lumMod val="50000"/>
              </a:schemeClr>
            </a:gs>
          </a:gsLst>
          <a:lin ang="1080000" scaled="0"/>
          <a:tileRect/>
        </a:gra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BD60394-6B49-3F40-ACB2-84420DAC9383}"/>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4" name="Slide Number Placeholder 2">
            <a:extLst>
              <a:ext uri="{FF2B5EF4-FFF2-40B4-BE49-F238E27FC236}">
                <a16:creationId xmlns:a16="http://schemas.microsoft.com/office/drawing/2014/main" id="{6D3BC3C2-2A41-544F-A0F8-7CFF39CCFFAC}"/>
              </a:ext>
            </a:extLst>
          </p:cNvPr>
          <p:cNvSpPr>
            <a:spLocks noGrp="1"/>
          </p:cNvSpPr>
          <p:nvPr>
            <p:ph type="sldNum" sz="quarter" idx="10"/>
          </p:nvPr>
        </p:nvSpPr>
        <p:spPr>
          <a:xfrm>
            <a:off x="1" y="4914901"/>
            <a:ext cx="228599" cy="228599"/>
          </a:xfrm>
        </p:spPr>
        <p:txBody>
          <a:bodyPr/>
          <a:lstStyle>
            <a:lvl1pPr>
              <a:defRPr>
                <a:solidFill>
                  <a:schemeClr val="bg1"/>
                </a:solidFill>
              </a:defRPr>
            </a:lvl1pPr>
          </a:lstStyle>
          <a:p>
            <a:fld id="{89006F1E-66CD-4A4B-9370-B4A3080F0E6C}" type="slidenum">
              <a:rPr lang="en-US" smtClean="0"/>
              <a:pPr/>
              <a:t>‹#›</a:t>
            </a:fld>
            <a:endParaRPr lang="en-US"/>
          </a:p>
        </p:txBody>
      </p:sp>
      <p:sp>
        <p:nvSpPr>
          <p:cNvPr id="5" name="Footer Placeholder 1">
            <a:extLst>
              <a:ext uri="{FF2B5EF4-FFF2-40B4-BE49-F238E27FC236}">
                <a16:creationId xmlns:a16="http://schemas.microsoft.com/office/drawing/2014/main" id="{9BCE1F3E-3D84-364B-BB1F-921E4AA1B217}"/>
              </a:ext>
            </a:extLst>
          </p:cNvPr>
          <p:cNvSpPr>
            <a:spLocks noGrp="1"/>
          </p:cNvSpPr>
          <p:nvPr>
            <p:ph type="ftr" sz="quarter" idx="14"/>
          </p:nvPr>
        </p:nvSpPr>
        <p:spPr>
          <a:xfrm>
            <a:off x="228600" y="4914901"/>
            <a:ext cx="4343401" cy="228600"/>
          </a:xfrm>
          <a:prstGeom prst="rect">
            <a:avLst/>
          </a:prstGeom>
        </p:spPr>
        <p:txBody>
          <a:bodyPr/>
          <a:lstStyle>
            <a:lvl1pPr>
              <a:defRPr>
                <a:solidFill>
                  <a:schemeClr val="bg1"/>
                </a:solidFill>
              </a:defRPr>
            </a:lvl1pPr>
          </a:lstStyle>
          <a:p>
            <a:r>
              <a:rPr lang="en-US">
                <a:ea typeface="MS PGothic" panose="020B0600070205080204" pitchFamily="34" charset="-128"/>
              </a:rPr>
              <a:t>Proprietary &amp; Confidential |  03 Jun 2024</a:t>
            </a:r>
          </a:p>
        </p:txBody>
      </p:sp>
      <p:sp>
        <p:nvSpPr>
          <p:cNvPr id="6" name="Text Placeholder 7">
            <a:extLst>
              <a:ext uri="{FF2B5EF4-FFF2-40B4-BE49-F238E27FC236}">
                <a16:creationId xmlns:a16="http://schemas.microsoft.com/office/drawing/2014/main" id="{94199484-7909-9044-9003-EFED90CAC053}"/>
              </a:ext>
            </a:extLst>
          </p:cNvPr>
          <p:cNvSpPr>
            <a:spLocks noGrp="1"/>
          </p:cNvSpPr>
          <p:nvPr>
            <p:ph type="body" sz="quarter" idx="11" hasCustomPrompt="1"/>
          </p:nvPr>
        </p:nvSpPr>
        <p:spPr>
          <a:xfrm>
            <a:off x="225170" y="669798"/>
            <a:ext cx="8693660" cy="285751"/>
          </a:xfrm>
          <a:prstGeom prst="rect">
            <a:avLst/>
          </a:prstGeom>
        </p:spPr>
        <p:txBody>
          <a:bodyPr lIns="0" tIns="0" rIns="0" bIns="0" anchor="t">
            <a:noAutofit/>
          </a:bodyPr>
          <a:lstStyle>
            <a:lvl1pPr marL="0" indent="0">
              <a:buNone/>
              <a:defRPr sz="1500">
                <a:solidFill>
                  <a:schemeClr val="bg1"/>
                </a:solidFill>
              </a:defRPr>
            </a:lvl1pPr>
          </a:lstStyle>
          <a:p>
            <a:pPr lvl="0"/>
            <a:r>
              <a:rPr lang="en-US"/>
              <a:t>Click to add </a:t>
            </a:r>
            <a:r>
              <a:rPr lang="en-US" err="1"/>
              <a:t>subheader</a:t>
            </a:r>
            <a:endParaRPr lang="en-US"/>
          </a:p>
        </p:txBody>
      </p:sp>
    </p:spTree>
    <p:extLst>
      <p:ext uri="{BB962C8B-B14F-4D97-AF65-F5344CB8AC3E}">
        <p14:creationId xmlns:p14="http://schemas.microsoft.com/office/powerpoint/2010/main" val="339233865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Welcome">
    <p:bg>
      <p:bgPr>
        <a:gradFill flip="none" rotWithShape="1">
          <a:gsLst>
            <a:gs pos="0">
              <a:schemeClr val="tx2"/>
            </a:gs>
            <a:gs pos="45000">
              <a:schemeClr val="tx2"/>
            </a:gs>
            <a:gs pos="100000">
              <a:schemeClr val="tx2">
                <a:lumMod val="50000"/>
              </a:schemeClr>
            </a:gs>
          </a:gsLst>
          <a:lin ang="1080000" scaled="0"/>
          <a:tileRect/>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C7297DA-0943-4F9D-B4DC-D89E3C56E268}"/>
              </a:ext>
            </a:extLst>
          </p:cNvPr>
          <p:cNvSpPr/>
          <p:nvPr userDrawn="1"/>
        </p:nvSpPr>
        <p:spPr>
          <a:xfrm>
            <a:off x="188259" y="2917770"/>
            <a:ext cx="6684650" cy="1200329"/>
          </a:xfrm>
          <a:prstGeom prst="rect">
            <a:avLst/>
          </a:prstGeom>
        </p:spPr>
        <p:txBody>
          <a:bodyPr wrap="square">
            <a:spAutoFit/>
          </a:bodyPr>
          <a:lstStyle/>
          <a:p>
            <a:r>
              <a:rPr lang="en-US" sz="7200" b="1">
                <a:solidFill>
                  <a:schemeClr val="bg1"/>
                </a:solidFill>
              </a:rPr>
              <a:t>Welcome</a:t>
            </a:r>
          </a:p>
        </p:txBody>
      </p:sp>
      <p:grpSp>
        <p:nvGrpSpPr>
          <p:cNvPr id="9" name="Group 8">
            <a:extLst>
              <a:ext uri="{FF2B5EF4-FFF2-40B4-BE49-F238E27FC236}">
                <a16:creationId xmlns:a16="http://schemas.microsoft.com/office/drawing/2014/main" id="{1B3035E9-1E30-4A65-87BF-D87723B7387D}"/>
              </a:ext>
            </a:extLst>
          </p:cNvPr>
          <p:cNvGrpSpPr/>
          <p:nvPr userDrawn="1"/>
        </p:nvGrpSpPr>
        <p:grpSpPr>
          <a:xfrm>
            <a:off x="7246695" y="614088"/>
            <a:ext cx="1897305" cy="4529412"/>
            <a:chOff x="9662260" y="818784"/>
            <a:chExt cx="2529740" cy="6039216"/>
          </a:xfrm>
        </p:grpSpPr>
        <p:pic>
          <p:nvPicPr>
            <p:cNvPr id="10" name="Picture 9">
              <a:extLst>
                <a:ext uri="{FF2B5EF4-FFF2-40B4-BE49-F238E27FC236}">
                  <a16:creationId xmlns:a16="http://schemas.microsoft.com/office/drawing/2014/main" id="{9DFE8F35-3478-4D36-AE61-9902FA9E571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9662260" y="1471202"/>
              <a:ext cx="2529740" cy="5386798"/>
            </a:xfrm>
            <a:prstGeom prst="rect">
              <a:avLst/>
            </a:prstGeom>
          </p:spPr>
        </p:pic>
        <p:pic>
          <p:nvPicPr>
            <p:cNvPr id="12" name="Picture 11">
              <a:extLst>
                <a:ext uri="{FF2B5EF4-FFF2-40B4-BE49-F238E27FC236}">
                  <a16:creationId xmlns:a16="http://schemas.microsoft.com/office/drawing/2014/main" id="{A63CB1BA-AEDB-454F-BBF3-A9613807210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539851" y="4300794"/>
              <a:ext cx="1652148" cy="2095226"/>
            </a:xfrm>
            <a:prstGeom prst="rect">
              <a:avLst/>
            </a:prstGeom>
          </p:spPr>
        </p:pic>
        <p:pic>
          <p:nvPicPr>
            <p:cNvPr id="13" name="Picture 12">
              <a:extLst>
                <a:ext uri="{FF2B5EF4-FFF2-40B4-BE49-F238E27FC236}">
                  <a16:creationId xmlns:a16="http://schemas.microsoft.com/office/drawing/2014/main" id="{28BB9361-2245-45C7-85B1-98F75F74B97B}"/>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rot="20585276">
              <a:off x="10888776" y="3404437"/>
              <a:ext cx="841085" cy="888470"/>
            </a:xfrm>
            <a:prstGeom prst="rect">
              <a:avLst/>
            </a:prstGeom>
          </p:spPr>
        </p:pic>
        <p:pic>
          <p:nvPicPr>
            <p:cNvPr id="14" name="Picture 13">
              <a:extLst>
                <a:ext uri="{FF2B5EF4-FFF2-40B4-BE49-F238E27FC236}">
                  <a16:creationId xmlns:a16="http://schemas.microsoft.com/office/drawing/2014/main" id="{266621D9-C1BE-4A88-B2E8-40BCC4E56DF2}"/>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839843" y="4683251"/>
              <a:ext cx="608076" cy="626643"/>
            </a:xfrm>
            <a:prstGeom prst="rect">
              <a:avLst/>
            </a:prstGeom>
          </p:spPr>
        </p:pic>
        <p:pic>
          <p:nvPicPr>
            <p:cNvPr id="15" name="Picture 14">
              <a:extLst>
                <a:ext uri="{FF2B5EF4-FFF2-40B4-BE49-F238E27FC236}">
                  <a16:creationId xmlns:a16="http://schemas.microsoft.com/office/drawing/2014/main" id="{98F6AB9F-8570-461E-BBA2-E013A3DA14EF}"/>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rot="19848158">
              <a:off x="10621861" y="5789703"/>
              <a:ext cx="593846" cy="634660"/>
            </a:xfrm>
            <a:prstGeom prst="rect">
              <a:avLst/>
            </a:prstGeom>
          </p:spPr>
        </p:pic>
        <p:pic>
          <p:nvPicPr>
            <p:cNvPr id="16" name="Picture 15">
              <a:extLst>
                <a:ext uri="{FF2B5EF4-FFF2-40B4-BE49-F238E27FC236}">
                  <a16:creationId xmlns:a16="http://schemas.microsoft.com/office/drawing/2014/main" id="{1EE6F465-A690-4861-87C0-E7A6A65E3377}"/>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a:stretch/>
          </p:blipFill>
          <p:spPr>
            <a:xfrm>
              <a:off x="11037236" y="818784"/>
              <a:ext cx="1154763" cy="1703758"/>
            </a:xfrm>
            <a:prstGeom prst="rect">
              <a:avLst/>
            </a:prstGeom>
          </p:spPr>
        </p:pic>
      </p:grpSp>
      <p:sp>
        <p:nvSpPr>
          <p:cNvPr id="17" name="Slide Number Placeholder 2">
            <a:extLst>
              <a:ext uri="{FF2B5EF4-FFF2-40B4-BE49-F238E27FC236}">
                <a16:creationId xmlns:a16="http://schemas.microsoft.com/office/drawing/2014/main" id="{8EE24E27-68F9-E941-9584-DF35AA5AA788}"/>
              </a:ext>
            </a:extLst>
          </p:cNvPr>
          <p:cNvSpPr>
            <a:spLocks noGrp="1"/>
          </p:cNvSpPr>
          <p:nvPr>
            <p:ph type="sldNum" sz="quarter" idx="10"/>
          </p:nvPr>
        </p:nvSpPr>
        <p:spPr>
          <a:xfrm>
            <a:off x="1" y="4914901"/>
            <a:ext cx="228599" cy="228599"/>
          </a:xfrm>
        </p:spPr>
        <p:txBody>
          <a:bodyPr/>
          <a:lstStyle>
            <a:lvl1pPr>
              <a:defRPr>
                <a:solidFill>
                  <a:schemeClr val="bg1"/>
                </a:solidFill>
              </a:defRPr>
            </a:lvl1pPr>
          </a:lstStyle>
          <a:p>
            <a:fld id="{89006F1E-66CD-4A4B-9370-B4A3080F0E6C}" type="slidenum">
              <a:rPr lang="en-US" smtClean="0"/>
              <a:pPr/>
              <a:t>‹#›</a:t>
            </a:fld>
            <a:endParaRPr lang="en-US"/>
          </a:p>
        </p:txBody>
      </p:sp>
      <p:sp>
        <p:nvSpPr>
          <p:cNvPr id="18" name="Footer Placeholder 1">
            <a:extLst>
              <a:ext uri="{FF2B5EF4-FFF2-40B4-BE49-F238E27FC236}">
                <a16:creationId xmlns:a16="http://schemas.microsoft.com/office/drawing/2014/main" id="{6380E455-E213-C44A-A7FC-3A9E06997A4C}"/>
              </a:ext>
            </a:extLst>
          </p:cNvPr>
          <p:cNvSpPr>
            <a:spLocks noGrp="1"/>
          </p:cNvSpPr>
          <p:nvPr>
            <p:ph type="ftr" sz="quarter" idx="14"/>
          </p:nvPr>
        </p:nvSpPr>
        <p:spPr>
          <a:xfrm>
            <a:off x="228600" y="4914901"/>
            <a:ext cx="4343401" cy="228600"/>
          </a:xfrm>
          <a:prstGeom prst="rect">
            <a:avLst/>
          </a:prstGeom>
        </p:spPr>
        <p:txBody>
          <a:bodyPr/>
          <a:lstStyle>
            <a:lvl1pPr>
              <a:defRPr>
                <a:solidFill>
                  <a:schemeClr val="bg1"/>
                </a:solidFill>
              </a:defRPr>
            </a:lvl1pPr>
          </a:lstStyle>
          <a:p>
            <a:r>
              <a:rPr lang="en-US">
                <a:ea typeface="MS PGothic" panose="020B0600070205080204" pitchFamily="34" charset="-128"/>
              </a:rPr>
              <a:t>Proprietary &amp; Confidential |  03 Jun 2024</a:t>
            </a:r>
          </a:p>
        </p:txBody>
      </p:sp>
      <p:sp>
        <p:nvSpPr>
          <p:cNvPr id="5" name="Content Placeholder 4">
            <a:extLst>
              <a:ext uri="{FF2B5EF4-FFF2-40B4-BE49-F238E27FC236}">
                <a16:creationId xmlns:a16="http://schemas.microsoft.com/office/drawing/2014/main" id="{B2D62B08-7542-0949-BFA0-4B9D35DAAFBF}"/>
              </a:ext>
            </a:extLst>
          </p:cNvPr>
          <p:cNvSpPr>
            <a:spLocks noGrp="1"/>
          </p:cNvSpPr>
          <p:nvPr>
            <p:ph sz="quarter" idx="16" hasCustomPrompt="1"/>
          </p:nvPr>
        </p:nvSpPr>
        <p:spPr>
          <a:xfrm>
            <a:off x="261354" y="3951749"/>
            <a:ext cx="4959376" cy="366938"/>
          </a:xfrm>
        </p:spPr>
        <p:txBody>
          <a:bodyPr/>
          <a:lstStyle>
            <a:lvl1pPr marL="0" marR="0" indent="0" algn="l" defTabSz="685800" rtl="0" eaLnBrk="1" fontAlgn="auto" latinLnBrk="0" hangingPunct="1">
              <a:lnSpc>
                <a:spcPct val="120000"/>
              </a:lnSpc>
              <a:spcBef>
                <a:spcPts val="150"/>
              </a:spcBef>
              <a:spcAft>
                <a:spcPts val="0"/>
              </a:spcAft>
              <a:buClr>
                <a:schemeClr val="tx2"/>
              </a:buClr>
              <a:buSzPct val="100000"/>
              <a:buFont typeface="Arial" panose="020B0604020202020204" pitchFamily="34" charset="0"/>
              <a:buNone/>
              <a:tabLst/>
              <a:defRPr>
                <a:solidFill>
                  <a:schemeClr val="bg1"/>
                </a:solidFill>
              </a:defRPr>
            </a:lvl1pPr>
          </a:lstStyle>
          <a:p>
            <a:pPr marL="0" marR="0" lvl="0" indent="0" algn="l" defTabSz="685800" rtl="0" eaLnBrk="1" fontAlgn="auto" latinLnBrk="0" hangingPunct="1">
              <a:lnSpc>
                <a:spcPct val="120000"/>
              </a:lnSpc>
              <a:spcBef>
                <a:spcPts val="150"/>
              </a:spcBef>
              <a:spcAft>
                <a:spcPts val="0"/>
              </a:spcAft>
              <a:buClr>
                <a:schemeClr val="tx2"/>
              </a:buClr>
              <a:buSzPct val="100000"/>
              <a:buFont typeface="Arial" panose="020B0604020202020204" pitchFamily="34" charset="0"/>
              <a:buNone/>
              <a:tabLst/>
              <a:defRPr/>
            </a:pPr>
            <a:r>
              <a:rPr lang="en-US" sz="1500" b="0">
                <a:solidFill>
                  <a:schemeClr val="bg1"/>
                </a:solidFill>
              </a:rPr>
              <a:t>Custom message. The presentation will start shortly.</a:t>
            </a:r>
            <a:endParaRPr lang="en-US" sz="1500">
              <a:solidFill>
                <a:schemeClr val="bg1"/>
              </a:solidFill>
            </a:endParaRPr>
          </a:p>
        </p:txBody>
      </p:sp>
    </p:spTree>
    <p:extLst>
      <p:ext uri="{BB962C8B-B14F-4D97-AF65-F5344CB8AC3E}">
        <p14:creationId xmlns:p14="http://schemas.microsoft.com/office/powerpoint/2010/main" val="12396094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hank you">
    <p:bg>
      <p:bgPr>
        <a:gradFill flip="none" rotWithShape="1">
          <a:gsLst>
            <a:gs pos="0">
              <a:schemeClr val="tx2"/>
            </a:gs>
            <a:gs pos="45000">
              <a:schemeClr val="tx2"/>
            </a:gs>
            <a:gs pos="100000">
              <a:schemeClr val="tx2">
                <a:lumMod val="50000"/>
              </a:schemeClr>
            </a:gs>
          </a:gsLst>
          <a:lin ang="1080000" scaled="0"/>
          <a:tileRect/>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C7297DA-0943-4F9D-B4DC-D89E3C56E268}"/>
              </a:ext>
            </a:extLst>
          </p:cNvPr>
          <p:cNvSpPr/>
          <p:nvPr userDrawn="1"/>
        </p:nvSpPr>
        <p:spPr>
          <a:xfrm>
            <a:off x="188259" y="2917770"/>
            <a:ext cx="6684650" cy="1200329"/>
          </a:xfrm>
          <a:prstGeom prst="rect">
            <a:avLst/>
          </a:prstGeom>
        </p:spPr>
        <p:txBody>
          <a:bodyPr wrap="square">
            <a:spAutoFit/>
          </a:bodyPr>
          <a:lstStyle/>
          <a:p>
            <a:r>
              <a:rPr lang="en-US" sz="7200" b="1">
                <a:solidFill>
                  <a:schemeClr val="bg1"/>
                </a:solidFill>
              </a:rPr>
              <a:t>Thank you</a:t>
            </a:r>
            <a:endParaRPr lang="en-US" sz="1800">
              <a:solidFill>
                <a:schemeClr val="bg1"/>
              </a:solidFill>
            </a:endParaRPr>
          </a:p>
        </p:txBody>
      </p:sp>
      <p:grpSp>
        <p:nvGrpSpPr>
          <p:cNvPr id="9" name="Group 8">
            <a:extLst>
              <a:ext uri="{FF2B5EF4-FFF2-40B4-BE49-F238E27FC236}">
                <a16:creationId xmlns:a16="http://schemas.microsoft.com/office/drawing/2014/main" id="{1B3035E9-1E30-4A65-87BF-D87723B7387D}"/>
              </a:ext>
            </a:extLst>
          </p:cNvPr>
          <p:cNvGrpSpPr/>
          <p:nvPr userDrawn="1"/>
        </p:nvGrpSpPr>
        <p:grpSpPr>
          <a:xfrm>
            <a:off x="7246695" y="614088"/>
            <a:ext cx="1897305" cy="4529412"/>
            <a:chOff x="9662260" y="818784"/>
            <a:chExt cx="2529740" cy="6039216"/>
          </a:xfrm>
        </p:grpSpPr>
        <p:pic>
          <p:nvPicPr>
            <p:cNvPr id="10" name="Picture 9">
              <a:extLst>
                <a:ext uri="{FF2B5EF4-FFF2-40B4-BE49-F238E27FC236}">
                  <a16:creationId xmlns:a16="http://schemas.microsoft.com/office/drawing/2014/main" id="{9DFE8F35-3478-4D36-AE61-9902FA9E571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9662260" y="1471202"/>
              <a:ext cx="2529740" cy="5386798"/>
            </a:xfrm>
            <a:prstGeom prst="rect">
              <a:avLst/>
            </a:prstGeom>
          </p:spPr>
        </p:pic>
        <p:pic>
          <p:nvPicPr>
            <p:cNvPr id="12" name="Picture 11">
              <a:extLst>
                <a:ext uri="{FF2B5EF4-FFF2-40B4-BE49-F238E27FC236}">
                  <a16:creationId xmlns:a16="http://schemas.microsoft.com/office/drawing/2014/main" id="{A63CB1BA-AEDB-454F-BBF3-A9613807210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539851" y="4300794"/>
              <a:ext cx="1652148" cy="2095226"/>
            </a:xfrm>
            <a:prstGeom prst="rect">
              <a:avLst/>
            </a:prstGeom>
          </p:spPr>
        </p:pic>
        <p:pic>
          <p:nvPicPr>
            <p:cNvPr id="13" name="Picture 12">
              <a:extLst>
                <a:ext uri="{FF2B5EF4-FFF2-40B4-BE49-F238E27FC236}">
                  <a16:creationId xmlns:a16="http://schemas.microsoft.com/office/drawing/2014/main" id="{28BB9361-2245-45C7-85B1-98F75F74B97B}"/>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rot="20585276">
              <a:off x="10888776" y="3404437"/>
              <a:ext cx="841085" cy="888470"/>
            </a:xfrm>
            <a:prstGeom prst="rect">
              <a:avLst/>
            </a:prstGeom>
          </p:spPr>
        </p:pic>
        <p:pic>
          <p:nvPicPr>
            <p:cNvPr id="14" name="Picture 13">
              <a:extLst>
                <a:ext uri="{FF2B5EF4-FFF2-40B4-BE49-F238E27FC236}">
                  <a16:creationId xmlns:a16="http://schemas.microsoft.com/office/drawing/2014/main" id="{266621D9-C1BE-4A88-B2E8-40BCC4E56DF2}"/>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839843" y="4683251"/>
              <a:ext cx="608076" cy="626643"/>
            </a:xfrm>
            <a:prstGeom prst="rect">
              <a:avLst/>
            </a:prstGeom>
          </p:spPr>
        </p:pic>
        <p:pic>
          <p:nvPicPr>
            <p:cNvPr id="15" name="Picture 14">
              <a:extLst>
                <a:ext uri="{FF2B5EF4-FFF2-40B4-BE49-F238E27FC236}">
                  <a16:creationId xmlns:a16="http://schemas.microsoft.com/office/drawing/2014/main" id="{98F6AB9F-8570-461E-BBA2-E013A3DA14EF}"/>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rot="19848158">
              <a:off x="10621861" y="5789703"/>
              <a:ext cx="593846" cy="634660"/>
            </a:xfrm>
            <a:prstGeom prst="rect">
              <a:avLst/>
            </a:prstGeom>
          </p:spPr>
        </p:pic>
        <p:pic>
          <p:nvPicPr>
            <p:cNvPr id="16" name="Picture 15">
              <a:extLst>
                <a:ext uri="{FF2B5EF4-FFF2-40B4-BE49-F238E27FC236}">
                  <a16:creationId xmlns:a16="http://schemas.microsoft.com/office/drawing/2014/main" id="{1EE6F465-A690-4861-87C0-E7A6A65E3377}"/>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a:stretch/>
          </p:blipFill>
          <p:spPr>
            <a:xfrm>
              <a:off x="11037236" y="818784"/>
              <a:ext cx="1154763" cy="1703758"/>
            </a:xfrm>
            <a:prstGeom prst="rect">
              <a:avLst/>
            </a:prstGeom>
          </p:spPr>
        </p:pic>
      </p:grpSp>
      <p:sp>
        <p:nvSpPr>
          <p:cNvPr id="17" name="Slide Number Placeholder 2">
            <a:extLst>
              <a:ext uri="{FF2B5EF4-FFF2-40B4-BE49-F238E27FC236}">
                <a16:creationId xmlns:a16="http://schemas.microsoft.com/office/drawing/2014/main" id="{8EE24E27-68F9-E941-9584-DF35AA5AA788}"/>
              </a:ext>
            </a:extLst>
          </p:cNvPr>
          <p:cNvSpPr>
            <a:spLocks noGrp="1"/>
          </p:cNvSpPr>
          <p:nvPr>
            <p:ph type="sldNum" sz="quarter" idx="10"/>
          </p:nvPr>
        </p:nvSpPr>
        <p:spPr>
          <a:xfrm>
            <a:off x="1" y="4914901"/>
            <a:ext cx="228599" cy="228599"/>
          </a:xfrm>
        </p:spPr>
        <p:txBody>
          <a:bodyPr/>
          <a:lstStyle>
            <a:lvl1pPr>
              <a:defRPr>
                <a:solidFill>
                  <a:schemeClr val="bg1"/>
                </a:solidFill>
              </a:defRPr>
            </a:lvl1pPr>
          </a:lstStyle>
          <a:p>
            <a:fld id="{89006F1E-66CD-4A4B-9370-B4A3080F0E6C}" type="slidenum">
              <a:rPr lang="en-US" smtClean="0"/>
              <a:pPr/>
              <a:t>‹#›</a:t>
            </a:fld>
            <a:endParaRPr lang="en-US"/>
          </a:p>
        </p:txBody>
      </p:sp>
      <p:sp>
        <p:nvSpPr>
          <p:cNvPr id="18" name="Footer Placeholder 1">
            <a:extLst>
              <a:ext uri="{FF2B5EF4-FFF2-40B4-BE49-F238E27FC236}">
                <a16:creationId xmlns:a16="http://schemas.microsoft.com/office/drawing/2014/main" id="{6380E455-E213-C44A-A7FC-3A9E06997A4C}"/>
              </a:ext>
            </a:extLst>
          </p:cNvPr>
          <p:cNvSpPr>
            <a:spLocks noGrp="1"/>
          </p:cNvSpPr>
          <p:nvPr>
            <p:ph type="ftr" sz="quarter" idx="14"/>
          </p:nvPr>
        </p:nvSpPr>
        <p:spPr>
          <a:xfrm>
            <a:off x="228600" y="4914901"/>
            <a:ext cx="4343401" cy="228600"/>
          </a:xfrm>
          <a:prstGeom prst="rect">
            <a:avLst/>
          </a:prstGeom>
        </p:spPr>
        <p:txBody>
          <a:bodyPr/>
          <a:lstStyle>
            <a:lvl1pPr>
              <a:defRPr>
                <a:solidFill>
                  <a:schemeClr val="bg1"/>
                </a:solidFill>
              </a:defRPr>
            </a:lvl1pPr>
          </a:lstStyle>
          <a:p>
            <a:r>
              <a:rPr lang="en-US">
                <a:ea typeface="MS PGothic" panose="020B0600070205080204" pitchFamily="34" charset="-128"/>
              </a:rPr>
              <a:t>Proprietary &amp; Confidential |  03 Jun 2024</a:t>
            </a:r>
          </a:p>
        </p:txBody>
      </p:sp>
      <p:sp>
        <p:nvSpPr>
          <p:cNvPr id="20" name="Content Placeholder 4">
            <a:extLst>
              <a:ext uri="{FF2B5EF4-FFF2-40B4-BE49-F238E27FC236}">
                <a16:creationId xmlns:a16="http://schemas.microsoft.com/office/drawing/2014/main" id="{550E2B40-32DB-334B-95D1-E74B9D7847DA}"/>
              </a:ext>
            </a:extLst>
          </p:cNvPr>
          <p:cNvSpPr>
            <a:spLocks noGrp="1"/>
          </p:cNvSpPr>
          <p:nvPr>
            <p:ph sz="quarter" idx="16" hasCustomPrompt="1"/>
          </p:nvPr>
        </p:nvSpPr>
        <p:spPr>
          <a:xfrm>
            <a:off x="261355" y="3951749"/>
            <a:ext cx="5768744" cy="366938"/>
          </a:xfrm>
        </p:spPr>
        <p:txBody>
          <a:bodyPr/>
          <a:lstStyle>
            <a:lvl1pPr marL="0" marR="0" indent="0" algn="l" defTabSz="685800" rtl="0" eaLnBrk="1" fontAlgn="auto" latinLnBrk="0" hangingPunct="1">
              <a:lnSpc>
                <a:spcPct val="120000"/>
              </a:lnSpc>
              <a:spcBef>
                <a:spcPts val="150"/>
              </a:spcBef>
              <a:spcAft>
                <a:spcPts val="0"/>
              </a:spcAft>
              <a:buClr>
                <a:schemeClr val="tx2"/>
              </a:buClr>
              <a:buSzPct val="100000"/>
              <a:buFont typeface="Arial" panose="020B0604020202020204" pitchFamily="34" charset="0"/>
              <a:buNone/>
              <a:tabLst/>
              <a:defRPr>
                <a:solidFill>
                  <a:schemeClr val="bg1"/>
                </a:solidFill>
              </a:defRPr>
            </a:lvl1pPr>
          </a:lstStyle>
          <a:p>
            <a:pPr marL="0" marR="0" lvl="0" indent="0" algn="l" defTabSz="685800" rtl="0" eaLnBrk="1" fontAlgn="auto" latinLnBrk="0" hangingPunct="1">
              <a:lnSpc>
                <a:spcPct val="120000"/>
              </a:lnSpc>
              <a:spcBef>
                <a:spcPts val="150"/>
              </a:spcBef>
              <a:spcAft>
                <a:spcPts val="0"/>
              </a:spcAft>
              <a:buClr>
                <a:schemeClr val="tx2"/>
              </a:buClr>
              <a:buSzPct val="100000"/>
              <a:buFont typeface="Arial" panose="020B0604020202020204" pitchFamily="34" charset="0"/>
              <a:buNone/>
              <a:tabLst/>
              <a:defRPr/>
            </a:pPr>
            <a:r>
              <a:rPr lang="en-US" sz="1500" b="0">
                <a:solidFill>
                  <a:schemeClr val="bg1"/>
                </a:solidFill>
              </a:rPr>
              <a:t>Custom message…</a:t>
            </a:r>
            <a:endParaRPr lang="en-US" sz="1500">
              <a:solidFill>
                <a:schemeClr val="bg1"/>
              </a:solidFill>
            </a:endParaRPr>
          </a:p>
        </p:txBody>
      </p:sp>
      <p:sp>
        <p:nvSpPr>
          <p:cNvPr id="6" name="Text Placeholder 5">
            <a:extLst>
              <a:ext uri="{FF2B5EF4-FFF2-40B4-BE49-F238E27FC236}">
                <a16:creationId xmlns:a16="http://schemas.microsoft.com/office/drawing/2014/main" id="{FDF94BF9-AA4B-7348-B3AF-D5B86D50554B}"/>
              </a:ext>
            </a:extLst>
          </p:cNvPr>
          <p:cNvSpPr>
            <a:spLocks noGrp="1"/>
          </p:cNvSpPr>
          <p:nvPr>
            <p:ph type="body" sz="quarter" idx="17" hasCustomPrompt="1"/>
          </p:nvPr>
        </p:nvSpPr>
        <p:spPr>
          <a:xfrm>
            <a:off x="6172200" y="4914900"/>
            <a:ext cx="1207294" cy="228600"/>
          </a:xfrm>
        </p:spPr>
        <p:txBody>
          <a:bodyPr anchor="ctr">
            <a:normAutofit/>
          </a:bodyPr>
          <a:lstStyle>
            <a:lvl1pPr marL="0" indent="0">
              <a:buNone/>
              <a:defRPr sz="600">
                <a:solidFill>
                  <a:schemeClr val="bg1"/>
                </a:solidFill>
              </a:defRPr>
            </a:lvl1pPr>
          </a:lstStyle>
          <a:p>
            <a:pPr lvl="0"/>
            <a:r>
              <a:rPr lang="en-US"/>
              <a:t>Copyright 2020</a:t>
            </a:r>
          </a:p>
        </p:txBody>
      </p:sp>
    </p:spTree>
    <p:extLst>
      <p:ext uri="{BB962C8B-B14F-4D97-AF65-F5344CB8AC3E}">
        <p14:creationId xmlns:p14="http://schemas.microsoft.com/office/powerpoint/2010/main" val="398230741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Thank you">
    <p:bg>
      <p:bgPr>
        <a:gradFill flip="none" rotWithShape="1">
          <a:gsLst>
            <a:gs pos="0">
              <a:schemeClr val="tx2"/>
            </a:gs>
            <a:gs pos="45000">
              <a:schemeClr val="tx2"/>
            </a:gs>
            <a:gs pos="100000">
              <a:schemeClr val="tx2">
                <a:lumMod val="50000"/>
              </a:schemeClr>
            </a:gs>
          </a:gsLst>
          <a:lin ang="1080000" scaled="0"/>
          <a:tileRect/>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C7297DA-0943-4F9D-B4DC-D89E3C56E268}"/>
              </a:ext>
            </a:extLst>
          </p:cNvPr>
          <p:cNvSpPr/>
          <p:nvPr userDrawn="1"/>
        </p:nvSpPr>
        <p:spPr>
          <a:xfrm>
            <a:off x="188259" y="2917770"/>
            <a:ext cx="6684650" cy="1200329"/>
          </a:xfrm>
          <a:prstGeom prst="rect">
            <a:avLst/>
          </a:prstGeom>
        </p:spPr>
        <p:txBody>
          <a:bodyPr wrap="square">
            <a:spAutoFit/>
          </a:bodyPr>
          <a:lstStyle/>
          <a:p>
            <a:r>
              <a:rPr lang="en-US" sz="7200" b="1">
                <a:solidFill>
                  <a:schemeClr val="bg1"/>
                </a:solidFill>
              </a:rPr>
              <a:t>Questions</a:t>
            </a:r>
            <a:endParaRPr lang="en-US" sz="1800">
              <a:solidFill>
                <a:schemeClr val="bg1"/>
              </a:solidFill>
            </a:endParaRPr>
          </a:p>
        </p:txBody>
      </p:sp>
      <p:grpSp>
        <p:nvGrpSpPr>
          <p:cNvPr id="9" name="Group 8">
            <a:extLst>
              <a:ext uri="{FF2B5EF4-FFF2-40B4-BE49-F238E27FC236}">
                <a16:creationId xmlns:a16="http://schemas.microsoft.com/office/drawing/2014/main" id="{1B3035E9-1E30-4A65-87BF-D87723B7387D}"/>
              </a:ext>
            </a:extLst>
          </p:cNvPr>
          <p:cNvGrpSpPr/>
          <p:nvPr userDrawn="1"/>
        </p:nvGrpSpPr>
        <p:grpSpPr>
          <a:xfrm>
            <a:off x="7246695" y="614088"/>
            <a:ext cx="1897305" cy="4529412"/>
            <a:chOff x="9662260" y="818784"/>
            <a:chExt cx="2529740" cy="6039216"/>
          </a:xfrm>
        </p:grpSpPr>
        <p:pic>
          <p:nvPicPr>
            <p:cNvPr id="10" name="Picture 9">
              <a:extLst>
                <a:ext uri="{FF2B5EF4-FFF2-40B4-BE49-F238E27FC236}">
                  <a16:creationId xmlns:a16="http://schemas.microsoft.com/office/drawing/2014/main" id="{9DFE8F35-3478-4D36-AE61-9902FA9E571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9662260" y="1471202"/>
              <a:ext cx="2529740" cy="5386798"/>
            </a:xfrm>
            <a:prstGeom prst="rect">
              <a:avLst/>
            </a:prstGeom>
          </p:spPr>
        </p:pic>
        <p:pic>
          <p:nvPicPr>
            <p:cNvPr id="12" name="Picture 11">
              <a:extLst>
                <a:ext uri="{FF2B5EF4-FFF2-40B4-BE49-F238E27FC236}">
                  <a16:creationId xmlns:a16="http://schemas.microsoft.com/office/drawing/2014/main" id="{A63CB1BA-AEDB-454F-BBF3-A9613807210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539851" y="4300794"/>
              <a:ext cx="1652148" cy="2095226"/>
            </a:xfrm>
            <a:prstGeom prst="rect">
              <a:avLst/>
            </a:prstGeom>
          </p:spPr>
        </p:pic>
        <p:pic>
          <p:nvPicPr>
            <p:cNvPr id="13" name="Picture 12">
              <a:extLst>
                <a:ext uri="{FF2B5EF4-FFF2-40B4-BE49-F238E27FC236}">
                  <a16:creationId xmlns:a16="http://schemas.microsoft.com/office/drawing/2014/main" id="{28BB9361-2245-45C7-85B1-98F75F74B97B}"/>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rot="20585276">
              <a:off x="10888776" y="3404437"/>
              <a:ext cx="841085" cy="888470"/>
            </a:xfrm>
            <a:prstGeom prst="rect">
              <a:avLst/>
            </a:prstGeom>
          </p:spPr>
        </p:pic>
        <p:pic>
          <p:nvPicPr>
            <p:cNvPr id="14" name="Picture 13">
              <a:extLst>
                <a:ext uri="{FF2B5EF4-FFF2-40B4-BE49-F238E27FC236}">
                  <a16:creationId xmlns:a16="http://schemas.microsoft.com/office/drawing/2014/main" id="{266621D9-C1BE-4A88-B2E8-40BCC4E56DF2}"/>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839843" y="4683251"/>
              <a:ext cx="608076" cy="626643"/>
            </a:xfrm>
            <a:prstGeom prst="rect">
              <a:avLst/>
            </a:prstGeom>
          </p:spPr>
        </p:pic>
        <p:pic>
          <p:nvPicPr>
            <p:cNvPr id="15" name="Picture 14">
              <a:extLst>
                <a:ext uri="{FF2B5EF4-FFF2-40B4-BE49-F238E27FC236}">
                  <a16:creationId xmlns:a16="http://schemas.microsoft.com/office/drawing/2014/main" id="{98F6AB9F-8570-461E-BBA2-E013A3DA14EF}"/>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rot="19848158">
              <a:off x="10621861" y="5789703"/>
              <a:ext cx="593846" cy="634660"/>
            </a:xfrm>
            <a:prstGeom prst="rect">
              <a:avLst/>
            </a:prstGeom>
          </p:spPr>
        </p:pic>
        <p:pic>
          <p:nvPicPr>
            <p:cNvPr id="16" name="Picture 15">
              <a:extLst>
                <a:ext uri="{FF2B5EF4-FFF2-40B4-BE49-F238E27FC236}">
                  <a16:creationId xmlns:a16="http://schemas.microsoft.com/office/drawing/2014/main" id="{1EE6F465-A690-4861-87C0-E7A6A65E3377}"/>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a:stretch/>
          </p:blipFill>
          <p:spPr>
            <a:xfrm>
              <a:off x="11037236" y="818784"/>
              <a:ext cx="1154763" cy="1703758"/>
            </a:xfrm>
            <a:prstGeom prst="rect">
              <a:avLst/>
            </a:prstGeom>
          </p:spPr>
        </p:pic>
      </p:grpSp>
      <p:sp>
        <p:nvSpPr>
          <p:cNvPr id="17" name="Slide Number Placeholder 2">
            <a:extLst>
              <a:ext uri="{FF2B5EF4-FFF2-40B4-BE49-F238E27FC236}">
                <a16:creationId xmlns:a16="http://schemas.microsoft.com/office/drawing/2014/main" id="{8EE24E27-68F9-E941-9584-DF35AA5AA788}"/>
              </a:ext>
            </a:extLst>
          </p:cNvPr>
          <p:cNvSpPr>
            <a:spLocks noGrp="1"/>
          </p:cNvSpPr>
          <p:nvPr>
            <p:ph type="sldNum" sz="quarter" idx="10"/>
          </p:nvPr>
        </p:nvSpPr>
        <p:spPr>
          <a:xfrm>
            <a:off x="1" y="4914901"/>
            <a:ext cx="228599" cy="228599"/>
          </a:xfrm>
        </p:spPr>
        <p:txBody>
          <a:bodyPr/>
          <a:lstStyle>
            <a:lvl1pPr>
              <a:defRPr>
                <a:solidFill>
                  <a:schemeClr val="bg1"/>
                </a:solidFill>
              </a:defRPr>
            </a:lvl1pPr>
          </a:lstStyle>
          <a:p>
            <a:fld id="{89006F1E-66CD-4A4B-9370-B4A3080F0E6C}" type="slidenum">
              <a:rPr lang="en-US" smtClean="0"/>
              <a:pPr/>
              <a:t>‹#›</a:t>
            </a:fld>
            <a:endParaRPr lang="en-US"/>
          </a:p>
        </p:txBody>
      </p:sp>
      <p:sp>
        <p:nvSpPr>
          <p:cNvPr id="18" name="Footer Placeholder 1">
            <a:extLst>
              <a:ext uri="{FF2B5EF4-FFF2-40B4-BE49-F238E27FC236}">
                <a16:creationId xmlns:a16="http://schemas.microsoft.com/office/drawing/2014/main" id="{6380E455-E213-C44A-A7FC-3A9E06997A4C}"/>
              </a:ext>
            </a:extLst>
          </p:cNvPr>
          <p:cNvSpPr>
            <a:spLocks noGrp="1"/>
          </p:cNvSpPr>
          <p:nvPr>
            <p:ph type="ftr" sz="quarter" idx="14"/>
          </p:nvPr>
        </p:nvSpPr>
        <p:spPr>
          <a:xfrm>
            <a:off x="228600" y="4914901"/>
            <a:ext cx="4343401" cy="228600"/>
          </a:xfrm>
          <a:prstGeom prst="rect">
            <a:avLst/>
          </a:prstGeom>
        </p:spPr>
        <p:txBody>
          <a:bodyPr/>
          <a:lstStyle>
            <a:lvl1pPr>
              <a:defRPr>
                <a:solidFill>
                  <a:schemeClr val="bg1"/>
                </a:solidFill>
              </a:defRPr>
            </a:lvl1pPr>
          </a:lstStyle>
          <a:p>
            <a:r>
              <a:rPr lang="en-US">
                <a:ea typeface="MS PGothic" panose="020B0600070205080204" pitchFamily="34" charset="-128"/>
              </a:rPr>
              <a:t>Proprietary &amp; Confidential |  03 Jun 2024</a:t>
            </a:r>
          </a:p>
        </p:txBody>
      </p:sp>
      <p:sp>
        <p:nvSpPr>
          <p:cNvPr id="20" name="Content Placeholder 4">
            <a:extLst>
              <a:ext uri="{FF2B5EF4-FFF2-40B4-BE49-F238E27FC236}">
                <a16:creationId xmlns:a16="http://schemas.microsoft.com/office/drawing/2014/main" id="{550E2B40-32DB-334B-95D1-E74B9D7847DA}"/>
              </a:ext>
            </a:extLst>
          </p:cNvPr>
          <p:cNvSpPr>
            <a:spLocks noGrp="1"/>
          </p:cNvSpPr>
          <p:nvPr>
            <p:ph sz="quarter" idx="16" hasCustomPrompt="1"/>
          </p:nvPr>
        </p:nvSpPr>
        <p:spPr>
          <a:xfrm>
            <a:off x="261355" y="3951749"/>
            <a:ext cx="5768744" cy="366938"/>
          </a:xfrm>
        </p:spPr>
        <p:txBody>
          <a:bodyPr/>
          <a:lstStyle>
            <a:lvl1pPr marL="0" marR="0" indent="0" algn="l" defTabSz="685800" rtl="0" eaLnBrk="1" fontAlgn="auto" latinLnBrk="0" hangingPunct="1">
              <a:lnSpc>
                <a:spcPct val="120000"/>
              </a:lnSpc>
              <a:spcBef>
                <a:spcPts val="150"/>
              </a:spcBef>
              <a:spcAft>
                <a:spcPts val="0"/>
              </a:spcAft>
              <a:buClr>
                <a:schemeClr val="tx2"/>
              </a:buClr>
              <a:buSzPct val="100000"/>
              <a:buFont typeface="Arial" panose="020B0604020202020204" pitchFamily="34" charset="0"/>
              <a:buNone/>
              <a:tabLst/>
              <a:defRPr>
                <a:solidFill>
                  <a:schemeClr val="bg1"/>
                </a:solidFill>
              </a:defRPr>
            </a:lvl1pPr>
          </a:lstStyle>
          <a:p>
            <a:pPr marL="0" marR="0" lvl="0" indent="0" algn="l" defTabSz="685800" rtl="0" eaLnBrk="1" fontAlgn="auto" latinLnBrk="0" hangingPunct="1">
              <a:lnSpc>
                <a:spcPct val="120000"/>
              </a:lnSpc>
              <a:spcBef>
                <a:spcPts val="150"/>
              </a:spcBef>
              <a:spcAft>
                <a:spcPts val="0"/>
              </a:spcAft>
              <a:buClr>
                <a:schemeClr val="tx2"/>
              </a:buClr>
              <a:buSzPct val="100000"/>
              <a:buFont typeface="Arial" panose="020B0604020202020204" pitchFamily="34" charset="0"/>
              <a:buNone/>
              <a:tabLst/>
              <a:defRPr/>
            </a:pPr>
            <a:r>
              <a:rPr lang="en-US" sz="1500" b="0">
                <a:solidFill>
                  <a:schemeClr val="bg1"/>
                </a:solidFill>
              </a:rPr>
              <a:t>Custom message…</a:t>
            </a:r>
            <a:endParaRPr lang="en-US" sz="1500">
              <a:solidFill>
                <a:schemeClr val="bg1"/>
              </a:solidFill>
            </a:endParaRPr>
          </a:p>
        </p:txBody>
      </p:sp>
      <p:sp>
        <p:nvSpPr>
          <p:cNvPr id="6" name="Text Placeholder 5">
            <a:extLst>
              <a:ext uri="{FF2B5EF4-FFF2-40B4-BE49-F238E27FC236}">
                <a16:creationId xmlns:a16="http://schemas.microsoft.com/office/drawing/2014/main" id="{FDF94BF9-AA4B-7348-B3AF-D5B86D50554B}"/>
              </a:ext>
            </a:extLst>
          </p:cNvPr>
          <p:cNvSpPr>
            <a:spLocks noGrp="1"/>
          </p:cNvSpPr>
          <p:nvPr>
            <p:ph type="body" sz="quarter" idx="17" hasCustomPrompt="1"/>
          </p:nvPr>
        </p:nvSpPr>
        <p:spPr>
          <a:xfrm>
            <a:off x="6172200" y="4914900"/>
            <a:ext cx="1207294" cy="228600"/>
          </a:xfrm>
        </p:spPr>
        <p:txBody>
          <a:bodyPr anchor="ctr">
            <a:normAutofit/>
          </a:bodyPr>
          <a:lstStyle>
            <a:lvl1pPr marL="0" indent="0">
              <a:buNone/>
              <a:defRPr sz="600">
                <a:solidFill>
                  <a:schemeClr val="bg1"/>
                </a:solidFill>
              </a:defRPr>
            </a:lvl1pPr>
          </a:lstStyle>
          <a:p>
            <a:pPr lvl="0"/>
            <a:r>
              <a:rPr lang="en-US"/>
              <a:t>Copyright 2020</a:t>
            </a:r>
          </a:p>
        </p:txBody>
      </p:sp>
    </p:spTree>
    <p:extLst>
      <p:ext uri="{BB962C8B-B14F-4D97-AF65-F5344CB8AC3E}">
        <p14:creationId xmlns:p14="http://schemas.microsoft.com/office/powerpoint/2010/main" val="385322657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ustom Layout">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AF264-71D4-E14C-8B25-6059E389D1EF}"/>
              </a:ext>
            </a:extLst>
          </p:cNvPr>
          <p:cNvSpPr>
            <a:spLocks noGrp="1"/>
          </p:cNvSpPr>
          <p:nvPr>
            <p:ph type="title" hasCustomPrompt="1"/>
          </p:nvPr>
        </p:nvSpPr>
        <p:spPr/>
        <p:txBody>
          <a:bodyPr/>
          <a:lstStyle/>
          <a:p>
            <a:r>
              <a:rPr lang="en-US"/>
              <a:t>Master slide column guide</a:t>
            </a:r>
          </a:p>
        </p:txBody>
      </p:sp>
      <p:grpSp>
        <p:nvGrpSpPr>
          <p:cNvPr id="325" name="Group 324">
            <a:extLst>
              <a:ext uri="{FF2B5EF4-FFF2-40B4-BE49-F238E27FC236}">
                <a16:creationId xmlns:a16="http://schemas.microsoft.com/office/drawing/2014/main" id="{0E576022-6E0B-8B45-82A4-5B378EE79A21}"/>
              </a:ext>
            </a:extLst>
          </p:cNvPr>
          <p:cNvGrpSpPr/>
          <p:nvPr userDrawn="1"/>
        </p:nvGrpSpPr>
        <p:grpSpPr>
          <a:xfrm>
            <a:off x="0" y="3972775"/>
            <a:ext cx="9144000" cy="228601"/>
            <a:chOff x="0" y="4254505"/>
            <a:chExt cx="12192000" cy="304801"/>
          </a:xfrm>
        </p:grpSpPr>
        <p:grpSp>
          <p:nvGrpSpPr>
            <p:cNvPr id="326" name="Group 325">
              <a:extLst>
                <a:ext uri="{FF2B5EF4-FFF2-40B4-BE49-F238E27FC236}">
                  <a16:creationId xmlns:a16="http://schemas.microsoft.com/office/drawing/2014/main" id="{4DAA919D-F34E-FF43-A568-E3081ADC91D8}"/>
                </a:ext>
              </a:extLst>
            </p:cNvPr>
            <p:cNvGrpSpPr/>
            <p:nvPr userDrawn="1"/>
          </p:nvGrpSpPr>
          <p:grpSpPr>
            <a:xfrm>
              <a:off x="152400" y="4254505"/>
              <a:ext cx="11887200" cy="304801"/>
              <a:chOff x="325695" y="4038600"/>
              <a:chExt cx="7555116" cy="304801"/>
            </a:xfrm>
          </p:grpSpPr>
          <p:sp>
            <p:nvSpPr>
              <p:cNvPr id="347" name="Rectangle 346">
                <a:extLst>
                  <a:ext uri="{FF2B5EF4-FFF2-40B4-BE49-F238E27FC236}">
                    <a16:creationId xmlns:a16="http://schemas.microsoft.com/office/drawing/2014/main" id="{2A515182-556A-4148-919D-DA6C41B2B82A}"/>
                  </a:ext>
                </a:extLst>
              </p:cNvPr>
              <p:cNvSpPr/>
              <p:nvPr userDrawn="1"/>
            </p:nvSpPr>
            <p:spPr>
              <a:xfrm>
                <a:off x="325695" y="4038601"/>
                <a:ext cx="2518372"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48" name="Rectangle 347">
                <a:extLst>
                  <a:ext uri="{FF2B5EF4-FFF2-40B4-BE49-F238E27FC236}">
                    <a16:creationId xmlns:a16="http://schemas.microsoft.com/office/drawing/2014/main" id="{2D5D4001-8E66-144D-92CA-7D645E8843C3}"/>
                  </a:ext>
                </a:extLst>
              </p:cNvPr>
              <p:cNvSpPr/>
              <p:nvPr userDrawn="1"/>
            </p:nvSpPr>
            <p:spPr>
              <a:xfrm>
                <a:off x="2844067" y="4038600"/>
                <a:ext cx="2518372" cy="304800"/>
              </a:xfrm>
              <a:prstGeom prst="rect">
                <a:avLst/>
              </a:prstGeom>
              <a:solidFill>
                <a:srgbClr val="A5172E">
                  <a:lumMod val="40000"/>
                  <a:lumOff val="6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49" name="Rectangle 348">
                <a:extLst>
                  <a:ext uri="{FF2B5EF4-FFF2-40B4-BE49-F238E27FC236}">
                    <a16:creationId xmlns:a16="http://schemas.microsoft.com/office/drawing/2014/main" id="{1F915BF6-6801-F445-8447-829313D55DE1}"/>
                  </a:ext>
                </a:extLst>
              </p:cNvPr>
              <p:cNvSpPr/>
              <p:nvPr userDrawn="1"/>
            </p:nvSpPr>
            <p:spPr>
              <a:xfrm>
                <a:off x="5362439" y="4038600"/>
                <a:ext cx="2518372"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27" name="Group 326">
              <a:extLst>
                <a:ext uri="{FF2B5EF4-FFF2-40B4-BE49-F238E27FC236}">
                  <a16:creationId xmlns:a16="http://schemas.microsoft.com/office/drawing/2014/main" id="{924C16AD-FBFC-F340-B828-919BD2EB7ACC}"/>
                </a:ext>
              </a:extLst>
            </p:cNvPr>
            <p:cNvGrpSpPr/>
            <p:nvPr userDrawn="1"/>
          </p:nvGrpSpPr>
          <p:grpSpPr>
            <a:xfrm>
              <a:off x="0" y="4254505"/>
              <a:ext cx="304800" cy="304800"/>
              <a:chOff x="4748283" y="3386554"/>
              <a:chExt cx="548640" cy="548640"/>
            </a:xfrm>
          </p:grpSpPr>
          <p:sp>
            <p:nvSpPr>
              <p:cNvPr id="343" name="Rectangle 342">
                <a:extLst>
                  <a:ext uri="{FF2B5EF4-FFF2-40B4-BE49-F238E27FC236}">
                    <a16:creationId xmlns:a16="http://schemas.microsoft.com/office/drawing/2014/main" id="{ABBD8C40-0074-E640-A619-5210E92593E7}"/>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44" name="Rectangle 343">
                <a:extLst>
                  <a:ext uri="{FF2B5EF4-FFF2-40B4-BE49-F238E27FC236}">
                    <a16:creationId xmlns:a16="http://schemas.microsoft.com/office/drawing/2014/main" id="{72E87A34-33CB-954D-BE63-B41FB54B8CE2}"/>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45" name="Rectangle 344">
                <a:extLst>
                  <a:ext uri="{FF2B5EF4-FFF2-40B4-BE49-F238E27FC236}">
                    <a16:creationId xmlns:a16="http://schemas.microsoft.com/office/drawing/2014/main" id="{8FE6B9C8-9996-154E-8F03-D9A578C3FA11}"/>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46" name="Rectangle 345">
                <a:extLst>
                  <a:ext uri="{FF2B5EF4-FFF2-40B4-BE49-F238E27FC236}">
                    <a16:creationId xmlns:a16="http://schemas.microsoft.com/office/drawing/2014/main" id="{88B4C5A1-0216-EE40-A0A9-1EFEB8C937C0}"/>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28" name="Group 327">
              <a:extLst>
                <a:ext uri="{FF2B5EF4-FFF2-40B4-BE49-F238E27FC236}">
                  <a16:creationId xmlns:a16="http://schemas.microsoft.com/office/drawing/2014/main" id="{5691AEF5-BAF9-2940-A428-476354829BBB}"/>
                </a:ext>
              </a:extLst>
            </p:cNvPr>
            <p:cNvGrpSpPr/>
            <p:nvPr userDrawn="1"/>
          </p:nvGrpSpPr>
          <p:grpSpPr>
            <a:xfrm>
              <a:off x="11887200" y="4254505"/>
              <a:ext cx="304800" cy="304800"/>
              <a:chOff x="11887200" y="3048000"/>
              <a:chExt cx="304800" cy="304800"/>
            </a:xfrm>
          </p:grpSpPr>
          <p:sp>
            <p:nvSpPr>
              <p:cNvPr id="339" name="Rectangle 338">
                <a:extLst>
                  <a:ext uri="{FF2B5EF4-FFF2-40B4-BE49-F238E27FC236}">
                    <a16:creationId xmlns:a16="http://schemas.microsoft.com/office/drawing/2014/main" id="{B7FCFCF0-CCF5-CB4C-A24B-79879CFEAB60}"/>
                  </a:ext>
                </a:extLst>
              </p:cNvPr>
              <p:cNvSpPr/>
              <p:nvPr userDrawn="1"/>
            </p:nvSpPr>
            <p:spPr>
              <a:xfrm>
                <a:off x="12039600" y="32004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40" name="Rectangle 339">
                <a:extLst>
                  <a:ext uri="{FF2B5EF4-FFF2-40B4-BE49-F238E27FC236}">
                    <a16:creationId xmlns:a16="http://schemas.microsoft.com/office/drawing/2014/main" id="{5EC303BA-EB59-6B45-A4AA-0FBB43856C1D}"/>
                  </a:ext>
                </a:extLst>
              </p:cNvPr>
              <p:cNvSpPr/>
              <p:nvPr userDrawn="1"/>
            </p:nvSpPr>
            <p:spPr>
              <a:xfrm>
                <a:off x="11887200" y="32004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41" name="Rectangle 340">
                <a:extLst>
                  <a:ext uri="{FF2B5EF4-FFF2-40B4-BE49-F238E27FC236}">
                    <a16:creationId xmlns:a16="http://schemas.microsoft.com/office/drawing/2014/main" id="{609F1807-73B8-2046-A52B-7F5C9E3F8D6C}"/>
                  </a:ext>
                </a:extLst>
              </p:cNvPr>
              <p:cNvSpPr/>
              <p:nvPr userDrawn="1"/>
            </p:nvSpPr>
            <p:spPr>
              <a:xfrm>
                <a:off x="12039600" y="30480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42" name="Rectangle 341">
                <a:extLst>
                  <a:ext uri="{FF2B5EF4-FFF2-40B4-BE49-F238E27FC236}">
                    <a16:creationId xmlns:a16="http://schemas.microsoft.com/office/drawing/2014/main" id="{D64A44CB-312C-8D43-BADC-9C25A65786B7}"/>
                  </a:ext>
                </a:extLst>
              </p:cNvPr>
              <p:cNvSpPr/>
              <p:nvPr userDrawn="1"/>
            </p:nvSpPr>
            <p:spPr>
              <a:xfrm>
                <a:off x="11887200" y="30480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29" name="Group 328">
              <a:extLst>
                <a:ext uri="{FF2B5EF4-FFF2-40B4-BE49-F238E27FC236}">
                  <a16:creationId xmlns:a16="http://schemas.microsoft.com/office/drawing/2014/main" id="{75DD42A7-110A-8A43-9999-FC5F6F629D9D}"/>
                </a:ext>
              </a:extLst>
            </p:cNvPr>
            <p:cNvGrpSpPr/>
            <p:nvPr userDrawn="1"/>
          </p:nvGrpSpPr>
          <p:grpSpPr>
            <a:xfrm>
              <a:off x="3963513" y="4254505"/>
              <a:ext cx="304800" cy="304800"/>
              <a:chOff x="4748283" y="3386554"/>
              <a:chExt cx="548640" cy="548640"/>
            </a:xfrm>
          </p:grpSpPr>
          <p:sp>
            <p:nvSpPr>
              <p:cNvPr id="335" name="Rectangle 334">
                <a:extLst>
                  <a:ext uri="{FF2B5EF4-FFF2-40B4-BE49-F238E27FC236}">
                    <a16:creationId xmlns:a16="http://schemas.microsoft.com/office/drawing/2014/main" id="{C2398D84-85F4-C846-A0B4-FDF603CF7ED5}"/>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36" name="Rectangle 335">
                <a:extLst>
                  <a:ext uri="{FF2B5EF4-FFF2-40B4-BE49-F238E27FC236}">
                    <a16:creationId xmlns:a16="http://schemas.microsoft.com/office/drawing/2014/main" id="{D89F6546-9921-1C4E-BC58-54CFEB3CD55B}"/>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37" name="Rectangle 336">
                <a:extLst>
                  <a:ext uri="{FF2B5EF4-FFF2-40B4-BE49-F238E27FC236}">
                    <a16:creationId xmlns:a16="http://schemas.microsoft.com/office/drawing/2014/main" id="{707F94D7-D94A-9341-9171-18F4E7328C50}"/>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38" name="Rectangle 337">
                <a:extLst>
                  <a:ext uri="{FF2B5EF4-FFF2-40B4-BE49-F238E27FC236}">
                    <a16:creationId xmlns:a16="http://schemas.microsoft.com/office/drawing/2014/main" id="{66B27AC9-65B0-4F45-B844-7C3544A7BA55}"/>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30" name="Group 329">
              <a:extLst>
                <a:ext uri="{FF2B5EF4-FFF2-40B4-BE49-F238E27FC236}">
                  <a16:creationId xmlns:a16="http://schemas.microsoft.com/office/drawing/2014/main" id="{FA980631-C869-934C-B0D5-27911A2317B3}"/>
                </a:ext>
              </a:extLst>
            </p:cNvPr>
            <p:cNvGrpSpPr/>
            <p:nvPr userDrawn="1"/>
          </p:nvGrpSpPr>
          <p:grpSpPr>
            <a:xfrm>
              <a:off x="7929263" y="4254505"/>
              <a:ext cx="304800" cy="304800"/>
              <a:chOff x="4748283" y="3386554"/>
              <a:chExt cx="548640" cy="548640"/>
            </a:xfrm>
          </p:grpSpPr>
          <p:sp>
            <p:nvSpPr>
              <p:cNvPr id="331" name="Rectangle 330">
                <a:extLst>
                  <a:ext uri="{FF2B5EF4-FFF2-40B4-BE49-F238E27FC236}">
                    <a16:creationId xmlns:a16="http://schemas.microsoft.com/office/drawing/2014/main" id="{406CDF3A-4352-B447-B53D-478B3765F657}"/>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32" name="Rectangle 331">
                <a:extLst>
                  <a:ext uri="{FF2B5EF4-FFF2-40B4-BE49-F238E27FC236}">
                    <a16:creationId xmlns:a16="http://schemas.microsoft.com/office/drawing/2014/main" id="{7D0AEF00-0DAE-8A4C-9382-FCE02F7929B8}"/>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33" name="Rectangle 332">
                <a:extLst>
                  <a:ext uri="{FF2B5EF4-FFF2-40B4-BE49-F238E27FC236}">
                    <a16:creationId xmlns:a16="http://schemas.microsoft.com/office/drawing/2014/main" id="{208533B0-3964-7F44-8026-7A9BA18798F4}"/>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34" name="Rectangle 333">
                <a:extLst>
                  <a:ext uri="{FF2B5EF4-FFF2-40B4-BE49-F238E27FC236}">
                    <a16:creationId xmlns:a16="http://schemas.microsoft.com/office/drawing/2014/main" id="{79B47363-1A18-3F4B-B904-4529B699E14B}"/>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grpSp>
        <p:nvGrpSpPr>
          <p:cNvPr id="350" name="Group 349">
            <a:extLst>
              <a:ext uri="{FF2B5EF4-FFF2-40B4-BE49-F238E27FC236}">
                <a16:creationId xmlns:a16="http://schemas.microsoft.com/office/drawing/2014/main" id="{550F5060-BDEE-9744-B34D-FB646DB2A2C9}"/>
              </a:ext>
            </a:extLst>
          </p:cNvPr>
          <p:cNvGrpSpPr/>
          <p:nvPr userDrawn="1"/>
        </p:nvGrpSpPr>
        <p:grpSpPr>
          <a:xfrm>
            <a:off x="0" y="3491759"/>
            <a:ext cx="9144000" cy="228601"/>
            <a:chOff x="0" y="3448053"/>
            <a:chExt cx="12192000" cy="304801"/>
          </a:xfrm>
        </p:grpSpPr>
        <p:grpSp>
          <p:nvGrpSpPr>
            <p:cNvPr id="351" name="Group 350">
              <a:extLst>
                <a:ext uri="{FF2B5EF4-FFF2-40B4-BE49-F238E27FC236}">
                  <a16:creationId xmlns:a16="http://schemas.microsoft.com/office/drawing/2014/main" id="{FF358C1B-964E-5C4E-B16C-3E18CE9CC942}"/>
                </a:ext>
              </a:extLst>
            </p:cNvPr>
            <p:cNvGrpSpPr/>
            <p:nvPr userDrawn="1"/>
          </p:nvGrpSpPr>
          <p:grpSpPr>
            <a:xfrm>
              <a:off x="152400" y="3448053"/>
              <a:ext cx="11887200" cy="304801"/>
              <a:chOff x="152400" y="4256566"/>
              <a:chExt cx="9591040" cy="304801"/>
            </a:xfrm>
          </p:grpSpPr>
          <p:sp>
            <p:nvSpPr>
              <p:cNvPr id="377" name="Rectangle 376">
                <a:extLst>
                  <a:ext uri="{FF2B5EF4-FFF2-40B4-BE49-F238E27FC236}">
                    <a16:creationId xmlns:a16="http://schemas.microsoft.com/office/drawing/2014/main" id="{409746C0-0633-8440-B5CF-DE04D82AFA84}"/>
                  </a:ext>
                </a:extLst>
              </p:cNvPr>
              <p:cNvSpPr/>
              <p:nvPr userDrawn="1"/>
            </p:nvSpPr>
            <p:spPr>
              <a:xfrm>
                <a:off x="152400" y="4256567"/>
                <a:ext cx="2397760"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78" name="Rectangle 377">
                <a:extLst>
                  <a:ext uri="{FF2B5EF4-FFF2-40B4-BE49-F238E27FC236}">
                    <a16:creationId xmlns:a16="http://schemas.microsoft.com/office/drawing/2014/main" id="{EB4B500C-F4AE-FC44-9061-B7345B89902B}"/>
                  </a:ext>
                </a:extLst>
              </p:cNvPr>
              <p:cNvSpPr/>
              <p:nvPr userDrawn="1"/>
            </p:nvSpPr>
            <p:spPr>
              <a:xfrm>
                <a:off x="2550160" y="4256566"/>
                <a:ext cx="2397760" cy="304800"/>
              </a:xfrm>
              <a:prstGeom prst="rect">
                <a:avLst/>
              </a:prstGeom>
              <a:solidFill>
                <a:srgbClr val="A5172E">
                  <a:lumMod val="40000"/>
                  <a:lumOff val="6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79" name="Rectangle 378">
                <a:extLst>
                  <a:ext uri="{FF2B5EF4-FFF2-40B4-BE49-F238E27FC236}">
                    <a16:creationId xmlns:a16="http://schemas.microsoft.com/office/drawing/2014/main" id="{0BF1E544-C1F3-ED4B-81EF-A461690F54E8}"/>
                  </a:ext>
                </a:extLst>
              </p:cNvPr>
              <p:cNvSpPr/>
              <p:nvPr userDrawn="1"/>
            </p:nvSpPr>
            <p:spPr>
              <a:xfrm>
                <a:off x="4947920" y="4256566"/>
                <a:ext cx="2397760"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80" name="Rectangle 379">
                <a:extLst>
                  <a:ext uri="{FF2B5EF4-FFF2-40B4-BE49-F238E27FC236}">
                    <a16:creationId xmlns:a16="http://schemas.microsoft.com/office/drawing/2014/main" id="{12BC584E-CCB4-E54D-B49E-9B06C53D232C}"/>
                  </a:ext>
                </a:extLst>
              </p:cNvPr>
              <p:cNvSpPr/>
              <p:nvPr userDrawn="1"/>
            </p:nvSpPr>
            <p:spPr>
              <a:xfrm>
                <a:off x="7345680" y="4256566"/>
                <a:ext cx="2397760" cy="304800"/>
              </a:xfrm>
              <a:prstGeom prst="rect">
                <a:avLst/>
              </a:prstGeom>
              <a:solidFill>
                <a:srgbClr val="A5172E">
                  <a:lumMod val="40000"/>
                  <a:lumOff val="6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52" name="Group 351">
              <a:extLst>
                <a:ext uri="{FF2B5EF4-FFF2-40B4-BE49-F238E27FC236}">
                  <a16:creationId xmlns:a16="http://schemas.microsoft.com/office/drawing/2014/main" id="{556235CC-2B49-304B-9713-0FD3E8F93696}"/>
                </a:ext>
              </a:extLst>
            </p:cNvPr>
            <p:cNvGrpSpPr/>
            <p:nvPr userDrawn="1"/>
          </p:nvGrpSpPr>
          <p:grpSpPr>
            <a:xfrm>
              <a:off x="0" y="3448053"/>
              <a:ext cx="304800" cy="304800"/>
              <a:chOff x="4748283" y="3386554"/>
              <a:chExt cx="548640" cy="548640"/>
            </a:xfrm>
          </p:grpSpPr>
          <p:sp>
            <p:nvSpPr>
              <p:cNvPr id="373" name="Rectangle 372">
                <a:extLst>
                  <a:ext uri="{FF2B5EF4-FFF2-40B4-BE49-F238E27FC236}">
                    <a16:creationId xmlns:a16="http://schemas.microsoft.com/office/drawing/2014/main" id="{D7097BE8-35D2-2746-887D-B177FD2F8D1B}"/>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74" name="Rectangle 373">
                <a:extLst>
                  <a:ext uri="{FF2B5EF4-FFF2-40B4-BE49-F238E27FC236}">
                    <a16:creationId xmlns:a16="http://schemas.microsoft.com/office/drawing/2014/main" id="{2ECE0126-EDDD-DD44-B0D0-CD7391099683}"/>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75" name="Rectangle 374">
                <a:extLst>
                  <a:ext uri="{FF2B5EF4-FFF2-40B4-BE49-F238E27FC236}">
                    <a16:creationId xmlns:a16="http://schemas.microsoft.com/office/drawing/2014/main" id="{CFBA5FA6-DEB5-9E4A-BBE4-396D213C732E}"/>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76" name="Rectangle 375">
                <a:extLst>
                  <a:ext uri="{FF2B5EF4-FFF2-40B4-BE49-F238E27FC236}">
                    <a16:creationId xmlns:a16="http://schemas.microsoft.com/office/drawing/2014/main" id="{43C3D7A8-8484-C149-879F-B9EAF5420993}"/>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53" name="Group 352">
              <a:extLst>
                <a:ext uri="{FF2B5EF4-FFF2-40B4-BE49-F238E27FC236}">
                  <a16:creationId xmlns:a16="http://schemas.microsoft.com/office/drawing/2014/main" id="{C69CF5F1-8CF6-A04A-8284-4F2839B94399}"/>
                </a:ext>
              </a:extLst>
            </p:cNvPr>
            <p:cNvGrpSpPr/>
            <p:nvPr userDrawn="1"/>
          </p:nvGrpSpPr>
          <p:grpSpPr>
            <a:xfrm>
              <a:off x="11887200" y="3448053"/>
              <a:ext cx="304800" cy="304800"/>
              <a:chOff x="11887200" y="3048000"/>
              <a:chExt cx="304800" cy="304800"/>
            </a:xfrm>
          </p:grpSpPr>
          <p:sp>
            <p:nvSpPr>
              <p:cNvPr id="369" name="Rectangle 368">
                <a:extLst>
                  <a:ext uri="{FF2B5EF4-FFF2-40B4-BE49-F238E27FC236}">
                    <a16:creationId xmlns:a16="http://schemas.microsoft.com/office/drawing/2014/main" id="{6DC74F9F-DF17-7A42-A69E-A3A4318BA705}"/>
                  </a:ext>
                </a:extLst>
              </p:cNvPr>
              <p:cNvSpPr/>
              <p:nvPr userDrawn="1"/>
            </p:nvSpPr>
            <p:spPr>
              <a:xfrm>
                <a:off x="12039600" y="32004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70" name="Rectangle 369">
                <a:extLst>
                  <a:ext uri="{FF2B5EF4-FFF2-40B4-BE49-F238E27FC236}">
                    <a16:creationId xmlns:a16="http://schemas.microsoft.com/office/drawing/2014/main" id="{F82F6DBD-1B92-8F44-9ABE-BF11BA0EB50F}"/>
                  </a:ext>
                </a:extLst>
              </p:cNvPr>
              <p:cNvSpPr/>
              <p:nvPr userDrawn="1"/>
            </p:nvSpPr>
            <p:spPr>
              <a:xfrm>
                <a:off x="11887200" y="32004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71" name="Rectangle 370">
                <a:extLst>
                  <a:ext uri="{FF2B5EF4-FFF2-40B4-BE49-F238E27FC236}">
                    <a16:creationId xmlns:a16="http://schemas.microsoft.com/office/drawing/2014/main" id="{36B84BE6-D1D3-2C4D-B113-FACC434F3138}"/>
                  </a:ext>
                </a:extLst>
              </p:cNvPr>
              <p:cNvSpPr/>
              <p:nvPr userDrawn="1"/>
            </p:nvSpPr>
            <p:spPr>
              <a:xfrm>
                <a:off x="12039600" y="30480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72" name="Rectangle 371">
                <a:extLst>
                  <a:ext uri="{FF2B5EF4-FFF2-40B4-BE49-F238E27FC236}">
                    <a16:creationId xmlns:a16="http://schemas.microsoft.com/office/drawing/2014/main" id="{53707E28-EBC1-EE47-9A87-B7F889B0A9B9}"/>
                  </a:ext>
                </a:extLst>
              </p:cNvPr>
              <p:cNvSpPr/>
              <p:nvPr userDrawn="1"/>
            </p:nvSpPr>
            <p:spPr>
              <a:xfrm>
                <a:off x="11887200" y="30480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54" name="Group 353">
              <a:extLst>
                <a:ext uri="{FF2B5EF4-FFF2-40B4-BE49-F238E27FC236}">
                  <a16:creationId xmlns:a16="http://schemas.microsoft.com/office/drawing/2014/main" id="{4FFE9B33-5860-1342-85F8-8499FD08D92D}"/>
                </a:ext>
              </a:extLst>
            </p:cNvPr>
            <p:cNvGrpSpPr/>
            <p:nvPr userDrawn="1"/>
          </p:nvGrpSpPr>
          <p:grpSpPr>
            <a:xfrm>
              <a:off x="2971800" y="3448053"/>
              <a:ext cx="304800" cy="304800"/>
              <a:chOff x="4748283" y="3386554"/>
              <a:chExt cx="548640" cy="548640"/>
            </a:xfrm>
          </p:grpSpPr>
          <p:sp>
            <p:nvSpPr>
              <p:cNvPr id="365" name="Rectangle 364">
                <a:extLst>
                  <a:ext uri="{FF2B5EF4-FFF2-40B4-BE49-F238E27FC236}">
                    <a16:creationId xmlns:a16="http://schemas.microsoft.com/office/drawing/2014/main" id="{0E96C0E4-9DDD-7B46-A150-FE31B0B3406F}"/>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66" name="Rectangle 365">
                <a:extLst>
                  <a:ext uri="{FF2B5EF4-FFF2-40B4-BE49-F238E27FC236}">
                    <a16:creationId xmlns:a16="http://schemas.microsoft.com/office/drawing/2014/main" id="{FFBE2D8A-C941-2D4C-A620-16C6BCEED752}"/>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67" name="Rectangle 366">
                <a:extLst>
                  <a:ext uri="{FF2B5EF4-FFF2-40B4-BE49-F238E27FC236}">
                    <a16:creationId xmlns:a16="http://schemas.microsoft.com/office/drawing/2014/main" id="{437C5ADA-D5C6-AA49-ABFC-C2BDB1A73DE2}"/>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68" name="Rectangle 367">
                <a:extLst>
                  <a:ext uri="{FF2B5EF4-FFF2-40B4-BE49-F238E27FC236}">
                    <a16:creationId xmlns:a16="http://schemas.microsoft.com/office/drawing/2014/main" id="{D5B3DA22-0555-D94D-B9CE-EFFD4D77A953}"/>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55" name="Group 354">
              <a:extLst>
                <a:ext uri="{FF2B5EF4-FFF2-40B4-BE49-F238E27FC236}">
                  <a16:creationId xmlns:a16="http://schemas.microsoft.com/office/drawing/2014/main" id="{0C1BF9D2-EC42-454D-9CE6-55A6E4DD7744}"/>
                </a:ext>
              </a:extLst>
            </p:cNvPr>
            <p:cNvGrpSpPr/>
            <p:nvPr userDrawn="1"/>
          </p:nvGrpSpPr>
          <p:grpSpPr>
            <a:xfrm>
              <a:off x="5943600" y="3448053"/>
              <a:ext cx="304800" cy="304800"/>
              <a:chOff x="4748283" y="3386554"/>
              <a:chExt cx="548640" cy="548640"/>
            </a:xfrm>
          </p:grpSpPr>
          <p:sp>
            <p:nvSpPr>
              <p:cNvPr id="361" name="Rectangle 360">
                <a:extLst>
                  <a:ext uri="{FF2B5EF4-FFF2-40B4-BE49-F238E27FC236}">
                    <a16:creationId xmlns:a16="http://schemas.microsoft.com/office/drawing/2014/main" id="{78D1B59D-87FF-2A4C-B245-29B4226A9601}"/>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62" name="Rectangle 361">
                <a:extLst>
                  <a:ext uri="{FF2B5EF4-FFF2-40B4-BE49-F238E27FC236}">
                    <a16:creationId xmlns:a16="http://schemas.microsoft.com/office/drawing/2014/main" id="{3DB64E46-B4A5-AE4F-B9CA-78D961D93013}"/>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63" name="Rectangle 362">
                <a:extLst>
                  <a:ext uri="{FF2B5EF4-FFF2-40B4-BE49-F238E27FC236}">
                    <a16:creationId xmlns:a16="http://schemas.microsoft.com/office/drawing/2014/main" id="{C230667B-5C71-2A4F-89CA-83AE9C87943F}"/>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64" name="Rectangle 363">
                <a:extLst>
                  <a:ext uri="{FF2B5EF4-FFF2-40B4-BE49-F238E27FC236}">
                    <a16:creationId xmlns:a16="http://schemas.microsoft.com/office/drawing/2014/main" id="{DA630AA0-3D34-5C48-AFB4-76E97A625B7B}"/>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56" name="Group 355">
              <a:extLst>
                <a:ext uri="{FF2B5EF4-FFF2-40B4-BE49-F238E27FC236}">
                  <a16:creationId xmlns:a16="http://schemas.microsoft.com/office/drawing/2014/main" id="{BFD5BADB-488A-A94F-8D20-EFBC3D598444}"/>
                </a:ext>
              </a:extLst>
            </p:cNvPr>
            <p:cNvGrpSpPr/>
            <p:nvPr userDrawn="1"/>
          </p:nvGrpSpPr>
          <p:grpSpPr>
            <a:xfrm>
              <a:off x="8915400" y="3448053"/>
              <a:ext cx="304800" cy="304800"/>
              <a:chOff x="4748283" y="3386554"/>
              <a:chExt cx="548640" cy="548640"/>
            </a:xfrm>
          </p:grpSpPr>
          <p:sp>
            <p:nvSpPr>
              <p:cNvPr id="357" name="Rectangle 356">
                <a:extLst>
                  <a:ext uri="{FF2B5EF4-FFF2-40B4-BE49-F238E27FC236}">
                    <a16:creationId xmlns:a16="http://schemas.microsoft.com/office/drawing/2014/main" id="{59B34A33-4617-B14B-A914-D9F3EA82C41F}"/>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58" name="Rectangle 357">
                <a:extLst>
                  <a:ext uri="{FF2B5EF4-FFF2-40B4-BE49-F238E27FC236}">
                    <a16:creationId xmlns:a16="http://schemas.microsoft.com/office/drawing/2014/main" id="{CDABBDD7-97EF-2348-9DD6-8F03290DFE79}"/>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59" name="Rectangle 358">
                <a:extLst>
                  <a:ext uri="{FF2B5EF4-FFF2-40B4-BE49-F238E27FC236}">
                    <a16:creationId xmlns:a16="http://schemas.microsoft.com/office/drawing/2014/main" id="{8FC44D92-36F7-5649-A759-0323F393CD43}"/>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60" name="Rectangle 359">
                <a:extLst>
                  <a:ext uri="{FF2B5EF4-FFF2-40B4-BE49-F238E27FC236}">
                    <a16:creationId xmlns:a16="http://schemas.microsoft.com/office/drawing/2014/main" id="{F91DAB7A-F766-F74E-ABBF-E2FB7A3CF921}"/>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grpSp>
        <p:nvGrpSpPr>
          <p:cNvPr id="381" name="Group 380">
            <a:extLst>
              <a:ext uri="{FF2B5EF4-FFF2-40B4-BE49-F238E27FC236}">
                <a16:creationId xmlns:a16="http://schemas.microsoft.com/office/drawing/2014/main" id="{E8110913-9069-DA4C-AA5A-860C663EEF8C}"/>
              </a:ext>
            </a:extLst>
          </p:cNvPr>
          <p:cNvGrpSpPr/>
          <p:nvPr userDrawn="1"/>
        </p:nvGrpSpPr>
        <p:grpSpPr>
          <a:xfrm>
            <a:off x="0" y="3014320"/>
            <a:ext cx="9144000" cy="228601"/>
            <a:chOff x="0" y="2679694"/>
            <a:chExt cx="12192000" cy="304801"/>
          </a:xfrm>
        </p:grpSpPr>
        <p:grpSp>
          <p:nvGrpSpPr>
            <p:cNvPr id="382" name="Group 381">
              <a:extLst>
                <a:ext uri="{FF2B5EF4-FFF2-40B4-BE49-F238E27FC236}">
                  <a16:creationId xmlns:a16="http://schemas.microsoft.com/office/drawing/2014/main" id="{36951F49-5417-EB45-B0D4-BA551A17CAB3}"/>
                </a:ext>
              </a:extLst>
            </p:cNvPr>
            <p:cNvGrpSpPr/>
            <p:nvPr userDrawn="1"/>
          </p:nvGrpSpPr>
          <p:grpSpPr>
            <a:xfrm>
              <a:off x="152400" y="2679694"/>
              <a:ext cx="11887200" cy="304801"/>
              <a:chOff x="152400" y="2946388"/>
              <a:chExt cx="14859000" cy="304801"/>
            </a:xfrm>
          </p:grpSpPr>
          <p:sp>
            <p:nvSpPr>
              <p:cNvPr id="413" name="Rectangle 412">
                <a:extLst>
                  <a:ext uri="{FF2B5EF4-FFF2-40B4-BE49-F238E27FC236}">
                    <a16:creationId xmlns:a16="http://schemas.microsoft.com/office/drawing/2014/main" id="{3C0DCD00-016C-8249-9E41-079096AFB3A6}"/>
                  </a:ext>
                </a:extLst>
              </p:cNvPr>
              <p:cNvSpPr/>
              <p:nvPr userDrawn="1"/>
            </p:nvSpPr>
            <p:spPr>
              <a:xfrm>
                <a:off x="152400" y="2946389"/>
                <a:ext cx="2971800"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14" name="Rectangle 413">
                <a:extLst>
                  <a:ext uri="{FF2B5EF4-FFF2-40B4-BE49-F238E27FC236}">
                    <a16:creationId xmlns:a16="http://schemas.microsoft.com/office/drawing/2014/main" id="{7D5C5BF9-225C-0945-9BD8-811FED6F7C6C}"/>
                  </a:ext>
                </a:extLst>
              </p:cNvPr>
              <p:cNvSpPr/>
              <p:nvPr userDrawn="1"/>
            </p:nvSpPr>
            <p:spPr>
              <a:xfrm>
                <a:off x="3124200" y="2946388"/>
                <a:ext cx="2971800" cy="304800"/>
              </a:xfrm>
              <a:prstGeom prst="rect">
                <a:avLst/>
              </a:prstGeom>
              <a:solidFill>
                <a:srgbClr val="A5172E">
                  <a:lumMod val="40000"/>
                  <a:lumOff val="6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15" name="Rectangle 414">
                <a:extLst>
                  <a:ext uri="{FF2B5EF4-FFF2-40B4-BE49-F238E27FC236}">
                    <a16:creationId xmlns:a16="http://schemas.microsoft.com/office/drawing/2014/main" id="{C63D455F-73BE-A943-8A70-41066037EB15}"/>
                  </a:ext>
                </a:extLst>
              </p:cNvPr>
              <p:cNvSpPr/>
              <p:nvPr userDrawn="1"/>
            </p:nvSpPr>
            <p:spPr>
              <a:xfrm>
                <a:off x="6096000" y="2946388"/>
                <a:ext cx="2971800"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16" name="Rectangle 415">
                <a:extLst>
                  <a:ext uri="{FF2B5EF4-FFF2-40B4-BE49-F238E27FC236}">
                    <a16:creationId xmlns:a16="http://schemas.microsoft.com/office/drawing/2014/main" id="{29C4F461-3408-F24E-93BE-7BE25C21160B}"/>
                  </a:ext>
                </a:extLst>
              </p:cNvPr>
              <p:cNvSpPr/>
              <p:nvPr userDrawn="1"/>
            </p:nvSpPr>
            <p:spPr>
              <a:xfrm>
                <a:off x="9067800" y="2946388"/>
                <a:ext cx="2971800" cy="304800"/>
              </a:xfrm>
              <a:prstGeom prst="rect">
                <a:avLst/>
              </a:prstGeom>
              <a:solidFill>
                <a:srgbClr val="A5172E">
                  <a:lumMod val="40000"/>
                  <a:lumOff val="6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17" name="Rectangle 416">
                <a:extLst>
                  <a:ext uri="{FF2B5EF4-FFF2-40B4-BE49-F238E27FC236}">
                    <a16:creationId xmlns:a16="http://schemas.microsoft.com/office/drawing/2014/main" id="{B07E25D9-5575-FA46-AE11-B58FECE45D22}"/>
                  </a:ext>
                </a:extLst>
              </p:cNvPr>
              <p:cNvSpPr/>
              <p:nvPr userDrawn="1"/>
            </p:nvSpPr>
            <p:spPr>
              <a:xfrm>
                <a:off x="12039600" y="2946388"/>
                <a:ext cx="2971800"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83" name="Group 382">
              <a:extLst>
                <a:ext uri="{FF2B5EF4-FFF2-40B4-BE49-F238E27FC236}">
                  <a16:creationId xmlns:a16="http://schemas.microsoft.com/office/drawing/2014/main" id="{CD0FDC72-FC9B-6943-B57B-C01216793CAE}"/>
                </a:ext>
              </a:extLst>
            </p:cNvPr>
            <p:cNvGrpSpPr/>
            <p:nvPr userDrawn="1"/>
          </p:nvGrpSpPr>
          <p:grpSpPr>
            <a:xfrm>
              <a:off x="0" y="2679694"/>
              <a:ext cx="304800" cy="304800"/>
              <a:chOff x="4748283" y="3386554"/>
              <a:chExt cx="548640" cy="548640"/>
            </a:xfrm>
          </p:grpSpPr>
          <p:sp>
            <p:nvSpPr>
              <p:cNvPr id="409" name="Rectangle 408">
                <a:extLst>
                  <a:ext uri="{FF2B5EF4-FFF2-40B4-BE49-F238E27FC236}">
                    <a16:creationId xmlns:a16="http://schemas.microsoft.com/office/drawing/2014/main" id="{1C699F7E-0E09-8B4E-A518-F3812BB194B0}"/>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10" name="Rectangle 409">
                <a:extLst>
                  <a:ext uri="{FF2B5EF4-FFF2-40B4-BE49-F238E27FC236}">
                    <a16:creationId xmlns:a16="http://schemas.microsoft.com/office/drawing/2014/main" id="{B8118C01-DA55-9740-B18A-0079C2AAA121}"/>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11" name="Rectangle 410">
                <a:extLst>
                  <a:ext uri="{FF2B5EF4-FFF2-40B4-BE49-F238E27FC236}">
                    <a16:creationId xmlns:a16="http://schemas.microsoft.com/office/drawing/2014/main" id="{74B07F51-45D2-EC4D-8FCF-448A0EBB53AE}"/>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12" name="Rectangle 411">
                <a:extLst>
                  <a:ext uri="{FF2B5EF4-FFF2-40B4-BE49-F238E27FC236}">
                    <a16:creationId xmlns:a16="http://schemas.microsoft.com/office/drawing/2014/main" id="{38AC2B4E-EE6C-824B-81E8-6C58F3A283DC}"/>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84" name="Group 383">
              <a:extLst>
                <a:ext uri="{FF2B5EF4-FFF2-40B4-BE49-F238E27FC236}">
                  <a16:creationId xmlns:a16="http://schemas.microsoft.com/office/drawing/2014/main" id="{CCDC25C0-61FE-A246-8120-D29F16B1BC40}"/>
                </a:ext>
              </a:extLst>
            </p:cNvPr>
            <p:cNvGrpSpPr/>
            <p:nvPr userDrawn="1"/>
          </p:nvGrpSpPr>
          <p:grpSpPr>
            <a:xfrm>
              <a:off x="11887200" y="2679694"/>
              <a:ext cx="304800" cy="304800"/>
              <a:chOff x="11887200" y="3048000"/>
              <a:chExt cx="304800" cy="304800"/>
            </a:xfrm>
          </p:grpSpPr>
          <p:sp>
            <p:nvSpPr>
              <p:cNvPr id="405" name="Rectangle 404">
                <a:extLst>
                  <a:ext uri="{FF2B5EF4-FFF2-40B4-BE49-F238E27FC236}">
                    <a16:creationId xmlns:a16="http://schemas.microsoft.com/office/drawing/2014/main" id="{1D646414-A87B-3B4E-9F53-684910FB6838}"/>
                  </a:ext>
                </a:extLst>
              </p:cNvPr>
              <p:cNvSpPr/>
              <p:nvPr userDrawn="1"/>
            </p:nvSpPr>
            <p:spPr>
              <a:xfrm>
                <a:off x="12039600" y="32004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06" name="Rectangle 405">
                <a:extLst>
                  <a:ext uri="{FF2B5EF4-FFF2-40B4-BE49-F238E27FC236}">
                    <a16:creationId xmlns:a16="http://schemas.microsoft.com/office/drawing/2014/main" id="{2D7165AC-E3E1-884C-95BA-5093037DF15B}"/>
                  </a:ext>
                </a:extLst>
              </p:cNvPr>
              <p:cNvSpPr/>
              <p:nvPr userDrawn="1"/>
            </p:nvSpPr>
            <p:spPr>
              <a:xfrm>
                <a:off x="11887200" y="32004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07" name="Rectangle 406">
                <a:extLst>
                  <a:ext uri="{FF2B5EF4-FFF2-40B4-BE49-F238E27FC236}">
                    <a16:creationId xmlns:a16="http://schemas.microsoft.com/office/drawing/2014/main" id="{75293567-A7C0-574E-AFF1-86E2F48DFC84}"/>
                  </a:ext>
                </a:extLst>
              </p:cNvPr>
              <p:cNvSpPr/>
              <p:nvPr userDrawn="1"/>
            </p:nvSpPr>
            <p:spPr>
              <a:xfrm>
                <a:off x="12039600" y="30480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08" name="Rectangle 407">
                <a:extLst>
                  <a:ext uri="{FF2B5EF4-FFF2-40B4-BE49-F238E27FC236}">
                    <a16:creationId xmlns:a16="http://schemas.microsoft.com/office/drawing/2014/main" id="{26E245A6-6498-E441-94A9-B88A598F627F}"/>
                  </a:ext>
                </a:extLst>
              </p:cNvPr>
              <p:cNvSpPr/>
              <p:nvPr userDrawn="1"/>
            </p:nvSpPr>
            <p:spPr>
              <a:xfrm>
                <a:off x="11887200" y="30480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85" name="Group 384">
              <a:extLst>
                <a:ext uri="{FF2B5EF4-FFF2-40B4-BE49-F238E27FC236}">
                  <a16:creationId xmlns:a16="http://schemas.microsoft.com/office/drawing/2014/main" id="{989EC034-C725-FA42-90CC-5765123F5A65}"/>
                </a:ext>
              </a:extLst>
            </p:cNvPr>
            <p:cNvGrpSpPr/>
            <p:nvPr userDrawn="1"/>
          </p:nvGrpSpPr>
          <p:grpSpPr>
            <a:xfrm>
              <a:off x="2377440" y="2679694"/>
              <a:ext cx="304800" cy="304800"/>
              <a:chOff x="4748283" y="3386554"/>
              <a:chExt cx="548640" cy="548640"/>
            </a:xfrm>
          </p:grpSpPr>
          <p:sp>
            <p:nvSpPr>
              <p:cNvPr id="401" name="Rectangle 400">
                <a:extLst>
                  <a:ext uri="{FF2B5EF4-FFF2-40B4-BE49-F238E27FC236}">
                    <a16:creationId xmlns:a16="http://schemas.microsoft.com/office/drawing/2014/main" id="{0DDE99E9-598E-0F44-AB53-F02225E90BC7}"/>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02" name="Rectangle 401">
                <a:extLst>
                  <a:ext uri="{FF2B5EF4-FFF2-40B4-BE49-F238E27FC236}">
                    <a16:creationId xmlns:a16="http://schemas.microsoft.com/office/drawing/2014/main" id="{A7D19A18-2156-C149-B92D-4FD908CB17A9}"/>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03" name="Rectangle 402">
                <a:extLst>
                  <a:ext uri="{FF2B5EF4-FFF2-40B4-BE49-F238E27FC236}">
                    <a16:creationId xmlns:a16="http://schemas.microsoft.com/office/drawing/2014/main" id="{B3F003EA-7D96-E24F-BB9E-9AAE5316A51F}"/>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04" name="Rectangle 403">
                <a:extLst>
                  <a:ext uri="{FF2B5EF4-FFF2-40B4-BE49-F238E27FC236}">
                    <a16:creationId xmlns:a16="http://schemas.microsoft.com/office/drawing/2014/main" id="{0DC78CC9-EA57-4B4F-B013-1F7359159C54}"/>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86" name="Group 385">
              <a:extLst>
                <a:ext uri="{FF2B5EF4-FFF2-40B4-BE49-F238E27FC236}">
                  <a16:creationId xmlns:a16="http://schemas.microsoft.com/office/drawing/2014/main" id="{AE6D9F72-7FDF-CE4B-838F-B774D274FE81}"/>
                </a:ext>
              </a:extLst>
            </p:cNvPr>
            <p:cNvGrpSpPr/>
            <p:nvPr userDrawn="1"/>
          </p:nvGrpSpPr>
          <p:grpSpPr>
            <a:xfrm>
              <a:off x="4758055" y="2679694"/>
              <a:ext cx="304800" cy="304800"/>
              <a:chOff x="4748283" y="3386554"/>
              <a:chExt cx="548640" cy="548640"/>
            </a:xfrm>
          </p:grpSpPr>
          <p:sp>
            <p:nvSpPr>
              <p:cNvPr id="397" name="Rectangle 396">
                <a:extLst>
                  <a:ext uri="{FF2B5EF4-FFF2-40B4-BE49-F238E27FC236}">
                    <a16:creationId xmlns:a16="http://schemas.microsoft.com/office/drawing/2014/main" id="{D4306F08-E512-C247-AC3A-33B8571D0607}"/>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98" name="Rectangle 397">
                <a:extLst>
                  <a:ext uri="{FF2B5EF4-FFF2-40B4-BE49-F238E27FC236}">
                    <a16:creationId xmlns:a16="http://schemas.microsoft.com/office/drawing/2014/main" id="{FBFE0CD7-01DE-9E49-A774-0F480A65A987}"/>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99" name="Rectangle 398">
                <a:extLst>
                  <a:ext uri="{FF2B5EF4-FFF2-40B4-BE49-F238E27FC236}">
                    <a16:creationId xmlns:a16="http://schemas.microsoft.com/office/drawing/2014/main" id="{64E61B29-4CCA-D244-BE9E-C336449655D2}"/>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00" name="Rectangle 399">
                <a:extLst>
                  <a:ext uri="{FF2B5EF4-FFF2-40B4-BE49-F238E27FC236}">
                    <a16:creationId xmlns:a16="http://schemas.microsoft.com/office/drawing/2014/main" id="{FEF820F9-53F6-7F4C-B259-E4EEC67D3CF1}"/>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87" name="Group 386">
              <a:extLst>
                <a:ext uri="{FF2B5EF4-FFF2-40B4-BE49-F238E27FC236}">
                  <a16:creationId xmlns:a16="http://schemas.microsoft.com/office/drawing/2014/main" id="{DDD1F4FD-197A-BA44-8771-712C08E93361}"/>
                </a:ext>
              </a:extLst>
            </p:cNvPr>
            <p:cNvGrpSpPr/>
            <p:nvPr userDrawn="1"/>
          </p:nvGrpSpPr>
          <p:grpSpPr>
            <a:xfrm>
              <a:off x="7129145" y="2679694"/>
              <a:ext cx="304800" cy="304800"/>
              <a:chOff x="4748283" y="3386554"/>
              <a:chExt cx="548640" cy="548640"/>
            </a:xfrm>
          </p:grpSpPr>
          <p:sp>
            <p:nvSpPr>
              <p:cNvPr id="393" name="Rectangle 392">
                <a:extLst>
                  <a:ext uri="{FF2B5EF4-FFF2-40B4-BE49-F238E27FC236}">
                    <a16:creationId xmlns:a16="http://schemas.microsoft.com/office/drawing/2014/main" id="{3233BE51-1EAF-1A41-9AC1-13E1AC9AEBB2}"/>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94" name="Rectangle 393">
                <a:extLst>
                  <a:ext uri="{FF2B5EF4-FFF2-40B4-BE49-F238E27FC236}">
                    <a16:creationId xmlns:a16="http://schemas.microsoft.com/office/drawing/2014/main" id="{F509AB97-B09E-0546-9E8C-09437E384CE2}"/>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95" name="Rectangle 394">
                <a:extLst>
                  <a:ext uri="{FF2B5EF4-FFF2-40B4-BE49-F238E27FC236}">
                    <a16:creationId xmlns:a16="http://schemas.microsoft.com/office/drawing/2014/main" id="{8BA1AAD5-A563-FB47-87A9-0B94FE6A8C09}"/>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96" name="Rectangle 395">
                <a:extLst>
                  <a:ext uri="{FF2B5EF4-FFF2-40B4-BE49-F238E27FC236}">
                    <a16:creationId xmlns:a16="http://schemas.microsoft.com/office/drawing/2014/main" id="{514B41BA-A84E-364A-8308-CF1D949AC83F}"/>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388" name="Group 387">
              <a:extLst>
                <a:ext uri="{FF2B5EF4-FFF2-40B4-BE49-F238E27FC236}">
                  <a16:creationId xmlns:a16="http://schemas.microsoft.com/office/drawing/2014/main" id="{D3F98928-573C-0247-BEFC-C171D6C6A2BC}"/>
                </a:ext>
              </a:extLst>
            </p:cNvPr>
            <p:cNvGrpSpPr/>
            <p:nvPr userDrawn="1"/>
          </p:nvGrpSpPr>
          <p:grpSpPr>
            <a:xfrm>
              <a:off x="9509760" y="2679694"/>
              <a:ext cx="304800" cy="304800"/>
              <a:chOff x="4748283" y="3386554"/>
              <a:chExt cx="548640" cy="548640"/>
            </a:xfrm>
          </p:grpSpPr>
          <p:sp>
            <p:nvSpPr>
              <p:cNvPr id="389" name="Rectangle 388">
                <a:extLst>
                  <a:ext uri="{FF2B5EF4-FFF2-40B4-BE49-F238E27FC236}">
                    <a16:creationId xmlns:a16="http://schemas.microsoft.com/office/drawing/2014/main" id="{65B33E1B-D72C-6545-A163-15FE54C9CA79}"/>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90" name="Rectangle 389">
                <a:extLst>
                  <a:ext uri="{FF2B5EF4-FFF2-40B4-BE49-F238E27FC236}">
                    <a16:creationId xmlns:a16="http://schemas.microsoft.com/office/drawing/2014/main" id="{21AFCDF0-CBB3-9C45-B0C2-A3F3E5EAF632}"/>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91" name="Rectangle 390">
                <a:extLst>
                  <a:ext uri="{FF2B5EF4-FFF2-40B4-BE49-F238E27FC236}">
                    <a16:creationId xmlns:a16="http://schemas.microsoft.com/office/drawing/2014/main" id="{1531E71B-D937-F742-9957-0713B4C42C88}"/>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92" name="Rectangle 391">
                <a:extLst>
                  <a:ext uri="{FF2B5EF4-FFF2-40B4-BE49-F238E27FC236}">
                    <a16:creationId xmlns:a16="http://schemas.microsoft.com/office/drawing/2014/main" id="{214FB835-5426-5540-B3AC-57A83A66F095}"/>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grpSp>
        <p:nvGrpSpPr>
          <p:cNvPr id="418" name="Group 417">
            <a:extLst>
              <a:ext uri="{FF2B5EF4-FFF2-40B4-BE49-F238E27FC236}">
                <a16:creationId xmlns:a16="http://schemas.microsoft.com/office/drawing/2014/main" id="{C3FA0D4E-3551-B443-B764-A560BB0F31B4}"/>
              </a:ext>
            </a:extLst>
          </p:cNvPr>
          <p:cNvGrpSpPr/>
          <p:nvPr userDrawn="1"/>
        </p:nvGrpSpPr>
        <p:grpSpPr>
          <a:xfrm>
            <a:off x="0" y="4457700"/>
            <a:ext cx="9144000" cy="228601"/>
            <a:chOff x="0" y="5060956"/>
            <a:chExt cx="12192000" cy="304801"/>
          </a:xfrm>
        </p:grpSpPr>
        <p:grpSp>
          <p:nvGrpSpPr>
            <p:cNvPr id="419" name="Group 418">
              <a:extLst>
                <a:ext uri="{FF2B5EF4-FFF2-40B4-BE49-F238E27FC236}">
                  <a16:creationId xmlns:a16="http://schemas.microsoft.com/office/drawing/2014/main" id="{3ED4F498-0EE3-5340-A78D-81AE3B278C25}"/>
                </a:ext>
              </a:extLst>
            </p:cNvPr>
            <p:cNvGrpSpPr/>
            <p:nvPr userDrawn="1"/>
          </p:nvGrpSpPr>
          <p:grpSpPr>
            <a:xfrm>
              <a:off x="152400" y="5060956"/>
              <a:ext cx="11887200" cy="304801"/>
              <a:chOff x="152400" y="5468945"/>
              <a:chExt cx="5943600" cy="304801"/>
            </a:xfrm>
          </p:grpSpPr>
          <p:sp>
            <p:nvSpPr>
              <p:cNvPr id="435" name="Rectangle 434">
                <a:extLst>
                  <a:ext uri="{FF2B5EF4-FFF2-40B4-BE49-F238E27FC236}">
                    <a16:creationId xmlns:a16="http://schemas.microsoft.com/office/drawing/2014/main" id="{168AE306-A0D3-924E-88F9-CBCC203C5193}"/>
                  </a:ext>
                </a:extLst>
              </p:cNvPr>
              <p:cNvSpPr/>
              <p:nvPr userDrawn="1"/>
            </p:nvSpPr>
            <p:spPr>
              <a:xfrm>
                <a:off x="152400" y="5468946"/>
                <a:ext cx="2971800"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36" name="Rectangle 435">
                <a:extLst>
                  <a:ext uri="{FF2B5EF4-FFF2-40B4-BE49-F238E27FC236}">
                    <a16:creationId xmlns:a16="http://schemas.microsoft.com/office/drawing/2014/main" id="{A3B192E7-794D-C14E-BC0F-394A020FA684}"/>
                  </a:ext>
                </a:extLst>
              </p:cNvPr>
              <p:cNvSpPr/>
              <p:nvPr userDrawn="1"/>
            </p:nvSpPr>
            <p:spPr>
              <a:xfrm>
                <a:off x="3124200" y="5468945"/>
                <a:ext cx="2971800" cy="304800"/>
              </a:xfrm>
              <a:prstGeom prst="rect">
                <a:avLst/>
              </a:prstGeom>
              <a:solidFill>
                <a:srgbClr val="A5172E">
                  <a:lumMod val="40000"/>
                  <a:lumOff val="6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20" name="Group 419">
              <a:extLst>
                <a:ext uri="{FF2B5EF4-FFF2-40B4-BE49-F238E27FC236}">
                  <a16:creationId xmlns:a16="http://schemas.microsoft.com/office/drawing/2014/main" id="{AD6C7E3C-C334-6F4A-B514-6C52AB007244}"/>
                </a:ext>
              </a:extLst>
            </p:cNvPr>
            <p:cNvGrpSpPr/>
            <p:nvPr userDrawn="1"/>
          </p:nvGrpSpPr>
          <p:grpSpPr>
            <a:xfrm>
              <a:off x="0" y="5060956"/>
              <a:ext cx="304800" cy="304800"/>
              <a:chOff x="4748283" y="3386554"/>
              <a:chExt cx="548640" cy="548640"/>
            </a:xfrm>
          </p:grpSpPr>
          <p:sp>
            <p:nvSpPr>
              <p:cNvPr id="431" name="Rectangle 430">
                <a:extLst>
                  <a:ext uri="{FF2B5EF4-FFF2-40B4-BE49-F238E27FC236}">
                    <a16:creationId xmlns:a16="http://schemas.microsoft.com/office/drawing/2014/main" id="{5D7210F9-038B-204E-B075-F05CEE6F58A4}"/>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32" name="Rectangle 431">
                <a:extLst>
                  <a:ext uri="{FF2B5EF4-FFF2-40B4-BE49-F238E27FC236}">
                    <a16:creationId xmlns:a16="http://schemas.microsoft.com/office/drawing/2014/main" id="{B9F22585-23A9-BE4A-8A3D-AB57FE6FB1D1}"/>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33" name="Rectangle 432">
                <a:extLst>
                  <a:ext uri="{FF2B5EF4-FFF2-40B4-BE49-F238E27FC236}">
                    <a16:creationId xmlns:a16="http://schemas.microsoft.com/office/drawing/2014/main" id="{67C0138B-AD3C-F24C-A766-18F10DEF3926}"/>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34" name="Rectangle 433">
                <a:extLst>
                  <a:ext uri="{FF2B5EF4-FFF2-40B4-BE49-F238E27FC236}">
                    <a16:creationId xmlns:a16="http://schemas.microsoft.com/office/drawing/2014/main" id="{6B65B973-2985-1A46-9D7E-B54790574FFD}"/>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21" name="Group 420">
              <a:extLst>
                <a:ext uri="{FF2B5EF4-FFF2-40B4-BE49-F238E27FC236}">
                  <a16:creationId xmlns:a16="http://schemas.microsoft.com/office/drawing/2014/main" id="{89E6048A-324B-7B4A-96E3-0182AFDA4E0F}"/>
                </a:ext>
              </a:extLst>
            </p:cNvPr>
            <p:cNvGrpSpPr/>
            <p:nvPr userDrawn="1"/>
          </p:nvGrpSpPr>
          <p:grpSpPr>
            <a:xfrm>
              <a:off x="11887200" y="5060956"/>
              <a:ext cx="304800" cy="304800"/>
              <a:chOff x="11887200" y="3048000"/>
              <a:chExt cx="304800" cy="304800"/>
            </a:xfrm>
          </p:grpSpPr>
          <p:sp>
            <p:nvSpPr>
              <p:cNvPr id="427" name="Rectangle 426">
                <a:extLst>
                  <a:ext uri="{FF2B5EF4-FFF2-40B4-BE49-F238E27FC236}">
                    <a16:creationId xmlns:a16="http://schemas.microsoft.com/office/drawing/2014/main" id="{35B7F55A-CA3E-6A49-9AAB-B8F4A9806129}"/>
                  </a:ext>
                </a:extLst>
              </p:cNvPr>
              <p:cNvSpPr/>
              <p:nvPr userDrawn="1"/>
            </p:nvSpPr>
            <p:spPr>
              <a:xfrm>
                <a:off x="12039600" y="32004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28" name="Rectangle 427">
                <a:extLst>
                  <a:ext uri="{FF2B5EF4-FFF2-40B4-BE49-F238E27FC236}">
                    <a16:creationId xmlns:a16="http://schemas.microsoft.com/office/drawing/2014/main" id="{A3353706-2E52-E144-8A63-6273B78CB93E}"/>
                  </a:ext>
                </a:extLst>
              </p:cNvPr>
              <p:cNvSpPr/>
              <p:nvPr userDrawn="1"/>
            </p:nvSpPr>
            <p:spPr>
              <a:xfrm>
                <a:off x="11887200" y="32004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29" name="Rectangle 428">
                <a:extLst>
                  <a:ext uri="{FF2B5EF4-FFF2-40B4-BE49-F238E27FC236}">
                    <a16:creationId xmlns:a16="http://schemas.microsoft.com/office/drawing/2014/main" id="{DE0C3521-EDAC-1A49-8ED8-2DA7FC9C5BC9}"/>
                  </a:ext>
                </a:extLst>
              </p:cNvPr>
              <p:cNvSpPr/>
              <p:nvPr userDrawn="1"/>
            </p:nvSpPr>
            <p:spPr>
              <a:xfrm>
                <a:off x="12039600" y="30480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30" name="Rectangle 429">
                <a:extLst>
                  <a:ext uri="{FF2B5EF4-FFF2-40B4-BE49-F238E27FC236}">
                    <a16:creationId xmlns:a16="http://schemas.microsoft.com/office/drawing/2014/main" id="{1B3C97FD-7422-3B49-9A32-5439ECC9129E}"/>
                  </a:ext>
                </a:extLst>
              </p:cNvPr>
              <p:cNvSpPr/>
              <p:nvPr userDrawn="1"/>
            </p:nvSpPr>
            <p:spPr>
              <a:xfrm>
                <a:off x="11887200" y="30480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22" name="Group 421">
              <a:extLst>
                <a:ext uri="{FF2B5EF4-FFF2-40B4-BE49-F238E27FC236}">
                  <a16:creationId xmlns:a16="http://schemas.microsoft.com/office/drawing/2014/main" id="{13909B4A-16B1-EB41-8EBA-C21C3846E275}"/>
                </a:ext>
              </a:extLst>
            </p:cNvPr>
            <p:cNvGrpSpPr/>
            <p:nvPr userDrawn="1"/>
          </p:nvGrpSpPr>
          <p:grpSpPr>
            <a:xfrm>
              <a:off x="5943600" y="5060956"/>
              <a:ext cx="304800" cy="304800"/>
              <a:chOff x="4748283" y="3386554"/>
              <a:chExt cx="548640" cy="548640"/>
            </a:xfrm>
          </p:grpSpPr>
          <p:sp>
            <p:nvSpPr>
              <p:cNvPr id="423" name="Rectangle 422">
                <a:extLst>
                  <a:ext uri="{FF2B5EF4-FFF2-40B4-BE49-F238E27FC236}">
                    <a16:creationId xmlns:a16="http://schemas.microsoft.com/office/drawing/2014/main" id="{78BBE9C9-671C-F143-A4EA-2DF4B70C6E9E}"/>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24" name="Rectangle 423">
                <a:extLst>
                  <a:ext uri="{FF2B5EF4-FFF2-40B4-BE49-F238E27FC236}">
                    <a16:creationId xmlns:a16="http://schemas.microsoft.com/office/drawing/2014/main" id="{D1572C1F-31B0-A449-AF07-F0C75F9333B5}"/>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25" name="Rectangle 424">
                <a:extLst>
                  <a:ext uri="{FF2B5EF4-FFF2-40B4-BE49-F238E27FC236}">
                    <a16:creationId xmlns:a16="http://schemas.microsoft.com/office/drawing/2014/main" id="{DA2AA3D6-DE7C-1648-95ED-0FDE1A3715AE}"/>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26" name="Rectangle 425">
                <a:extLst>
                  <a:ext uri="{FF2B5EF4-FFF2-40B4-BE49-F238E27FC236}">
                    <a16:creationId xmlns:a16="http://schemas.microsoft.com/office/drawing/2014/main" id="{ED8EFBE5-713C-AE42-B222-0B2BCDBA868C}"/>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grpSp>
        <p:nvGrpSpPr>
          <p:cNvPr id="437" name="Group 436">
            <a:extLst>
              <a:ext uri="{FF2B5EF4-FFF2-40B4-BE49-F238E27FC236}">
                <a16:creationId xmlns:a16="http://schemas.microsoft.com/office/drawing/2014/main" id="{BF14D695-A0CE-114E-8019-2ED18154094C}"/>
              </a:ext>
            </a:extLst>
          </p:cNvPr>
          <p:cNvGrpSpPr/>
          <p:nvPr userDrawn="1"/>
        </p:nvGrpSpPr>
        <p:grpSpPr>
          <a:xfrm>
            <a:off x="0" y="2502576"/>
            <a:ext cx="9144000" cy="228601"/>
            <a:chOff x="0" y="1720842"/>
            <a:chExt cx="12192000" cy="304801"/>
          </a:xfrm>
        </p:grpSpPr>
        <p:grpSp>
          <p:nvGrpSpPr>
            <p:cNvPr id="438" name="Group 437">
              <a:extLst>
                <a:ext uri="{FF2B5EF4-FFF2-40B4-BE49-F238E27FC236}">
                  <a16:creationId xmlns:a16="http://schemas.microsoft.com/office/drawing/2014/main" id="{B258BE61-F68C-6447-A182-49356BB4705F}"/>
                </a:ext>
              </a:extLst>
            </p:cNvPr>
            <p:cNvGrpSpPr/>
            <p:nvPr userDrawn="1"/>
          </p:nvGrpSpPr>
          <p:grpSpPr>
            <a:xfrm>
              <a:off x="152400" y="1720842"/>
              <a:ext cx="11887200" cy="304801"/>
              <a:chOff x="152400" y="1720842"/>
              <a:chExt cx="10226040" cy="304801"/>
            </a:xfrm>
          </p:grpSpPr>
          <p:sp>
            <p:nvSpPr>
              <p:cNvPr id="474" name="Rectangle 473">
                <a:extLst>
                  <a:ext uri="{FF2B5EF4-FFF2-40B4-BE49-F238E27FC236}">
                    <a16:creationId xmlns:a16="http://schemas.microsoft.com/office/drawing/2014/main" id="{2E39ADA9-047C-064C-B38A-58491F27D38A}"/>
                  </a:ext>
                </a:extLst>
              </p:cNvPr>
              <p:cNvSpPr/>
              <p:nvPr userDrawn="1"/>
            </p:nvSpPr>
            <p:spPr>
              <a:xfrm>
                <a:off x="152400" y="1720843"/>
                <a:ext cx="1704340"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5" name="Rectangle 474">
                <a:extLst>
                  <a:ext uri="{FF2B5EF4-FFF2-40B4-BE49-F238E27FC236}">
                    <a16:creationId xmlns:a16="http://schemas.microsoft.com/office/drawing/2014/main" id="{950CBAF9-139A-444A-99D3-8878A71E1230}"/>
                  </a:ext>
                </a:extLst>
              </p:cNvPr>
              <p:cNvSpPr/>
              <p:nvPr userDrawn="1"/>
            </p:nvSpPr>
            <p:spPr>
              <a:xfrm>
                <a:off x="1856740" y="1720842"/>
                <a:ext cx="1704340" cy="304800"/>
              </a:xfrm>
              <a:prstGeom prst="rect">
                <a:avLst/>
              </a:prstGeom>
              <a:solidFill>
                <a:srgbClr val="A5172E">
                  <a:lumMod val="40000"/>
                  <a:lumOff val="6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6" name="Rectangle 475">
                <a:extLst>
                  <a:ext uri="{FF2B5EF4-FFF2-40B4-BE49-F238E27FC236}">
                    <a16:creationId xmlns:a16="http://schemas.microsoft.com/office/drawing/2014/main" id="{B5A13F0A-72FA-0D47-801F-47CA60E80C0C}"/>
                  </a:ext>
                </a:extLst>
              </p:cNvPr>
              <p:cNvSpPr/>
              <p:nvPr userDrawn="1"/>
            </p:nvSpPr>
            <p:spPr>
              <a:xfrm>
                <a:off x="3561080" y="1720842"/>
                <a:ext cx="1704340"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7" name="Rectangle 476">
                <a:extLst>
                  <a:ext uri="{FF2B5EF4-FFF2-40B4-BE49-F238E27FC236}">
                    <a16:creationId xmlns:a16="http://schemas.microsoft.com/office/drawing/2014/main" id="{4FEF358F-4817-F64B-8CC4-0FD0C1FABF29}"/>
                  </a:ext>
                </a:extLst>
              </p:cNvPr>
              <p:cNvSpPr/>
              <p:nvPr userDrawn="1"/>
            </p:nvSpPr>
            <p:spPr>
              <a:xfrm>
                <a:off x="5265420" y="1720842"/>
                <a:ext cx="1704340" cy="304800"/>
              </a:xfrm>
              <a:prstGeom prst="rect">
                <a:avLst/>
              </a:prstGeom>
              <a:solidFill>
                <a:srgbClr val="A5172E">
                  <a:lumMod val="40000"/>
                  <a:lumOff val="6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8" name="Rectangle 477">
                <a:extLst>
                  <a:ext uri="{FF2B5EF4-FFF2-40B4-BE49-F238E27FC236}">
                    <a16:creationId xmlns:a16="http://schemas.microsoft.com/office/drawing/2014/main" id="{EFF11427-1778-1747-93D7-55F0840A0284}"/>
                  </a:ext>
                </a:extLst>
              </p:cNvPr>
              <p:cNvSpPr/>
              <p:nvPr userDrawn="1"/>
            </p:nvSpPr>
            <p:spPr>
              <a:xfrm>
                <a:off x="6969760" y="1720842"/>
                <a:ext cx="1704340" cy="304800"/>
              </a:xfrm>
              <a:prstGeom prst="rect">
                <a:avLst/>
              </a:prstGeom>
              <a:solidFill>
                <a:srgbClr val="A5172E">
                  <a:lumMod val="20000"/>
                  <a:lumOff val="8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9" name="Rectangle 478">
                <a:extLst>
                  <a:ext uri="{FF2B5EF4-FFF2-40B4-BE49-F238E27FC236}">
                    <a16:creationId xmlns:a16="http://schemas.microsoft.com/office/drawing/2014/main" id="{F3D80D4E-21FD-8E4F-BCC2-F182D2FB139B}"/>
                  </a:ext>
                </a:extLst>
              </p:cNvPr>
              <p:cNvSpPr/>
              <p:nvPr userDrawn="1"/>
            </p:nvSpPr>
            <p:spPr>
              <a:xfrm>
                <a:off x="8674100" y="1720842"/>
                <a:ext cx="1704340" cy="304800"/>
              </a:xfrm>
              <a:prstGeom prst="rect">
                <a:avLst/>
              </a:prstGeom>
              <a:solidFill>
                <a:srgbClr val="A5172E">
                  <a:lumMod val="40000"/>
                  <a:lumOff val="6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39" name="Group 438">
              <a:extLst>
                <a:ext uri="{FF2B5EF4-FFF2-40B4-BE49-F238E27FC236}">
                  <a16:creationId xmlns:a16="http://schemas.microsoft.com/office/drawing/2014/main" id="{772AB51C-F49A-0A4A-BA0B-000FC84A5867}"/>
                </a:ext>
              </a:extLst>
            </p:cNvPr>
            <p:cNvGrpSpPr/>
            <p:nvPr userDrawn="1"/>
          </p:nvGrpSpPr>
          <p:grpSpPr>
            <a:xfrm>
              <a:off x="0" y="1720842"/>
              <a:ext cx="304800" cy="304800"/>
              <a:chOff x="4748283" y="3386554"/>
              <a:chExt cx="548640" cy="548640"/>
            </a:xfrm>
          </p:grpSpPr>
          <p:sp>
            <p:nvSpPr>
              <p:cNvPr id="470" name="Rectangle 469">
                <a:extLst>
                  <a:ext uri="{FF2B5EF4-FFF2-40B4-BE49-F238E27FC236}">
                    <a16:creationId xmlns:a16="http://schemas.microsoft.com/office/drawing/2014/main" id="{E4A75E68-C0BB-4840-B07F-1D82C5547F73}"/>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1" name="Rectangle 470">
                <a:extLst>
                  <a:ext uri="{FF2B5EF4-FFF2-40B4-BE49-F238E27FC236}">
                    <a16:creationId xmlns:a16="http://schemas.microsoft.com/office/drawing/2014/main" id="{8DD8EBE3-10D1-3E44-85FC-03439E297582}"/>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2" name="Rectangle 471">
                <a:extLst>
                  <a:ext uri="{FF2B5EF4-FFF2-40B4-BE49-F238E27FC236}">
                    <a16:creationId xmlns:a16="http://schemas.microsoft.com/office/drawing/2014/main" id="{6AEBDBAB-049C-C94F-BA15-670FE7786BB7}"/>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73" name="Rectangle 472">
                <a:extLst>
                  <a:ext uri="{FF2B5EF4-FFF2-40B4-BE49-F238E27FC236}">
                    <a16:creationId xmlns:a16="http://schemas.microsoft.com/office/drawing/2014/main" id="{1839B25E-E114-E34C-A32D-6D7EC38B1EE9}"/>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40" name="Group 439">
              <a:extLst>
                <a:ext uri="{FF2B5EF4-FFF2-40B4-BE49-F238E27FC236}">
                  <a16:creationId xmlns:a16="http://schemas.microsoft.com/office/drawing/2014/main" id="{C4B9E153-27EB-B040-BCE0-309BDB8E8CDA}"/>
                </a:ext>
              </a:extLst>
            </p:cNvPr>
            <p:cNvGrpSpPr/>
            <p:nvPr userDrawn="1"/>
          </p:nvGrpSpPr>
          <p:grpSpPr>
            <a:xfrm>
              <a:off x="11887200" y="1720842"/>
              <a:ext cx="304800" cy="304800"/>
              <a:chOff x="11887200" y="3048000"/>
              <a:chExt cx="304800" cy="304800"/>
            </a:xfrm>
          </p:grpSpPr>
          <p:sp>
            <p:nvSpPr>
              <p:cNvPr id="466" name="Rectangle 465">
                <a:extLst>
                  <a:ext uri="{FF2B5EF4-FFF2-40B4-BE49-F238E27FC236}">
                    <a16:creationId xmlns:a16="http://schemas.microsoft.com/office/drawing/2014/main" id="{A27F3C4E-60C9-0441-BB28-DA297CC18C6B}"/>
                  </a:ext>
                </a:extLst>
              </p:cNvPr>
              <p:cNvSpPr/>
              <p:nvPr userDrawn="1"/>
            </p:nvSpPr>
            <p:spPr>
              <a:xfrm>
                <a:off x="12039600" y="32004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67" name="Rectangle 466">
                <a:extLst>
                  <a:ext uri="{FF2B5EF4-FFF2-40B4-BE49-F238E27FC236}">
                    <a16:creationId xmlns:a16="http://schemas.microsoft.com/office/drawing/2014/main" id="{21B5179C-3F21-4540-9AFE-2D927DFF8388}"/>
                  </a:ext>
                </a:extLst>
              </p:cNvPr>
              <p:cNvSpPr/>
              <p:nvPr userDrawn="1"/>
            </p:nvSpPr>
            <p:spPr>
              <a:xfrm>
                <a:off x="11887200" y="32004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68" name="Rectangle 467">
                <a:extLst>
                  <a:ext uri="{FF2B5EF4-FFF2-40B4-BE49-F238E27FC236}">
                    <a16:creationId xmlns:a16="http://schemas.microsoft.com/office/drawing/2014/main" id="{B81BD9A7-26C8-F74E-81CB-41418ED62A1D}"/>
                  </a:ext>
                </a:extLst>
              </p:cNvPr>
              <p:cNvSpPr/>
              <p:nvPr userDrawn="1"/>
            </p:nvSpPr>
            <p:spPr>
              <a:xfrm>
                <a:off x="12039600" y="3048000"/>
                <a:ext cx="152400" cy="15240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69" name="Rectangle 468">
                <a:extLst>
                  <a:ext uri="{FF2B5EF4-FFF2-40B4-BE49-F238E27FC236}">
                    <a16:creationId xmlns:a16="http://schemas.microsoft.com/office/drawing/2014/main" id="{D9514B8E-A753-2045-AAAA-E16B50514554}"/>
                  </a:ext>
                </a:extLst>
              </p:cNvPr>
              <p:cNvSpPr/>
              <p:nvPr userDrawn="1"/>
            </p:nvSpPr>
            <p:spPr>
              <a:xfrm>
                <a:off x="11887200" y="3048000"/>
                <a:ext cx="152400" cy="15240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41" name="Group 440">
              <a:extLst>
                <a:ext uri="{FF2B5EF4-FFF2-40B4-BE49-F238E27FC236}">
                  <a16:creationId xmlns:a16="http://schemas.microsoft.com/office/drawing/2014/main" id="{ECC44206-FD2E-F94D-9B86-B800910A14FE}"/>
                </a:ext>
              </a:extLst>
            </p:cNvPr>
            <p:cNvGrpSpPr/>
            <p:nvPr userDrawn="1"/>
          </p:nvGrpSpPr>
          <p:grpSpPr>
            <a:xfrm>
              <a:off x="1984915" y="1720842"/>
              <a:ext cx="304800" cy="304800"/>
              <a:chOff x="4748283" y="3386554"/>
              <a:chExt cx="548640" cy="548640"/>
            </a:xfrm>
          </p:grpSpPr>
          <p:sp>
            <p:nvSpPr>
              <p:cNvPr id="462" name="Rectangle 461">
                <a:extLst>
                  <a:ext uri="{FF2B5EF4-FFF2-40B4-BE49-F238E27FC236}">
                    <a16:creationId xmlns:a16="http://schemas.microsoft.com/office/drawing/2014/main" id="{C8BDDAA8-114B-3A4F-958C-920C69378416}"/>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63" name="Rectangle 462">
                <a:extLst>
                  <a:ext uri="{FF2B5EF4-FFF2-40B4-BE49-F238E27FC236}">
                    <a16:creationId xmlns:a16="http://schemas.microsoft.com/office/drawing/2014/main" id="{66EB955B-9466-F243-B786-3F7895B36FE2}"/>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64" name="Rectangle 463">
                <a:extLst>
                  <a:ext uri="{FF2B5EF4-FFF2-40B4-BE49-F238E27FC236}">
                    <a16:creationId xmlns:a16="http://schemas.microsoft.com/office/drawing/2014/main" id="{57AC506A-54E9-7442-9D5A-739F9BC156CE}"/>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65" name="Rectangle 464">
                <a:extLst>
                  <a:ext uri="{FF2B5EF4-FFF2-40B4-BE49-F238E27FC236}">
                    <a16:creationId xmlns:a16="http://schemas.microsoft.com/office/drawing/2014/main" id="{989669EA-D5BB-2749-A33E-897415693EA0}"/>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42" name="Group 441">
              <a:extLst>
                <a:ext uri="{FF2B5EF4-FFF2-40B4-BE49-F238E27FC236}">
                  <a16:creationId xmlns:a16="http://schemas.microsoft.com/office/drawing/2014/main" id="{2BF5526E-DA20-1A47-B1EC-05FCC4F811A6}"/>
                </a:ext>
              </a:extLst>
            </p:cNvPr>
            <p:cNvGrpSpPr/>
            <p:nvPr userDrawn="1"/>
          </p:nvGrpSpPr>
          <p:grpSpPr>
            <a:xfrm>
              <a:off x="3962829" y="1720842"/>
              <a:ext cx="304800" cy="304800"/>
              <a:chOff x="4748283" y="3386554"/>
              <a:chExt cx="548640" cy="548640"/>
            </a:xfrm>
          </p:grpSpPr>
          <p:sp>
            <p:nvSpPr>
              <p:cNvPr id="458" name="Rectangle 457">
                <a:extLst>
                  <a:ext uri="{FF2B5EF4-FFF2-40B4-BE49-F238E27FC236}">
                    <a16:creationId xmlns:a16="http://schemas.microsoft.com/office/drawing/2014/main" id="{C1CA3603-5759-F245-A0BC-7AC94B98ACB3}"/>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59" name="Rectangle 458">
                <a:extLst>
                  <a:ext uri="{FF2B5EF4-FFF2-40B4-BE49-F238E27FC236}">
                    <a16:creationId xmlns:a16="http://schemas.microsoft.com/office/drawing/2014/main" id="{E65062EA-2737-9F4A-AC6D-377AEBB24DA8}"/>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60" name="Rectangle 459">
                <a:extLst>
                  <a:ext uri="{FF2B5EF4-FFF2-40B4-BE49-F238E27FC236}">
                    <a16:creationId xmlns:a16="http://schemas.microsoft.com/office/drawing/2014/main" id="{5EFA2540-BC53-0A4B-818C-23B0B9216130}"/>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61" name="Rectangle 460">
                <a:extLst>
                  <a:ext uri="{FF2B5EF4-FFF2-40B4-BE49-F238E27FC236}">
                    <a16:creationId xmlns:a16="http://schemas.microsoft.com/office/drawing/2014/main" id="{A365443A-BD5B-D543-A1BC-48CD7E25F9B4}"/>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43" name="Group 442">
              <a:extLst>
                <a:ext uri="{FF2B5EF4-FFF2-40B4-BE49-F238E27FC236}">
                  <a16:creationId xmlns:a16="http://schemas.microsoft.com/office/drawing/2014/main" id="{3E69FC19-CB83-6F45-8D1E-A4DC1CCCC32E}"/>
                </a:ext>
              </a:extLst>
            </p:cNvPr>
            <p:cNvGrpSpPr/>
            <p:nvPr userDrawn="1"/>
          </p:nvGrpSpPr>
          <p:grpSpPr>
            <a:xfrm>
              <a:off x="5941695" y="1720842"/>
              <a:ext cx="304800" cy="304800"/>
              <a:chOff x="4748283" y="3386554"/>
              <a:chExt cx="548640" cy="548640"/>
            </a:xfrm>
          </p:grpSpPr>
          <p:sp>
            <p:nvSpPr>
              <p:cNvPr id="454" name="Rectangle 453">
                <a:extLst>
                  <a:ext uri="{FF2B5EF4-FFF2-40B4-BE49-F238E27FC236}">
                    <a16:creationId xmlns:a16="http://schemas.microsoft.com/office/drawing/2014/main" id="{D57A09A4-5C22-CA4B-BB1C-F7672C2AA69A}"/>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55" name="Rectangle 454">
                <a:extLst>
                  <a:ext uri="{FF2B5EF4-FFF2-40B4-BE49-F238E27FC236}">
                    <a16:creationId xmlns:a16="http://schemas.microsoft.com/office/drawing/2014/main" id="{17C22FAC-AC42-6E43-ACA2-58810E6D49CC}"/>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56" name="Rectangle 455">
                <a:extLst>
                  <a:ext uri="{FF2B5EF4-FFF2-40B4-BE49-F238E27FC236}">
                    <a16:creationId xmlns:a16="http://schemas.microsoft.com/office/drawing/2014/main" id="{5E375788-6501-DC47-A513-CA1940784EF3}"/>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57" name="Rectangle 456">
                <a:extLst>
                  <a:ext uri="{FF2B5EF4-FFF2-40B4-BE49-F238E27FC236}">
                    <a16:creationId xmlns:a16="http://schemas.microsoft.com/office/drawing/2014/main" id="{EDD8D43C-CFFB-4247-9B73-EFA60807FF1B}"/>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44" name="Group 443">
              <a:extLst>
                <a:ext uri="{FF2B5EF4-FFF2-40B4-BE49-F238E27FC236}">
                  <a16:creationId xmlns:a16="http://schemas.microsoft.com/office/drawing/2014/main" id="{88078022-BDD1-E941-A76D-8B2EA55DF35C}"/>
                </a:ext>
              </a:extLst>
            </p:cNvPr>
            <p:cNvGrpSpPr/>
            <p:nvPr userDrawn="1"/>
          </p:nvGrpSpPr>
          <p:grpSpPr>
            <a:xfrm>
              <a:off x="7925379" y="1720842"/>
              <a:ext cx="304800" cy="304800"/>
              <a:chOff x="4748283" y="3386554"/>
              <a:chExt cx="548640" cy="548640"/>
            </a:xfrm>
          </p:grpSpPr>
          <p:sp>
            <p:nvSpPr>
              <p:cNvPr id="450" name="Rectangle 449">
                <a:extLst>
                  <a:ext uri="{FF2B5EF4-FFF2-40B4-BE49-F238E27FC236}">
                    <a16:creationId xmlns:a16="http://schemas.microsoft.com/office/drawing/2014/main" id="{46CFF03B-0578-744C-B497-C6A70789806B}"/>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51" name="Rectangle 450">
                <a:extLst>
                  <a:ext uri="{FF2B5EF4-FFF2-40B4-BE49-F238E27FC236}">
                    <a16:creationId xmlns:a16="http://schemas.microsoft.com/office/drawing/2014/main" id="{E832363E-13BD-AE41-B338-5CE369511D0E}"/>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52" name="Rectangle 451">
                <a:extLst>
                  <a:ext uri="{FF2B5EF4-FFF2-40B4-BE49-F238E27FC236}">
                    <a16:creationId xmlns:a16="http://schemas.microsoft.com/office/drawing/2014/main" id="{7F3C2F47-5852-FE46-A6B8-0240E7FB37E8}"/>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53" name="Rectangle 452">
                <a:extLst>
                  <a:ext uri="{FF2B5EF4-FFF2-40B4-BE49-F238E27FC236}">
                    <a16:creationId xmlns:a16="http://schemas.microsoft.com/office/drawing/2014/main" id="{62234A22-B732-8643-8B93-EDA7BEDDA589}"/>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nvGrpSpPr>
            <p:cNvPr id="445" name="Group 444">
              <a:extLst>
                <a:ext uri="{FF2B5EF4-FFF2-40B4-BE49-F238E27FC236}">
                  <a16:creationId xmlns:a16="http://schemas.microsoft.com/office/drawing/2014/main" id="{3B83FBB8-0104-2A44-B8DB-E77F2800533E}"/>
                </a:ext>
              </a:extLst>
            </p:cNvPr>
            <p:cNvGrpSpPr/>
            <p:nvPr userDrawn="1"/>
          </p:nvGrpSpPr>
          <p:grpSpPr>
            <a:xfrm>
              <a:off x="9906579" y="1720842"/>
              <a:ext cx="304800" cy="304800"/>
              <a:chOff x="4748283" y="3386554"/>
              <a:chExt cx="548640" cy="548640"/>
            </a:xfrm>
          </p:grpSpPr>
          <p:sp>
            <p:nvSpPr>
              <p:cNvPr id="446" name="Rectangle 445">
                <a:extLst>
                  <a:ext uri="{FF2B5EF4-FFF2-40B4-BE49-F238E27FC236}">
                    <a16:creationId xmlns:a16="http://schemas.microsoft.com/office/drawing/2014/main" id="{41E071DB-0DDA-B34C-AB39-A3E6C3A412DA}"/>
                  </a:ext>
                </a:extLst>
              </p:cNvPr>
              <p:cNvSpPr/>
              <p:nvPr userDrawn="1"/>
            </p:nvSpPr>
            <p:spPr>
              <a:xfrm>
                <a:off x="5022603" y="366087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47" name="Rectangle 446">
                <a:extLst>
                  <a:ext uri="{FF2B5EF4-FFF2-40B4-BE49-F238E27FC236}">
                    <a16:creationId xmlns:a16="http://schemas.microsoft.com/office/drawing/2014/main" id="{4B7E35A1-132C-754F-950B-7CBCB087D913}"/>
                  </a:ext>
                </a:extLst>
              </p:cNvPr>
              <p:cNvSpPr/>
              <p:nvPr userDrawn="1"/>
            </p:nvSpPr>
            <p:spPr>
              <a:xfrm>
                <a:off x="4748283" y="366087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48" name="Rectangle 447">
                <a:extLst>
                  <a:ext uri="{FF2B5EF4-FFF2-40B4-BE49-F238E27FC236}">
                    <a16:creationId xmlns:a16="http://schemas.microsoft.com/office/drawing/2014/main" id="{20745239-C123-C44A-BB88-8EB50EDE843F}"/>
                  </a:ext>
                </a:extLst>
              </p:cNvPr>
              <p:cNvSpPr/>
              <p:nvPr userDrawn="1"/>
            </p:nvSpPr>
            <p:spPr>
              <a:xfrm>
                <a:off x="5022603" y="3386554"/>
                <a:ext cx="274320" cy="274320"/>
              </a:xfrm>
              <a:prstGeom prst="rect">
                <a:avLst/>
              </a:prstGeom>
              <a:solidFill>
                <a:srgbClr val="A5172E">
                  <a:lumMod val="75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49" name="Rectangle 448">
                <a:extLst>
                  <a:ext uri="{FF2B5EF4-FFF2-40B4-BE49-F238E27FC236}">
                    <a16:creationId xmlns:a16="http://schemas.microsoft.com/office/drawing/2014/main" id="{55EBCF78-5308-C540-ABE3-CAF92FF8F600}"/>
                  </a:ext>
                </a:extLst>
              </p:cNvPr>
              <p:cNvSpPr/>
              <p:nvPr userDrawn="1"/>
            </p:nvSpPr>
            <p:spPr>
              <a:xfrm>
                <a:off x="4748283" y="3386554"/>
                <a:ext cx="274320" cy="274320"/>
              </a:xfrm>
              <a:prstGeom prst="rect">
                <a:avLst/>
              </a:prstGeom>
              <a:solidFill>
                <a:srgbClr val="A5172E">
                  <a:lumMod val="50000"/>
                </a:srgbClr>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Arial" panose="020B0604020202020204"/>
                  <a:ea typeface="+mn-ea"/>
                  <a:cs typeface="+mn-cs"/>
                </a:endParaRPr>
              </a:p>
            </p:txBody>
          </p:sp>
        </p:grpSp>
      </p:grpSp>
      <p:sp>
        <p:nvSpPr>
          <p:cNvPr id="480" name="TextBox 479">
            <a:extLst>
              <a:ext uri="{FF2B5EF4-FFF2-40B4-BE49-F238E27FC236}">
                <a16:creationId xmlns:a16="http://schemas.microsoft.com/office/drawing/2014/main" id="{342D7EB4-B12F-644A-9E0A-98B8EF09117E}"/>
              </a:ext>
            </a:extLst>
          </p:cNvPr>
          <p:cNvSpPr txBox="1"/>
          <p:nvPr userDrawn="1"/>
        </p:nvSpPr>
        <p:spPr>
          <a:xfrm>
            <a:off x="228600" y="2345166"/>
            <a:ext cx="468077" cy="138499"/>
          </a:xfrm>
          <a:prstGeom prst="rect">
            <a:avLst/>
          </a:prstGeom>
          <a:noFill/>
        </p:spPr>
        <p:txBody>
          <a:bodyPr wrap="none" lIns="0" tIns="0" rIns="0" bIns="0"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6 column</a:t>
            </a:r>
          </a:p>
        </p:txBody>
      </p:sp>
      <p:sp>
        <p:nvSpPr>
          <p:cNvPr id="481" name="TextBox 480">
            <a:extLst>
              <a:ext uri="{FF2B5EF4-FFF2-40B4-BE49-F238E27FC236}">
                <a16:creationId xmlns:a16="http://schemas.microsoft.com/office/drawing/2014/main" id="{7056B7B5-7702-9842-8ACC-189B0B1EC818}"/>
              </a:ext>
            </a:extLst>
          </p:cNvPr>
          <p:cNvSpPr txBox="1"/>
          <p:nvPr userDrawn="1"/>
        </p:nvSpPr>
        <p:spPr>
          <a:xfrm>
            <a:off x="228600" y="2867335"/>
            <a:ext cx="468077" cy="138499"/>
          </a:xfrm>
          <a:prstGeom prst="rect">
            <a:avLst/>
          </a:prstGeom>
          <a:noFill/>
        </p:spPr>
        <p:txBody>
          <a:bodyPr wrap="none" lIns="0" tIns="0" rIns="0" bIns="0"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5 column</a:t>
            </a:r>
          </a:p>
        </p:txBody>
      </p:sp>
      <p:sp>
        <p:nvSpPr>
          <p:cNvPr id="482" name="TextBox 481">
            <a:extLst>
              <a:ext uri="{FF2B5EF4-FFF2-40B4-BE49-F238E27FC236}">
                <a16:creationId xmlns:a16="http://schemas.microsoft.com/office/drawing/2014/main" id="{86211BCB-2DF9-6644-8DCD-BC5B31A507D4}"/>
              </a:ext>
            </a:extLst>
          </p:cNvPr>
          <p:cNvSpPr txBox="1"/>
          <p:nvPr userDrawn="1"/>
        </p:nvSpPr>
        <p:spPr>
          <a:xfrm>
            <a:off x="228600" y="3342468"/>
            <a:ext cx="468077" cy="138499"/>
          </a:xfrm>
          <a:prstGeom prst="rect">
            <a:avLst/>
          </a:prstGeom>
          <a:noFill/>
        </p:spPr>
        <p:txBody>
          <a:bodyPr wrap="none" lIns="0" tIns="0" rIns="0" bIns="0"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4 column</a:t>
            </a:r>
          </a:p>
        </p:txBody>
      </p:sp>
      <p:sp>
        <p:nvSpPr>
          <p:cNvPr id="483" name="TextBox 482">
            <a:extLst>
              <a:ext uri="{FF2B5EF4-FFF2-40B4-BE49-F238E27FC236}">
                <a16:creationId xmlns:a16="http://schemas.microsoft.com/office/drawing/2014/main" id="{480A6B41-B33C-4544-AA80-B05EA7E4F5F8}"/>
              </a:ext>
            </a:extLst>
          </p:cNvPr>
          <p:cNvSpPr txBox="1"/>
          <p:nvPr userDrawn="1"/>
        </p:nvSpPr>
        <p:spPr>
          <a:xfrm>
            <a:off x="228600" y="3821179"/>
            <a:ext cx="468077" cy="138499"/>
          </a:xfrm>
          <a:prstGeom prst="rect">
            <a:avLst/>
          </a:prstGeom>
          <a:noFill/>
        </p:spPr>
        <p:txBody>
          <a:bodyPr wrap="none" lIns="0" tIns="0" rIns="0" bIns="0"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3 column</a:t>
            </a:r>
          </a:p>
        </p:txBody>
      </p:sp>
      <p:sp>
        <p:nvSpPr>
          <p:cNvPr id="484" name="TextBox 483">
            <a:extLst>
              <a:ext uri="{FF2B5EF4-FFF2-40B4-BE49-F238E27FC236}">
                <a16:creationId xmlns:a16="http://schemas.microsoft.com/office/drawing/2014/main" id="{29F7A788-CE98-6246-ADB3-ACDB5AD10573}"/>
              </a:ext>
            </a:extLst>
          </p:cNvPr>
          <p:cNvSpPr txBox="1"/>
          <p:nvPr userDrawn="1"/>
        </p:nvSpPr>
        <p:spPr>
          <a:xfrm>
            <a:off x="228600" y="4313495"/>
            <a:ext cx="468077" cy="138499"/>
          </a:xfrm>
          <a:prstGeom prst="rect">
            <a:avLst/>
          </a:prstGeom>
          <a:noFill/>
        </p:spPr>
        <p:txBody>
          <a:bodyPr wrap="none" lIns="0" tIns="0" rIns="0" bIns="0" rtlCol="0">
            <a:spAutoFit/>
          </a:bodyPr>
          <a:lstStyle/>
          <a:p>
            <a:pPr marL="0" marR="0" lvl="0" indent="0" defTabSz="6858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2 column</a:t>
            </a:r>
          </a:p>
        </p:txBody>
      </p:sp>
      <p:sp>
        <p:nvSpPr>
          <p:cNvPr id="164" name="Slide Number Placeholder 2">
            <a:extLst>
              <a:ext uri="{FF2B5EF4-FFF2-40B4-BE49-F238E27FC236}">
                <a16:creationId xmlns:a16="http://schemas.microsoft.com/office/drawing/2014/main" id="{F03B75DB-F93B-BB4A-88B7-BC503665EB12}"/>
              </a:ext>
            </a:extLst>
          </p:cNvPr>
          <p:cNvSpPr>
            <a:spLocks noGrp="1"/>
          </p:cNvSpPr>
          <p:nvPr>
            <p:ph type="sldNum" sz="quarter" idx="10"/>
          </p:nvPr>
        </p:nvSpPr>
        <p:spPr>
          <a:xfrm>
            <a:off x="1" y="4914901"/>
            <a:ext cx="228599" cy="228599"/>
          </a:xfrm>
        </p:spPr>
        <p:txBody>
          <a:bodyPr/>
          <a:lstStyle/>
          <a:p>
            <a:fld id="{89006F1E-66CD-4A4B-9370-B4A3080F0E6C}" type="slidenum">
              <a:rPr lang="en-US" smtClean="0"/>
              <a:pPr/>
              <a:t>‹#›</a:t>
            </a:fld>
            <a:endParaRPr lang="en-US"/>
          </a:p>
        </p:txBody>
      </p:sp>
      <p:sp>
        <p:nvSpPr>
          <p:cNvPr id="165" name="Footer Placeholder 1">
            <a:extLst>
              <a:ext uri="{FF2B5EF4-FFF2-40B4-BE49-F238E27FC236}">
                <a16:creationId xmlns:a16="http://schemas.microsoft.com/office/drawing/2014/main" id="{32024396-8CE7-064A-913E-52749C1A59C6}"/>
              </a:ext>
            </a:extLst>
          </p:cNvPr>
          <p:cNvSpPr>
            <a:spLocks noGrp="1"/>
          </p:cNvSpPr>
          <p:nvPr>
            <p:ph type="ftr" sz="quarter" idx="14"/>
          </p:nvPr>
        </p:nvSpPr>
        <p:spPr>
          <a:xfrm>
            <a:off x="228600" y="4914901"/>
            <a:ext cx="4343401" cy="228600"/>
          </a:xfrm>
          <a:prstGeom prst="rect">
            <a:avLst/>
          </a:prstGeom>
        </p:spPr>
        <p:txBody>
          <a:bodyPr/>
          <a:lstStyle>
            <a:lvl1pPr>
              <a:defRPr>
                <a:solidFill>
                  <a:schemeClr val="accent5"/>
                </a:solidFill>
              </a:defRPr>
            </a:lvl1pPr>
          </a:lstStyle>
          <a:p>
            <a:r>
              <a:rPr lang="en-US">
                <a:ea typeface="MS PGothic" panose="020B0600070205080204" pitchFamily="34" charset="-128"/>
              </a:rPr>
              <a:t>Proprietary &amp; Confidential |  03 Jun 2024</a:t>
            </a:r>
          </a:p>
        </p:txBody>
      </p:sp>
      <p:grpSp>
        <p:nvGrpSpPr>
          <p:cNvPr id="12" name="Group 11">
            <a:extLst>
              <a:ext uri="{FF2B5EF4-FFF2-40B4-BE49-F238E27FC236}">
                <a16:creationId xmlns:a16="http://schemas.microsoft.com/office/drawing/2014/main" id="{6F86E547-682A-6B4F-B0EC-65D336F3A540}"/>
              </a:ext>
            </a:extLst>
          </p:cNvPr>
          <p:cNvGrpSpPr/>
          <p:nvPr userDrawn="1"/>
        </p:nvGrpSpPr>
        <p:grpSpPr>
          <a:xfrm>
            <a:off x="225170" y="657226"/>
            <a:ext cx="8690229" cy="4257674"/>
            <a:chOff x="300227" y="876301"/>
            <a:chExt cx="11586972" cy="5676899"/>
          </a:xfrm>
        </p:grpSpPr>
        <p:sp>
          <p:nvSpPr>
            <p:cNvPr id="3" name="Rectangle 2">
              <a:extLst>
                <a:ext uri="{FF2B5EF4-FFF2-40B4-BE49-F238E27FC236}">
                  <a16:creationId xmlns:a16="http://schemas.microsoft.com/office/drawing/2014/main" id="{8EE04DA2-78B1-A642-A2C2-0873783B7B9C}"/>
                </a:ext>
              </a:extLst>
            </p:cNvPr>
            <p:cNvSpPr/>
            <p:nvPr userDrawn="1"/>
          </p:nvSpPr>
          <p:spPr>
            <a:xfrm>
              <a:off x="300227" y="876301"/>
              <a:ext cx="11586972" cy="5676899"/>
            </a:xfrm>
            <a:prstGeom prst="rect">
              <a:avLst/>
            </a:prstGeom>
            <a:noFill/>
            <a:ln>
              <a:solidFill>
                <a:schemeClr val="accent5">
                  <a:lumMod val="60000"/>
                  <a:lumOff val="40000"/>
                </a:schemeClr>
              </a:solidFill>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050"/>
            </a:p>
          </p:txBody>
        </p:sp>
        <p:cxnSp>
          <p:nvCxnSpPr>
            <p:cNvPr id="5" name="Straight Arrow Connector 4">
              <a:extLst>
                <a:ext uri="{FF2B5EF4-FFF2-40B4-BE49-F238E27FC236}">
                  <a16:creationId xmlns:a16="http://schemas.microsoft.com/office/drawing/2014/main" id="{73EED049-4AD2-0B49-BBEA-A4247ECC89A5}"/>
                </a:ext>
              </a:extLst>
            </p:cNvPr>
            <p:cNvCxnSpPr/>
            <p:nvPr userDrawn="1"/>
          </p:nvCxnSpPr>
          <p:spPr>
            <a:xfrm>
              <a:off x="474651" y="876301"/>
              <a:ext cx="0" cy="174504"/>
            </a:xfrm>
            <a:prstGeom prst="straightConnector1">
              <a:avLst/>
            </a:prstGeom>
            <a:ln w="12700">
              <a:solidFill>
                <a:schemeClr val="accent5"/>
              </a:solidFill>
              <a:tailEnd type="arrow"/>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1BA01FDD-B887-5D48-9BCC-AB3E59DA8C44}"/>
                </a:ext>
              </a:extLst>
            </p:cNvPr>
            <p:cNvSpPr txBox="1"/>
            <p:nvPr userDrawn="1"/>
          </p:nvSpPr>
          <p:spPr>
            <a:xfrm>
              <a:off x="579276" y="905884"/>
              <a:ext cx="3517997" cy="174504"/>
            </a:xfrm>
            <a:prstGeom prst="rect">
              <a:avLst/>
            </a:prstGeom>
            <a:noFill/>
          </p:spPr>
          <p:txBody>
            <a:bodyPr wrap="none" lIns="0" tIns="0" rIns="0" bIns="0" rtlCol="0">
              <a:normAutofit/>
            </a:bodyPr>
            <a:lstStyle/>
            <a:p>
              <a:pPr marL="0" indent="0" algn="l" defTabSz="685800">
                <a:lnSpc>
                  <a:spcPct val="120000"/>
                </a:lnSpc>
                <a:spcBef>
                  <a:spcPts val="150"/>
                </a:spcBef>
                <a:buClr>
                  <a:schemeClr val="tx2"/>
                </a:buClr>
                <a:buSzPct val="100000"/>
                <a:buFont typeface="Arial" panose="020B0604020202020204" pitchFamily="34" charset="0"/>
                <a:buNone/>
              </a:pPr>
              <a:r>
                <a:rPr lang="en-US" sz="788"/>
                <a:t>Safe zone</a:t>
              </a:r>
            </a:p>
          </p:txBody>
        </p:sp>
        <p:cxnSp>
          <p:nvCxnSpPr>
            <p:cNvPr id="171" name="Straight Arrow Connector 170">
              <a:extLst>
                <a:ext uri="{FF2B5EF4-FFF2-40B4-BE49-F238E27FC236}">
                  <a16:creationId xmlns:a16="http://schemas.microsoft.com/office/drawing/2014/main" id="{9BD67516-3606-FF42-BF2C-613E58799753}"/>
                </a:ext>
              </a:extLst>
            </p:cNvPr>
            <p:cNvCxnSpPr/>
            <p:nvPr userDrawn="1"/>
          </p:nvCxnSpPr>
          <p:spPr>
            <a:xfrm>
              <a:off x="474651" y="1455311"/>
              <a:ext cx="0" cy="174504"/>
            </a:xfrm>
            <a:prstGeom prst="straightConnector1">
              <a:avLst/>
            </a:prstGeom>
            <a:ln w="12700">
              <a:solidFill>
                <a:schemeClr val="accent5"/>
              </a:solidFill>
              <a:tailEnd type="arrow"/>
            </a:ln>
          </p:spPr>
          <p:style>
            <a:lnRef idx="1">
              <a:schemeClr val="accent1"/>
            </a:lnRef>
            <a:fillRef idx="0">
              <a:schemeClr val="accent1"/>
            </a:fillRef>
            <a:effectRef idx="0">
              <a:schemeClr val="accent1"/>
            </a:effectRef>
            <a:fontRef idx="minor">
              <a:schemeClr val="tx1"/>
            </a:fontRef>
          </p:style>
        </p:cxnSp>
        <p:sp>
          <p:nvSpPr>
            <p:cNvPr id="172" name="TextBox 171">
              <a:extLst>
                <a:ext uri="{FF2B5EF4-FFF2-40B4-BE49-F238E27FC236}">
                  <a16:creationId xmlns:a16="http://schemas.microsoft.com/office/drawing/2014/main" id="{4E864EDE-9D5F-984C-A44E-2B8534B762A2}"/>
                </a:ext>
              </a:extLst>
            </p:cNvPr>
            <p:cNvSpPr txBox="1"/>
            <p:nvPr userDrawn="1"/>
          </p:nvSpPr>
          <p:spPr>
            <a:xfrm>
              <a:off x="579276" y="1484894"/>
              <a:ext cx="3517997" cy="174504"/>
            </a:xfrm>
            <a:prstGeom prst="rect">
              <a:avLst/>
            </a:prstGeom>
            <a:noFill/>
          </p:spPr>
          <p:txBody>
            <a:bodyPr wrap="none" lIns="0" tIns="0" rIns="0" bIns="0" rtlCol="0">
              <a:normAutofit/>
            </a:bodyPr>
            <a:lstStyle/>
            <a:p>
              <a:pPr marL="0" indent="0" algn="l" defTabSz="685800">
                <a:lnSpc>
                  <a:spcPct val="120000"/>
                </a:lnSpc>
                <a:spcBef>
                  <a:spcPts val="150"/>
                </a:spcBef>
                <a:buClr>
                  <a:schemeClr val="tx2"/>
                </a:buClr>
                <a:buSzPct val="100000"/>
                <a:buFont typeface="Arial" panose="020B0604020202020204" pitchFamily="34" charset="0"/>
                <a:buNone/>
              </a:pPr>
              <a:r>
                <a:rPr lang="en-US" sz="788"/>
                <a:t>Safe zone with sub-title</a:t>
              </a:r>
            </a:p>
          </p:txBody>
        </p:sp>
        <p:cxnSp>
          <p:nvCxnSpPr>
            <p:cNvPr id="8" name="Straight Connector 7">
              <a:extLst>
                <a:ext uri="{FF2B5EF4-FFF2-40B4-BE49-F238E27FC236}">
                  <a16:creationId xmlns:a16="http://schemas.microsoft.com/office/drawing/2014/main" id="{11BD3366-59E4-7A48-9F82-4F24D0C736CB}"/>
                </a:ext>
              </a:extLst>
            </p:cNvPr>
            <p:cNvCxnSpPr>
              <a:cxnSpLocks/>
            </p:cNvCxnSpPr>
            <p:nvPr userDrawn="1"/>
          </p:nvCxnSpPr>
          <p:spPr>
            <a:xfrm>
              <a:off x="300227" y="1455311"/>
              <a:ext cx="11586972" cy="0"/>
            </a:xfrm>
            <a:prstGeom prst="line">
              <a:avLst/>
            </a:prstGeom>
            <a:noFill/>
            <a:ln>
              <a:solidFill>
                <a:schemeClr val="accent5">
                  <a:lumMod val="60000"/>
                  <a:lumOff val="40000"/>
                </a:schemeClr>
              </a:solidFill>
              <a:prstDash val="dash"/>
            </a:ln>
          </p:spPr>
          <p:style>
            <a:lnRef idx="2">
              <a:schemeClr val="accent6"/>
            </a:lnRef>
            <a:fillRef idx="1">
              <a:schemeClr val="lt1"/>
            </a:fillRef>
            <a:effectRef idx="0">
              <a:schemeClr val="accent6"/>
            </a:effectRef>
            <a:fontRef idx="minor">
              <a:schemeClr val="dk1"/>
            </a:fontRef>
          </p:style>
        </p:cxnSp>
      </p:grpSp>
      <p:grpSp>
        <p:nvGrpSpPr>
          <p:cNvPr id="16" name="Group 15">
            <a:extLst>
              <a:ext uri="{FF2B5EF4-FFF2-40B4-BE49-F238E27FC236}">
                <a16:creationId xmlns:a16="http://schemas.microsoft.com/office/drawing/2014/main" id="{69B2DC8A-7A6F-9644-8D71-F808322A48E6}"/>
              </a:ext>
            </a:extLst>
          </p:cNvPr>
          <p:cNvGrpSpPr/>
          <p:nvPr userDrawn="1"/>
        </p:nvGrpSpPr>
        <p:grpSpPr>
          <a:xfrm>
            <a:off x="1562987" y="1188055"/>
            <a:ext cx="6018028" cy="1221044"/>
            <a:chOff x="2105247" y="1591161"/>
            <a:chExt cx="8024037" cy="1628059"/>
          </a:xfrm>
        </p:grpSpPr>
        <p:pic>
          <p:nvPicPr>
            <p:cNvPr id="180" name="Picture 179">
              <a:extLst>
                <a:ext uri="{FF2B5EF4-FFF2-40B4-BE49-F238E27FC236}">
                  <a16:creationId xmlns:a16="http://schemas.microsoft.com/office/drawing/2014/main" id="{7DE60FB9-62FE-9C46-B40B-0229DBC6F0D9}"/>
                </a:ext>
              </a:extLst>
            </p:cNvPr>
            <p:cNvPicPr>
              <a:picLocks noChangeAspect="1"/>
            </p:cNvPicPr>
            <p:nvPr userDrawn="1"/>
          </p:nvPicPr>
          <p:blipFill>
            <a:blip r:embed="rId2" cstate="screen">
              <a:duotone>
                <a:prstClr val="black"/>
                <a:schemeClr val="accent5">
                  <a:tint val="45000"/>
                  <a:satMod val="400000"/>
                </a:schemeClr>
              </a:duotone>
              <a:extLst>
                <a:ext uri="{28A0092B-C50C-407E-A947-70E740481C1C}">
                  <a14:useLocalDpi xmlns:a14="http://schemas.microsoft.com/office/drawing/2010/main"/>
                </a:ext>
              </a:extLst>
            </a:blip>
            <a:stretch>
              <a:fillRect/>
            </a:stretch>
          </p:blipFill>
          <p:spPr>
            <a:xfrm>
              <a:off x="3874331" y="1591161"/>
              <a:ext cx="4443338" cy="1542319"/>
            </a:xfrm>
            <a:prstGeom prst="rect">
              <a:avLst/>
            </a:prstGeom>
          </p:spPr>
        </p:pic>
        <p:sp>
          <p:nvSpPr>
            <p:cNvPr id="179" name="Parallelogram 178">
              <a:extLst>
                <a:ext uri="{FF2B5EF4-FFF2-40B4-BE49-F238E27FC236}">
                  <a16:creationId xmlns:a16="http://schemas.microsoft.com/office/drawing/2014/main" id="{C604ECB2-C049-5D43-9BEB-15DEE7EE1A1E}"/>
                </a:ext>
              </a:extLst>
            </p:cNvPr>
            <p:cNvSpPr>
              <a:spLocks/>
            </p:cNvSpPr>
            <p:nvPr userDrawn="1"/>
          </p:nvSpPr>
          <p:spPr bwMode="auto">
            <a:xfrm>
              <a:off x="2105247" y="1611455"/>
              <a:ext cx="8024037" cy="1607765"/>
            </a:xfrm>
            <a:prstGeom prst="parallelogram">
              <a:avLst>
                <a:gd name="adj" fmla="val 31844"/>
              </a:avLst>
            </a:prstGeom>
            <a:noFill/>
            <a:ln w="6350" cap="flat" cmpd="sng" algn="ctr">
              <a:solidFill>
                <a:schemeClr val="accent5">
                  <a:lumMod val="60000"/>
                  <a:lumOff val="4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685800" eaLnBrk="0" fontAlgn="base" hangingPunct="0">
                <a:spcBef>
                  <a:spcPct val="0"/>
                </a:spcBef>
                <a:spcAft>
                  <a:spcPct val="0"/>
                </a:spcAft>
              </a:pPr>
              <a:r>
                <a:rPr lang="en-US" sz="1350">
                  <a:latin typeface="Arial" pitchFamily="124" charset="0"/>
                </a:rPr>
                <a:t>     </a:t>
              </a:r>
            </a:p>
          </p:txBody>
        </p:sp>
        <p:cxnSp>
          <p:nvCxnSpPr>
            <p:cNvPr id="14" name="Straight Connector 13">
              <a:extLst>
                <a:ext uri="{FF2B5EF4-FFF2-40B4-BE49-F238E27FC236}">
                  <a16:creationId xmlns:a16="http://schemas.microsoft.com/office/drawing/2014/main" id="{995298F5-F7FE-A248-809C-3B79A412B130}"/>
                </a:ext>
              </a:extLst>
            </p:cNvPr>
            <p:cNvCxnSpPr/>
            <p:nvPr userDrawn="1"/>
          </p:nvCxnSpPr>
          <p:spPr>
            <a:xfrm flipV="1">
              <a:off x="6265284" y="1611455"/>
              <a:ext cx="516531" cy="1607765"/>
            </a:xfrm>
            <a:prstGeom prst="line">
              <a:avLst/>
            </a:prstGeom>
            <a:noFill/>
            <a:ln w="6350" cap="flat" cmpd="sng" algn="ctr">
              <a:solidFill>
                <a:schemeClr val="accent5">
                  <a:lumMod val="60000"/>
                  <a:lumOff val="40000"/>
                </a:schemeClr>
              </a:solidFill>
              <a:prstDash val="solid"/>
              <a:round/>
              <a:headEnd type="none" w="med" len="med"/>
              <a:tailEnd type="none" w="med" len="med"/>
            </a:ln>
            <a:effectLst/>
          </p:spPr>
        </p:cxnSp>
        <p:sp>
          <p:nvSpPr>
            <p:cNvPr id="186" name="TextBox 185">
              <a:extLst>
                <a:ext uri="{FF2B5EF4-FFF2-40B4-BE49-F238E27FC236}">
                  <a16:creationId xmlns:a16="http://schemas.microsoft.com/office/drawing/2014/main" id="{2E915A16-BE94-8648-888A-1C89BAA886EB}"/>
                </a:ext>
              </a:extLst>
            </p:cNvPr>
            <p:cNvSpPr txBox="1"/>
            <p:nvPr userDrawn="1"/>
          </p:nvSpPr>
          <p:spPr>
            <a:xfrm>
              <a:off x="2682698" y="2296374"/>
              <a:ext cx="873729" cy="174504"/>
            </a:xfrm>
            <a:prstGeom prst="rect">
              <a:avLst/>
            </a:prstGeom>
            <a:noFill/>
          </p:spPr>
          <p:txBody>
            <a:bodyPr wrap="none" lIns="0" tIns="0" rIns="0" bIns="0" rtlCol="0">
              <a:normAutofit/>
            </a:bodyPr>
            <a:lstStyle/>
            <a:p>
              <a:pPr marL="0" indent="0" algn="ctr" defTabSz="685800">
                <a:lnSpc>
                  <a:spcPct val="120000"/>
                </a:lnSpc>
                <a:spcBef>
                  <a:spcPts val="150"/>
                </a:spcBef>
                <a:buClr>
                  <a:schemeClr val="tx2"/>
                </a:buClr>
                <a:buSzPct val="100000"/>
                <a:buFont typeface="Arial" panose="020B0604020202020204" pitchFamily="34" charset="0"/>
                <a:buNone/>
              </a:pPr>
              <a:r>
                <a:rPr lang="en-US" sz="788"/>
                <a:t>Angle Guide</a:t>
              </a:r>
            </a:p>
          </p:txBody>
        </p:sp>
        <p:sp>
          <p:nvSpPr>
            <p:cNvPr id="187" name="TextBox 186">
              <a:extLst>
                <a:ext uri="{FF2B5EF4-FFF2-40B4-BE49-F238E27FC236}">
                  <a16:creationId xmlns:a16="http://schemas.microsoft.com/office/drawing/2014/main" id="{E5BD1D51-69A2-4F40-9366-6263E56C9410}"/>
                </a:ext>
              </a:extLst>
            </p:cNvPr>
            <p:cNvSpPr txBox="1"/>
            <p:nvPr userDrawn="1"/>
          </p:nvSpPr>
          <p:spPr>
            <a:xfrm>
              <a:off x="8580213" y="2296374"/>
              <a:ext cx="873729" cy="174504"/>
            </a:xfrm>
            <a:prstGeom prst="rect">
              <a:avLst/>
            </a:prstGeom>
            <a:noFill/>
          </p:spPr>
          <p:txBody>
            <a:bodyPr wrap="none" lIns="0" tIns="0" rIns="0" bIns="0" rtlCol="0">
              <a:normAutofit/>
            </a:bodyPr>
            <a:lstStyle/>
            <a:p>
              <a:pPr marL="0" indent="0" algn="ctr" defTabSz="685800">
                <a:lnSpc>
                  <a:spcPct val="120000"/>
                </a:lnSpc>
                <a:spcBef>
                  <a:spcPts val="150"/>
                </a:spcBef>
                <a:buClr>
                  <a:schemeClr val="tx2"/>
                </a:buClr>
                <a:buSzPct val="100000"/>
                <a:buFont typeface="Arial" panose="020B0604020202020204" pitchFamily="34" charset="0"/>
                <a:buNone/>
              </a:pPr>
              <a:r>
                <a:rPr lang="en-US" sz="788"/>
                <a:t>Angle Guide</a:t>
              </a:r>
            </a:p>
          </p:txBody>
        </p:sp>
        <p:cxnSp>
          <p:nvCxnSpPr>
            <p:cNvPr id="189" name="Straight Connector 188">
              <a:extLst>
                <a:ext uri="{FF2B5EF4-FFF2-40B4-BE49-F238E27FC236}">
                  <a16:creationId xmlns:a16="http://schemas.microsoft.com/office/drawing/2014/main" id="{C216DAF5-4369-B241-B946-0ED9F3E7EC5D}"/>
                </a:ext>
              </a:extLst>
            </p:cNvPr>
            <p:cNvCxnSpPr/>
            <p:nvPr userDrawn="1"/>
          </p:nvCxnSpPr>
          <p:spPr>
            <a:xfrm flipV="1">
              <a:off x="3649675" y="1611455"/>
              <a:ext cx="516531" cy="1607765"/>
            </a:xfrm>
            <a:prstGeom prst="line">
              <a:avLst/>
            </a:prstGeom>
            <a:noFill/>
            <a:ln w="6350" cap="flat" cmpd="sng" algn="ctr">
              <a:solidFill>
                <a:schemeClr val="accent5">
                  <a:lumMod val="60000"/>
                  <a:lumOff val="40000"/>
                </a:schemeClr>
              </a:solidFill>
              <a:prstDash val="solid"/>
              <a:round/>
              <a:headEnd type="none" w="med" len="med"/>
              <a:tailEnd type="none" w="med" len="med"/>
            </a:ln>
            <a:effectLst/>
          </p:spPr>
        </p:cxnSp>
        <p:cxnSp>
          <p:nvCxnSpPr>
            <p:cNvPr id="190" name="Straight Connector 189">
              <a:extLst>
                <a:ext uri="{FF2B5EF4-FFF2-40B4-BE49-F238E27FC236}">
                  <a16:creationId xmlns:a16="http://schemas.microsoft.com/office/drawing/2014/main" id="{8E1CD583-1C76-814A-860F-230F9D23AD6A}"/>
                </a:ext>
              </a:extLst>
            </p:cNvPr>
            <p:cNvCxnSpPr/>
            <p:nvPr userDrawn="1"/>
          </p:nvCxnSpPr>
          <p:spPr>
            <a:xfrm flipV="1">
              <a:off x="7921380" y="1611455"/>
              <a:ext cx="516531" cy="1607765"/>
            </a:xfrm>
            <a:prstGeom prst="line">
              <a:avLst/>
            </a:prstGeom>
            <a:noFill/>
            <a:ln w="6350" cap="flat" cmpd="sng" algn="ctr">
              <a:solidFill>
                <a:schemeClr val="accent5">
                  <a:lumMod val="60000"/>
                  <a:lumOff val="40000"/>
                </a:schemeClr>
              </a:solidFill>
              <a:prstDash val="solid"/>
              <a:round/>
              <a:headEnd type="none" w="med" len="med"/>
              <a:tailEnd type="none" w="med" len="med"/>
            </a:ln>
            <a:effectLst/>
          </p:spPr>
        </p:cxnSp>
      </p:grpSp>
    </p:spTree>
    <p:extLst>
      <p:ext uri="{BB962C8B-B14F-4D97-AF65-F5344CB8AC3E}">
        <p14:creationId xmlns:p14="http://schemas.microsoft.com/office/powerpoint/2010/main" val="341284158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cSld name="Title and 2 Column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vl1pPr>
          </a:lstStyle>
          <a:p>
            <a:r>
              <a:rPr lang="en-US"/>
              <a:t>Click to edit Master title style</a:t>
            </a:r>
            <a:endParaRPr lang="en-AU"/>
          </a:p>
        </p:txBody>
      </p:sp>
      <p:sp>
        <p:nvSpPr>
          <p:cNvPr id="3" name="Content Placeholder 2"/>
          <p:cNvSpPr>
            <a:spLocks noGrp="1"/>
          </p:cNvSpPr>
          <p:nvPr>
            <p:ph idx="1"/>
          </p:nvPr>
        </p:nvSpPr>
        <p:spPr/>
        <p:txBody>
          <a:bodyPr numCol="2" spcCol="360000"/>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Footer Placeholder 3"/>
          <p:cNvSpPr>
            <a:spLocks noGrp="1"/>
          </p:cNvSpPr>
          <p:nvPr>
            <p:ph type="ftr" sz="quarter" idx="10"/>
          </p:nvPr>
        </p:nvSpPr>
        <p:spPr/>
        <p:txBody>
          <a:bodyPr/>
          <a:lstStyle/>
          <a:p>
            <a:r>
              <a:rPr lang="en-US"/>
              <a:t>Proprietary &amp; Confidential |  03 Jun 2024</a:t>
            </a:r>
            <a:endParaRPr lang="en-AU"/>
          </a:p>
        </p:txBody>
      </p:sp>
      <p:sp>
        <p:nvSpPr>
          <p:cNvPr id="6" name="Slide Number Placeholder 5"/>
          <p:cNvSpPr>
            <a:spLocks noGrp="1"/>
          </p:cNvSpPr>
          <p:nvPr>
            <p:ph type="sldNum" sz="quarter" idx="11"/>
          </p:nvPr>
        </p:nvSpPr>
        <p:spPr/>
        <p:txBody>
          <a:bodyPr/>
          <a:lstStyle/>
          <a:p>
            <a:fld id="{2ABE124A-B5C5-46E0-B944-45307B126769}" type="slidenum">
              <a:rPr lang="en-AU" smtClean="0"/>
              <a:pPr/>
              <a:t>‹#›</a:t>
            </a:fld>
            <a:r>
              <a:rPr lang="en-AU"/>
              <a:t>  |</a:t>
            </a:r>
          </a:p>
        </p:txBody>
      </p:sp>
    </p:spTree>
    <p:extLst>
      <p:ext uri="{BB962C8B-B14F-4D97-AF65-F5344CB8AC3E}">
        <p14:creationId xmlns:p14="http://schemas.microsoft.com/office/powerpoint/2010/main" val="22751158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Title Only">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3893716"/>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Content single">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750732" y="276091"/>
            <a:ext cx="7637618" cy="284631"/>
          </a:xfrm>
        </p:spPr>
        <p:txBody>
          <a:bodyPr/>
          <a:lstStyle>
            <a:lvl1pPr>
              <a:defRPr cap="all" baseline="0"/>
            </a:lvl1pPr>
          </a:lstStyle>
          <a:p>
            <a:r>
              <a:rPr lang="en-US" noProof="0"/>
              <a:t>CLICK TO ADD TITLE</a:t>
            </a:r>
          </a:p>
        </p:txBody>
      </p:sp>
      <p:grpSp>
        <p:nvGrpSpPr>
          <p:cNvPr id="7" name="Group 6">
            <a:extLst>
              <a:ext uri="{FF2B5EF4-FFF2-40B4-BE49-F238E27FC236}">
                <a16:creationId xmlns:a16="http://schemas.microsoft.com/office/drawing/2014/main" id="{18FA87DE-28D5-DD4C-AF20-166D41355771}"/>
              </a:ext>
            </a:extLst>
          </p:cNvPr>
          <p:cNvGrpSpPr/>
          <p:nvPr userDrawn="1"/>
        </p:nvGrpSpPr>
        <p:grpSpPr>
          <a:xfrm>
            <a:off x="372725" y="273627"/>
            <a:ext cx="162147" cy="325910"/>
            <a:chOff x="-22274" y="1505745"/>
            <a:chExt cx="1925121" cy="3870636"/>
          </a:xfrm>
        </p:grpSpPr>
        <p:sp>
          <p:nvSpPr>
            <p:cNvPr id="8" name="Gleichschenkliges Dreieck 26">
              <a:extLst>
                <a:ext uri="{FF2B5EF4-FFF2-40B4-BE49-F238E27FC236}">
                  <a16:creationId xmlns:a16="http://schemas.microsoft.com/office/drawing/2014/main" id="{29734D31-C539-8541-9F81-8F8186F54039}"/>
                </a:ext>
              </a:extLst>
            </p:cNvPr>
            <p:cNvSpPr/>
            <p:nvPr/>
          </p:nvSpPr>
          <p:spPr>
            <a:xfrm rot="5400000">
              <a:off x="-995031" y="2478502"/>
              <a:ext cx="3870636" cy="1925121"/>
            </a:xfrm>
            <a:prstGeom prst="triangle">
              <a:avLst>
                <a:gd name="adj" fmla="val 50244"/>
              </a:avLst>
            </a:prstGeom>
            <a:solidFill>
              <a:srgbClr val="E100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013"/>
            </a:p>
          </p:txBody>
        </p:sp>
        <p:sp>
          <p:nvSpPr>
            <p:cNvPr id="9" name="Gleichschenkliges Dreieck 8">
              <a:extLst>
                <a:ext uri="{FF2B5EF4-FFF2-40B4-BE49-F238E27FC236}">
                  <a16:creationId xmlns:a16="http://schemas.microsoft.com/office/drawing/2014/main" id="{44EEFF01-7446-0049-B86B-5A1F6B2BE1E8}"/>
                </a:ext>
              </a:extLst>
            </p:cNvPr>
            <p:cNvSpPr/>
            <p:nvPr/>
          </p:nvSpPr>
          <p:spPr>
            <a:xfrm rot="16200000" flipV="1">
              <a:off x="-25156" y="3451061"/>
              <a:ext cx="1928202" cy="1922433"/>
            </a:xfrm>
            <a:custGeom>
              <a:avLst/>
              <a:gdLst>
                <a:gd name="connsiteX0" fmla="*/ 0 w 6284026"/>
                <a:gd name="connsiteY0" fmla="*/ 2895600 h 2895600"/>
                <a:gd name="connsiteX1" fmla="*/ 3052026 w 6284026"/>
                <a:gd name="connsiteY1" fmla="*/ 0 h 2895600"/>
                <a:gd name="connsiteX2" fmla="*/ 6284026 w 6284026"/>
                <a:gd name="connsiteY2" fmla="*/ 2895600 h 2895600"/>
                <a:gd name="connsiteX3" fmla="*/ 0 w 6284026"/>
                <a:gd name="connsiteY3" fmla="*/ 2895600 h 2895600"/>
                <a:gd name="connsiteX0" fmla="*/ 0 w 3064576"/>
                <a:gd name="connsiteY0" fmla="*/ 2895600 h 2895600"/>
                <a:gd name="connsiteX1" fmla="*/ 3052026 w 3064576"/>
                <a:gd name="connsiteY1" fmla="*/ 0 h 2895600"/>
                <a:gd name="connsiteX2" fmla="*/ 3064576 w 3064576"/>
                <a:gd name="connsiteY2" fmla="*/ 2895600 h 2895600"/>
                <a:gd name="connsiteX3" fmla="*/ 0 w 3064576"/>
                <a:gd name="connsiteY3" fmla="*/ 2895600 h 2895600"/>
                <a:gd name="connsiteX0" fmla="*/ 0 w 3064576"/>
                <a:gd name="connsiteY0" fmla="*/ 2899640 h 2899640"/>
                <a:gd name="connsiteX1" fmla="*/ 3056127 w 3064576"/>
                <a:gd name="connsiteY1" fmla="*/ 0 h 2899640"/>
                <a:gd name="connsiteX2" fmla="*/ 3064576 w 3064576"/>
                <a:gd name="connsiteY2" fmla="*/ 2899640 h 2899640"/>
                <a:gd name="connsiteX3" fmla="*/ 0 w 3064576"/>
                <a:gd name="connsiteY3" fmla="*/ 2899640 h 2899640"/>
                <a:gd name="connsiteX0" fmla="*/ 0 w 3065564"/>
                <a:gd name="connsiteY0" fmla="*/ 2891556 h 2891556"/>
                <a:gd name="connsiteX1" fmla="*/ 3064327 w 3065564"/>
                <a:gd name="connsiteY1" fmla="*/ 1 h 2891556"/>
                <a:gd name="connsiteX2" fmla="*/ 3064576 w 3065564"/>
                <a:gd name="connsiteY2" fmla="*/ 2891556 h 2891556"/>
                <a:gd name="connsiteX3" fmla="*/ 0 w 3065564"/>
                <a:gd name="connsiteY3" fmla="*/ 2891556 h 2891556"/>
              </a:gdLst>
              <a:ahLst/>
              <a:cxnLst>
                <a:cxn ang="0">
                  <a:pos x="connsiteX0" y="connsiteY0"/>
                </a:cxn>
                <a:cxn ang="0">
                  <a:pos x="connsiteX1" y="connsiteY1"/>
                </a:cxn>
                <a:cxn ang="0">
                  <a:pos x="connsiteX2" y="connsiteY2"/>
                </a:cxn>
                <a:cxn ang="0">
                  <a:pos x="connsiteX3" y="connsiteY3"/>
                </a:cxn>
              </a:cxnLst>
              <a:rect l="l" t="t" r="r" b="b"/>
              <a:pathLst>
                <a:path w="3065564" h="2891556">
                  <a:moveTo>
                    <a:pt x="0" y="2891556"/>
                  </a:moveTo>
                  <a:lnTo>
                    <a:pt x="3064327" y="1"/>
                  </a:lnTo>
                  <a:cubicBezTo>
                    <a:pt x="3068510" y="965201"/>
                    <a:pt x="3060393" y="1926356"/>
                    <a:pt x="3064576" y="2891556"/>
                  </a:cubicBezTo>
                  <a:lnTo>
                    <a:pt x="0" y="2891556"/>
                  </a:lnTo>
                  <a:close/>
                </a:path>
              </a:pathLst>
            </a:custGeom>
            <a:solidFill>
              <a:srgbClr val="AF0200">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013"/>
            </a:p>
          </p:txBody>
        </p:sp>
      </p:grpSp>
      <p:sp>
        <p:nvSpPr>
          <p:cNvPr id="4" name="Slide Number Placeholder 3">
            <a:extLst>
              <a:ext uri="{FF2B5EF4-FFF2-40B4-BE49-F238E27FC236}">
                <a16:creationId xmlns:a16="http://schemas.microsoft.com/office/drawing/2014/main" id="{C980285A-8F83-8249-9C2B-6A76C4DFFBBE}"/>
              </a:ext>
            </a:extLst>
          </p:cNvPr>
          <p:cNvSpPr>
            <a:spLocks noGrp="1"/>
          </p:cNvSpPr>
          <p:nvPr>
            <p:ph type="sldNum" sz="quarter" idx="13"/>
          </p:nvPr>
        </p:nvSpPr>
        <p:spPr/>
        <p:txBody>
          <a:bodyPr/>
          <a:lstStyle/>
          <a:p>
            <a:pPr algn="r"/>
            <a:fld id="{D3921A94-2C06-EF44-A870-A48BF422ADBF}" type="slidenum">
              <a:rPr lang="de-DE" smtClean="0"/>
              <a:pPr algn="r"/>
              <a:t>‹#›</a:t>
            </a:fld>
            <a:endParaRPr lang="de-DE"/>
          </a:p>
        </p:txBody>
      </p:sp>
      <p:sp>
        <p:nvSpPr>
          <p:cNvPr id="10" name="Rectangle 4">
            <a:extLst>
              <a:ext uri="{FF2B5EF4-FFF2-40B4-BE49-F238E27FC236}">
                <a16:creationId xmlns:a16="http://schemas.microsoft.com/office/drawing/2014/main" id="{5EBD1321-DA9D-4540-A695-1A19CB21ADB4}"/>
              </a:ext>
            </a:extLst>
          </p:cNvPr>
          <p:cNvSpPr>
            <a:spLocks noGrp="1" noChangeArrowheads="1"/>
          </p:cNvSpPr>
          <p:nvPr>
            <p:ph type="subTitle" idx="14" hasCustomPrompt="1"/>
          </p:nvPr>
        </p:nvSpPr>
        <p:spPr>
          <a:xfrm>
            <a:off x="750732" y="613798"/>
            <a:ext cx="7637618" cy="284631"/>
          </a:xfrm>
          <a:prstGeom prst="rect">
            <a:avLst/>
          </a:prstGeom>
        </p:spPr>
        <p:txBody>
          <a:bodyPr/>
          <a:lstStyle>
            <a:lvl1pPr marL="0" indent="0">
              <a:spcAft>
                <a:spcPts val="0"/>
              </a:spcAft>
              <a:buFontTx/>
              <a:buNone/>
              <a:defRPr sz="1998" b="0" i="0" cap="all" baseline="0">
                <a:solidFill>
                  <a:srgbClr val="5F6973"/>
                </a:solidFill>
                <a:latin typeface="Segoe UI" panose="020B0502040204020203" pitchFamily="34" charset="0"/>
                <a:cs typeface="Segoe UI" panose="020B0502040204020203" pitchFamily="34" charset="0"/>
              </a:defRPr>
            </a:lvl1pPr>
          </a:lstStyle>
          <a:p>
            <a:pPr lvl="0"/>
            <a:r>
              <a:rPr lang="en-US" noProof="0"/>
              <a:t>CLICK TO ADD SUBTITLE</a:t>
            </a:r>
          </a:p>
        </p:txBody>
      </p:sp>
      <p:sp>
        <p:nvSpPr>
          <p:cNvPr id="11" name="Content Placeholder 10">
            <a:extLst>
              <a:ext uri="{FF2B5EF4-FFF2-40B4-BE49-F238E27FC236}">
                <a16:creationId xmlns:a16="http://schemas.microsoft.com/office/drawing/2014/main" id="{9C1BD920-F17D-3A41-895A-707D6BA834EE}"/>
              </a:ext>
            </a:extLst>
          </p:cNvPr>
          <p:cNvSpPr>
            <a:spLocks noGrp="1"/>
          </p:cNvSpPr>
          <p:nvPr>
            <p:ph sz="quarter" idx="15" hasCustomPrompt="1"/>
          </p:nvPr>
        </p:nvSpPr>
        <p:spPr>
          <a:xfrm>
            <a:off x="755650" y="1203326"/>
            <a:ext cx="7632700" cy="3311525"/>
          </a:xfrm>
        </p:spPr>
        <p:txBody>
          <a:bodyPr/>
          <a:lstStyle/>
          <a:p>
            <a:pPr lvl="0"/>
            <a:r>
              <a:rPr lang="en-GB"/>
              <a:t>Click to add text</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Rectangle 5">
            <a:extLst>
              <a:ext uri="{FF2B5EF4-FFF2-40B4-BE49-F238E27FC236}">
                <a16:creationId xmlns:a16="http://schemas.microsoft.com/office/drawing/2014/main" id="{753BD1D0-7819-A940-9FBA-907B26C2FC4D}"/>
              </a:ext>
            </a:extLst>
          </p:cNvPr>
          <p:cNvSpPr>
            <a:spLocks noGrp="1" noChangeArrowheads="1"/>
          </p:cNvSpPr>
          <p:nvPr>
            <p:ph type="ftr" sz="quarter" idx="3"/>
          </p:nvPr>
        </p:nvSpPr>
        <p:spPr bwMode="gray">
          <a:xfrm>
            <a:off x="752400" y="4776069"/>
            <a:ext cx="3548294" cy="121273"/>
          </a:xfrm>
          <a:prstGeom prst="rect">
            <a:avLst/>
          </a:prstGeom>
          <a:noFill/>
          <a:ln>
            <a:noFill/>
          </a:ln>
          <a:effectLst/>
        </p:spPr>
        <p:txBody>
          <a:bodyPr vert="horz" wrap="square" lIns="0" tIns="0" rIns="0" bIns="0" numCol="1" anchor="t" anchorCtr="0" compatLnSpc="1">
            <a:prstTxWarp prst="textNoShape">
              <a:avLst/>
            </a:prstTxWarp>
          </a:bodyPr>
          <a:lstStyle>
            <a:lvl1pPr algn="r">
              <a:lnSpc>
                <a:spcPct val="100000"/>
              </a:lnSpc>
              <a:buClrTx/>
              <a:buSzTx/>
              <a:defRPr sz="800" b="0" i="0" smtClean="0">
                <a:solidFill>
                  <a:srgbClr val="5F6973"/>
                </a:solidFill>
                <a:latin typeface="Segoe UI Light" panose="020B0502040204020203" pitchFamily="34" charset="0"/>
                <a:cs typeface="Segoe UI Light" panose="020B0502040204020203" pitchFamily="34" charset="0"/>
              </a:defRPr>
            </a:lvl1pPr>
          </a:lstStyle>
          <a:p>
            <a:pPr algn="l">
              <a:defRPr/>
            </a:pPr>
            <a:r>
              <a:rPr lang="en-US"/>
              <a:t>Proprietary &amp; Confidential |  03 Jun 2024</a:t>
            </a:r>
          </a:p>
        </p:txBody>
      </p:sp>
      <p:sp>
        <p:nvSpPr>
          <p:cNvPr id="15" name="Date Placeholder 3">
            <a:extLst>
              <a:ext uri="{FF2B5EF4-FFF2-40B4-BE49-F238E27FC236}">
                <a16:creationId xmlns:a16="http://schemas.microsoft.com/office/drawing/2014/main" id="{4F57CFAE-195F-7248-BD97-6CF0B86FE38A}"/>
              </a:ext>
            </a:extLst>
          </p:cNvPr>
          <p:cNvSpPr>
            <a:spLocks noGrp="1"/>
          </p:cNvSpPr>
          <p:nvPr>
            <p:ph type="dt" sz="half" idx="2"/>
          </p:nvPr>
        </p:nvSpPr>
        <p:spPr>
          <a:xfrm>
            <a:off x="5765180" y="4776069"/>
            <a:ext cx="1267774" cy="125374"/>
          </a:xfrm>
          <a:prstGeom prst="rect">
            <a:avLst/>
          </a:prstGeom>
          <a:noFill/>
          <a:ln>
            <a:noFill/>
          </a:ln>
          <a:effectLst/>
        </p:spPr>
        <p:txBody>
          <a:bodyPr vert="horz" wrap="square" lIns="0" tIns="0" rIns="0" bIns="0" numCol="1" anchor="t" anchorCtr="0" compatLnSpc="1">
            <a:prstTxWarp prst="textNoShape">
              <a:avLst/>
            </a:prstTxWarp>
          </a:bodyPr>
          <a:lstStyle>
            <a:lvl1pPr algn="ctr">
              <a:defRPr lang="en-US" sz="800" b="0" i="0" smtClean="0">
                <a:solidFill>
                  <a:srgbClr val="5F6973"/>
                </a:solidFill>
                <a:latin typeface="Segoe UI Light" panose="020B0502040204020203" pitchFamily="34" charset="0"/>
                <a:cs typeface="Segoe UI Light" panose="020B0502040204020203" pitchFamily="34" charset="0"/>
              </a:defRPr>
            </a:lvl1pPr>
          </a:lstStyle>
          <a:p>
            <a:endParaRPr lang="de-DE"/>
          </a:p>
        </p:txBody>
      </p:sp>
    </p:spTree>
    <p:extLst>
      <p:ext uri="{BB962C8B-B14F-4D97-AF65-F5344CB8AC3E}">
        <p14:creationId xmlns:p14="http://schemas.microsoft.com/office/powerpoint/2010/main" val="20054466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18" Type="http://schemas.openxmlformats.org/officeDocument/2006/relationships/slideLayout" Target="../slideLayouts/slideLayout36.xml"/><Relationship Id="rId3" Type="http://schemas.openxmlformats.org/officeDocument/2006/relationships/slideLayout" Target="../slideLayouts/slideLayout21.xml"/><Relationship Id="rId21" Type="http://schemas.openxmlformats.org/officeDocument/2006/relationships/theme" Target="../theme/theme2.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17" Type="http://schemas.openxmlformats.org/officeDocument/2006/relationships/slideLayout" Target="../slideLayouts/slideLayout35.xml"/><Relationship Id="rId2" Type="http://schemas.openxmlformats.org/officeDocument/2006/relationships/slideLayout" Target="../slideLayouts/slideLayout20.xml"/><Relationship Id="rId16" Type="http://schemas.openxmlformats.org/officeDocument/2006/relationships/slideLayout" Target="../slideLayouts/slideLayout34.xml"/><Relationship Id="rId20" Type="http://schemas.openxmlformats.org/officeDocument/2006/relationships/slideLayout" Target="../slideLayouts/slideLayout38.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5" Type="http://schemas.openxmlformats.org/officeDocument/2006/relationships/slideLayout" Target="../slideLayouts/slideLayout33.xml"/><Relationship Id="rId10" Type="http://schemas.openxmlformats.org/officeDocument/2006/relationships/slideLayout" Target="../slideLayouts/slideLayout28.xml"/><Relationship Id="rId19" Type="http://schemas.openxmlformats.org/officeDocument/2006/relationships/slideLayout" Target="../slideLayouts/slideLayout37.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 Id="rId22"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8601" y="228599"/>
            <a:ext cx="7315200" cy="285751"/>
          </a:xfrm>
          <a:prstGeom prst="rect">
            <a:avLst/>
          </a:prstGeom>
        </p:spPr>
        <p:txBody>
          <a:bodyPr vert="horz" wrap="square" lIns="0" tIns="0" rIns="0" bIns="0" rtlCol="0" anchor="t" anchorCtr="0">
            <a:noAutofit/>
          </a:bodyPr>
          <a:lstStyle/>
          <a:p>
            <a:r>
              <a:rPr lang="en-US"/>
              <a:t>Slide title [28pt Arial Bold]</a:t>
            </a:r>
          </a:p>
        </p:txBody>
      </p:sp>
      <p:grpSp>
        <p:nvGrpSpPr>
          <p:cNvPr id="7" name="Group 6">
            <a:extLst>
              <a:ext uri="{FF2B5EF4-FFF2-40B4-BE49-F238E27FC236}">
                <a16:creationId xmlns:a16="http://schemas.microsoft.com/office/drawing/2014/main" id="{C54DB860-41E2-E04B-ABD0-6BA4D570E7A0}"/>
              </a:ext>
            </a:extLst>
          </p:cNvPr>
          <p:cNvGrpSpPr/>
          <p:nvPr userDrawn="1"/>
        </p:nvGrpSpPr>
        <p:grpSpPr>
          <a:xfrm>
            <a:off x="7721529" y="0"/>
            <a:ext cx="1193870" cy="520820"/>
            <a:chOff x="-20628" y="0"/>
            <a:chExt cx="2488951" cy="1085792"/>
          </a:xfrm>
        </p:grpSpPr>
        <p:sp>
          <p:nvSpPr>
            <p:cNvPr id="8" name="Parallelogram 7">
              <a:extLst>
                <a:ext uri="{FF2B5EF4-FFF2-40B4-BE49-F238E27FC236}">
                  <a16:creationId xmlns:a16="http://schemas.microsoft.com/office/drawing/2014/main" id="{A441B466-B52D-0443-BF86-D267F733A465}"/>
                </a:ext>
              </a:extLst>
            </p:cNvPr>
            <p:cNvSpPr/>
            <p:nvPr userDrawn="1"/>
          </p:nvSpPr>
          <p:spPr bwMode="auto">
            <a:xfrm>
              <a:off x="-20628" y="0"/>
              <a:ext cx="2488951" cy="1085792"/>
            </a:xfrm>
            <a:prstGeom prst="parallelogram">
              <a:avLst>
                <a:gd name="adj" fmla="val 0"/>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r>
                <a:rPr lang="en-US" sz="1350">
                  <a:latin typeface="Arial" pitchFamily="124" charset="0"/>
                </a:rPr>
                <a:t>               </a:t>
              </a:r>
            </a:p>
          </p:txBody>
        </p:sp>
        <p:pic>
          <p:nvPicPr>
            <p:cNvPr id="9" name="Picture 8">
              <a:extLst>
                <a:ext uri="{FF2B5EF4-FFF2-40B4-BE49-F238E27FC236}">
                  <a16:creationId xmlns:a16="http://schemas.microsoft.com/office/drawing/2014/main" id="{2CE94B44-7208-0848-80E7-7165E7D106A8}"/>
                </a:ext>
              </a:extLst>
            </p:cNvPr>
            <p:cNvPicPr>
              <a:picLocks noChangeAspect="1"/>
            </p:cNvPicPr>
            <p:nvPr userDrawn="1"/>
          </p:nvPicPr>
          <p:blipFill>
            <a:blip r:embed="rId20" cstate="screen">
              <a:extLst>
                <a:ext uri="{28A0092B-C50C-407E-A947-70E740481C1C}">
                  <a14:useLocalDpi xmlns:a14="http://schemas.microsoft.com/office/drawing/2010/main"/>
                </a:ext>
              </a:extLst>
            </a:blip>
            <a:stretch>
              <a:fillRect/>
            </a:stretch>
          </p:blipFill>
          <p:spPr>
            <a:xfrm>
              <a:off x="135820" y="154984"/>
              <a:ext cx="2178058" cy="756021"/>
            </a:xfrm>
            <a:prstGeom prst="rect">
              <a:avLst/>
            </a:prstGeom>
          </p:spPr>
        </p:pic>
      </p:grpSp>
      <p:sp>
        <p:nvSpPr>
          <p:cNvPr id="17" name="Slide Number Placeholder 16">
            <a:extLst>
              <a:ext uri="{FF2B5EF4-FFF2-40B4-BE49-F238E27FC236}">
                <a16:creationId xmlns:a16="http://schemas.microsoft.com/office/drawing/2014/main" id="{F0B13DE1-DE5F-D844-BE5C-AEBBEC35CBB8}"/>
              </a:ext>
            </a:extLst>
          </p:cNvPr>
          <p:cNvSpPr>
            <a:spLocks noGrp="1"/>
          </p:cNvSpPr>
          <p:nvPr>
            <p:ph type="sldNum" sz="quarter" idx="4"/>
          </p:nvPr>
        </p:nvSpPr>
        <p:spPr>
          <a:xfrm>
            <a:off x="1" y="4914901"/>
            <a:ext cx="228599" cy="228599"/>
          </a:xfrm>
          <a:prstGeom prst="rect">
            <a:avLst/>
          </a:prstGeom>
        </p:spPr>
        <p:txBody>
          <a:bodyPr vert="horz" lIns="0" tIns="0" rIns="0" bIns="0" rtlCol="0" anchor="ctr"/>
          <a:lstStyle>
            <a:lvl1pPr algn="ctr">
              <a:defRPr sz="750">
                <a:solidFill>
                  <a:schemeClr val="accent5"/>
                </a:solidFill>
              </a:defRPr>
            </a:lvl1pPr>
          </a:lstStyle>
          <a:p>
            <a:fld id="{89006F1E-66CD-4A4B-9370-B4A3080F0E6C}" type="slidenum">
              <a:rPr lang="en-US" smtClean="0"/>
              <a:pPr/>
              <a:t>‹#›</a:t>
            </a:fld>
            <a:endParaRPr lang="en-US"/>
          </a:p>
        </p:txBody>
      </p:sp>
      <p:sp>
        <p:nvSpPr>
          <p:cNvPr id="3" name="Footer Placeholder 2">
            <a:extLst>
              <a:ext uri="{FF2B5EF4-FFF2-40B4-BE49-F238E27FC236}">
                <a16:creationId xmlns:a16="http://schemas.microsoft.com/office/drawing/2014/main" id="{586EC55D-6678-BB4B-BDDC-58D10FF57EC3}"/>
              </a:ext>
            </a:extLst>
          </p:cNvPr>
          <p:cNvSpPr>
            <a:spLocks noGrp="1"/>
          </p:cNvSpPr>
          <p:nvPr>
            <p:ph type="ftr" sz="quarter" idx="3"/>
          </p:nvPr>
        </p:nvSpPr>
        <p:spPr>
          <a:xfrm>
            <a:off x="228600" y="4914901"/>
            <a:ext cx="4343401" cy="228599"/>
          </a:xfrm>
          <a:prstGeom prst="rect">
            <a:avLst/>
          </a:prstGeom>
        </p:spPr>
        <p:txBody>
          <a:bodyPr vert="horz" lIns="91440" tIns="45720" rIns="91440" bIns="45720" rtlCol="0" anchor="ctr"/>
          <a:lstStyle>
            <a:lvl1pPr algn="l">
              <a:defRPr lang="en-US" sz="600" kern="1200">
                <a:solidFill>
                  <a:schemeClr val="accent5"/>
                </a:solidFill>
                <a:latin typeface="+mn-lt"/>
                <a:ea typeface="+mn-ea"/>
                <a:cs typeface="+mn-cs"/>
              </a:defRPr>
            </a:lvl1pPr>
          </a:lstStyle>
          <a:p>
            <a:r>
              <a:rPr lang="en-US"/>
              <a:t>Proprietary &amp; Confidential |  03 Jun 2024</a:t>
            </a:r>
          </a:p>
        </p:txBody>
      </p:sp>
      <p:sp>
        <p:nvSpPr>
          <p:cNvPr id="4" name="Text Placeholder 3">
            <a:extLst>
              <a:ext uri="{FF2B5EF4-FFF2-40B4-BE49-F238E27FC236}">
                <a16:creationId xmlns:a16="http://schemas.microsoft.com/office/drawing/2014/main" id="{F00A9AC8-05E2-9846-9B67-40D61264EC3C}"/>
              </a:ext>
            </a:extLst>
          </p:cNvPr>
          <p:cNvSpPr>
            <a:spLocks noGrp="1"/>
          </p:cNvSpPr>
          <p:nvPr>
            <p:ph type="body" idx="1"/>
          </p:nvPr>
        </p:nvSpPr>
        <p:spPr>
          <a:xfrm>
            <a:off x="228600" y="657226"/>
            <a:ext cx="8686799" cy="3975497"/>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 </a:t>
            </a:r>
          </a:p>
          <a:p>
            <a:pPr lvl="3"/>
            <a:r>
              <a:rPr lang="en-US"/>
              <a:t>Fourth level</a:t>
            </a:r>
          </a:p>
          <a:p>
            <a:pPr lvl="4"/>
            <a:r>
              <a:rPr lang="en-US"/>
              <a:t>Fifth level</a:t>
            </a:r>
          </a:p>
        </p:txBody>
      </p:sp>
    </p:spTree>
    <p:extLst>
      <p:ext uri="{BB962C8B-B14F-4D97-AF65-F5344CB8AC3E}">
        <p14:creationId xmlns:p14="http://schemas.microsoft.com/office/powerpoint/2010/main" val="1448471911"/>
      </p:ext>
    </p:extLst>
  </p:cSld>
  <p:clrMap bg1="lt1" tx1="dk1" bg2="lt2" tx2="dk2" accent1="accent1" accent2="accent2" accent3="accent3" accent4="accent4" accent5="accent5" accent6="accent6" hlink="hlink" folHlink="folHlink"/>
  <p:sldLayoutIdLst>
    <p:sldLayoutId id="2147484101" r:id="rId1"/>
    <p:sldLayoutId id="2147484071" r:id="rId2"/>
    <p:sldLayoutId id="2147484072" r:id="rId3"/>
    <p:sldLayoutId id="2147484073" r:id="rId4"/>
    <p:sldLayoutId id="2147484074" r:id="rId5"/>
    <p:sldLayoutId id="2147484075" r:id="rId6"/>
    <p:sldLayoutId id="2147484076" r:id="rId7"/>
    <p:sldLayoutId id="2147484077" r:id="rId8"/>
    <p:sldLayoutId id="2147484078" r:id="rId9"/>
    <p:sldLayoutId id="2147484079" r:id="rId10"/>
    <p:sldLayoutId id="2147484080" r:id="rId11"/>
    <p:sldLayoutId id="2147484081" r:id="rId12"/>
    <p:sldLayoutId id="2147484082" r:id="rId13"/>
    <p:sldLayoutId id="2147484083" r:id="rId14"/>
    <p:sldLayoutId id="2147484084" r:id="rId15"/>
    <p:sldLayoutId id="2147484085" r:id="rId16"/>
    <p:sldLayoutId id="2147484086" r:id="rId17"/>
    <p:sldLayoutId id="2147484145" r:id="rId18"/>
  </p:sldLayoutIdLst>
  <p:hf hdr="0" dt="0"/>
  <p:txStyles>
    <p:titleStyle>
      <a:lvl1pPr algn="l" defTabSz="685800" rtl="0" eaLnBrk="1" latinLnBrk="0" hangingPunct="1">
        <a:lnSpc>
          <a:spcPct val="90000"/>
        </a:lnSpc>
        <a:spcBef>
          <a:spcPct val="0"/>
        </a:spcBef>
        <a:buNone/>
        <a:defRPr sz="2100" b="1" kern="1200">
          <a:solidFill>
            <a:schemeClr val="tx2"/>
          </a:solidFill>
          <a:latin typeface="+mj-lt"/>
          <a:ea typeface="+mj-ea"/>
          <a:cs typeface="+mj-cs"/>
        </a:defRPr>
      </a:lvl1pPr>
    </p:titleStyle>
    <p:bodyStyle>
      <a:lvl1pPr marL="215504" indent="-215504" algn="l" defTabSz="685800" rtl="0" eaLnBrk="1" latinLnBrk="0" hangingPunct="1">
        <a:lnSpc>
          <a:spcPct val="120000"/>
        </a:lnSpc>
        <a:spcBef>
          <a:spcPts val="150"/>
        </a:spcBef>
        <a:buClr>
          <a:schemeClr val="tx2"/>
        </a:buClr>
        <a:buSzPct val="100000"/>
        <a:buFont typeface="Arial" panose="020B0604020202020204" pitchFamily="34" charset="0"/>
        <a:buChar char="•"/>
        <a:tabLst/>
        <a:defRPr sz="1500" b="0" kern="1200">
          <a:solidFill>
            <a:schemeClr val="tx1"/>
          </a:solidFill>
          <a:latin typeface="+mn-lt"/>
          <a:ea typeface="+mn-ea"/>
          <a:cs typeface="+mn-cs"/>
        </a:defRPr>
      </a:lvl1pPr>
      <a:lvl2pPr marL="389335" marR="0" indent="-213122" algn="l" defTabSz="685800" rtl="0" eaLnBrk="1" fontAlgn="auto" latinLnBrk="0" hangingPunct="1">
        <a:lnSpc>
          <a:spcPct val="120000"/>
        </a:lnSpc>
        <a:spcBef>
          <a:spcPts val="150"/>
        </a:spcBef>
        <a:spcAft>
          <a:spcPts val="0"/>
        </a:spcAft>
        <a:buClrTx/>
        <a:buSzPct val="76000"/>
        <a:buFont typeface="Arial" panose="020B0604020202020204" pitchFamily="34" charset="0"/>
        <a:buChar char="•"/>
        <a:tabLst/>
        <a:defRPr sz="1350" b="0" kern="1200">
          <a:solidFill>
            <a:schemeClr val="tx1"/>
          </a:solidFill>
          <a:latin typeface="+mn-lt"/>
          <a:ea typeface="+mn-ea"/>
          <a:cs typeface="+mn-cs"/>
        </a:defRPr>
      </a:lvl2pPr>
      <a:lvl3pPr marL="519113" marR="0" indent="-171450" algn="l" defTabSz="685800" rtl="0" eaLnBrk="1" fontAlgn="auto" latinLnBrk="0" hangingPunct="1">
        <a:lnSpc>
          <a:spcPct val="120000"/>
        </a:lnSpc>
        <a:spcBef>
          <a:spcPts val="150"/>
        </a:spcBef>
        <a:spcAft>
          <a:spcPts val="0"/>
        </a:spcAft>
        <a:buClrTx/>
        <a:buSzPct val="80000"/>
        <a:buFont typeface="Arial" panose="020B0604020202020204" pitchFamily="34" charset="0"/>
        <a:buChar char="•"/>
        <a:tabLst/>
        <a:defRPr sz="1050" b="0" kern="1200">
          <a:solidFill>
            <a:schemeClr val="tx1"/>
          </a:solidFill>
          <a:latin typeface="+mn-lt"/>
          <a:ea typeface="+mn-ea"/>
          <a:cs typeface="+mn-cs"/>
        </a:defRPr>
      </a:lvl3pPr>
      <a:lvl4pPr marL="646510" marR="0" indent="-128588" algn="l" defTabSz="685800" rtl="0" eaLnBrk="1" fontAlgn="auto" latinLnBrk="0" hangingPunct="1">
        <a:lnSpc>
          <a:spcPct val="120000"/>
        </a:lnSpc>
        <a:spcBef>
          <a:spcPts val="150"/>
        </a:spcBef>
        <a:spcAft>
          <a:spcPts val="0"/>
        </a:spcAft>
        <a:buClrTx/>
        <a:buSzPct val="80000"/>
        <a:buFont typeface="Arial" panose="020B0604020202020204" pitchFamily="34" charset="0"/>
        <a:buChar char="•"/>
        <a:tabLst/>
        <a:defRPr sz="900" b="0" kern="1200">
          <a:solidFill>
            <a:schemeClr val="tx1"/>
          </a:solidFill>
          <a:latin typeface="+mn-lt"/>
          <a:ea typeface="+mn-ea"/>
          <a:cs typeface="+mn-cs"/>
        </a:defRPr>
      </a:lvl4pPr>
      <a:lvl5pPr marL="809625" marR="0" indent="-117872" algn="l" defTabSz="685800" rtl="0" eaLnBrk="1" fontAlgn="auto" latinLnBrk="0" hangingPunct="1">
        <a:lnSpc>
          <a:spcPct val="120000"/>
        </a:lnSpc>
        <a:spcBef>
          <a:spcPts val="150"/>
        </a:spcBef>
        <a:spcAft>
          <a:spcPts val="0"/>
        </a:spcAft>
        <a:buClrTx/>
        <a:buSzPct val="80000"/>
        <a:buFont typeface="Arial" panose="020B0604020202020204" pitchFamily="34" charset="0"/>
        <a:buChar char="•"/>
        <a:tabLst/>
        <a:defRPr sz="825" b="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userDrawn="1">
          <p15:clr>
            <a:srgbClr val="F26B43"/>
          </p15:clr>
        </p15:guide>
        <p15:guide id="4" pos="5616" userDrawn="1">
          <p15:clr>
            <a:srgbClr val="F26B43"/>
          </p15:clr>
        </p15:guide>
        <p15:guide id="7" pos="3888" userDrawn="1">
          <p15:clr>
            <a:srgbClr val="F26B43"/>
          </p15:clr>
        </p15:guide>
        <p15:guide id="8" pos="1872" userDrawn="1">
          <p15:clr>
            <a:srgbClr val="F26B43"/>
          </p15:clr>
        </p15:guide>
        <p15:guide id="9" pos="144" userDrawn="1">
          <p15:clr>
            <a:srgbClr val="F26B43"/>
          </p15:clr>
        </p15:guide>
        <p15:guide id="10" pos="2016" userDrawn="1">
          <p15:clr>
            <a:srgbClr val="F26B43"/>
          </p15:clr>
        </p15:guide>
        <p15:guide id="11" orient="horz" pos="3096" userDrawn="1">
          <p15:clr>
            <a:srgbClr val="F26B43"/>
          </p15:clr>
        </p15:guide>
        <p15:guide id="12" pos="2880" userDrawn="1">
          <p15:clr>
            <a:srgbClr val="F26B43"/>
          </p15:clr>
        </p15:guide>
        <p15:guide id="13" pos="3744" userDrawn="1">
          <p15:clr>
            <a:srgbClr val="F26B43"/>
          </p15:clr>
        </p15:guide>
        <p15:guide id="14" orient="horz" pos="324" userDrawn="1">
          <p15:clr>
            <a:srgbClr val="F26B43"/>
          </p15:clr>
        </p15:guide>
        <p15:guide id="15" orient="horz" pos="414" userDrawn="1">
          <p15:clr>
            <a:srgbClr val="F26B43"/>
          </p15:clr>
        </p15:guide>
        <p15:guide id="16" orient="horz" pos="594" userDrawn="1">
          <p15:clr>
            <a:srgbClr val="F26B43"/>
          </p15:clr>
        </p15:guide>
        <p15:guide id="17" orient="horz" pos="68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bg1"/>
            </a:gs>
            <a:gs pos="45000">
              <a:schemeClr val="bg1"/>
            </a:gs>
            <a:gs pos="100000">
              <a:schemeClr val="bg2"/>
            </a:gs>
          </a:gsLst>
          <a:lin ang="108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8601" y="228599"/>
            <a:ext cx="7315200" cy="285751"/>
          </a:xfrm>
          <a:prstGeom prst="rect">
            <a:avLst/>
          </a:prstGeom>
        </p:spPr>
        <p:txBody>
          <a:bodyPr vert="horz" wrap="square" lIns="0" tIns="0" rIns="0" bIns="0" rtlCol="0" anchor="t" anchorCtr="0">
            <a:noAutofit/>
          </a:bodyPr>
          <a:lstStyle/>
          <a:p>
            <a:r>
              <a:rPr lang="en-US"/>
              <a:t>Slide title [28pt Arial Bold]</a:t>
            </a:r>
          </a:p>
        </p:txBody>
      </p:sp>
      <p:grpSp>
        <p:nvGrpSpPr>
          <p:cNvPr id="7" name="Group 6">
            <a:extLst>
              <a:ext uri="{FF2B5EF4-FFF2-40B4-BE49-F238E27FC236}">
                <a16:creationId xmlns:a16="http://schemas.microsoft.com/office/drawing/2014/main" id="{C54DB860-41E2-E04B-ABD0-6BA4D570E7A0}"/>
              </a:ext>
            </a:extLst>
          </p:cNvPr>
          <p:cNvGrpSpPr/>
          <p:nvPr userDrawn="1"/>
        </p:nvGrpSpPr>
        <p:grpSpPr>
          <a:xfrm>
            <a:off x="7721529" y="0"/>
            <a:ext cx="1193870" cy="520820"/>
            <a:chOff x="-20628" y="0"/>
            <a:chExt cx="2488951" cy="1085792"/>
          </a:xfrm>
        </p:grpSpPr>
        <p:sp>
          <p:nvSpPr>
            <p:cNvPr id="8" name="Parallelogram 7">
              <a:extLst>
                <a:ext uri="{FF2B5EF4-FFF2-40B4-BE49-F238E27FC236}">
                  <a16:creationId xmlns:a16="http://schemas.microsoft.com/office/drawing/2014/main" id="{A441B466-B52D-0443-BF86-D267F733A465}"/>
                </a:ext>
              </a:extLst>
            </p:cNvPr>
            <p:cNvSpPr/>
            <p:nvPr userDrawn="1"/>
          </p:nvSpPr>
          <p:spPr bwMode="auto">
            <a:xfrm>
              <a:off x="-20628" y="0"/>
              <a:ext cx="2488951" cy="1085792"/>
            </a:xfrm>
            <a:prstGeom prst="parallelogram">
              <a:avLst>
                <a:gd name="adj" fmla="val 0"/>
              </a:avLst>
            </a:prstGeom>
            <a:solidFill>
              <a:schemeClr val="tx2"/>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r>
                <a:rPr lang="en-US" sz="1350">
                  <a:latin typeface="Arial" pitchFamily="124" charset="0"/>
                </a:rPr>
                <a:t>               </a:t>
              </a:r>
            </a:p>
          </p:txBody>
        </p:sp>
        <p:pic>
          <p:nvPicPr>
            <p:cNvPr id="9" name="Picture 8">
              <a:extLst>
                <a:ext uri="{FF2B5EF4-FFF2-40B4-BE49-F238E27FC236}">
                  <a16:creationId xmlns:a16="http://schemas.microsoft.com/office/drawing/2014/main" id="{2CE94B44-7208-0848-80E7-7165E7D106A8}"/>
                </a:ext>
              </a:extLst>
            </p:cNvPr>
            <p:cNvPicPr>
              <a:picLocks noChangeAspect="1"/>
            </p:cNvPicPr>
            <p:nvPr userDrawn="1"/>
          </p:nvPicPr>
          <p:blipFill>
            <a:blip r:embed="rId22" cstate="screen">
              <a:extLst>
                <a:ext uri="{28A0092B-C50C-407E-A947-70E740481C1C}">
                  <a14:useLocalDpi xmlns:a14="http://schemas.microsoft.com/office/drawing/2010/main"/>
                </a:ext>
              </a:extLst>
            </a:blip>
            <a:stretch>
              <a:fillRect/>
            </a:stretch>
          </p:blipFill>
          <p:spPr>
            <a:xfrm>
              <a:off x="135820" y="154984"/>
              <a:ext cx="2178058" cy="756021"/>
            </a:xfrm>
            <a:prstGeom prst="rect">
              <a:avLst/>
            </a:prstGeom>
          </p:spPr>
        </p:pic>
      </p:grpSp>
      <p:sp>
        <p:nvSpPr>
          <p:cNvPr id="17" name="Slide Number Placeholder 16">
            <a:extLst>
              <a:ext uri="{FF2B5EF4-FFF2-40B4-BE49-F238E27FC236}">
                <a16:creationId xmlns:a16="http://schemas.microsoft.com/office/drawing/2014/main" id="{F0B13DE1-DE5F-D844-BE5C-AEBBEC35CBB8}"/>
              </a:ext>
            </a:extLst>
          </p:cNvPr>
          <p:cNvSpPr>
            <a:spLocks noGrp="1"/>
          </p:cNvSpPr>
          <p:nvPr>
            <p:ph type="sldNum" sz="quarter" idx="4"/>
          </p:nvPr>
        </p:nvSpPr>
        <p:spPr>
          <a:xfrm>
            <a:off x="1" y="4914901"/>
            <a:ext cx="228599" cy="228599"/>
          </a:xfrm>
          <a:prstGeom prst="rect">
            <a:avLst/>
          </a:prstGeom>
        </p:spPr>
        <p:txBody>
          <a:bodyPr vert="horz" lIns="0" tIns="0" rIns="0" bIns="0" rtlCol="0" anchor="ctr"/>
          <a:lstStyle>
            <a:lvl1pPr algn="ctr">
              <a:defRPr sz="750">
                <a:solidFill>
                  <a:schemeClr val="accent5"/>
                </a:solidFill>
              </a:defRPr>
            </a:lvl1pPr>
          </a:lstStyle>
          <a:p>
            <a:fld id="{89006F1E-66CD-4A4B-9370-B4A3080F0E6C}" type="slidenum">
              <a:rPr lang="en-US" smtClean="0"/>
              <a:pPr/>
              <a:t>‹#›</a:t>
            </a:fld>
            <a:endParaRPr lang="en-US"/>
          </a:p>
        </p:txBody>
      </p:sp>
      <p:sp>
        <p:nvSpPr>
          <p:cNvPr id="3" name="Footer Placeholder 2">
            <a:extLst>
              <a:ext uri="{FF2B5EF4-FFF2-40B4-BE49-F238E27FC236}">
                <a16:creationId xmlns:a16="http://schemas.microsoft.com/office/drawing/2014/main" id="{586EC55D-6678-BB4B-BDDC-58D10FF57EC3}"/>
              </a:ext>
            </a:extLst>
          </p:cNvPr>
          <p:cNvSpPr>
            <a:spLocks noGrp="1"/>
          </p:cNvSpPr>
          <p:nvPr>
            <p:ph type="ftr" sz="quarter" idx="3"/>
          </p:nvPr>
        </p:nvSpPr>
        <p:spPr>
          <a:xfrm>
            <a:off x="228600" y="4914901"/>
            <a:ext cx="4343401" cy="228599"/>
          </a:xfrm>
          <a:prstGeom prst="rect">
            <a:avLst/>
          </a:prstGeom>
        </p:spPr>
        <p:txBody>
          <a:bodyPr vert="horz" lIns="91440" tIns="45720" rIns="91440" bIns="45720" rtlCol="0" anchor="ctr"/>
          <a:lstStyle>
            <a:lvl1pPr algn="l">
              <a:defRPr lang="en-US" sz="600" kern="1200">
                <a:solidFill>
                  <a:schemeClr val="accent5"/>
                </a:solidFill>
                <a:latin typeface="+mn-lt"/>
                <a:ea typeface="+mn-ea"/>
                <a:cs typeface="+mn-cs"/>
              </a:defRPr>
            </a:lvl1pPr>
          </a:lstStyle>
          <a:p>
            <a:r>
              <a:rPr lang="en-US"/>
              <a:t>Proprietary &amp; Confidential |  03 Jun 2024</a:t>
            </a:r>
          </a:p>
        </p:txBody>
      </p:sp>
      <p:sp>
        <p:nvSpPr>
          <p:cNvPr id="4" name="Text Placeholder 3">
            <a:extLst>
              <a:ext uri="{FF2B5EF4-FFF2-40B4-BE49-F238E27FC236}">
                <a16:creationId xmlns:a16="http://schemas.microsoft.com/office/drawing/2014/main" id="{F00A9AC8-05E2-9846-9B67-40D61264EC3C}"/>
              </a:ext>
            </a:extLst>
          </p:cNvPr>
          <p:cNvSpPr>
            <a:spLocks noGrp="1"/>
          </p:cNvSpPr>
          <p:nvPr>
            <p:ph type="body" idx="1"/>
          </p:nvPr>
        </p:nvSpPr>
        <p:spPr>
          <a:xfrm>
            <a:off x="228600" y="657226"/>
            <a:ext cx="8686799" cy="3975497"/>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 </a:t>
            </a:r>
          </a:p>
          <a:p>
            <a:pPr lvl="3"/>
            <a:r>
              <a:rPr lang="en-US"/>
              <a:t>Fourth level</a:t>
            </a:r>
          </a:p>
          <a:p>
            <a:pPr lvl="4"/>
            <a:r>
              <a:rPr lang="en-US"/>
              <a:t>Fifth level</a:t>
            </a:r>
          </a:p>
        </p:txBody>
      </p:sp>
    </p:spTree>
    <p:extLst>
      <p:ext uri="{BB962C8B-B14F-4D97-AF65-F5344CB8AC3E}">
        <p14:creationId xmlns:p14="http://schemas.microsoft.com/office/powerpoint/2010/main" val="706202082"/>
      </p:ext>
    </p:extLst>
  </p:cSld>
  <p:clrMap bg1="lt1" tx1="dk1" bg2="lt2" tx2="dk2" accent1="accent1" accent2="accent2" accent3="accent3" accent4="accent4" accent5="accent5" accent6="accent6" hlink="hlink" folHlink="folHlink"/>
  <p:sldLayoutIdLst>
    <p:sldLayoutId id="2147484148" r:id="rId1"/>
    <p:sldLayoutId id="2147484149" r:id="rId2"/>
    <p:sldLayoutId id="2147484150" r:id="rId3"/>
    <p:sldLayoutId id="2147484151" r:id="rId4"/>
    <p:sldLayoutId id="2147484152" r:id="rId5"/>
    <p:sldLayoutId id="2147484153" r:id="rId6"/>
    <p:sldLayoutId id="2147484154" r:id="rId7"/>
    <p:sldLayoutId id="2147484155" r:id="rId8"/>
    <p:sldLayoutId id="2147484156" r:id="rId9"/>
    <p:sldLayoutId id="2147484157" r:id="rId10"/>
    <p:sldLayoutId id="2147484158" r:id="rId11"/>
    <p:sldLayoutId id="2147484159" r:id="rId12"/>
    <p:sldLayoutId id="2147484160" r:id="rId13"/>
    <p:sldLayoutId id="2147484161" r:id="rId14"/>
    <p:sldLayoutId id="2147484162" r:id="rId15"/>
    <p:sldLayoutId id="2147484163" r:id="rId16"/>
    <p:sldLayoutId id="2147484164" r:id="rId17"/>
    <p:sldLayoutId id="2147484165" r:id="rId18"/>
    <p:sldLayoutId id="2147484166" r:id="rId19"/>
    <p:sldLayoutId id="2147484167" r:id="rId20"/>
  </p:sldLayoutIdLst>
  <p:hf hdr="0" dt="0"/>
  <p:txStyles>
    <p:titleStyle>
      <a:lvl1pPr algn="l" defTabSz="685800" rtl="0" eaLnBrk="1" latinLnBrk="0" hangingPunct="1">
        <a:lnSpc>
          <a:spcPct val="90000"/>
        </a:lnSpc>
        <a:spcBef>
          <a:spcPct val="0"/>
        </a:spcBef>
        <a:buNone/>
        <a:defRPr sz="2100" b="1" kern="1200">
          <a:solidFill>
            <a:schemeClr val="tx2"/>
          </a:solidFill>
          <a:latin typeface="+mj-lt"/>
          <a:ea typeface="+mj-ea"/>
          <a:cs typeface="+mj-cs"/>
        </a:defRPr>
      </a:lvl1pPr>
    </p:titleStyle>
    <p:bodyStyle>
      <a:lvl1pPr marL="215504" indent="-215504" algn="l" defTabSz="685800" rtl="0" eaLnBrk="1" latinLnBrk="0" hangingPunct="1">
        <a:lnSpc>
          <a:spcPct val="120000"/>
        </a:lnSpc>
        <a:spcBef>
          <a:spcPts val="150"/>
        </a:spcBef>
        <a:buClr>
          <a:schemeClr val="tx2"/>
        </a:buClr>
        <a:buSzPct val="100000"/>
        <a:buFont typeface="Arial" panose="020B0604020202020204" pitchFamily="34" charset="0"/>
        <a:buChar char="•"/>
        <a:tabLst/>
        <a:defRPr sz="1500" b="0" kern="1200">
          <a:solidFill>
            <a:schemeClr val="tx1"/>
          </a:solidFill>
          <a:latin typeface="+mn-lt"/>
          <a:ea typeface="+mn-ea"/>
          <a:cs typeface="+mn-cs"/>
        </a:defRPr>
      </a:lvl1pPr>
      <a:lvl2pPr marL="389335" marR="0" indent="-213122" algn="l" defTabSz="685800" rtl="0" eaLnBrk="1" fontAlgn="auto" latinLnBrk="0" hangingPunct="1">
        <a:lnSpc>
          <a:spcPct val="120000"/>
        </a:lnSpc>
        <a:spcBef>
          <a:spcPts val="150"/>
        </a:spcBef>
        <a:spcAft>
          <a:spcPts val="0"/>
        </a:spcAft>
        <a:buClrTx/>
        <a:buSzPct val="76000"/>
        <a:buFont typeface="Arial" panose="020B0604020202020204" pitchFamily="34" charset="0"/>
        <a:buChar char="•"/>
        <a:tabLst/>
        <a:defRPr sz="1350" b="0" kern="1200">
          <a:solidFill>
            <a:schemeClr val="tx1"/>
          </a:solidFill>
          <a:latin typeface="+mn-lt"/>
          <a:ea typeface="+mn-ea"/>
          <a:cs typeface="+mn-cs"/>
        </a:defRPr>
      </a:lvl2pPr>
      <a:lvl3pPr marL="519113" marR="0" indent="-171450" algn="l" defTabSz="685800" rtl="0" eaLnBrk="1" fontAlgn="auto" latinLnBrk="0" hangingPunct="1">
        <a:lnSpc>
          <a:spcPct val="120000"/>
        </a:lnSpc>
        <a:spcBef>
          <a:spcPts val="150"/>
        </a:spcBef>
        <a:spcAft>
          <a:spcPts val="0"/>
        </a:spcAft>
        <a:buClrTx/>
        <a:buSzPct val="80000"/>
        <a:buFont typeface="Arial" panose="020B0604020202020204" pitchFamily="34" charset="0"/>
        <a:buChar char="•"/>
        <a:tabLst/>
        <a:defRPr sz="1050" b="0" kern="1200">
          <a:solidFill>
            <a:schemeClr val="tx1"/>
          </a:solidFill>
          <a:latin typeface="+mn-lt"/>
          <a:ea typeface="+mn-ea"/>
          <a:cs typeface="+mn-cs"/>
        </a:defRPr>
      </a:lvl3pPr>
      <a:lvl4pPr marL="646510" marR="0" indent="-128588" algn="l" defTabSz="685800" rtl="0" eaLnBrk="1" fontAlgn="auto" latinLnBrk="0" hangingPunct="1">
        <a:lnSpc>
          <a:spcPct val="120000"/>
        </a:lnSpc>
        <a:spcBef>
          <a:spcPts val="150"/>
        </a:spcBef>
        <a:spcAft>
          <a:spcPts val="0"/>
        </a:spcAft>
        <a:buClrTx/>
        <a:buSzPct val="80000"/>
        <a:buFont typeface="Arial" panose="020B0604020202020204" pitchFamily="34" charset="0"/>
        <a:buChar char="•"/>
        <a:tabLst/>
        <a:defRPr sz="900" b="0" kern="1200">
          <a:solidFill>
            <a:schemeClr val="tx1"/>
          </a:solidFill>
          <a:latin typeface="+mn-lt"/>
          <a:ea typeface="+mn-ea"/>
          <a:cs typeface="+mn-cs"/>
        </a:defRPr>
      </a:lvl4pPr>
      <a:lvl5pPr marL="809625" marR="0" indent="-117872" algn="l" defTabSz="685800" rtl="0" eaLnBrk="1" fontAlgn="auto" latinLnBrk="0" hangingPunct="1">
        <a:lnSpc>
          <a:spcPct val="120000"/>
        </a:lnSpc>
        <a:spcBef>
          <a:spcPts val="150"/>
        </a:spcBef>
        <a:spcAft>
          <a:spcPts val="0"/>
        </a:spcAft>
        <a:buClrTx/>
        <a:buSzPct val="80000"/>
        <a:buFont typeface="Arial" panose="020B0604020202020204" pitchFamily="34" charset="0"/>
        <a:buChar char="•"/>
        <a:tabLst/>
        <a:defRPr sz="825" b="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15:clr>
            <a:srgbClr val="F26B43"/>
          </p15:clr>
        </p15:guide>
        <p15:guide id="4" pos="5616">
          <p15:clr>
            <a:srgbClr val="F26B43"/>
          </p15:clr>
        </p15:guide>
        <p15:guide id="7" pos="3888">
          <p15:clr>
            <a:srgbClr val="F26B43"/>
          </p15:clr>
        </p15:guide>
        <p15:guide id="8" pos="1872">
          <p15:clr>
            <a:srgbClr val="F26B43"/>
          </p15:clr>
        </p15:guide>
        <p15:guide id="9" pos="144">
          <p15:clr>
            <a:srgbClr val="F26B43"/>
          </p15:clr>
        </p15:guide>
        <p15:guide id="10" pos="2016">
          <p15:clr>
            <a:srgbClr val="F26B43"/>
          </p15:clr>
        </p15:guide>
        <p15:guide id="11" orient="horz" pos="3096">
          <p15:clr>
            <a:srgbClr val="F26B43"/>
          </p15:clr>
        </p15:guide>
        <p15:guide id="12" pos="2880">
          <p15:clr>
            <a:srgbClr val="F26B43"/>
          </p15:clr>
        </p15:guide>
        <p15:guide id="13" pos="3744">
          <p15:clr>
            <a:srgbClr val="F26B43"/>
          </p15:clr>
        </p15:guide>
        <p15:guide id="14" orient="horz" pos="324">
          <p15:clr>
            <a:srgbClr val="F26B43"/>
          </p15:clr>
        </p15:guide>
        <p15:guide id="15" orient="horz" pos="414">
          <p15:clr>
            <a:srgbClr val="F26B43"/>
          </p15:clr>
        </p15:guide>
        <p15:guide id="16" orient="horz" pos="594">
          <p15:clr>
            <a:srgbClr val="F26B43"/>
          </p15:clr>
        </p15:guide>
        <p15:guide id="17" orient="horz" pos="68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0.xml"/></Relationships>
</file>

<file path=ppt/slides/_rels/slide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8.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6">
            <a:extLst>
              <a:ext uri="{FF2B5EF4-FFF2-40B4-BE49-F238E27FC236}">
                <a16:creationId xmlns:a16="http://schemas.microsoft.com/office/drawing/2014/main" id="{C11D7FA6-568C-B22D-2E1E-AF13C6157834}"/>
              </a:ext>
            </a:extLst>
          </p:cNvPr>
          <p:cNvSpPr>
            <a:spLocks noGrp="1"/>
          </p:cNvSpPr>
          <p:nvPr>
            <p:ph type="ftr" sz="quarter" idx="11"/>
          </p:nvPr>
        </p:nvSpPr>
        <p:spPr/>
        <p:txBody>
          <a:bodyPr/>
          <a:lstStyle/>
          <a:p>
            <a:r>
              <a:rPr lang="en-US"/>
              <a:t>Proprietary &amp; Confidential |  03 Jun 2024</a:t>
            </a:r>
          </a:p>
        </p:txBody>
      </p:sp>
      <p:sp>
        <p:nvSpPr>
          <p:cNvPr id="2" name="Slide Number Placeholder 1"/>
          <p:cNvSpPr>
            <a:spLocks noGrp="1"/>
          </p:cNvSpPr>
          <p:nvPr>
            <p:ph type="sldNum" sz="quarter" idx="12"/>
          </p:nvPr>
        </p:nvSpPr>
        <p:spPr/>
        <p:txBody>
          <a:bodyPr/>
          <a:lstStyle/>
          <a:p>
            <a:pPr lvl="0"/>
            <a:fld id="{89006F1E-66CD-4A4B-9370-B4A3080F0E6C}" type="slidenum">
              <a:rPr lang="en-US" noProof="0" smtClean="0"/>
              <a:pPr lvl="0"/>
              <a:t>1</a:t>
            </a:fld>
            <a:endParaRPr lang="en-US" noProof="0"/>
          </a:p>
        </p:txBody>
      </p:sp>
      <p:sp>
        <p:nvSpPr>
          <p:cNvPr id="7" name="文本占位符 3">
            <a:extLst>
              <a:ext uri="{FF2B5EF4-FFF2-40B4-BE49-F238E27FC236}">
                <a16:creationId xmlns:a16="http://schemas.microsoft.com/office/drawing/2014/main" id="{0D5657DD-4FB3-DE8C-104B-9668C6977EAA}"/>
              </a:ext>
            </a:extLst>
          </p:cNvPr>
          <p:cNvSpPr>
            <a:spLocks noGrp="1"/>
          </p:cNvSpPr>
          <p:nvPr>
            <p:ph type="body" sz="quarter" idx="10"/>
          </p:nvPr>
        </p:nvSpPr>
        <p:spPr/>
        <p:txBody>
          <a:bodyPr/>
          <a:lstStyle/>
          <a:p>
            <a:r>
              <a:rPr lang="en-US" altLang="zh-CN"/>
              <a:t>Henkel and Thermo Fisher Team</a:t>
            </a:r>
            <a:endParaRPr lang="zh-CN" altLang="en-US"/>
          </a:p>
        </p:txBody>
      </p:sp>
      <p:sp>
        <p:nvSpPr>
          <p:cNvPr id="8" name="Title 5">
            <a:extLst>
              <a:ext uri="{FF2B5EF4-FFF2-40B4-BE49-F238E27FC236}">
                <a16:creationId xmlns:a16="http://schemas.microsoft.com/office/drawing/2014/main" id="{B423D6B5-2A1B-E51A-86D8-0F6A7E932AD8}"/>
              </a:ext>
            </a:extLst>
          </p:cNvPr>
          <p:cNvSpPr>
            <a:spLocks noGrp="1"/>
          </p:cNvSpPr>
          <p:nvPr>
            <p:ph type="title"/>
          </p:nvPr>
        </p:nvSpPr>
        <p:spPr/>
        <p:txBody>
          <a:bodyPr/>
          <a:lstStyle/>
          <a:p>
            <a:r>
              <a:rPr lang="en-GB" altLang="zh-CN"/>
              <a:t>HENKEL AG &amp; Co. </a:t>
            </a:r>
            <a:r>
              <a:rPr lang="en-GB" altLang="zh-CN" err="1"/>
              <a:t>KGaA</a:t>
            </a:r>
            <a:br>
              <a:rPr lang="en-US" altLang="zh-CN"/>
            </a:br>
            <a:r>
              <a:rPr lang="en-GB" altLang="zh-CN"/>
              <a:t>QCLAD</a:t>
            </a:r>
            <a:r>
              <a:rPr lang="en-US" altLang="zh-CN"/>
              <a:t> Workshop Wrap-up</a:t>
            </a:r>
            <a:endParaRPr lang="en-US"/>
          </a:p>
        </p:txBody>
      </p:sp>
      <p:sp>
        <p:nvSpPr>
          <p:cNvPr id="9" name="文本占位符 4">
            <a:extLst>
              <a:ext uri="{FF2B5EF4-FFF2-40B4-BE49-F238E27FC236}">
                <a16:creationId xmlns:a16="http://schemas.microsoft.com/office/drawing/2014/main" id="{389A053E-CBF8-B4E7-B9B6-8D228CBD3E56}"/>
              </a:ext>
            </a:extLst>
          </p:cNvPr>
          <p:cNvSpPr>
            <a:spLocks noGrp="1"/>
          </p:cNvSpPr>
          <p:nvPr>
            <p:ph type="body" sz="quarter" idx="14"/>
          </p:nvPr>
        </p:nvSpPr>
        <p:spPr/>
        <p:txBody>
          <a:bodyPr/>
          <a:lstStyle/>
          <a:p>
            <a:r>
              <a:rPr lang="en-US" altLang="zh-CN"/>
              <a:t>7 Jun 2024</a:t>
            </a:r>
            <a:endParaRPr lang="zh-CN" altLang="en-US"/>
          </a:p>
          <a:p>
            <a:endParaRPr lang="zh-CN" altLang="en-US"/>
          </a:p>
        </p:txBody>
      </p:sp>
      <p:sp>
        <p:nvSpPr>
          <p:cNvPr id="3" name="TextBox 2"/>
          <p:cNvSpPr txBox="1"/>
          <p:nvPr/>
        </p:nvSpPr>
        <p:spPr>
          <a:xfrm>
            <a:off x="7412805" y="3290299"/>
            <a:ext cx="184731" cy="3000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222222"/>
              </a:solidFill>
              <a:effectLst/>
              <a:uLnTx/>
              <a:uFillTx/>
              <a:latin typeface="Arial" panose="020B0604020202020204"/>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7B3E773-8EA4-40AA-A4C9-3736D12A1FF6}"/>
              </a:ext>
            </a:extLst>
          </p:cNvPr>
          <p:cNvSpPr>
            <a:spLocks noGrp="1"/>
          </p:cNvSpPr>
          <p:nvPr>
            <p:ph type="title"/>
          </p:nvPr>
        </p:nvSpPr>
        <p:spPr>
          <a:xfrm>
            <a:off x="288442" y="255660"/>
            <a:ext cx="4414344" cy="472967"/>
          </a:xfrm>
        </p:spPr>
        <p:txBody>
          <a:bodyPr/>
          <a:lstStyle/>
          <a:p>
            <a:pPr>
              <a:lnSpc>
                <a:spcPct val="107000"/>
              </a:lnSpc>
              <a:spcAft>
                <a:spcPts val="600"/>
              </a:spcAft>
            </a:pPr>
            <a:r>
              <a:rPr lang="en-US" altLang="zh-CN">
                <a:solidFill>
                  <a:srgbClr val="FF0000"/>
                </a:solidFill>
                <a:ea typeface="Calibri" panose="020F0502020204030204" pitchFamily="34" charset="0"/>
              </a:rPr>
              <a:t>Workshop Deliverables</a:t>
            </a:r>
            <a:br>
              <a:rPr lang="zh-CN" altLang="zh-CN" sz="1400">
                <a:solidFill>
                  <a:srgbClr val="FF0000"/>
                </a:solidFill>
                <a:ea typeface="宋体" panose="02010600030101010101" pitchFamily="2" charset="-122"/>
                <a:cs typeface="Times New Roman" panose="02020603050405020304" pitchFamily="18" charset="0"/>
              </a:rPr>
            </a:br>
            <a:endParaRPr lang="zh-CN" altLang="zh-CN" sz="1400">
              <a:solidFill>
                <a:srgbClr val="FF0000"/>
              </a:solidFill>
              <a:ea typeface="宋体" panose="02010600030101010101" pitchFamily="2" charset="-122"/>
              <a:cs typeface="Times New Roman" panose="02020603050405020304" pitchFamily="18" charset="0"/>
            </a:endParaRPr>
          </a:p>
        </p:txBody>
      </p:sp>
      <p:sp>
        <p:nvSpPr>
          <p:cNvPr id="5" name="Content Placeholder 4">
            <a:extLst>
              <a:ext uri="{FF2B5EF4-FFF2-40B4-BE49-F238E27FC236}">
                <a16:creationId xmlns:a16="http://schemas.microsoft.com/office/drawing/2014/main" id="{AF378696-8C61-42F5-98E1-83C006AA8E24}"/>
              </a:ext>
            </a:extLst>
          </p:cNvPr>
          <p:cNvSpPr>
            <a:spLocks noGrp="1"/>
          </p:cNvSpPr>
          <p:nvPr>
            <p:ph sz="quarter" idx="14"/>
          </p:nvPr>
        </p:nvSpPr>
        <p:spPr>
          <a:xfrm>
            <a:off x="351503" y="833770"/>
            <a:ext cx="8489813" cy="3670681"/>
          </a:xfrm>
        </p:spPr>
        <p:txBody>
          <a:bodyPr>
            <a:noAutofit/>
          </a:bodyPr>
          <a:lstStyle/>
          <a:p>
            <a:pPr>
              <a:lnSpc>
                <a:spcPct val="107000"/>
              </a:lnSpc>
              <a:spcAft>
                <a:spcPts val="600"/>
              </a:spcAft>
            </a:pPr>
            <a:r>
              <a:rPr lang="en-US" altLang="zh-CN" sz="1400">
                <a:latin typeface="Calibri" panose="020F0502020204030204" pitchFamily="34" charset="0"/>
                <a:ea typeface="Calibri" panose="020F0502020204030204" pitchFamily="34" charset="0"/>
                <a:cs typeface="Calibri" panose="020F0502020204030204" pitchFamily="34" charset="0"/>
              </a:rPr>
              <a:t>Draft version of RTM</a:t>
            </a:r>
          </a:p>
          <a:p>
            <a:pPr>
              <a:lnSpc>
                <a:spcPct val="107000"/>
              </a:lnSpc>
              <a:spcAft>
                <a:spcPts val="600"/>
              </a:spcAft>
            </a:pPr>
            <a:r>
              <a:rPr lang="en-US" altLang="zh-CN" sz="1400">
                <a:latin typeface="Calibri" panose="020F0502020204030204" pitchFamily="34" charset="0"/>
                <a:ea typeface="Calibri" panose="020F0502020204030204" pitchFamily="34" charset="0"/>
                <a:cs typeface="Calibri" panose="020F0502020204030204" pitchFamily="34" charset="0"/>
              </a:rPr>
              <a:t>Confirmation of the requirement topics discussed during kick off workshop</a:t>
            </a:r>
            <a:endParaRPr lang="zh-CN" altLang="en-US" sz="1400">
              <a:latin typeface="Calibri" panose="020F0502020204030204" pitchFamily="34" charset="0"/>
              <a:cs typeface="Calibri" panose="020F0502020204030204" pitchFamily="34" charset="0"/>
            </a:endParaRPr>
          </a:p>
          <a:p>
            <a:pPr>
              <a:lnSpc>
                <a:spcPct val="107000"/>
              </a:lnSpc>
              <a:spcAft>
                <a:spcPts val="600"/>
              </a:spcAft>
            </a:pPr>
            <a:r>
              <a:rPr lang="en-US" altLang="zh-CN" sz="1400">
                <a:latin typeface="Calibri" panose="020F0502020204030204" pitchFamily="34" charset="0"/>
                <a:ea typeface="Calibri" panose="020F0502020204030204" pitchFamily="34" charset="0"/>
                <a:cs typeface="Calibri" panose="020F0502020204030204" pitchFamily="34" charset="0"/>
              </a:rPr>
              <a:t>Agreement on Project Governance by both parties </a:t>
            </a:r>
          </a:p>
          <a:p>
            <a:pPr lvl="1">
              <a:lnSpc>
                <a:spcPct val="107000"/>
              </a:lnSpc>
              <a:spcAft>
                <a:spcPts val="600"/>
              </a:spcAft>
            </a:pPr>
            <a:r>
              <a:rPr lang="en-GB" altLang="zh-CN" sz="1400">
                <a:latin typeface="Calibri" panose="020F0502020204030204" pitchFamily="34" charset="0"/>
                <a:ea typeface="Calibri" panose="020F0502020204030204" pitchFamily="34" charset="0"/>
                <a:cs typeface="Calibri" panose="020F0502020204030204" pitchFamily="34" charset="0"/>
              </a:rPr>
              <a:t>Project Management Plan (not standard format to be decided later, high-level milestone plan with goals and responsibilities )</a:t>
            </a:r>
            <a:endParaRPr lang="en-US" altLang="zh-CN" sz="1400">
              <a:latin typeface="Calibri" panose="020F0502020204030204" pitchFamily="34" charset="0"/>
              <a:ea typeface="Calibri" panose="020F0502020204030204" pitchFamily="34" charset="0"/>
              <a:cs typeface="Calibri" panose="020F0502020204030204" pitchFamily="34" charset="0"/>
            </a:endParaRPr>
          </a:p>
          <a:p>
            <a:pPr>
              <a:lnSpc>
                <a:spcPct val="107000"/>
              </a:lnSpc>
              <a:spcAft>
                <a:spcPts val="600"/>
              </a:spcAft>
            </a:pPr>
            <a:r>
              <a:rPr lang="en-US" altLang="zh-CN" sz="1400">
                <a:latin typeface="Calibri" panose="020F0502020204030204" pitchFamily="34" charset="0"/>
                <a:ea typeface="Calibri" panose="020F0502020204030204" pitchFamily="34" charset="0"/>
                <a:cs typeface="Calibri" panose="020F0502020204030204" pitchFamily="34" charset="0"/>
              </a:rPr>
              <a:t>Detailed</a:t>
            </a:r>
            <a:r>
              <a:rPr lang="zh-CN" altLang="en-US" sz="1400">
                <a:latin typeface="Calibri" panose="020F0502020204030204" pitchFamily="34" charset="0"/>
                <a:cs typeface="Calibri" panose="020F0502020204030204" pitchFamily="34" charset="0"/>
              </a:rPr>
              <a:t> </a:t>
            </a:r>
            <a:r>
              <a:rPr lang="en-US" altLang="zh-CN" sz="1400">
                <a:latin typeface="Calibri" panose="020F0502020204030204" pitchFamily="34" charset="0"/>
                <a:ea typeface="Calibri" panose="020F0502020204030204" pitchFamily="34" charset="0"/>
                <a:cs typeface="Calibri" panose="020F0502020204030204" pitchFamily="34" charset="0"/>
              </a:rPr>
              <a:t>requirement</a:t>
            </a:r>
            <a:r>
              <a:rPr lang="zh-CN" altLang="en-US" sz="1400">
                <a:latin typeface="Calibri" panose="020F0502020204030204" pitchFamily="34" charset="0"/>
                <a:cs typeface="Calibri" panose="020F0502020204030204" pitchFamily="34" charset="0"/>
              </a:rPr>
              <a:t> </a:t>
            </a:r>
            <a:r>
              <a:rPr lang="en-US" altLang="zh-CN" sz="1400">
                <a:latin typeface="Calibri" panose="020F0502020204030204" pitchFamily="34" charset="0"/>
                <a:ea typeface="Calibri" panose="020F0502020204030204" pitchFamily="34" charset="0"/>
                <a:cs typeface="Calibri" panose="020F0502020204030204" pitchFamily="34" charset="0"/>
              </a:rPr>
              <a:t>gathering</a:t>
            </a:r>
            <a:r>
              <a:rPr lang="zh-CN" altLang="en-US" sz="1400">
                <a:latin typeface="Calibri" panose="020F0502020204030204" pitchFamily="34" charset="0"/>
                <a:cs typeface="Calibri" panose="020F0502020204030204" pitchFamily="34" charset="0"/>
              </a:rPr>
              <a:t> </a:t>
            </a:r>
            <a:r>
              <a:rPr lang="en-US" altLang="zh-CN" sz="1400">
                <a:latin typeface="Calibri" panose="020F0502020204030204" pitchFamily="34" charset="0"/>
                <a:ea typeface="Calibri" panose="020F0502020204030204" pitchFamily="34" charset="0"/>
                <a:cs typeface="Calibri" panose="020F0502020204030204" pitchFamily="34" charset="0"/>
              </a:rPr>
              <a:t>plan</a:t>
            </a:r>
          </a:p>
          <a:p>
            <a:pPr>
              <a:lnSpc>
                <a:spcPct val="107000"/>
              </a:lnSpc>
              <a:spcAft>
                <a:spcPts val="600"/>
              </a:spcAft>
            </a:pPr>
            <a:r>
              <a:rPr lang="en-US" altLang="zh-CN" sz="1400">
                <a:latin typeface="Calibri" panose="020F0502020204030204" pitchFamily="34" charset="0"/>
                <a:ea typeface="宋体" panose="02010600030101010101" pitchFamily="2" charset="-122"/>
                <a:cs typeface="Calibri" panose="020F0502020204030204" pitchFamily="34" charset="0"/>
              </a:rPr>
              <a:t>Kickoff deck</a:t>
            </a:r>
          </a:p>
          <a:p>
            <a:pPr>
              <a:lnSpc>
                <a:spcPct val="107000"/>
              </a:lnSpc>
              <a:spcAft>
                <a:spcPts val="600"/>
              </a:spcAft>
            </a:pPr>
            <a:r>
              <a:rPr lang="en-US" altLang="zh-CN" sz="1400">
                <a:latin typeface="Calibri" panose="020F0502020204030204" pitchFamily="34" charset="0"/>
                <a:ea typeface="宋体" panose="02010600030101010101" pitchFamily="2" charset="-122"/>
                <a:cs typeface="Calibri" panose="020F0502020204030204" pitchFamily="34" charset="0"/>
              </a:rPr>
              <a:t>Issues (parked items, action items) log</a:t>
            </a:r>
          </a:p>
          <a:p>
            <a:pPr>
              <a:lnSpc>
                <a:spcPct val="107000"/>
              </a:lnSpc>
              <a:spcAft>
                <a:spcPts val="600"/>
              </a:spcAft>
            </a:pPr>
            <a:r>
              <a:rPr lang="en-US" altLang="zh-CN" sz="1400">
                <a:latin typeface="Calibri" panose="020F0502020204030204" pitchFamily="34" charset="0"/>
                <a:ea typeface="Calibri" panose="020F0502020204030204" pitchFamily="34" charset="0"/>
                <a:cs typeface="Calibri" panose="020F0502020204030204" pitchFamily="34" charset="0"/>
              </a:rPr>
              <a:t>Workshop </a:t>
            </a:r>
            <a:r>
              <a:rPr lang="en-US" altLang="zh-CN" sz="1400">
                <a:latin typeface="Calibri" panose="020F0502020204030204" pitchFamily="34" charset="0"/>
                <a:ea typeface="宋体" panose="02010600030101010101" pitchFamily="2" charset="-122"/>
                <a:cs typeface="Calibri" panose="020F0502020204030204" pitchFamily="34" charset="0"/>
              </a:rPr>
              <a:t>summary notes</a:t>
            </a:r>
          </a:p>
        </p:txBody>
      </p:sp>
      <p:grpSp>
        <p:nvGrpSpPr>
          <p:cNvPr id="3" name="Group 2">
            <a:extLst>
              <a:ext uri="{FF2B5EF4-FFF2-40B4-BE49-F238E27FC236}">
                <a16:creationId xmlns:a16="http://schemas.microsoft.com/office/drawing/2014/main" id="{C45D3659-8887-00F7-2E55-44F7B94B8455}"/>
              </a:ext>
            </a:extLst>
          </p:cNvPr>
          <p:cNvGrpSpPr/>
          <p:nvPr/>
        </p:nvGrpSpPr>
        <p:grpSpPr>
          <a:xfrm>
            <a:off x="7721529" y="0"/>
            <a:ext cx="1193870" cy="520820"/>
            <a:chOff x="-20628" y="0"/>
            <a:chExt cx="2488951" cy="1085792"/>
          </a:xfrm>
        </p:grpSpPr>
        <p:sp>
          <p:nvSpPr>
            <p:cNvPr id="4" name="Parallelogram 3">
              <a:extLst>
                <a:ext uri="{FF2B5EF4-FFF2-40B4-BE49-F238E27FC236}">
                  <a16:creationId xmlns:a16="http://schemas.microsoft.com/office/drawing/2014/main" id="{57F54569-BE31-2125-08EC-1AD72F588F87}"/>
                </a:ext>
              </a:extLst>
            </p:cNvPr>
            <p:cNvSpPr/>
            <p:nvPr userDrawn="1"/>
          </p:nvSpPr>
          <p:spPr bwMode="auto">
            <a:xfrm>
              <a:off x="-20628" y="0"/>
              <a:ext cx="2488951" cy="1085792"/>
            </a:xfrm>
            <a:prstGeom prst="parallelogram">
              <a:avLst>
                <a:gd name="adj" fmla="val 0"/>
              </a:avLst>
            </a:prstGeom>
            <a:solidFill>
              <a:schemeClr val="tx2"/>
            </a:solidFill>
            <a:ln w="9525" cap="flat" cmpd="sng" algn="ctr">
              <a:no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r>
                <a:rPr lang="en-US" sz="1350">
                  <a:latin typeface="Arial" pitchFamily="124" charset="0"/>
                </a:rPr>
                <a:t>               </a:t>
              </a:r>
            </a:p>
          </p:txBody>
        </p:sp>
        <p:pic>
          <p:nvPicPr>
            <p:cNvPr id="7" name="Picture 6">
              <a:extLst>
                <a:ext uri="{FF2B5EF4-FFF2-40B4-BE49-F238E27FC236}">
                  <a16:creationId xmlns:a16="http://schemas.microsoft.com/office/drawing/2014/main" id="{BDC1F679-4F59-191D-7274-92E7A6B0528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35820" y="154984"/>
              <a:ext cx="2178058" cy="756021"/>
            </a:xfrm>
            <a:prstGeom prst="rect">
              <a:avLst/>
            </a:prstGeom>
          </p:spPr>
        </p:pic>
      </p:grpSp>
      <p:sp>
        <p:nvSpPr>
          <p:cNvPr id="8" name="Slide Number Placeholder 2">
            <a:extLst>
              <a:ext uri="{FF2B5EF4-FFF2-40B4-BE49-F238E27FC236}">
                <a16:creationId xmlns:a16="http://schemas.microsoft.com/office/drawing/2014/main" id="{07F9D294-6E43-92F2-D6B7-0005B1353141}"/>
              </a:ext>
            </a:extLst>
          </p:cNvPr>
          <p:cNvSpPr txBox="1">
            <a:spLocks/>
          </p:cNvSpPr>
          <p:nvPr/>
        </p:nvSpPr>
        <p:spPr>
          <a:xfrm>
            <a:off x="0" y="4914900"/>
            <a:ext cx="228600" cy="228600"/>
          </a:xfrm>
          <a:prstGeom prst="rect">
            <a:avLst/>
          </a:prstGeom>
        </p:spPr>
        <p:txBody>
          <a:bodyPr vert="horz" lIns="0" tIns="0" rIns="0" bIns="0" rtlCol="0" anchor="ctr"/>
          <a:lstStyle>
            <a:defPPr>
              <a:defRPr lang="en-US"/>
            </a:defPPr>
            <a:lvl1pPr marL="0" algn="ctr" defTabSz="914400" rtl="0" eaLnBrk="1" latinLnBrk="0" hangingPunct="1">
              <a:defRPr sz="75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E12E431E-6E29-4A3B-B2C3-E4F3672764E2}" type="slidenum">
              <a:rPr lang="en-US" smtClean="0"/>
              <a:pPr>
                <a:defRPr/>
              </a:pPr>
              <a:t>2</a:t>
            </a:fld>
            <a:endParaRPr lang="en-US"/>
          </a:p>
        </p:txBody>
      </p:sp>
      <p:sp>
        <p:nvSpPr>
          <p:cNvPr id="2" name="Slide Number Placeholder 1">
            <a:extLst>
              <a:ext uri="{FF2B5EF4-FFF2-40B4-BE49-F238E27FC236}">
                <a16:creationId xmlns:a16="http://schemas.microsoft.com/office/drawing/2014/main" id="{91A88413-A931-5653-64BF-5EF3CB0EBBB7}"/>
              </a:ext>
            </a:extLst>
          </p:cNvPr>
          <p:cNvSpPr>
            <a:spLocks noGrp="1"/>
          </p:cNvSpPr>
          <p:nvPr>
            <p:ph type="sldNum" sz="quarter" idx="10"/>
          </p:nvPr>
        </p:nvSpPr>
        <p:spPr/>
        <p:txBody>
          <a:bodyPr/>
          <a:lstStyle/>
          <a:p>
            <a:fld id="{89006F1E-66CD-4A4B-9370-B4A3080F0E6C}" type="slidenum">
              <a:rPr lang="en-US" smtClean="0"/>
              <a:pPr/>
              <a:t>2</a:t>
            </a:fld>
            <a:endParaRPr lang="en-US"/>
          </a:p>
        </p:txBody>
      </p:sp>
      <p:sp>
        <p:nvSpPr>
          <p:cNvPr id="6" name="Footer Placeholder 5">
            <a:extLst>
              <a:ext uri="{FF2B5EF4-FFF2-40B4-BE49-F238E27FC236}">
                <a16:creationId xmlns:a16="http://schemas.microsoft.com/office/drawing/2014/main" id="{CC0CC87B-E56E-7F8A-DB67-85598C3FA118}"/>
              </a:ext>
            </a:extLst>
          </p:cNvPr>
          <p:cNvSpPr>
            <a:spLocks noGrp="1"/>
          </p:cNvSpPr>
          <p:nvPr>
            <p:ph type="ftr" sz="quarter" idx="12"/>
          </p:nvPr>
        </p:nvSpPr>
        <p:spPr/>
        <p:txBody>
          <a:bodyPr/>
          <a:lstStyle/>
          <a:p>
            <a:r>
              <a:rPr lang="en-US">
                <a:ea typeface="MS PGothic" panose="020B0600070205080204" pitchFamily="34" charset="-128"/>
              </a:rPr>
              <a:t>Proprietary &amp; Confidential |  03 Jun 2024</a:t>
            </a:r>
          </a:p>
        </p:txBody>
      </p:sp>
      <p:pic>
        <p:nvPicPr>
          <p:cNvPr id="11" name="Picture 10" descr="A red and black logo&#10;&#10;Description automatically generated">
            <a:extLst>
              <a:ext uri="{FF2B5EF4-FFF2-40B4-BE49-F238E27FC236}">
                <a16:creationId xmlns:a16="http://schemas.microsoft.com/office/drawing/2014/main" id="{51B5CD49-2504-3295-3C6B-F03901CA54DC}"/>
              </a:ext>
            </a:extLst>
          </p:cNvPr>
          <p:cNvPicPr>
            <a:picLocks noChangeAspect="1"/>
          </p:cNvPicPr>
          <p:nvPr/>
        </p:nvPicPr>
        <p:blipFill>
          <a:blip r:embed="rId4"/>
          <a:stretch>
            <a:fillRect/>
          </a:stretch>
        </p:blipFill>
        <p:spPr>
          <a:xfrm>
            <a:off x="6587015" y="0"/>
            <a:ext cx="1020250" cy="529241"/>
          </a:xfrm>
          <a:prstGeom prst="rect">
            <a:avLst/>
          </a:prstGeom>
        </p:spPr>
      </p:pic>
    </p:spTree>
    <p:extLst>
      <p:ext uri="{BB962C8B-B14F-4D97-AF65-F5344CB8AC3E}">
        <p14:creationId xmlns:p14="http://schemas.microsoft.com/office/powerpoint/2010/main" val="120785228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7B3E773-8EA4-40AA-A4C9-3736D12A1FF6}"/>
              </a:ext>
            </a:extLst>
          </p:cNvPr>
          <p:cNvSpPr>
            <a:spLocks noGrp="1"/>
          </p:cNvSpPr>
          <p:nvPr>
            <p:ph type="title"/>
          </p:nvPr>
        </p:nvSpPr>
        <p:spPr>
          <a:xfrm>
            <a:off x="288442" y="255660"/>
            <a:ext cx="4414344" cy="472967"/>
          </a:xfrm>
        </p:spPr>
        <p:txBody>
          <a:bodyPr/>
          <a:lstStyle/>
          <a:p>
            <a:pPr>
              <a:lnSpc>
                <a:spcPct val="107000"/>
              </a:lnSpc>
              <a:spcAft>
                <a:spcPts val="600"/>
              </a:spcAft>
            </a:pPr>
            <a:r>
              <a:rPr lang="en-US" altLang="zh-CN">
                <a:solidFill>
                  <a:srgbClr val="FF0000"/>
                </a:solidFill>
                <a:ea typeface="Calibri" panose="020F0502020204030204" pitchFamily="34" charset="0"/>
              </a:rPr>
              <a:t>Workshop Deliverables</a:t>
            </a:r>
            <a:br>
              <a:rPr lang="zh-CN" altLang="zh-CN" sz="1400">
                <a:solidFill>
                  <a:srgbClr val="FF0000"/>
                </a:solidFill>
                <a:ea typeface="宋体" panose="02010600030101010101" pitchFamily="2" charset="-122"/>
                <a:cs typeface="Times New Roman" panose="02020603050405020304" pitchFamily="18" charset="0"/>
              </a:rPr>
            </a:br>
            <a:endParaRPr lang="zh-CN" altLang="zh-CN" sz="1400">
              <a:solidFill>
                <a:srgbClr val="FF0000"/>
              </a:solidFill>
              <a:ea typeface="宋体" panose="02010600030101010101" pitchFamily="2" charset="-122"/>
              <a:cs typeface="Times New Roman" panose="02020603050405020304" pitchFamily="18" charset="0"/>
            </a:endParaRPr>
          </a:p>
        </p:txBody>
      </p:sp>
      <p:sp>
        <p:nvSpPr>
          <p:cNvPr id="5" name="Content Placeholder 4">
            <a:extLst>
              <a:ext uri="{FF2B5EF4-FFF2-40B4-BE49-F238E27FC236}">
                <a16:creationId xmlns:a16="http://schemas.microsoft.com/office/drawing/2014/main" id="{AF378696-8C61-42F5-98E1-83C006AA8E24}"/>
              </a:ext>
            </a:extLst>
          </p:cNvPr>
          <p:cNvSpPr>
            <a:spLocks noGrp="1"/>
          </p:cNvSpPr>
          <p:nvPr>
            <p:ph sz="quarter" idx="14"/>
          </p:nvPr>
        </p:nvSpPr>
        <p:spPr>
          <a:xfrm>
            <a:off x="351503" y="833771"/>
            <a:ext cx="8489813" cy="324996"/>
          </a:xfrm>
        </p:spPr>
        <p:txBody>
          <a:bodyPr>
            <a:noAutofit/>
          </a:bodyPr>
          <a:lstStyle/>
          <a:p>
            <a:pPr>
              <a:lnSpc>
                <a:spcPct val="107000"/>
              </a:lnSpc>
              <a:spcAft>
                <a:spcPts val="600"/>
              </a:spcAft>
            </a:pPr>
            <a:r>
              <a:rPr lang="en-US" altLang="zh-CN" sz="1400">
                <a:latin typeface="Calibri" panose="020F0502020204030204" pitchFamily="34" charset="0"/>
                <a:ea typeface="Calibri" panose="020F0502020204030204" pitchFamily="34" charset="0"/>
                <a:cs typeface="Calibri" panose="020F0502020204030204" pitchFamily="34" charset="0"/>
              </a:rPr>
              <a:t>Draft version of RTM</a:t>
            </a:r>
          </a:p>
        </p:txBody>
      </p:sp>
      <p:grpSp>
        <p:nvGrpSpPr>
          <p:cNvPr id="3" name="Group 2">
            <a:extLst>
              <a:ext uri="{FF2B5EF4-FFF2-40B4-BE49-F238E27FC236}">
                <a16:creationId xmlns:a16="http://schemas.microsoft.com/office/drawing/2014/main" id="{C45D3659-8887-00F7-2E55-44F7B94B8455}"/>
              </a:ext>
            </a:extLst>
          </p:cNvPr>
          <p:cNvGrpSpPr/>
          <p:nvPr/>
        </p:nvGrpSpPr>
        <p:grpSpPr>
          <a:xfrm>
            <a:off x="7721529" y="0"/>
            <a:ext cx="1193870" cy="520820"/>
            <a:chOff x="-20628" y="0"/>
            <a:chExt cx="2488951" cy="1085792"/>
          </a:xfrm>
        </p:grpSpPr>
        <p:sp>
          <p:nvSpPr>
            <p:cNvPr id="4" name="Parallelogram 3">
              <a:extLst>
                <a:ext uri="{FF2B5EF4-FFF2-40B4-BE49-F238E27FC236}">
                  <a16:creationId xmlns:a16="http://schemas.microsoft.com/office/drawing/2014/main" id="{57F54569-BE31-2125-08EC-1AD72F588F87}"/>
                </a:ext>
              </a:extLst>
            </p:cNvPr>
            <p:cNvSpPr/>
            <p:nvPr userDrawn="1"/>
          </p:nvSpPr>
          <p:spPr bwMode="auto">
            <a:xfrm>
              <a:off x="-20628" y="0"/>
              <a:ext cx="2488951" cy="1085792"/>
            </a:xfrm>
            <a:prstGeom prst="parallelogram">
              <a:avLst>
                <a:gd name="adj" fmla="val 0"/>
              </a:avLst>
            </a:prstGeom>
            <a:solidFill>
              <a:schemeClr val="tx2"/>
            </a:solidFill>
            <a:ln w="9525" cap="flat" cmpd="sng" algn="ctr">
              <a:no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r>
                <a:rPr lang="en-US" sz="1350">
                  <a:latin typeface="Arial" pitchFamily="124" charset="0"/>
                </a:rPr>
                <a:t>               </a:t>
              </a:r>
            </a:p>
          </p:txBody>
        </p:sp>
        <p:pic>
          <p:nvPicPr>
            <p:cNvPr id="7" name="Picture 6">
              <a:extLst>
                <a:ext uri="{FF2B5EF4-FFF2-40B4-BE49-F238E27FC236}">
                  <a16:creationId xmlns:a16="http://schemas.microsoft.com/office/drawing/2014/main" id="{BDC1F679-4F59-191D-7274-92E7A6B0528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35820" y="154984"/>
              <a:ext cx="2178058" cy="756021"/>
            </a:xfrm>
            <a:prstGeom prst="rect">
              <a:avLst/>
            </a:prstGeom>
          </p:spPr>
        </p:pic>
      </p:grpSp>
      <p:sp>
        <p:nvSpPr>
          <p:cNvPr id="8" name="Slide Number Placeholder 2">
            <a:extLst>
              <a:ext uri="{FF2B5EF4-FFF2-40B4-BE49-F238E27FC236}">
                <a16:creationId xmlns:a16="http://schemas.microsoft.com/office/drawing/2014/main" id="{07F9D294-6E43-92F2-D6B7-0005B1353141}"/>
              </a:ext>
            </a:extLst>
          </p:cNvPr>
          <p:cNvSpPr txBox="1">
            <a:spLocks/>
          </p:cNvSpPr>
          <p:nvPr/>
        </p:nvSpPr>
        <p:spPr>
          <a:xfrm>
            <a:off x="0" y="4914900"/>
            <a:ext cx="228600" cy="228600"/>
          </a:xfrm>
          <a:prstGeom prst="rect">
            <a:avLst/>
          </a:prstGeom>
        </p:spPr>
        <p:txBody>
          <a:bodyPr vert="horz" lIns="0" tIns="0" rIns="0" bIns="0" rtlCol="0" anchor="ctr"/>
          <a:lstStyle>
            <a:defPPr>
              <a:defRPr lang="en-US"/>
            </a:defPPr>
            <a:lvl1pPr marL="0" algn="ctr" defTabSz="914400" rtl="0" eaLnBrk="1" latinLnBrk="0" hangingPunct="1">
              <a:defRPr sz="75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E12E431E-6E29-4A3B-B2C3-E4F3672764E2}" type="slidenum">
              <a:rPr lang="en-US" smtClean="0"/>
              <a:pPr>
                <a:defRPr/>
              </a:pPr>
              <a:t>3</a:t>
            </a:fld>
            <a:endParaRPr lang="en-US"/>
          </a:p>
        </p:txBody>
      </p:sp>
      <p:sp>
        <p:nvSpPr>
          <p:cNvPr id="2" name="Slide Number Placeholder 1">
            <a:extLst>
              <a:ext uri="{FF2B5EF4-FFF2-40B4-BE49-F238E27FC236}">
                <a16:creationId xmlns:a16="http://schemas.microsoft.com/office/drawing/2014/main" id="{91A88413-A931-5653-64BF-5EF3CB0EBBB7}"/>
              </a:ext>
            </a:extLst>
          </p:cNvPr>
          <p:cNvSpPr>
            <a:spLocks noGrp="1"/>
          </p:cNvSpPr>
          <p:nvPr>
            <p:ph type="sldNum" sz="quarter" idx="10"/>
          </p:nvPr>
        </p:nvSpPr>
        <p:spPr/>
        <p:txBody>
          <a:bodyPr/>
          <a:lstStyle/>
          <a:p>
            <a:fld id="{89006F1E-66CD-4A4B-9370-B4A3080F0E6C}" type="slidenum">
              <a:rPr lang="en-US" smtClean="0"/>
              <a:pPr/>
              <a:t>3</a:t>
            </a:fld>
            <a:endParaRPr lang="en-US"/>
          </a:p>
        </p:txBody>
      </p:sp>
      <p:sp>
        <p:nvSpPr>
          <p:cNvPr id="6" name="Footer Placeholder 5">
            <a:extLst>
              <a:ext uri="{FF2B5EF4-FFF2-40B4-BE49-F238E27FC236}">
                <a16:creationId xmlns:a16="http://schemas.microsoft.com/office/drawing/2014/main" id="{CC0CC87B-E56E-7F8A-DB67-85598C3FA118}"/>
              </a:ext>
            </a:extLst>
          </p:cNvPr>
          <p:cNvSpPr>
            <a:spLocks noGrp="1"/>
          </p:cNvSpPr>
          <p:nvPr>
            <p:ph type="ftr" sz="quarter" idx="12"/>
          </p:nvPr>
        </p:nvSpPr>
        <p:spPr/>
        <p:txBody>
          <a:bodyPr/>
          <a:lstStyle/>
          <a:p>
            <a:r>
              <a:rPr lang="en-US">
                <a:ea typeface="MS PGothic" panose="020B0600070205080204" pitchFamily="34" charset="-128"/>
              </a:rPr>
              <a:t>Proprietary &amp; Confidential |  03 Jun 2024</a:t>
            </a:r>
          </a:p>
        </p:txBody>
      </p:sp>
      <p:pic>
        <p:nvPicPr>
          <p:cNvPr id="11" name="Picture 10" descr="A red and black logo&#10;&#10;Description automatically generated">
            <a:extLst>
              <a:ext uri="{FF2B5EF4-FFF2-40B4-BE49-F238E27FC236}">
                <a16:creationId xmlns:a16="http://schemas.microsoft.com/office/drawing/2014/main" id="{51B5CD49-2504-3295-3C6B-F03901CA54DC}"/>
              </a:ext>
            </a:extLst>
          </p:cNvPr>
          <p:cNvPicPr>
            <a:picLocks noChangeAspect="1"/>
          </p:cNvPicPr>
          <p:nvPr/>
        </p:nvPicPr>
        <p:blipFill>
          <a:blip r:embed="rId4"/>
          <a:stretch>
            <a:fillRect/>
          </a:stretch>
        </p:blipFill>
        <p:spPr>
          <a:xfrm>
            <a:off x="6587015" y="0"/>
            <a:ext cx="1020250" cy="529241"/>
          </a:xfrm>
          <a:prstGeom prst="rect">
            <a:avLst/>
          </a:prstGeom>
        </p:spPr>
      </p:pic>
      <p:pic>
        <p:nvPicPr>
          <p:cNvPr id="12" name="Picture 11">
            <a:extLst>
              <a:ext uri="{FF2B5EF4-FFF2-40B4-BE49-F238E27FC236}">
                <a16:creationId xmlns:a16="http://schemas.microsoft.com/office/drawing/2014/main" id="{C3A22302-F381-2786-A0F5-5D9C89DCA637}"/>
              </a:ext>
            </a:extLst>
          </p:cNvPr>
          <p:cNvPicPr>
            <a:picLocks noChangeAspect="1"/>
          </p:cNvPicPr>
          <p:nvPr/>
        </p:nvPicPr>
        <p:blipFill>
          <a:blip r:embed="rId5"/>
          <a:stretch>
            <a:fillRect/>
          </a:stretch>
        </p:blipFill>
        <p:spPr>
          <a:xfrm>
            <a:off x="351503" y="1288280"/>
            <a:ext cx="8664089" cy="3204357"/>
          </a:xfrm>
          <a:prstGeom prst="rect">
            <a:avLst/>
          </a:prstGeom>
        </p:spPr>
      </p:pic>
    </p:spTree>
    <p:extLst>
      <p:ext uri="{BB962C8B-B14F-4D97-AF65-F5344CB8AC3E}">
        <p14:creationId xmlns:p14="http://schemas.microsoft.com/office/powerpoint/2010/main" val="345513759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7B3E773-8EA4-40AA-A4C9-3736D12A1FF6}"/>
              </a:ext>
            </a:extLst>
          </p:cNvPr>
          <p:cNvSpPr>
            <a:spLocks noGrp="1"/>
          </p:cNvSpPr>
          <p:nvPr>
            <p:ph type="title"/>
          </p:nvPr>
        </p:nvSpPr>
        <p:spPr>
          <a:xfrm>
            <a:off x="288442" y="255660"/>
            <a:ext cx="4414344" cy="472967"/>
          </a:xfrm>
        </p:spPr>
        <p:txBody>
          <a:bodyPr/>
          <a:lstStyle/>
          <a:p>
            <a:pPr>
              <a:lnSpc>
                <a:spcPct val="107000"/>
              </a:lnSpc>
              <a:spcAft>
                <a:spcPts val="600"/>
              </a:spcAft>
            </a:pPr>
            <a:r>
              <a:rPr lang="en-US" altLang="zh-CN">
                <a:solidFill>
                  <a:srgbClr val="FF0000"/>
                </a:solidFill>
                <a:ea typeface="Calibri" panose="020F0502020204030204" pitchFamily="34" charset="0"/>
              </a:rPr>
              <a:t>Workshop Deliverables</a:t>
            </a:r>
            <a:br>
              <a:rPr lang="zh-CN" altLang="zh-CN" sz="1400">
                <a:solidFill>
                  <a:srgbClr val="FF0000"/>
                </a:solidFill>
                <a:ea typeface="宋体" panose="02010600030101010101" pitchFamily="2" charset="-122"/>
                <a:cs typeface="Times New Roman" panose="02020603050405020304" pitchFamily="18" charset="0"/>
              </a:rPr>
            </a:br>
            <a:endParaRPr lang="zh-CN" altLang="zh-CN" sz="1400">
              <a:solidFill>
                <a:srgbClr val="FF0000"/>
              </a:solidFill>
              <a:ea typeface="宋体" panose="02010600030101010101" pitchFamily="2" charset="-122"/>
              <a:cs typeface="Times New Roman" panose="02020603050405020304" pitchFamily="18" charset="0"/>
            </a:endParaRPr>
          </a:p>
        </p:txBody>
      </p:sp>
      <p:sp>
        <p:nvSpPr>
          <p:cNvPr id="5" name="Content Placeholder 4">
            <a:extLst>
              <a:ext uri="{FF2B5EF4-FFF2-40B4-BE49-F238E27FC236}">
                <a16:creationId xmlns:a16="http://schemas.microsoft.com/office/drawing/2014/main" id="{AF378696-8C61-42F5-98E1-83C006AA8E24}"/>
              </a:ext>
            </a:extLst>
          </p:cNvPr>
          <p:cNvSpPr>
            <a:spLocks noGrp="1"/>
          </p:cNvSpPr>
          <p:nvPr>
            <p:ph sz="quarter" idx="14"/>
          </p:nvPr>
        </p:nvSpPr>
        <p:spPr>
          <a:xfrm>
            <a:off x="777173" y="801169"/>
            <a:ext cx="7531256" cy="3914345"/>
          </a:xfrm>
        </p:spPr>
        <p:txBody>
          <a:bodyPr>
            <a:noAutofit/>
          </a:bodyPr>
          <a:lstStyle/>
          <a:p>
            <a:pPr>
              <a:lnSpc>
                <a:spcPct val="107000"/>
              </a:lnSpc>
              <a:spcAft>
                <a:spcPts val="600"/>
              </a:spcAft>
            </a:pPr>
            <a:r>
              <a:rPr lang="en-US" altLang="zh-CN" sz="1800">
                <a:latin typeface="Calibri" panose="020F0502020204030204" pitchFamily="34" charset="0"/>
                <a:ea typeface="Calibri" panose="020F0502020204030204" pitchFamily="34" charset="0"/>
                <a:cs typeface="Calibri" panose="020F0502020204030204" pitchFamily="34" charset="0"/>
              </a:rPr>
              <a:t>Confirmation of the requirement topics discussed during kick off workshop</a:t>
            </a:r>
          </a:p>
          <a:p>
            <a:pPr lvl="1">
              <a:lnSpc>
                <a:spcPct val="150000"/>
              </a:lnSpc>
              <a:spcAft>
                <a:spcPts val="600"/>
              </a:spcAft>
            </a:pPr>
            <a:r>
              <a:rPr lang="en-US" altLang="zh-CN" sz="1400">
                <a:latin typeface="Calibri" panose="020F0502020204030204" pitchFamily="34" charset="0"/>
                <a:cs typeface="Calibri" panose="020F0502020204030204" pitchFamily="34" charset="0"/>
              </a:rPr>
              <a:t>13 workflows finalization - </a:t>
            </a:r>
            <a:r>
              <a:rPr lang="en-US" altLang="zh-CN" sz="1400">
                <a:latin typeface="Calibir"/>
                <a:cs typeface="Calibri" panose="020F0502020204030204" pitchFamily="34" charset="0"/>
              </a:rPr>
              <a:t>need</a:t>
            </a:r>
            <a:r>
              <a:rPr lang="zh-CN" altLang="en-US" sz="1400">
                <a:latin typeface="Calibir"/>
                <a:cs typeface="Calibri" panose="020F0502020204030204" pitchFamily="34" charset="0"/>
              </a:rPr>
              <a:t> </a:t>
            </a:r>
            <a:r>
              <a:rPr lang="en-US" altLang="zh-CN" sz="1400">
                <a:latin typeface="Calibir"/>
                <a:cs typeface="Calibri" panose="020F0502020204030204" pitchFamily="34" charset="0"/>
              </a:rPr>
              <a:t>to</a:t>
            </a:r>
            <a:r>
              <a:rPr lang="zh-CN" altLang="en-US" sz="1400">
                <a:latin typeface="Calibir"/>
                <a:cs typeface="Calibri" panose="020F0502020204030204" pitchFamily="34" charset="0"/>
              </a:rPr>
              <a:t> </a:t>
            </a:r>
            <a:r>
              <a:rPr lang="en-US" altLang="zh-CN" sz="1400">
                <a:latin typeface="Calibir"/>
                <a:cs typeface="Calibri" panose="020F0502020204030204" pitchFamily="34" charset="0"/>
              </a:rPr>
              <a:t>get final updated PDF copy</a:t>
            </a:r>
          </a:p>
          <a:p>
            <a:pPr marL="459581" lvl="1" indent="-285750" defTabSz="914400">
              <a:lnSpc>
                <a:spcPct val="150000"/>
              </a:lnSpc>
              <a:spcBef>
                <a:spcPts val="200"/>
              </a:spcBef>
              <a:buClr>
                <a:schemeClr val="tx2"/>
              </a:buClr>
              <a:buSzPct val="100000"/>
            </a:pPr>
            <a:r>
              <a:rPr lang="en-US" altLang="zh-CN" sz="1400">
                <a:latin typeface="Calibri" panose="020F0502020204030204" pitchFamily="34" charset="0"/>
                <a:cs typeface="Calibri" panose="020F0502020204030204" pitchFamily="34" charset="0"/>
              </a:rPr>
              <a:t>Sampling Scheduler – 7 Jun post lunch</a:t>
            </a:r>
          </a:p>
          <a:p>
            <a:pPr marL="872728" lvl="2" indent="-285750">
              <a:lnSpc>
                <a:spcPct val="170000"/>
              </a:lnSpc>
              <a:spcBef>
                <a:spcPts val="200"/>
              </a:spcBef>
              <a:buClr>
                <a:schemeClr val="tx2"/>
              </a:buClr>
              <a:buSzPct val="100000"/>
            </a:pPr>
            <a:r>
              <a:rPr lang="en-US" altLang="zh-CN" sz="1400">
                <a:latin typeface="Calibri" panose="020F0502020204030204" pitchFamily="34" charset="0"/>
                <a:cs typeface="Calibri" panose="020F0502020204030204" pitchFamily="34" charset="0"/>
              </a:rPr>
              <a:t>Pilot Phase A: Shift management</a:t>
            </a:r>
          </a:p>
          <a:p>
            <a:pPr marL="872728" lvl="2" indent="-285750">
              <a:lnSpc>
                <a:spcPct val="170000"/>
              </a:lnSpc>
              <a:spcBef>
                <a:spcPts val="200"/>
              </a:spcBef>
              <a:buClr>
                <a:schemeClr val="tx2"/>
              </a:buClr>
              <a:buSzPct val="100000"/>
            </a:pPr>
            <a:r>
              <a:rPr lang="en-US" altLang="zh-CN" sz="1400">
                <a:latin typeface="Calibri" panose="020F0502020204030204" pitchFamily="34" charset="0"/>
                <a:cs typeface="Calibri" panose="020F0502020204030204" pitchFamily="34" charset="0"/>
              </a:rPr>
              <a:t>Pilot Phase B: Scheduler</a:t>
            </a:r>
          </a:p>
          <a:p>
            <a:pPr marL="459581" lvl="1" indent="-285750" defTabSz="914400">
              <a:lnSpc>
                <a:spcPct val="170000"/>
              </a:lnSpc>
              <a:spcBef>
                <a:spcPts val="200"/>
              </a:spcBef>
              <a:buClr>
                <a:schemeClr val="tx2"/>
              </a:buClr>
              <a:buSzPct val="100000"/>
            </a:pPr>
            <a:r>
              <a:rPr lang="en-US" altLang="zh-CN" sz="1400">
                <a:latin typeface="Calibri" panose="020F0502020204030204" pitchFamily="34" charset="0"/>
                <a:cs typeface="Calibri" panose="020F0502020204030204" pitchFamily="34" charset="0"/>
              </a:rPr>
              <a:t>Third party application interface - TBD</a:t>
            </a:r>
          </a:p>
          <a:p>
            <a:pPr marL="872728" lvl="2" indent="-285750">
              <a:lnSpc>
                <a:spcPct val="170000"/>
              </a:lnSpc>
              <a:spcBef>
                <a:spcPts val="200"/>
              </a:spcBef>
              <a:buClr>
                <a:schemeClr val="tx2"/>
              </a:buClr>
              <a:buSzPct val="100000"/>
            </a:pPr>
            <a:r>
              <a:rPr lang="en-US" altLang="zh-CN" sz="1400">
                <a:latin typeface="Calibri" panose="020F0502020204030204" pitchFamily="34" charset="0"/>
                <a:cs typeface="Calibri" panose="020F0502020204030204" pitchFamily="34" charset="0"/>
              </a:rPr>
              <a:t>SAP</a:t>
            </a:r>
          </a:p>
          <a:p>
            <a:pPr marL="872728" lvl="2" indent="-285750">
              <a:lnSpc>
                <a:spcPct val="170000"/>
              </a:lnSpc>
              <a:spcBef>
                <a:spcPts val="200"/>
              </a:spcBef>
              <a:buClr>
                <a:schemeClr val="tx2"/>
              </a:buClr>
              <a:buSzPct val="100000"/>
            </a:pPr>
            <a:r>
              <a:rPr lang="en-US" altLang="zh-CN" sz="1400" err="1">
                <a:latin typeface="Calibri" panose="020F0502020204030204" pitchFamily="34" charset="0"/>
                <a:cs typeface="Calibri" panose="020F0502020204030204" pitchFamily="34" charset="0"/>
              </a:rPr>
              <a:t>Smartfactory</a:t>
            </a:r>
            <a:r>
              <a:rPr lang="en-US" altLang="zh-CN" sz="1400">
                <a:latin typeface="Calibri" panose="020F0502020204030204" pitchFamily="34" charset="0"/>
                <a:cs typeface="Calibri" panose="020F0502020204030204" pitchFamily="34" charset="0"/>
              </a:rPr>
              <a:t> (</a:t>
            </a:r>
            <a:r>
              <a:rPr lang="en-US" altLang="zh-CN" sz="1400" err="1">
                <a:latin typeface="Calibri" panose="020F0502020204030204" pitchFamily="34" charset="0"/>
                <a:cs typeface="Calibri" panose="020F0502020204030204" pitchFamily="34" charset="0"/>
              </a:rPr>
              <a:t>Vegam</a:t>
            </a:r>
            <a:r>
              <a:rPr lang="en-US" altLang="zh-CN" sz="1400">
                <a:latin typeface="Calibri" panose="020F0502020204030204" pitchFamily="34" charset="0"/>
                <a:cs typeface="Calibri" panose="020F0502020204030204" pitchFamily="34" charset="0"/>
              </a:rPr>
              <a:t>)</a:t>
            </a:r>
          </a:p>
          <a:p>
            <a:pPr marL="872728" lvl="2" indent="-285750">
              <a:lnSpc>
                <a:spcPct val="170000"/>
              </a:lnSpc>
              <a:spcBef>
                <a:spcPts val="200"/>
              </a:spcBef>
              <a:buClr>
                <a:schemeClr val="tx2"/>
              </a:buClr>
              <a:buSzPct val="100000"/>
            </a:pPr>
            <a:r>
              <a:rPr lang="en-US" altLang="zh-CN" sz="1400" err="1">
                <a:latin typeface="Calibri" panose="020F0502020204030204" pitchFamily="34" charset="0"/>
                <a:cs typeface="Calibri" panose="020F0502020204030204" pitchFamily="34" charset="0"/>
              </a:rPr>
              <a:t>Skillmatrix</a:t>
            </a:r>
            <a:r>
              <a:rPr lang="en-US" altLang="zh-CN" sz="1400">
                <a:latin typeface="Calibri" panose="020F0502020204030204" pitchFamily="34" charset="0"/>
                <a:cs typeface="Calibri" panose="020F0502020204030204" pitchFamily="34" charset="0"/>
              </a:rPr>
              <a:t> (OSDP)</a:t>
            </a:r>
            <a:endParaRPr lang="zh-CN" altLang="en-US" sz="1400">
              <a:latin typeface="Calibri" panose="020F0502020204030204" pitchFamily="34" charset="0"/>
              <a:cs typeface="Calibri" panose="020F0502020204030204" pitchFamily="34" charset="0"/>
            </a:endParaRPr>
          </a:p>
          <a:p>
            <a:pPr>
              <a:lnSpc>
                <a:spcPct val="107000"/>
              </a:lnSpc>
              <a:spcAft>
                <a:spcPts val="600"/>
              </a:spcAft>
            </a:pPr>
            <a:endParaRPr lang="en-US" altLang="zh-CN" sz="1400">
              <a:latin typeface="Calibri" panose="020F0502020204030204" pitchFamily="34" charset="0"/>
              <a:cs typeface="Calibri" panose="020F0502020204030204" pitchFamily="34" charset="0"/>
            </a:endParaRPr>
          </a:p>
          <a:p>
            <a:pPr>
              <a:lnSpc>
                <a:spcPct val="107000"/>
              </a:lnSpc>
              <a:spcAft>
                <a:spcPts val="600"/>
              </a:spcAft>
            </a:pPr>
            <a:endParaRPr lang="zh-CN" altLang="en-US" sz="1400">
              <a:latin typeface="Calibri" panose="020F0502020204030204" pitchFamily="34" charset="0"/>
              <a:cs typeface="Calibri" panose="020F0502020204030204" pitchFamily="34" charset="0"/>
            </a:endParaRPr>
          </a:p>
        </p:txBody>
      </p:sp>
      <p:grpSp>
        <p:nvGrpSpPr>
          <p:cNvPr id="3" name="Group 2">
            <a:extLst>
              <a:ext uri="{FF2B5EF4-FFF2-40B4-BE49-F238E27FC236}">
                <a16:creationId xmlns:a16="http://schemas.microsoft.com/office/drawing/2014/main" id="{C45D3659-8887-00F7-2E55-44F7B94B8455}"/>
              </a:ext>
            </a:extLst>
          </p:cNvPr>
          <p:cNvGrpSpPr/>
          <p:nvPr/>
        </p:nvGrpSpPr>
        <p:grpSpPr>
          <a:xfrm>
            <a:off x="7721529" y="0"/>
            <a:ext cx="1193870" cy="520820"/>
            <a:chOff x="-20628" y="0"/>
            <a:chExt cx="2488951" cy="1085792"/>
          </a:xfrm>
        </p:grpSpPr>
        <p:sp>
          <p:nvSpPr>
            <p:cNvPr id="4" name="Parallelogram 3">
              <a:extLst>
                <a:ext uri="{FF2B5EF4-FFF2-40B4-BE49-F238E27FC236}">
                  <a16:creationId xmlns:a16="http://schemas.microsoft.com/office/drawing/2014/main" id="{57F54569-BE31-2125-08EC-1AD72F588F87}"/>
                </a:ext>
              </a:extLst>
            </p:cNvPr>
            <p:cNvSpPr/>
            <p:nvPr userDrawn="1"/>
          </p:nvSpPr>
          <p:spPr bwMode="auto">
            <a:xfrm>
              <a:off x="-20628" y="0"/>
              <a:ext cx="2488951" cy="1085792"/>
            </a:xfrm>
            <a:prstGeom prst="parallelogram">
              <a:avLst>
                <a:gd name="adj" fmla="val 0"/>
              </a:avLst>
            </a:prstGeom>
            <a:solidFill>
              <a:schemeClr val="tx2"/>
            </a:solidFill>
            <a:ln w="9525" cap="flat" cmpd="sng" algn="ctr">
              <a:no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r>
                <a:rPr lang="en-US" sz="1350">
                  <a:latin typeface="Arial" pitchFamily="124" charset="0"/>
                </a:rPr>
                <a:t>               </a:t>
              </a:r>
            </a:p>
          </p:txBody>
        </p:sp>
        <p:pic>
          <p:nvPicPr>
            <p:cNvPr id="7" name="Picture 6">
              <a:extLst>
                <a:ext uri="{FF2B5EF4-FFF2-40B4-BE49-F238E27FC236}">
                  <a16:creationId xmlns:a16="http://schemas.microsoft.com/office/drawing/2014/main" id="{BDC1F679-4F59-191D-7274-92E7A6B0528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35820" y="154984"/>
              <a:ext cx="2178058" cy="756021"/>
            </a:xfrm>
            <a:prstGeom prst="rect">
              <a:avLst/>
            </a:prstGeom>
          </p:spPr>
        </p:pic>
      </p:grpSp>
      <p:sp>
        <p:nvSpPr>
          <p:cNvPr id="8" name="Slide Number Placeholder 2">
            <a:extLst>
              <a:ext uri="{FF2B5EF4-FFF2-40B4-BE49-F238E27FC236}">
                <a16:creationId xmlns:a16="http://schemas.microsoft.com/office/drawing/2014/main" id="{07F9D294-6E43-92F2-D6B7-0005B1353141}"/>
              </a:ext>
            </a:extLst>
          </p:cNvPr>
          <p:cNvSpPr txBox="1">
            <a:spLocks/>
          </p:cNvSpPr>
          <p:nvPr/>
        </p:nvSpPr>
        <p:spPr>
          <a:xfrm>
            <a:off x="0" y="4914900"/>
            <a:ext cx="228600" cy="228600"/>
          </a:xfrm>
          <a:prstGeom prst="rect">
            <a:avLst/>
          </a:prstGeom>
        </p:spPr>
        <p:txBody>
          <a:bodyPr vert="horz" lIns="0" tIns="0" rIns="0" bIns="0" rtlCol="0" anchor="ctr"/>
          <a:lstStyle>
            <a:defPPr>
              <a:defRPr lang="en-US"/>
            </a:defPPr>
            <a:lvl1pPr marL="0" algn="ctr" defTabSz="914400" rtl="0" eaLnBrk="1" latinLnBrk="0" hangingPunct="1">
              <a:defRPr sz="75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E12E431E-6E29-4A3B-B2C3-E4F3672764E2}" type="slidenum">
              <a:rPr lang="en-US" smtClean="0"/>
              <a:pPr>
                <a:defRPr/>
              </a:pPr>
              <a:t>4</a:t>
            </a:fld>
            <a:endParaRPr lang="en-US"/>
          </a:p>
        </p:txBody>
      </p:sp>
      <p:sp>
        <p:nvSpPr>
          <p:cNvPr id="2" name="Slide Number Placeholder 1">
            <a:extLst>
              <a:ext uri="{FF2B5EF4-FFF2-40B4-BE49-F238E27FC236}">
                <a16:creationId xmlns:a16="http://schemas.microsoft.com/office/drawing/2014/main" id="{91A88413-A931-5653-64BF-5EF3CB0EBBB7}"/>
              </a:ext>
            </a:extLst>
          </p:cNvPr>
          <p:cNvSpPr>
            <a:spLocks noGrp="1"/>
          </p:cNvSpPr>
          <p:nvPr>
            <p:ph type="sldNum" sz="quarter" idx="10"/>
          </p:nvPr>
        </p:nvSpPr>
        <p:spPr/>
        <p:txBody>
          <a:bodyPr/>
          <a:lstStyle/>
          <a:p>
            <a:fld id="{89006F1E-66CD-4A4B-9370-B4A3080F0E6C}" type="slidenum">
              <a:rPr lang="en-US" smtClean="0"/>
              <a:pPr/>
              <a:t>4</a:t>
            </a:fld>
            <a:endParaRPr lang="en-US"/>
          </a:p>
        </p:txBody>
      </p:sp>
      <p:sp>
        <p:nvSpPr>
          <p:cNvPr id="6" name="Footer Placeholder 5">
            <a:extLst>
              <a:ext uri="{FF2B5EF4-FFF2-40B4-BE49-F238E27FC236}">
                <a16:creationId xmlns:a16="http://schemas.microsoft.com/office/drawing/2014/main" id="{CC0CC87B-E56E-7F8A-DB67-85598C3FA118}"/>
              </a:ext>
            </a:extLst>
          </p:cNvPr>
          <p:cNvSpPr>
            <a:spLocks noGrp="1"/>
          </p:cNvSpPr>
          <p:nvPr>
            <p:ph type="ftr" sz="quarter" idx="12"/>
          </p:nvPr>
        </p:nvSpPr>
        <p:spPr/>
        <p:txBody>
          <a:bodyPr/>
          <a:lstStyle/>
          <a:p>
            <a:r>
              <a:rPr lang="en-US">
                <a:ea typeface="MS PGothic" panose="020B0600070205080204" pitchFamily="34" charset="-128"/>
              </a:rPr>
              <a:t>Proprietary &amp; Confidential |  03 Jun 2024</a:t>
            </a:r>
          </a:p>
        </p:txBody>
      </p:sp>
      <p:pic>
        <p:nvPicPr>
          <p:cNvPr id="11" name="Picture 10" descr="A red and black logo&#10;&#10;Description automatically generated">
            <a:extLst>
              <a:ext uri="{FF2B5EF4-FFF2-40B4-BE49-F238E27FC236}">
                <a16:creationId xmlns:a16="http://schemas.microsoft.com/office/drawing/2014/main" id="{51B5CD49-2504-3295-3C6B-F03901CA54DC}"/>
              </a:ext>
            </a:extLst>
          </p:cNvPr>
          <p:cNvPicPr>
            <a:picLocks noChangeAspect="1"/>
          </p:cNvPicPr>
          <p:nvPr/>
        </p:nvPicPr>
        <p:blipFill>
          <a:blip r:embed="rId4"/>
          <a:stretch>
            <a:fillRect/>
          </a:stretch>
        </p:blipFill>
        <p:spPr>
          <a:xfrm>
            <a:off x="6587015" y="0"/>
            <a:ext cx="1020250" cy="529241"/>
          </a:xfrm>
          <a:prstGeom prst="rect">
            <a:avLst/>
          </a:prstGeom>
        </p:spPr>
      </p:pic>
    </p:spTree>
    <p:extLst>
      <p:ext uri="{BB962C8B-B14F-4D97-AF65-F5344CB8AC3E}">
        <p14:creationId xmlns:p14="http://schemas.microsoft.com/office/powerpoint/2010/main" val="219918818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7B3E773-8EA4-40AA-A4C9-3736D12A1FF6}"/>
              </a:ext>
            </a:extLst>
          </p:cNvPr>
          <p:cNvSpPr>
            <a:spLocks noGrp="1"/>
          </p:cNvSpPr>
          <p:nvPr>
            <p:ph type="title"/>
          </p:nvPr>
        </p:nvSpPr>
        <p:spPr>
          <a:xfrm>
            <a:off x="288442" y="255660"/>
            <a:ext cx="4414344" cy="472967"/>
          </a:xfrm>
        </p:spPr>
        <p:txBody>
          <a:bodyPr/>
          <a:lstStyle/>
          <a:p>
            <a:pPr>
              <a:lnSpc>
                <a:spcPct val="107000"/>
              </a:lnSpc>
              <a:spcAft>
                <a:spcPts val="600"/>
              </a:spcAft>
            </a:pPr>
            <a:r>
              <a:rPr lang="en-US" altLang="zh-CN">
                <a:solidFill>
                  <a:srgbClr val="FF0000"/>
                </a:solidFill>
                <a:ea typeface="Calibri" panose="020F0502020204030204" pitchFamily="34" charset="0"/>
              </a:rPr>
              <a:t>Workshop Deliverables</a:t>
            </a:r>
            <a:br>
              <a:rPr lang="zh-CN" altLang="zh-CN" sz="1400">
                <a:solidFill>
                  <a:srgbClr val="FF0000"/>
                </a:solidFill>
                <a:ea typeface="宋体" panose="02010600030101010101" pitchFamily="2" charset="-122"/>
                <a:cs typeface="Times New Roman" panose="02020603050405020304" pitchFamily="18" charset="0"/>
              </a:rPr>
            </a:br>
            <a:endParaRPr lang="zh-CN" altLang="zh-CN" sz="1400">
              <a:solidFill>
                <a:srgbClr val="FF0000"/>
              </a:solidFill>
              <a:ea typeface="宋体" panose="02010600030101010101" pitchFamily="2" charset="-122"/>
              <a:cs typeface="Times New Roman" panose="02020603050405020304" pitchFamily="18" charset="0"/>
            </a:endParaRPr>
          </a:p>
        </p:txBody>
      </p:sp>
      <p:sp>
        <p:nvSpPr>
          <p:cNvPr id="5" name="Content Placeholder 4">
            <a:extLst>
              <a:ext uri="{FF2B5EF4-FFF2-40B4-BE49-F238E27FC236}">
                <a16:creationId xmlns:a16="http://schemas.microsoft.com/office/drawing/2014/main" id="{AF378696-8C61-42F5-98E1-83C006AA8E24}"/>
              </a:ext>
            </a:extLst>
          </p:cNvPr>
          <p:cNvSpPr>
            <a:spLocks noGrp="1"/>
          </p:cNvSpPr>
          <p:nvPr>
            <p:ph sz="quarter" idx="14"/>
          </p:nvPr>
        </p:nvSpPr>
        <p:spPr>
          <a:xfrm>
            <a:off x="327093" y="707990"/>
            <a:ext cx="8489813" cy="656406"/>
          </a:xfrm>
        </p:spPr>
        <p:txBody>
          <a:bodyPr>
            <a:noAutofit/>
          </a:bodyPr>
          <a:lstStyle/>
          <a:p>
            <a:pPr>
              <a:lnSpc>
                <a:spcPct val="107000"/>
              </a:lnSpc>
              <a:spcAft>
                <a:spcPts val="600"/>
              </a:spcAft>
            </a:pPr>
            <a:r>
              <a:rPr lang="en-US" altLang="zh-CN" sz="1100" b="1">
                <a:latin typeface="Calibri" panose="020F0502020204030204" pitchFamily="34" charset="0"/>
                <a:ea typeface="Calibri" panose="020F0502020204030204" pitchFamily="34" charset="0"/>
                <a:cs typeface="Calibri" panose="020F0502020204030204" pitchFamily="34" charset="0"/>
              </a:rPr>
              <a:t>Agreement on Project Governance by both parties </a:t>
            </a:r>
          </a:p>
          <a:p>
            <a:pPr lvl="1">
              <a:lnSpc>
                <a:spcPct val="107000"/>
              </a:lnSpc>
              <a:spcAft>
                <a:spcPts val="600"/>
              </a:spcAft>
            </a:pPr>
            <a:r>
              <a:rPr lang="en-GB" altLang="zh-CN" sz="1100" b="1">
                <a:latin typeface="Calibri" panose="020F0502020204030204" pitchFamily="34" charset="0"/>
                <a:ea typeface="Calibri" panose="020F0502020204030204" pitchFamily="34" charset="0"/>
                <a:cs typeface="Calibri" panose="020F0502020204030204" pitchFamily="34" charset="0"/>
              </a:rPr>
              <a:t>Project Management Plan (not standard format to be decided later, high-level milestone plan with goals and responsibilities )</a:t>
            </a:r>
            <a:endParaRPr lang="en-US" altLang="zh-CN" sz="1100" b="1">
              <a:latin typeface="Calibri" panose="020F0502020204030204" pitchFamily="34" charset="0"/>
              <a:ea typeface="Calibri" panose="020F0502020204030204" pitchFamily="34" charset="0"/>
              <a:cs typeface="Calibri" panose="020F0502020204030204" pitchFamily="34" charset="0"/>
            </a:endParaRPr>
          </a:p>
        </p:txBody>
      </p:sp>
      <p:grpSp>
        <p:nvGrpSpPr>
          <p:cNvPr id="3" name="Group 2">
            <a:extLst>
              <a:ext uri="{FF2B5EF4-FFF2-40B4-BE49-F238E27FC236}">
                <a16:creationId xmlns:a16="http://schemas.microsoft.com/office/drawing/2014/main" id="{C45D3659-8887-00F7-2E55-44F7B94B8455}"/>
              </a:ext>
            </a:extLst>
          </p:cNvPr>
          <p:cNvGrpSpPr/>
          <p:nvPr/>
        </p:nvGrpSpPr>
        <p:grpSpPr>
          <a:xfrm>
            <a:off x="7721529" y="0"/>
            <a:ext cx="1193870" cy="520820"/>
            <a:chOff x="-20628" y="0"/>
            <a:chExt cx="2488951" cy="1085792"/>
          </a:xfrm>
        </p:grpSpPr>
        <p:sp>
          <p:nvSpPr>
            <p:cNvPr id="4" name="Parallelogram 3">
              <a:extLst>
                <a:ext uri="{FF2B5EF4-FFF2-40B4-BE49-F238E27FC236}">
                  <a16:creationId xmlns:a16="http://schemas.microsoft.com/office/drawing/2014/main" id="{57F54569-BE31-2125-08EC-1AD72F588F87}"/>
                </a:ext>
              </a:extLst>
            </p:cNvPr>
            <p:cNvSpPr/>
            <p:nvPr userDrawn="1"/>
          </p:nvSpPr>
          <p:spPr bwMode="auto">
            <a:xfrm>
              <a:off x="-20628" y="0"/>
              <a:ext cx="2488951" cy="1085792"/>
            </a:xfrm>
            <a:prstGeom prst="parallelogram">
              <a:avLst>
                <a:gd name="adj" fmla="val 0"/>
              </a:avLst>
            </a:prstGeom>
            <a:solidFill>
              <a:schemeClr val="tx2"/>
            </a:solidFill>
            <a:ln w="9525" cap="flat" cmpd="sng" algn="ctr">
              <a:no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r>
                <a:rPr lang="en-US" sz="1350">
                  <a:latin typeface="Arial" pitchFamily="124" charset="0"/>
                </a:rPr>
                <a:t>               </a:t>
              </a:r>
            </a:p>
          </p:txBody>
        </p:sp>
        <p:pic>
          <p:nvPicPr>
            <p:cNvPr id="7" name="Picture 6">
              <a:extLst>
                <a:ext uri="{FF2B5EF4-FFF2-40B4-BE49-F238E27FC236}">
                  <a16:creationId xmlns:a16="http://schemas.microsoft.com/office/drawing/2014/main" id="{BDC1F679-4F59-191D-7274-92E7A6B0528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35820" y="154984"/>
              <a:ext cx="2178058" cy="756021"/>
            </a:xfrm>
            <a:prstGeom prst="rect">
              <a:avLst/>
            </a:prstGeom>
          </p:spPr>
        </p:pic>
      </p:grpSp>
      <p:sp>
        <p:nvSpPr>
          <p:cNvPr id="8" name="Slide Number Placeholder 2">
            <a:extLst>
              <a:ext uri="{FF2B5EF4-FFF2-40B4-BE49-F238E27FC236}">
                <a16:creationId xmlns:a16="http://schemas.microsoft.com/office/drawing/2014/main" id="{07F9D294-6E43-92F2-D6B7-0005B1353141}"/>
              </a:ext>
            </a:extLst>
          </p:cNvPr>
          <p:cNvSpPr txBox="1">
            <a:spLocks/>
          </p:cNvSpPr>
          <p:nvPr/>
        </p:nvSpPr>
        <p:spPr>
          <a:xfrm>
            <a:off x="0" y="4914900"/>
            <a:ext cx="228600" cy="228600"/>
          </a:xfrm>
          <a:prstGeom prst="rect">
            <a:avLst/>
          </a:prstGeom>
        </p:spPr>
        <p:txBody>
          <a:bodyPr vert="horz" lIns="0" tIns="0" rIns="0" bIns="0" rtlCol="0" anchor="ctr"/>
          <a:lstStyle>
            <a:defPPr>
              <a:defRPr lang="en-US"/>
            </a:defPPr>
            <a:lvl1pPr marL="0" algn="ctr" defTabSz="914400" rtl="0" eaLnBrk="1" latinLnBrk="0" hangingPunct="1">
              <a:defRPr sz="75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E12E431E-6E29-4A3B-B2C3-E4F3672764E2}" type="slidenum">
              <a:rPr lang="en-US" smtClean="0"/>
              <a:pPr>
                <a:defRPr/>
              </a:pPr>
              <a:t>5</a:t>
            </a:fld>
            <a:endParaRPr lang="en-US"/>
          </a:p>
        </p:txBody>
      </p:sp>
      <p:sp>
        <p:nvSpPr>
          <p:cNvPr id="2" name="Slide Number Placeholder 1">
            <a:extLst>
              <a:ext uri="{FF2B5EF4-FFF2-40B4-BE49-F238E27FC236}">
                <a16:creationId xmlns:a16="http://schemas.microsoft.com/office/drawing/2014/main" id="{91A88413-A931-5653-64BF-5EF3CB0EBBB7}"/>
              </a:ext>
            </a:extLst>
          </p:cNvPr>
          <p:cNvSpPr>
            <a:spLocks noGrp="1"/>
          </p:cNvSpPr>
          <p:nvPr>
            <p:ph type="sldNum" sz="quarter" idx="10"/>
          </p:nvPr>
        </p:nvSpPr>
        <p:spPr/>
        <p:txBody>
          <a:bodyPr/>
          <a:lstStyle/>
          <a:p>
            <a:fld id="{89006F1E-66CD-4A4B-9370-B4A3080F0E6C}" type="slidenum">
              <a:rPr lang="en-US" smtClean="0"/>
              <a:pPr/>
              <a:t>5</a:t>
            </a:fld>
            <a:endParaRPr lang="en-US"/>
          </a:p>
        </p:txBody>
      </p:sp>
      <p:sp>
        <p:nvSpPr>
          <p:cNvPr id="6" name="Footer Placeholder 5">
            <a:extLst>
              <a:ext uri="{FF2B5EF4-FFF2-40B4-BE49-F238E27FC236}">
                <a16:creationId xmlns:a16="http://schemas.microsoft.com/office/drawing/2014/main" id="{CC0CC87B-E56E-7F8A-DB67-85598C3FA118}"/>
              </a:ext>
            </a:extLst>
          </p:cNvPr>
          <p:cNvSpPr>
            <a:spLocks noGrp="1"/>
          </p:cNvSpPr>
          <p:nvPr>
            <p:ph type="ftr" sz="quarter" idx="12"/>
          </p:nvPr>
        </p:nvSpPr>
        <p:spPr/>
        <p:txBody>
          <a:bodyPr/>
          <a:lstStyle/>
          <a:p>
            <a:r>
              <a:rPr lang="en-US">
                <a:ea typeface="MS PGothic" panose="020B0600070205080204" pitchFamily="34" charset="-128"/>
              </a:rPr>
              <a:t>Proprietary &amp; Confidential |  03 Jun 2024</a:t>
            </a:r>
          </a:p>
        </p:txBody>
      </p:sp>
      <p:pic>
        <p:nvPicPr>
          <p:cNvPr id="11" name="Picture 10" descr="A red and black logo&#10;&#10;Description automatically generated">
            <a:extLst>
              <a:ext uri="{FF2B5EF4-FFF2-40B4-BE49-F238E27FC236}">
                <a16:creationId xmlns:a16="http://schemas.microsoft.com/office/drawing/2014/main" id="{51B5CD49-2504-3295-3C6B-F03901CA54DC}"/>
              </a:ext>
            </a:extLst>
          </p:cNvPr>
          <p:cNvPicPr>
            <a:picLocks noChangeAspect="1"/>
          </p:cNvPicPr>
          <p:nvPr/>
        </p:nvPicPr>
        <p:blipFill>
          <a:blip r:embed="rId4"/>
          <a:stretch>
            <a:fillRect/>
          </a:stretch>
        </p:blipFill>
        <p:spPr>
          <a:xfrm>
            <a:off x="6587015" y="0"/>
            <a:ext cx="1020250" cy="529241"/>
          </a:xfrm>
          <a:prstGeom prst="rect">
            <a:avLst/>
          </a:prstGeom>
        </p:spPr>
      </p:pic>
      <p:sp>
        <p:nvSpPr>
          <p:cNvPr id="12" name="TextBox 11">
            <a:extLst>
              <a:ext uri="{FF2B5EF4-FFF2-40B4-BE49-F238E27FC236}">
                <a16:creationId xmlns:a16="http://schemas.microsoft.com/office/drawing/2014/main" id="{48216E65-083E-918B-A99D-3A3CCD7CC6ED}"/>
              </a:ext>
            </a:extLst>
          </p:cNvPr>
          <p:cNvSpPr txBox="1"/>
          <p:nvPr/>
        </p:nvSpPr>
        <p:spPr>
          <a:xfrm>
            <a:off x="484790" y="1304235"/>
            <a:ext cx="7559564" cy="3477875"/>
          </a:xfrm>
          <a:prstGeom prst="rect">
            <a:avLst/>
          </a:prstGeom>
          <a:noFill/>
        </p:spPr>
        <p:txBody>
          <a:bodyPr wrap="square">
            <a:spAutoFit/>
          </a:bodyPr>
          <a:lstStyle/>
          <a:p>
            <a:pPr marL="342900" lvl="0" indent="-342900">
              <a:buFont typeface="+mj-lt"/>
              <a:buAutoNum type="arabicPeriod"/>
            </a:pPr>
            <a:r>
              <a:rPr lang="en-US" altLang="zh-CN" sz="1100">
                <a:effectLst/>
                <a:latin typeface="Calibir"/>
                <a:ea typeface="Times New Roman" panose="02020603050405020304" pitchFamily="18" charset="0"/>
                <a:cs typeface="Aptos" panose="020B0004020202020204" pitchFamily="34" charset="0"/>
              </a:rPr>
              <a:t>RTM Document approval time - 1 week including all iterations.</a:t>
            </a:r>
          </a:p>
          <a:p>
            <a:pPr marL="800100" lvl="1" indent="-342900">
              <a:buFont typeface="Arial" panose="020B0604020202020204" pitchFamily="34" charset="0"/>
              <a:buChar char="•"/>
            </a:pPr>
            <a:r>
              <a:rPr lang="en-US" altLang="zh-CN" sz="1100">
                <a:latin typeface="Calibir"/>
                <a:ea typeface="等线" panose="02010600030101010101" pitchFamily="2" charset="-122"/>
                <a:cs typeface="Aptos" panose="020B0004020202020204" pitchFamily="34" charset="0"/>
              </a:rPr>
              <a:t>RTM will be created module wise</a:t>
            </a:r>
            <a:endParaRPr lang="zh-CN" altLang="zh-CN" sz="1100">
              <a:effectLst/>
              <a:latin typeface="Calibir"/>
              <a:ea typeface="等线" panose="02010600030101010101" pitchFamily="2" charset="-122"/>
              <a:cs typeface="Aptos" panose="020B0004020202020204" pitchFamily="34" charset="0"/>
            </a:endParaRPr>
          </a:p>
          <a:p>
            <a:pPr marL="342900" lvl="0" indent="-342900">
              <a:buFont typeface="+mj-lt"/>
              <a:buAutoNum type="arabicPeriod"/>
            </a:pPr>
            <a:r>
              <a:rPr lang="en-US" altLang="zh-CN" sz="1100">
                <a:effectLst/>
                <a:latin typeface="Calibir"/>
                <a:ea typeface="Times New Roman" panose="02020603050405020304" pitchFamily="18" charset="0"/>
                <a:cs typeface="Aptos" panose="020B0004020202020204" pitchFamily="34" charset="0"/>
              </a:rPr>
              <a:t>Milestone delivery document review – will be confirmed during milestone review. </a:t>
            </a:r>
            <a:endParaRPr lang="zh-CN" altLang="zh-CN" sz="1100">
              <a:effectLst/>
              <a:latin typeface="Calibir"/>
              <a:ea typeface="等线" panose="02010600030101010101" pitchFamily="2" charset="-122"/>
              <a:cs typeface="Aptos" panose="020B0004020202020204" pitchFamily="34" charset="0"/>
            </a:endParaRPr>
          </a:p>
          <a:p>
            <a:pPr marL="342900" lvl="0" indent="-342900">
              <a:buFont typeface="+mj-lt"/>
              <a:buAutoNum type="arabicPeriod"/>
            </a:pPr>
            <a:r>
              <a:rPr lang="en-US" altLang="zh-CN" sz="1100">
                <a:effectLst/>
                <a:latin typeface="Calibir"/>
                <a:ea typeface="Times New Roman" panose="02020603050405020304" pitchFamily="18" charset="0"/>
                <a:cs typeface="Aptos" panose="020B0004020202020204" pitchFamily="34" charset="0"/>
              </a:rPr>
              <a:t>PMP document will be a lean document with the reference to SOW and other documents.</a:t>
            </a:r>
            <a:endParaRPr lang="zh-CN" altLang="zh-CN" sz="1100">
              <a:effectLst/>
              <a:latin typeface="Calibir"/>
              <a:ea typeface="等线" panose="02010600030101010101" pitchFamily="2" charset="-122"/>
              <a:cs typeface="Aptos" panose="020B0004020202020204" pitchFamily="34" charset="0"/>
            </a:endParaRPr>
          </a:p>
          <a:p>
            <a:pPr marL="628650" lvl="1" indent="-171450">
              <a:buFont typeface="Arial" panose="020B0604020202020204" pitchFamily="34" charset="0"/>
              <a:buChar char="•"/>
            </a:pPr>
            <a:r>
              <a:rPr lang="en-US" altLang="zh-CN" sz="1100">
                <a:effectLst/>
                <a:latin typeface="Calibir"/>
                <a:ea typeface="Times New Roman" panose="02020603050405020304" pitchFamily="18" charset="0"/>
                <a:cs typeface="Aptos" panose="020B0004020202020204" pitchFamily="34" charset="0"/>
              </a:rPr>
              <a:t>Project plan - Separate project plan (.</a:t>
            </a:r>
            <a:r>
              <a:rPr lang="en-US" altLang="zh-CN" sz="1100" err="1">
                <a:effectLst/>
                <a:latin typeface="Calibir"/>
                <a:ea typeface="Times New Roman" panose="02020603050405020304" pitchFamily="18" charset="0"/>
                <a:cs typeface="Aptos" panose="020B0004020202020204" pitchFamily="34" charset="0"/>
              </a:rPr>
              <a:t>mpp</a:t>
            </a:r>
            <a:r>
              <a:rPr lang="en-US" altLang="zh-CN" sz="1100">
                <a:effectLst/>
                <a:latin typeface="Calibir"/>
                <a:ea typeface="Times New Roman" panose="02020603050405020304" pitchFamily="18" charset="0"/>
                <a:cs typeface="Aptos" panose="020B0004020202020204" pitchFamily="34" charset="0"/>
              </a:rPr>
              <a:t>)will be created for Phase A.</a:t>
            </a:r>
            <a:endParaRPr lang="zh-CN" altLang="zh-CN" sz="1100">
              <a:effectLst/>
              <a:latin typeface="Calibir"/>
              <a:ea typeface="Aptos" panose="020B0004020202020204" pitchFamily="34" charset="0"/>
              <a:cs typeface="Aptos" panose="020B0004020202020204" pitchFamily="34" charset="0"/>
            </a:endParaRPr>
          </a:p>
          <a:p>
            <a:pPr marL="628650" lvl="1" indent="-171450">
              <a:buFont typeface="Arial" panose="020B0604020202020204" pitchFamily="34" charset="0"/>
              <a:buChar char="•"/>
            </a:pPr>
            <a:r>
              <a:rPr lang="en-US" altLang="zh-CN" sz="1100">
                <a:effectLst/>
                <a:latin typeface="Calibir"/>
                <a:ea typeface="Times New Roman" panose="02020603050405020304" pitchFamily="18" charset="0"/>
                <a:cs typeface="Aptos" panose="020B0004020202020204" pitchFamily="34" charset="0"/>
              </a:rPr>
              <a:t>Communication plan – refer to SoW </a:t>
            </a:r>
          </a:p>
          <a:p>
            <a:pPr marL="628650" lvl="1" indent="-171450">
              <a:buFont typeface="Arial" panose="020B0604020202020204" pitchFamily="34" charset="0"/>
              <a:buChar char="•"/>
            </a:pPr>
            <a:r>
              <a:rPr lang="en-US" altLang="zh-CN" sz="1100">
                <a:effectLst/>
                <a:latin typeface="Calibir"/>
                <a:ea typeface="Times New Roman" panose="02020603050405020304" pitchFamily="18" charset="0"/>
                <a:cs typeface="Aptos" panose="020B0004020202020204" pitchFamily="34" charset="0"/>
              </a:rPr>
              <a:t>Deliverables – via delivery acceptance form </a:t>
            </a:r>
            <a:endParaRPr lang="zh-CN" altLang="zh-CN" sz="1100">
              <a:effectLst/>
              <a:latin typeface="Calibir"/>
              <a:ea typeface="Aptos" panose="020B0004020202020204" pitchFamily="34" charset="0"/>
              <a:cs typeface="Aptos" panose="020B0004020202020204" pitchFamily="34" charset="0"/>
            </a:endParaRPr>
          </a:p>
          <a:p>
            <a:pPr marL="628650" lvl="1" indent="-171450">
              <a:buFont typeface="Arial" panose="020B0604020202020204" pitchFamily="34" charset="0"/>
              <a:buChar char="•"/>
            </a:pPr>
            <a:r>
              <a:rPr lang="en-US" altLang="zh-CN" sz="1100">
                <a:effectLst/>
                <a:latin typeface="Calibir"/>
                <a:ea typeface="Times New Roman" panose="02020603050405020304" pitchFamily="18" charset="0"/>
                <a:cs typeface="Aptos" panose="020B0004020202020204" pitchFamily="34" charset="0"/>
              </a:rPr>
              <a:t>Milestones – Refer to SoW</a:t>
            </a:r>
          </a:p>
          <a:p>
            <a:pPr marL="628650" lvl="1" indent="-171450">
              <a:buFont typeface="Arial" panose="020B0604020202020204" pitchFamily="34" charset="0"/>
              <a:buChar char="•"/>
            </a:pPr>
            <a:r>
              <a:rPr lang="en-US" altLang="zh-CN" sz="1100">
                <a:effectLst/>
                <a:latin typeface="Calibir"/>
                <a:ea typeface="Times New Roman" panose="02020603050405020304" pitchFamily="18" charset="0"/>
                <a:cs typeface="Aptos" panose="020B0004020202020204" pitchFamily="34" charset="0"/>
              </a:rPr>
              <a:t>Risk log – document at shared location</a:t>
            </a:r>
            <a:endParaRPr lang="zh-CN" altLang="zh-CN" sz="1100">
              <a:effectLst/>
              <a:latin typeface="Calibir"/>
              <a:ea typeface="Aptos" panose="020B0004020202020204" pitchFamily="34" charset="0"/>
              <a:cs typeface="Aptos" panose="020B0004020202020204" pitchFamily="34" charset="0"/>
            </a:endParaRPr>
          </a:p>
          <a:p>
            <a:pPr marL="628650" lvl="1" indent="-171450">
              <a:buFont typeface="Arial" panose="020B0604020202020204" pitchFamily="34" charset="0"/>
              <a:buChar char="•"/>
            </a:pPr>
            <a:r>
              <a:rPr lang="en-US" altLang="zh-CN" sz="1100">
                <a:effectLst/>
                <a:latin typeface="Calibir"/>
                <a:ea typeface="Times New Roman" panose="02020603050405020304" pitchFamily="18" charset="0"/>
                <a:cs typeface="Aptos" panose="020B0004020202020204" pitchFamily="34" charset="0"/>
              </a:rPr>
              <a:t>Issue log – document at shared location</a:t>
            </a:r>
            <a:endParaRPr lang="zh-CN" altLang="zh-CN" sz="1100">
              <a:effectLst/>
              <a:latin typeface="Calibir"/>
              <a:ea typeface="Aptos" panose="020B0004020202020204" pitchFamily="34" charset="0"/>
              <a:cs typeface="Aptos" panose="020B0004020202020204" pitchFamily="34" charset="0"/>
            </a:endParaRPr>
          </a:p>
          <a:p>
            <a:pPr marL="628650" lvl="1" indent="-171450">
              <a:buFont typeface="Arial" panose="020B0604020202020204" pitchFamily="34" charset="0"/>
              <a:buChar char="•"/>
            </a:pPr>
            <a:r>
              <a:rPr lang="en-US" altLang="zh-CN" sz="1100">
                <a:effectLst/>
                <a:latin typeface="Calibir"/>
                <a:ea typeface="Times New Roman" panose="02020603050405020304" pitchFamily="18" charset="0"/>
                <a:cs typeface="Aptos" panose="020B0004020202020204" pitchFamily="34" charset="0"/>
              </a:rPr>
              <a:t>Meeting notes – document at shared location</a:t>
            </a:r>
            <a:endParaRPr lang="zh-CN" altLang="zh-CN" sz="1100">
              <a:effectLst/>
              <a:latin typeface="Calibir"/>
              <a:ea typeface="Aptos" panose="020B0004020202020204" pitchFamily="34" charset="0"/>
              <a:cs typeface="Aptos" panose="020B0004020202020204" pitchFamily="34" charset="0"/>
            </a:endParaRPr>
          </a:p>
          <a:p>
            <a:pPr marL="342900" lvl="0" indent="-342900">
              <a:buFont typeface="+mj-lt"/>
              <a:buAutoNum type="arabicPeriod"/>
            </a:pPr>
            <a:r>
              <a:rPr lang="en-US" altLang="zh-CN" sz="1100">
                <a:effectLst/>
                <a:latin typeface="Calibir"/>
                <a:ea typeface="Times New Roman" panose="02020603050405020304" pitchFamily="18" charset="0"/>
                <a:cs typeface="Aptos" panose="020B0004020202020204" pitchFamily="34" charset="0"/>
              </a:rPr>
              <a:t>FRS document - live document - reference document for </a:t>
            </a:r>
            <a:r>
              <a:rPr lang="en-US" altLang="zh-CN" sz="1100" err="1">
                <a:effectLst/>
                <a:latin typeface="Calibir"/>
                <a:ea typeface="Times New Roman" panose="02020603050405020304" pitchFamily="18" charset="0"/>
                <a:cs typeface="Aptos" panose="020B0004020202020204" pitchFamily="34" charset="0"/>
              </a:rPr>
              <a:t>Hekel</a:t>
            </a:r>
            <a:r>
              <a:rPr lang="en-US" altLang="zh-CN" sz="1100">
                <a:effectLst/>
                <a:latin typeface="Calibir"/>
                <a:ea typeface="Times New Roman" panose="02020603050405020304" pitchFamily="18" charset="0"/>
                <a:cs typeface="Aptos" panose="020B0004020202020204" pitchFamily="34" charset="0"/>
              </a:rPr>
              <a:t> technical team and no review is required.</a:t>
            </a:r>
          </a:p>
          <a:p>
            <a:pPr marL="800100" lvl="1" indent="-342900">
              <a:buFont typeface="Arial" panose="020B0604020202020204" pitchFamily="34" charset="0"/>
              <a:buChar char="•"/>
            </a:pPr>
            <a:r>
              <a:rPr lang="en-US" altLang="zh-CN" sz="1100">
                <a:latin typeface="Calibir"/>
                <a:ea typeface="等线" panose="02010600030101010101" pitchFamily="2" charset="-122"/>
                <a:cs typeface="Aptos" panose="020B0004020202020204" pitchFamily="34" charset="0"/>
              </a:rPr>
              <a:t>FRS will be created module wise</a:t>
            </a:r>
            <a:endParaRPr lang="zh-CN" altLang="zh-CN" sz="1100">
              <a:effectLst/>
              <a:latin typeface="Calibir"/>
              <a:ea typeface="等线" panose="02010600030101010101" pitchFamily="2" charset="-122"/>
              <a:cs typeface="Aptos" panose="020B0004020202020204" pitchFamily="34" charset="0"/>
            </a:endParaRPr>
          </a:p>
          <a:p>
            <a:pPr marL="342900" lvl="0" indent="-342900">
              <a:buFont typeface="+mj-lt"/>
              <a:buAutoNum type="arabicPeriod"/>
            </a:pPr>
            <a:r>
              <a:rPr lang="en-US" altLang="zh-CN" sz="1100">
                <a:effectLst/>
                <a:latin typeface="Calibir"/>
                <a:ea typeface="Times New Roman" panose="02020603050405020304" pitchFamily="18" charset="0"/>
                <a:cs typeface="Aptos" panose="020B0004020202020204" pitchFamily="34" charset="0"/>
              </a:rPr>
              <a:t>Configuration summary - live document - for reference for </a:t>
            </a:r>
            <a:r>
              <a:rPr lang="en-US" altLang="zh-CN" sz="1100" err="1">
                <a:effectLst/>
                <a:latin typeface="Calibir"/>
                <a:ea typeface="Times New Roman" panose="02020603050405020304" pitchFamily="18" charset="0"/>
                <a:cs typeface="Aptos" panose="020B0004020202020204" pitchFamily="34" charset="0"/>
              </a:rPr>
              <a:t>Hekel</a:t>
            </a:r>
            <a:r>
              <a:rPr lang="en-US" altLang="zh-CN" sz="1100">
                <a:effectLst/>
                <a:latin typeface="Calibir"/>
                <a:ea typeface="Times New Roman" panose="02020603050405020304" pitchFamily="18" charset="0"/>
                <a:cs typeface="Aptos" panose="020B0004020202020204" pitchFamily="34" charset="0"/>
              </a:rPr>
              <a:t> technical team and no review is required.</a:t>
            </a:r>
            <a:endParaRPr lang="zh-CN" altLang="zh-CN" sz="1100">
              <a:effectLst/>
              <a:latin typeface="Calibir"/>
              <a:ea typeface="等线" panose="02010600030101010101" pitchFamily="2" charset="-122"/>
              <a:cs typeface="Aptos" panose="020B0004020202020204" pitchFamily="34" charset="0"/>
            </a:endParaRPr>
          </a:p>
          <a:p>
            <a:pPr marL="342900" lvl="0" indent="-342900">
              <a:buFont typeface="+mj-lt"/>
              <a:buAutoNum type="arabicPeriod"/>
            </a:pPr>
            <a:r>
              <a:rPr lang="en-US" altLang="zh-CN" sz="1100">
                <a:effectLst/>
                <a:latin typeface="Calibir"/>
                <a:ea typeface="Times New Roman" panose="02020603050405020304" pitchFamily="18" charset="0"/>
                <a:cs typeface="Aptos" panose="020B0004020202020204" pitchFamily="34" charset="0"/>
              </a:rPr>
              <a:t>Steering committee meeting - follow Henkel template</a:t>
            </a:r>
            <a:endParaRPr lang="zh-CN" altLang="zh-CN" sz="1100">
              <a:effectLst/>
              <a:latin typeface="Calibir"/>
              <a:ea typeface="等线" panose="02010600030101010101" pitchFamily="2" charset="-122"/>
              <a:cs typeface="Aptos" panose="020B0004020202020204" pitchFamily="34" charset="0"/>
            </a:endParaRPr>
          </a:p>
          <a:p>
            <a:pPr marL="342900" lvl="0" indent="-342900">
              <a:buFont typeface="+mj-lt"/>
              <a:buAutoNum type="arabicPeriod"/>
            </a:pPr>
            <a:r>
              <a:rPr lang="en-US" altLang="zh-CN" sz="1100">
                <a:effectLst/>
                <a:latin typeface="Calibir"/>
                <a:ea typeface="Times New Roman" panose="02020603050405020304" pitchFamily="18" charset="0"/>
                <a:cs typeface="Aptos" panose="020B0004020202020204" pitchFamily="34" charset="0"/>
              </a:rPr>
              <a:t>Monthly milestone review meeting as per the milestone timeline.</a:t>
            </a:r>
            <a:endParaRPr lang="zh-CN" altLang="zh-CN" sz="1100">
              <a:effectLst/>
              <a:latin typeface="Calibir"/>
              <a:ea typeface="等线" panose="02010600030101010101" pitchFamily="2" charset="-122"/>
              <a:cs typeface="Aptos" panose="020B0004020202020204" pitchFamily="34" charset="0"/>
            </a:endParaRPr>
          </a:p>
          <a:p>
            <a:pPr marL="342900" lvl="0" indent="-342900">
              <a:buFont typeface="+mj-lt"/>
              <a:buAutoNum type="arabicPeriod"/>
            </a:pPr>
            <a:r>
              <a:rPr lang="en-US" altLang="zh-CN" sz="1100">
                <a:effectLst/>
                <a:latin typeface="Calibir"/>
                <a:ea typeface="Times New Roman" panose="02020603050405020304" pitchFamily="18" charset="0"/>
                <a:cs typeface="Aptos" panose="020B0004020202020204" pitchFamily="34" charset="0"/>
              </a:rPr>
              <a:t>Weekly meeting is just for the progress update. </a:t>
            </a:r>
            <a:endParaRPr lang="zh-CN" altLang="zh-CN" sz="1100">
              <a:effectLst/>
              <a:latin typeface="Calibir"/>
              <a:ea typeface="等线" panose="02010600030101010101" pitchFamily="2" charset="-122"/>
              <a:cs typeface="Aptos" panose="020B0004020202020204" pitchFamily="34" charset="0"/>
            </a:endParaRPr>
          </a:p>
          <a:p>
            <a:pPr marL="342900" lvl="0" indent="-342900">
              <a:buFont typeface="+mj-lt"/>
              <a:buAutoNum type="arabicPeriod"/>
            </a:pPr>
            <a:r>
              <a:rPr lang="en-US" altLang="zh-CN" sz="1100">
                <a:effectLst/>
                <a:latin typeface="Calibir"/>
                <a:ea typeface="Times New Roman" panose="02020603050405020304" pitchFamily="18" charset="0"/>
                <a:cs typeface="Aptos" panose="020B0004020202020204" pitchFamily="34" charset="0"/>
              </a:rPr>
              <a:t>Epic will be created for modules and functions (Design, Test etc.) in Henkel DevOps</a:t>
            </a:r>
            <a:endParaRPr lang="zh-CN" altLang="zh-CN" sz="1100">
              <a:effectLst/>
              <a:latin typeface="Calibir"/>
              <a:ea typeface="等线" panose="02010600030101010101" pitchFamily="2" charset="-122"/>
              <a:cs typeface="Aptos" panose="020B0004020202020204" pitchFamily="34" charset="0"/>
            </a:endParaRPr>
          </a:p>
          <a:p>
            <a:pPr marL="342900" lvl="0" indent="-342900">
              <a:buFont typeface="+mj-lt"/>
              <a:buAutoNum type="arabicPeriod"/>
            </a:pPr>
            <a:r>
              <a:rPr lang="en-US" altLang="zh-CN" sz="1100">
                <a:effectLst/>
                <a:latin typeface="Calibir"/>
                <a:ea typeface="Times New Roman" panose="02020603050405020304" pitchFamily="18" charset="0"/>
                <a:cs typeface="Aptos" panose="020B0004020202020204" pitchFamily="34" charset="0"/>
              </a:rPr>
              <a:t>Milestone will be created for 1 month in Henkel DevOps</a:t>
            </a:r>
            <a:endParaRPr lang="zh-CN" altLang="zh-CN" sz="1100">
              <a:effectLst/>
              <a:latin typeface="Calibir"/>
              <a:ea typeface="等线" panose="02010600030101010101" pitchFamily="2" charset="-122"/>
              <a:cs typeface="Aptos" panose="020B0004020202020204" pitchFamily="34" charset="0"/>
            </a:endParaRPr>
          </a:p>
          <a:p>
            <a:pPr marL="628650" lvl="1" indent="-171450">
              <a:buFont typeface="Arial" panose="020B0604020202020204" pitchFamily="34" charset="0"/>
              <a:buChar char="•"/>
            </a:pPr>
            <a:r>
              <a:rPr lang="en-US" altLang="zh-CN" sz="1100">
                <a:effectLst/>
                <a:latin typeface="Calibir"/>
                <a:ea typeface="Times New Roman" panose="02020603050405020304" pitchFamily="18" charset="0"/>
                <a:cs typeface="Aptos" panose="020B0004020202020204" pitchFamily="34" charset="0"/>
              </a:rPr>
              <a:t>Backlogs will be added to be delivered for each milestone.</a:t>
            </a:r>
            <a:endParaRPr lang="zh-CN" altLang="zh-CN" sz="1000">
              <a:effectLst/>
              <a:latin typeface="Calibir"/>
              <a:ea typeface="Aptos" panose="020B0004020202020204" pitchFamily="34" charset="0"/>
              <a:cs typeface="Aptos" panose="020B0004020202020204" pitchFamily="34" charset="0"/>
            </a:endParaRPr>
          </a:p>
        </p:txBody>
      </p:sp>
    </p:spTree>
    <p:extLst>
      <p:ext uri="{BB962C8B-B14F-4D97-AF65-F5344CB8AC3E}">
        <p14:creationId xmlns:p14="http://schemas.microsoft.com/office/powerpoint/2010/main" val="46621388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7B3E773-8EA4-40AA-A4C9-3736D12A1FF6}"/>
              </a:ext>
            </a:extLst>
          </p:cNvPr>
          <p:cNvSpPr>
            <a:spLocks noGrp="1"/>
          </p:cNvSpPr>
          <p:nvPr>
            <p:ph type="title"/>
          </p:nvPr>
        </p:nvSpPr>
        <p:spPr>
          <a:xfrm>
            <a:off x="288442" y="255660"/>
            <a:ext cx="4414344" cy="472967"/>
          </a:xfrm>
        </p:spPr>
        <p:txBody>
          <a:bodyPr/>
          <a:lstStyle/>
          <a:p>
            <a:pPr>
              <a:lnSpc>
                <a:spcPct val="107000"/>
              </a:lnSpc>
              <a:spcAft>
                <a:spcPts val="600"/>
              </a:spcAft>
            </a:pPr>
            <a:r>
              <a:rPr lang="en-US" altLang="zh-CN">
                <a:solidFill>
                  <a:srgbClr val="FF0000"/>
                </a:solidFill>
                <a:ea typeface="Calibri" panose="020F0502020204030204" pitchFamily="34" charset="0"/>
              </a:rPr>
              <a:t>Workshop Deliverables</a:t>
            </a:r>
            <a:br>
              <a:rPr lang="zh-CN" altLang="zh-CN" sz="1400">
                <a:solidFill>
                  <a:srgbClr val="FF0000"/>
                </a:solidFill>
                <a:ea typeface="宋体" panose="02010600030101010101" pitchFamily="2" charset="-122"/>
                <a:cs typeface="Times New Roman" panose="02020603050405020304" pitchFamily="18" charset="0"/>
              </a:rPr>
            </a:br>
            <a:endParaRPr lang="zh-CN" altLang="zh-CN" sz="1400">
              <a:solidFill>
                <a:srgbClr val="FF0000"/>
              </a:solidFill>
              <a:ea typeface="宋体" panose="02010600030101010101" pitchFamily="2" charset="-122"/>
              <a:cs typeface="Times New Roman" panose="02020603050405020304" pitchFamily="18" charset="0"/>
            </a:endParaRPr>
          </a:p>
        </p:txBody>
      </p:sp>
      <p:sp>
        <p:nvSpPr>
          <p:cNvPr id="5" name="Content Placeholder 4">
            <a:extLst>
              <a:ext uri="{FF2B5EF4-FFF2-40B4-BE49-F238E27FC236}">
                <a16:creationId xmlns:a16="http://schemas.microsoft.com/office/drawing/2014/main" id="{AF378696-8C61-42F5-98E1-83C006AA8E24}"/>
              </a:ext>
            </a:extLst>
          </p:cNvPr>
          <p:cNvSpPr>
            <a:spLocks noGrp="1"/>
          </p:cNvSpPr>
          <p:nvPr>
            <p:ph sz="quarter" idx="14"/>
          </p:nvPr>
        </p:nvSpPr>
        <p:spPr>
          <a:xfrm>
            <a:off x="351504" y="926049"/>
            <a:ext cx="8489813" cy="857082"/>
          </a:xfrm>
        </p:spPr>
        <p:txBody>
          <a:bodyPr>
            <a:noAutofit/>
          </a:bodyPr>
          <a:lstStyle/>
          <a:p>
            <a:pPr>
              <a:lnSpc>
                <a:spcPct val="107000"/>
              </a:lnSpc>
              <a:spcAft>
                <a:spcPts val="600"/>
              </a:spcAft>
            </a:pPr>
            <a:r>
              <a:rPr lang="en-US" altLang="zh-CN" sz="1600">
                <a:latin typeface="Calibri" panose="020F0502020204030204" pitchFamily="34" charset="0"/>
                <a:ea typeface="Calibri" panose="020F0502020204030204" pitchFamily="34" charset="0"/>
                <a:cs typeface="Calibri" panose="020F0502020204030204" pitchFamily="34" charset="0"/>
              </a:rPr>
              <a:t>Detailed</a:t>
            </a:r>
            <a:r>
              <a:rPr lang="zh-CN" altLang="en-US" sz="1600">
                <a:latin typeface="Calibri" panose="020F0502020204030204" pitchFamily="34" charset="0"/>
                <a:cs typeface="Calibri" panose="020F0502020204030204" pitchFamily="34" charset="0"/>
              </a:rPr>
              <a:t> </a:t>
            </a:r>
            <a:r>
              <a:rPr lang="en-US" altLang="zh-CN" sz="1600">
                <a:latin typeface="Calibri" panose="020F0502020204030204" pitchFamily="34" charset="0"/>
                <a:ea typeface="Calibri" panose="020F0502020204030204" pitchFamily="34" charset="0"/>
                <a:cs typeface="Calibri" panose="020F0502020204030204" pitchFamily="34" charset="0"/>
              </a:rPr>
              <a:t>requirement</a:t>
            </a:r>
            <a:r>
              <a:rPr lang="zh-CN" altLang="en-US" sz="1600">
                <a:latin typeface="Calibri" panose="020F0502020204030204" pitchFamily="34" charset="0"/>
                <a:cs typeface="Calibri" panose="020F0502020204030204" pitchFamily="34" charset="0"/>
              </a:rPr>
              <a:t> </a:t>
            </a:r>
            <a:r>
              <a:rPr lang="en-US" altLang="zh-CN" sz="1600">
                <a:latin typeface="Calibri" panose="020F0502020204030204" pitchFamily="34" charset="0"/>
                <a:ea typeface="Calibri" panose="020F0502020204030204" pitchFamily="34" charset="0"/>
                <a:cs typeface="Calibri" panose="020F0502020204030204" pitchFamily="34" charset="0"/>
              </a:rPr>
              <a:t>gathering</a:t>
            </a:r>
            <a:r>
              <a:rPr lang="zh-CN" altLang="en-US" sz="1600">
                <a:latin typeface="Calibri" panose="020F0502020204030204" pitchFamily="34" charset="0"/>
                <a:cs typeface="Calibri" panose="020F0502020204030204" pitchFamily="34" charset="0"/>
              </a:rPr>
              <a:t> </a:t>
            </a:r>
            <a:r>
              <a:rPr lang="en-US" altLang="zh-CN" sz="1600">
                <a:latin typeface="Calibri" panose="020F0502020204030204" pitchFamily="34" charset="0"/>
                <a:ea typeface="Calibri" panose="020F0502020204030204" pitchFamily="34" charset="0"/>
                <a:cs typeface="Calibri" panose="020F0502020204030204" pitchFamily="34" charset="0"/>
              </a:rPr>
              <a:t>plan</a:t>
            </a:r>
          </a:p>
          <a:p>
            <a:pPr>
              <a:lnSpc>
                <a:spcPct val="107000"/>
              </a:lnSpc>
              <a:spcAft>
                <a:spcPts val="600"/>
              </a:spcAft>
            </a:pPr>
            <a:r>
              <a:rPr lang="en-US" altLang="zh-CN" sz="1600">
                <a:latin typeface="Calibri" panose="020F0502020204030204" pitchFamily="34" charset="0"/>
                <a:ea typeface="宋体" panose="02010600030101010101" pitchFamily="2" charset="-122"/>
                <a:cs typeface="Calibri" panose="020F0502020204030204" pitchFamily="34" charset="0"/>
              </a:rPr>
              <a:t>Kickoff deck</a:t>
            </a:r>
          </a:p>
        </p:txBody>
      </p:sp>
      <p:grpSp>
        <p:nvGrpSpPr>
          <p:cNvPr id="3" name="Group 2">
            <a:extLst>
              <a:ext uri="{FF2B5EF4-FFF2-40B4-BE49-F238E27FC236}">
                <a16:creationId xmlns:a16="http://schemas.microsoft.com/office/drawing/2014/main" id="{C45D3659-8887-00F7-2E55-44F7B94B8455}"/>
              </a:ext>
            </a:extLst>
          </p:cNvPr>
          <p:cNvGrpSpPr/>
          <p:nvPr/>
        </p:nvGrpSpPr>
        <p:grpSpPr>
          <a:xfrm>
            <a:off x="7721529" y="0"/>
            <a:ext cx="1193870" cy="520820"/>
            <a:chOff x="-20628" y="0"/>
            <a:chExt cx="2488951" cy="1085792"/>
          </a:xfrm>
        </p:grpSpPr>
        <p:sp>
          <p:nvSpPr>
            <p:cNvPr id="4" name="Parallelogram 3">
              <a:extLst>
                <a:ext uri="{FF2B5EF4-FFF2-40B4-BE49-F238E27FC236}">
                  <a16:creationId xmlns:a16="http://schemas.microsoft.com/office/drawing/2014/main" id="{57F54569-BE31-2125-08EC-1AD72F588F87}"/>
                </a:ext>
              </a:extLst>
            </p:cNvPr>
            <p:cNvSpPr/>
            <p:nvPr userDrawn="1"/>
          </p:nvSpPr>
          <p:spPr bwMode="auto">
            <a:xfrm>
              <a:off x="-20628" y="0"/>
              <a:ext cx="2488951" cy="1085792"/>
            </a:xfrm>
            <a:prstGeom prst="parallelogram">
              <a:avLst>
                <a:gd name="adj" fmla="val 0"/>
              </a:avLst>
            </a:prstGeom>
            <a:solidFill>
              <a:schemeClr val="tx2"/>
            </a:solidFill>
            <a:ln w="9525" cap="flat" cmpd="sng" algn="ctr">
              <a:no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r>
                <a:rPr lang="en-US" sz="1350">
                  <a:latin typeface="Arial" pitchFamily="124" charset="0"/>
                </a:rPr>
                <a:t>               </a:t>
              </a:r>
            </a:p>
          </p:txBody>
        </p:sp>
        <p:pic>
          <p:nvPicPr>
            <p:cNvPr id="7" name="Picture 6">
              <a:extLst>
                <a:ext uri="{FF2B5EF4-FFF2-40B4-BE49-F238E27FC236}">
                  <a16:creationId xmlns:a16="http://schemas.microsoft.com/office/drawing/2014/main" id="{BDC1F679-4F59-191D-7274-92E7A6B0528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35820" y="154984"/>
              <a:ext cx="2178058" cy="756021"/>
            </a:xfrm>
            <a:prstGeom prst="rect">
              <a:avLst/>
            </a:prstGeom>
          </p:spPr>
        </p:pic>
      </p:grpSp>
      <p:sp>
        <p:nvSpPr>
          <p:cNvPr id="8" name="Slide Number Placeholder 2">
            <a:extLst>
              <a:ext uri="{FF2B5EF4-FFF2-40B4-BE49-F238E27FC236}">
                <a16:creationId xmlns:a16="http://schemas.microsoft.com/office/drawing/2014/main" id="{07F9D294-6E43-92F2-D6B7-0005B1353141}"/>
              </a:ext>
            </a:extLst>
          </p:cNvPr>
          <p:cNvSpPr txBox="1">
            <a:spLocks/>
          </p:cNvSpPr>
          <p:nvPr/>
        </p:nvSpPr>
        <p:spPr>
          <a:xfrm>
            <a:off x="0" y="4914900"/>
            <a:ext cx="228600" cy="228600"/>
          </a:xfrm>
          <a:prstGeom prst="rect">
            <a:avLst/>
          </a:prstGeom>
        </p:spPr>
        <p:txBody>
          <a:bodyPr vert="horz" lIns="0" tIns="0" rIns="0" bIns="0" rtlCol="0" anchor="ctr"/>
          <a:lstStyle>
            <a:defPPr>
              <a:defRPr lang="en-US"/>
            </a:defPPr>
            <a:lvl1pPr marL="0" algn="ctr" defTabSz="914400" rtl="0" eaLnBrk="1" latinLnBrk="0" hangingPunct="1">
              <a:defRPr sz="75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E12E431E-6E29-4A3B-B2C3-E4F3672764E2}" type="slidenum">
              <a:rPr lang="en-US" smtClean="0"/>
              <a:pPr>
                <a:defRPr/>
              </a:pPr>
              <a:t>6</a:t>
            </a:fld>
            <a:endParaRPr lang="en-US"/>
          </a:p>
        </p:txBody>
      </p:sp>
      <p:sp>
        <p:nvSpPr>
          <p:cNvPr id="2" name="Slide Number Placeholder 1">
            <a:extLst>
              <a:ext uri="{FF2B5EF4-FFF2-40B4-BE49-F238E27FC236}">
                <a16:creationId xmlns:a16="http://schemas.microsoft.com/office/drawing/2014/main" id="{91A88413-A931-5653-64BF-5EF3CB0EBBB7}"/>
              </a:ext>
            </a:extLst>
          </p:cNvPr>
          <p:cNvSpPr>
            <a:spLocks noGrp="1"/>
          </p:cNvSpPr>
          <p:nvPr>
            <p:ph type="sldNum" sz="quarter" idx="10"/>
          </p:nvPr>
        </p:nvSpPr>
        <p:spPr/>
        <p:txBody>
          <a:bodyPr/>
          <a:lstStyle/>
          <a:p>
            <a:fld id="{89006F1E-66CD-4A4B-9370-B4A3080F0E6C}" type="slidenum">
              <a:rPr lang="en-US" smtClean="0"/>
              <a:pPr/>
              <a:t>6</a:t>
            </a:fld>
            <a:endParaRPr lang="en-US"/>
          </a:p>
        </p:txBody>
      </p:sp>
      <p:sp>
        <p:nvSpPr>
          <p:cNvPr id="6" name="Footer Placeholder 5">
            <a:extLst>
              <a:ext uri="{FF2B5EF4-FFF2-40B4-BE49-F238E27FC236}">
                <a16:creationId xmlns:a16="http://schemas.microsoft.com/office/drawing/2014/main" id="{CC0CC87B-E56E-7F8A-DB67-85598C3FA118}"/>
              </a:ext>
            </a:extLst>
          </p:cNvPr>
          <p:cNvSpPr>
            <a:spLocks noGrp="1"/>
          </p:cNvSpPr>
          <p:nvPr>
            <p:ph type="ftr" sz="quarter" idx="12"/>
          </p:nvPr>
        </p:nvSpPr>
        <p:spPr/>
        <p:txBody>
          <a:bodyPr/>
          <a:lstStyle/>
          <a:p>
            <a:r>
              <a:rPr lang="en-US">
                <a:ea typeface="MS PGothic" panose="020B0600070205080204" pitchFamily="34" charset="-128"/>
              </a:rPr>
              <a:t>Proprietary &amp; Confidential |  03 Jun 2024</a:t>
            </a:r>
          </a:p>
        </p:txBody>
      </p:sp>
      <p:pic>
        <p:nvPicPr>
          <p:cNvPr id="11" name="Picture 10" descr="A red and black logo&#10;&#10;Description automatically generated">
            <a:extLst>
              <a:ext uri="{FF2B5EF4-FFF2-40B4-BE49-F238E27FC236}">
                <a16:creationId xmlns:a16="http://schemas.microsoft.com/office/drawing/2014/main" id="{51B5CD49-2504-3295-3C6B-F03901CA54DC}"/>
              </a:ext>
            </a:extLst>
          </p:cNvPr>
          <p:cNvPicPr>
            <a:picLocks noChangeAspect="1"/>
          </p:cNvPicPr>
          <p:nvPr/>
        </p:nvPicPr>
        <p:blipFill>
          <a:blip r:embed="rId4"/>
          <a:stretch>
            <a:fillRect/>
          </a:stretch>
        </p:blipFill>
        <p:spPr>
          <a:xfrm>
            <a:off x="6587015" y="0"/>
            <a:ext cx="1020250" cy="529241"/>
          </a:xfrm>
          <a:prstGeom prst="rect">
            <a:avLst/>
          </a:prstGeom>
        </p:spPr>
      </p:pic>
    </p:spTree>
    <p:extLst>
      <p:ext uri="{BB962C8B-B14F-4D97-AF65-F5344CB8AC3E}">
        <p14:creationId xmlns:p14="http://schemas.microsoft.com/office/powerpoint/2010/main" val="23328826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7B3E773-8EA4-40AA-A4C9-3736D12A1FF6}"/>
              </a:ext>
            </a:extLst>
          </p:cNvPr>
          <p:cNvSpPr>
            <a:spLocks noGrp="1"/>
          </p:cNvSpPr>
          <p:nvPr>
            <p:ph type="title"/>
          </p:nvPr>
        </p:nvSpPr>
        <p:spPr>
          <a:xfrm>
            <a:off x="288442" y="255660"/>
            <a:ext cx="4414344" cy="472967"/>
          </a:xfrm>
        </p:spPr>
        <p:txBody>
          <a:bodyPr/>
          <a:lstStyle/>
          <a:p>
            <a:pPr>
              <a:lnSpc>
                <a:spcPct val="107000"/>
              </a:lnSpc>
              <a:spcAft>
                <a:spcPts val="600"/>
              </a:spcAft>
            </a:pPr>
            <a:r>
              <a:rPr lang="en-US" altLang="zh-CN">
                <a:solidFill>
                  <a:srgbClr val="FF0000"/>
                </a:solidFill>
                <a:ea typeface="Calibri" panose="020F0502020204030204" pitchFamily="34" charset="0"/>
              </a:rPr>
              <a:t>Workshop Deliverables</a:t>
            </a:r>
            <a:br>
              <a:rPr lang="zh-CN" altLang="zh-CN" sz="1400">
                <a:solidFill>
                  <a:srgbClr val="FF0000"/>
                </a:solidFill>
                <a:ea typeface="宋体" panose="02010600030101010101" pitchFamily="2" charset="-122"/>
                <a:cs typeface="Times New Roman" panose="02020603050405020304" pitchFamily="18" charset="0"/>
              </a:rPr>
            </a:br>
            <a:endParaRPr lang="zh-CN" altLang="zh-CN" sz="1400">
              <a:solidFill>
                <a:srgbClr val="FF0000"/>
              </a:solidFill>
              <a:ea typeface="宋体" panose="02010600030101010101" pitchFamily="2" charset="-122"/>
              <a:cs typeface="Times New Roman" panose="02020603050405020304" pitchFamily="18" charset="0"/>
            </a:endParaRPr>
          </a:p>
        </p:txBody>
      </p:sp>
      <p:sp>
        <p:nvSpPr>
          <p:cNvPr id="5" name="Content Placeholder 4">
            <a:extLst>
              <a:ext uri="{FF2B5EF4-FFF2-40B4-BE49-F238E27FC236}">
                <a16:creationId xmlns:a16="http://schemas.microsoft.com/office/drawing/2014/main" id="{AF378696-8C61-42F5-98E1-83C006AA8E24}"/>
              </a:ext>
            </a:extLst>
          </p:cNvPr>
          <p:cNvSpPr>
            <a:spLocks noGrp="1"/>
          </p:cNvSpPr>
          <p:nvPr>
            <p:ph sz="quarter" idx="14"/>
          </p:nvPr>
        </p:nvSpPr>
        <p:spPr>
          <a:xfrm>
            <a:off x="1502386" y="806181"/>
            <a:ext cx="3881538" cy="756850"/>
          </a:xfrm>
        </p:spPr>
        <p:txBody>
          <a:bodyPr>
            <a:noAutofit/>
          </a:bodyPr>
          <a:lstStyle/>
          <a:p>
            <a:pPr>
              <a:lnSpc>
                <a:spcPct val="107000"/>
              </a:lnSpc>
              <a:spcAft>
                <a:spcPts val="600"/>
              </a:spcAft>
            </a:pPr>
            <a:r>
              <a:rPr lang="en-US" altLang="zh-CN" sz="1600" b="1">
                <a:latin typeface="Calibri" panose="020F0502020204030204" pitchFamily="34" charset="0"/>
                <a:ea typeface="宋体" panose="02010600030101010101" pitchFamily="2" charset="-122"/>
                <a:cs typeface="Calibri" panose="020F0502020204030204" pitchFamily="34" charset="0"/>
              </a:rPr>
              <a:t>Issues (parked items, action items) log</a:t>
            </a:r>
          </a:p>
          <a:p>
            <a:pPr lvl="1">
              <a:lnSpc>
                <a:spcPct val="107000"/>
              </a:lnSpc>
              <a:spcAft>
                <a:spcPts val="600"/>
              </a:spcAft>
            </a:pPr>
            <a:r>
              <a:rPr lang="en-US" altLang="zh-CN" sz="1400">
                <a:latin typeface="Calibri" panose="020F0502020204030204" pitchFamily="34" charset="0"/>
                <a:ea typeface="宋体" panose="02010600030101010101" pitchFamily="2" charset="-122"/>
                <a:cs typeface="Calibri" panose="020F0502020204030204" pitchFamily="34" charset="0"/>
              </a:rPr>
              <a:t>Questions Log</a:t>
            </a:r>
          </a:p>
          <a:p>
            <a:pPr>
              <a:lnSpc>
                <a:spcPct val="107000"/>
              </a:lnSpc>
              <a:spcAft>
                <a:spcPts val="600"/>
              </a:spcAft>
            </a:pPr>
            <a:endParaRPr lang="en-US" altLang="zh-CN" sz="1400">
              <a:latin typeface="Calibri" panose="020F0502020204030204" pitchFamily="34" charset="0"/>
              <a:ea typeface="宋体" panose="02010600030101010101" pitchFamily="2" charset="-122"/>
              <a:cs typeface="Calibri" panose="020F0502020204030204" pitchFamily="34" charset="0"/>
            </a:endParaRPr>
          </a:p>
        </p:txBody>
      </p:sp>
      <p:grpSp>
        <p:nvGrpSpPr>
          <p:cNvPr id="3" name="Group 2">
            <a:extLst>
              <a:ext uri="{FF2B5EF4-FFF2-40B4-BE49-F238E27FC236}">
                <a16:creationId xmlns:a16="http://schemas.microsoft.com/office/drawing/2014/main" id="{C45D3659-8887-00F7-2E55-44F7B94B8455}"/>
              </a:ext>
            </a:extLst>
          </p:cNvPr>
          <p:cNvGrpSpPr/>
          <p:nvPr/>
        </p:nvGrpSpPr>
        <p:grpSpPr>
          <a:xfrm>
            <a:off x="7721529" y="0"/>
            <a:ext cx="1193870" cy="520820"/>
            <a:chOff x="-20628" y="0"/>
            <a:chExt cx="2488951" cy="1085792"/>
          </a:xfrm>
        </p:grpSpPr>
        <p:sp>
          <p:nvSpPr>
            <p:cNvPr id="4" name="Parallelogram 3">
              <a:extLst>
                <a:ext uri="{FF2B5EF4-FFF2-40B4-BE49-F238E27FC236}">
                  <a16:creationId xmlns:a16="http://schemas.microsoft.com/office/drawing/2014/main" id="{57F54569-BE31-2125-08EC-1AD72F588F87}"/>
                </a:ext>
              </a:extLst>
            </p:cNvPr>
            <p:cNvSpPr/>
            <p:nvPr userDrawn="1"/>
          </p:nvSpPr>
          <p:spPr bwMode="auto">
            <a:xfrm>
              <a:off x="-20628" y="0"/>
              <a:ext cx="2488951" cy="1085792"/>
            </a:xfrm>
            <a:prstGeom prst="parallelogram">
              <a:avLst>
                <a:gd name="adj" fmla="val 0"/>
              </a:avLst>
            </a:prstGeom>
            <a:solidFill>
              <a:schemeClr val="tx2"/>
            </a:solidFill>
            <a:ln w="9525" cap="flat" cmpd="sng" algn="ctr">
              <a:no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r>
                <a:rPr lang="en-US" sz="1350">
                  <a:latin typeface="Arial" pitchFamily="124" charset="0"/>
                </a:rPr>
                <a:t>               </a:t>
              </a:r>
            </a:p>
          </p:txBody>
        </p:sp>
        <p:pic>
          <p:nvPicPr>
            <p:cNvPr id="7" name="Picture 6">
              <a:extLst>
                <a:ext uri="{FF2B5EF4-FFF2-40B4-BE49-F238E27FC236}">
                  <a16:creationId xmlns:a16="http://schemas.microsoft.com/office/drawing/2014/main" id="{BDC1F679-4F59-191D-7274-92E7A6B0528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35820" y="154984"/>
              <a:ext cx="2178058" cy="756021"/>
            </a:xfrm>
            <a:prstGeom prst="rect">
              <a:avLst/>
            </a:prstGeom>
          </p:spPr>
        </p:pic>
      </p:grpSp>
      <p:sp>
        <p:nvSpPr>
          <p:cNvPr id="8" name="Slide Number Placeholder 2">
            <a:extLst>
              <a:ext uri="{FF2B5EF4-FFF2-40B4-BE49-F238E27FC236}">
                <a16:creationId xmlns:a16="http://schemas.microsoft.com/office/drawing/2014/main" id="{07F9D294-6E43-92F2-D6B7-0005B1353141}"/>
              </a:ext>
            </a:extLst>
          </p:cNvPr>
          <p:cNvSpPr txBox="1">
            <a:spLocks/>
          </p:cNvSpPr>
          <p:nvPr/>
        </p:nvSpPr>
        <p:spPr>
          <a:xfrm>
            <a:off x="0" y="4914900"/>
            <a:ext cx="228600" cy="228600"/>
          </a:xfrm>
          <a:prstGeom prst="rect">
            <a:avLst/>
          </a:prstGeom>
        </p:spPr>
        <p:txBody>
          <a:bodyPr vert="horz" lIns="0" tIns="0" rIns="0" bIns="0" rtlCol="0" anchor="ctr"/>
          <a:lstStyle>
            <a:defPPr>
              <a:defRPr lang="en-US"/>
            </a:defPPr>
            <a:lvl1pPr marL="0" algn="ctr" defTabSz="914400" rtl="0" eaLnBrk="1" latinLnBrk="0" hangingPunct="1">
              <a:defRPr sz="75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E12E431E-6E29-4A3B-B2C3-E4F3672764E2}" type="slidenum">
              <a:rPr lang="en-US" smtClean="0"/>
              <a:pPr>
                <a:defRPr/>
              </a:pPr>
              <a:t>7</a:t>
            </a:fld>
            <a:endParaRPr lang="en-US"/>
          </a:p>
        </p:txBody>
      </p:sp>
      <p:sp>
        <p:nvSpPr>
          <p:cNvPr id="2" name="Slide Number Placeholder 1">
            <a:extLst>
              <a:ext uri="{FF2B5EF4-FFF2-40B4-BE49-F238E27FC236}">
                <a16:creationId xmlns:a16="http://schemas.microsoft.com/office/drawing/2014/main" id="{91A88413-A931-5653-64BF-5EF3CB0EBBB7}"/>
              </a:ext>
            </a:extLst>
          </p:cNvPr>
          <p:cNvSpPr>
            <a:spLocks noGrp="1"/>
          </p:cNvSpPr>
          <p:nvPr>
            <p:ph type="sldNum" sz="quarter" idx="10"/>
          </p:nvPr>
        </p:nvSpPr>
        <p:spPr/>
        <p:txBody>
          <a:bodyPr/>
          <a:lstStyle/>
          <a:p>
            <a:fld id="{89006F1E-66CD-4A4B-9370-B4A3080F0E6C}" type="slidenum">
              <a:rPr lang="en-US" smtClean="0"/>
              <a:pPr/>
              <a:t>7</a:t>
            </a:fld>
            <a:endParaRPr lang="en-US"/>
          </a:p>
        </p:txBody>
      </p:sp>
      <p:sp>
        <p:nvSpPr>
          <p:cNvPr id="6" name="Footer Placeholder 5">
            <a:extLst>
              <a:ext uri="{FF2B5EF4-FFF2-40B4-BE49-F238E27FC236}">
                <a16:creationId xmlns:a16="http://schemas.microsoft.com/office/drawing/2014/main" id="{CC0CC87B-E56E-7F8A-DB67-85598C3FA118}"/>
              </a:ext>
            </a:extLst>
          </p:cNvPr>
          <p:cNvSpPr>
            <a:spLocks noGrp="1"/>
          </p:cNvSpPr>
          <p:nvPr>
            <p:ph type="ftr" sz="quarter" idx="12"/>
          </p:nvPr>
        </p:nvSpPr>
        <p:spPr/>
        <p:txBody>
          <a:bodyPr/>
          <a:lstStyle/>
          <a:p>
            <a:r>
              <a:rPr lang="en-US">
                <a:ea typeface="MS PGothic" panose="020B0600070205080204" pitchFamily="34" charset="-128"/>
              </a:rPr>
              <a:t>Proprietary &amp; Confidential |  03 Jun 2024</a:t>
            </a:r>
          </a:p>
        </p:txBody>
      </p:sp>
      <p:pic>
        <p:nvPicPr>
          <p:cNvPr id="11" name="Picture 10" descr="A red and black logo&#10;&#10;Description automatically generated">
            <a:extLst>
              <a:ext uri="{FF2B5EF4-FFF2-40B4-BE49-F238E27FC236}">
                <a16:creationId xmlns:a16="http://schemas.microsoft.com/office/drawing/2014/main" id="{51B5CD49-2504-3295-3C6B-F03901CA54DC}"/>
              </a:ext>
            </a:extLst>
          </p:cNvPr>
          <p:cNvPicPr>
            <a:picLocks noChangeAspect="1"/>
          </p:cNvPicPr>
          <p:nvPr/>
        </p:nvPicPr>
        <p:blipFill>
          <a:blip r:embed="rId4"/>
          <a:stretch>
            <a:fillRect/>
          </a:stretch>
        </p:blipFill>
        <p:spPr>
          <a:xfrm>
            <a:off x="6587015" y="0"/>
            <a:ext cx="1020250" cy="529241"/>
          </a:xfrm>
          <a:prstGeom prst="rect">
            <a:avLst/>
          </a:prstGeom>
        </p:spPr>
      </p:pic>
      <p:sp>
        <p:nvSpPr>
          <p:cNvPr id="12" name="TextBox 11">
            <a:extLst>
              <a:ext uri="{FF2B5EF4-FFF2-40B4-BE49-F238E27FC236}">
                <a16:creationId xmlns:a16="http://schemas.microsoft.com/office/drawing/2014/main" id="{6F17FABF-5CAD-D8D1-F6B3-905DFA50DA0A}"/>
              </a:ext>
            </a:extLst>
          </p:cNvPr>
          <p:cNvSpPr txBox="1"/>
          <p:nvPr/>
        </p:nvSpPr>
        <p:spPr>
          <a:xfrm>
            <a:off x="1588376" y="1801521"/>
            <a:ext cx="4572000" cy="2874890"/>
          </a:xfrm>
          <a:prstGeom prst="rect">
            <a:avLst/>
          </a:prstGeom>
          <a:noFill/>
        </p:spPr>
        <p:txBody>
          <a:bodyPr wrap="square">
            <a:spAutoFit/>
          </a:bodyPr>
          <a:lstStyle/>
          <a:p>
            <a:pPr marL="215504" indent="-215504" defTabSz="685800">
              <a:lnSpc>
                <a:spcPct val="107000"/>
              </a:lnSpc>
              <a:spcBef>
                <a:spcPts val="150"/>
              </a:spcBef>
              <a:spcAft>
                <a:spcPts val="600"/>
              </a:spcAft>
              <a:buClr>
                <a:schemeClr val="tx2"/>
              </a:buClr>
              <a:buSzPct val="100000"/>
              <a:buFont typeface="Arial" panose="020B0604020202020204" pitchFamily="34" charset="0"/>
              <a:buChar char="•"/>
            </a:pPr>
            <a:r>
              <a:rPr lang="en-GB" altLang="zh-CN" sz="1400">
                <a:latin typeface="Calibri" panose="020F0502020204030204" pitchFamily="34" charset="0"/>
                <a:cs typeface="Calibri" panose="020F0502020204030204" pitchFamily="34" charset="0"/>
              </a:rPr>
              <a:t>Detailed requirement gathering</a:t>
            </a:r>
          </a:p>
          <a:p>
            <a:pPr marL="215504" indent="-215504" defTabSz="685800">
              <a:lnSpc>
                <a:spcPct val="107000"/>
              </a:lnSpc>
              <a:spcBef>
                <a:spcPts val="150"/>
              </a:spcBef>
              <a:spcAft>
                <a:spcPts val="600"/>
              </a:spcAft>
              <a:buClr>
                <a:schemeClr val="tx2"/>
              </a:buClr>
              <a:buSzPct val="100000"/>
              <a:buFont typeface="Arial" panose="020B0604020202020204" pitchFamily="34" charset="0"/>
              <a:buChar char="•"/>
            </a:pPr>
            <a:r>
              <a:rPr lang="en-US" altLang="zh-CN" sz="1400">
                <a:latin typeface="Calibri" panose="020F0502020204030204" pitchFamily="34" charset="0"/>
                <a:cs typeface="Calibri" panose="020F0502020204030204" pitchFamily="34" charset="0"/>
              </a:rPr>
              <a:t>Gap Analysis</a:t>
            </a:r>
            <a:endParaRPr lang="en-GB" altLang="zh-CN" sz="1400">
              <a:latin typeface="Calibri" panose="020F0502020204030204" pitchFamily="34" charset="0"/>
              <a:cs typeface="Calibri" panose="020F0502020204030204" pitchFamily="34" charset="0"/>
            </a:endParaRPr>
          </a:p>
          <a:p>
            <a:pPr marL="215504" indent="-215504" defTabSz="685800">
              <a:lnSpc>
                <a:spcPct val="107000"/>
              </a:lnSpc>
              <a:spcBef>
                <a:spcPts val="150"/>
              </a:spcBef>
              <a:spcAft>
                <a:spcPts val="600"/>
              </a:spcAft>
              <a:buClr>
                <a:schemeClr val="tx2"/>
              </a:buClr>
              <a:buSzPct val="100000"/>
              <a:buFont typeface="Arial" panose="020B0604020202020204" pitchFamily="34" charset="0"/>
              <a:buChar char="•"/>
            </a:pPr>
            <a:r>
              <a:rPr lang="en-GB" altLang="zh-CN" sz="1400">
                <a:latin typeface="Calibri" panose="020F0502020204030204" pitchFamily="34" charset="0"/>
                <a:cs typeface="Calibri" panose="020F0502020204030204" pitchFamily="34" charset="0"/>
              </a:rPr>
              <a:t>Project plan with detailed items</a:t>
            </a:r>
          </a:p>
          <a:p>
            <a:pPr marL="215504" indent="-215504" defTabSz="685800">
              <a:lnSpc>
                <a:spcPct val="107000"/>
              </a:lnSpc>
              <a:spcBef>
                <a:spcPts val="150"/>
              </a:spcBef>
              <a:spcAft>
                <a:spcPts val="600"/>
              </a:spcAft>
              <a:buClr>
                <a:schemeClr val="tx2"/>
              </a:buClr>
              <a:buSzPct val="100000"/>
              <a:buFont typeface="Arial" panose="020B0604020202020204" pitchFamily="34" charset="0"/>
              <a:buChar char="•"/>
            </a:pPr>
            <a:r>
              <a:rPr lang="en-US" altLang="zh-CN" sz="1400">
                <a:latin typeface="Calibri" panose="020F0502020204030204" pitchFamily="34" charset="0"/>
                <a:cs typeface="Calibri" panose="020F0502020204030204" pitchFamily="34" charset="0"/>
              </a:rPr>
              <a:t>Preparation items ready by Henkel</a:t>
            </a:r>
          </a:p>
          <a:p>
            <a:pPr marL="672704" lvl="1" indent="-215504" defTabSz="685800">
              <a:lnSpc>
                <a:spcPct val="107000"/>
              </a:lnSpc>
              <a:spcBef>
                <a:spcPts val="150"/>
              </a:spcBef>
              <a:spcAft>
                <a:spcPts val="600"/>
              </a:spcAft>
              <a:buClr>
                <a:schemeClr val="tx2"/>
              </a:buClr>
              <a:buSzPct val="100000"/>
              <a:buFont typeface="Arial" panose="020B0604020202020204" pitchFamily="34" charset="0"/>
              <a:buChar char="•"/>
            </a:pPr>
            <a:r>
              <a:rPr lang="en-US" altLang="zh-CN" sz="1400">
                <a:latin typeface="Calibri" panose="020F0502020204030204" pitchFamily="34" charset="0"/>
                <a:cs typeface="Calibri" panose="020F0502020204030204" pitchFamily="34" charset="0"/>
              </a:rPr>
              <a:t>On-boarding </a:t>
            </a:r>
            <a:r>
              <a:rPr lang="en-US" altLang="zh-CN" sz="1400" err="1">
                <a:latin typeface="Calibri" panose="020F0502020204030204" pitchFamily="34" charset="0"/>
                <a:cs typeface="Calibri" panose="020F0502020204030204" pitchFamily="34" charset="0"/>
              </a:rPr>
              <a:t>Thermo</a:t>
            </a:r>
            <a:r>
              <a:rPr lang="en-US" altLang="zh-CN" sz="1400">
                <a:latin typeface="Calibri" panose="020F0502020204030204" pitchFamily="34" charset="0"/>
                <a:cs typeface="Calibri" panose="020F0502020204030204" pitchFamily="34" charset="0"/>
              </a:rPr>
              <a:t> Fisher members</a:t>
            </a:r>
          </a:p>
          <a:p>
            <a:pPr marL="672704" lvl="1" indent="-215504" defTabSz="685800">
              <a:lnSpc>
                <a:spcPct val="107000"/>
              </a:lnSpc>
              <a:spcBef>
                <a:spcPts val="150"/>
              </a:spcBef>
              <a:spcAft>
                <a:spcPts val="600"/>
              </a:spcAft>
              <a:buClr>
                <a:schemeClr val="tx2"/>
              </a:buClr>
              <a:buSzPct val="100000"/>
              <a:buFont typeface="Arial" panose="020B0604020202020204" pitchFamily="34" charset="0"/>
              <a:buChar char="•"/>
            </a:pPr>
            <a:r>
              <a:rPr lang="en-US" altLang="zh-CN" sz="1400">
                <a:latin typeface="Calibri" panose="020F0502020204030204" pitchFamily="34" charset="0"/>
                <a:cs typeface="Calibri" panose="020F0502020204030204" pitchFamily="34" charset="0"/>
              </a:rPr>
              <a:t>Infrastructure ready such as Dev server, VPN, and remote connection, DevOps etc.</a:t>
            </a:r>
          </a:p>
          <a:p>
            <a:pPr marL="215504" indent="-215504" defTabSz="685800">
              <a:lnSpc>
                <a:spcPct val="107000"/>
              </a:lnSpc>
              <a:spcBef>
                <a:spcPts val="150"/>
              </a:spcBef>
              <a:spcAft>
                <a:spcPts val="600"/>
              </a:spcAft>
              <a:buClr>
                <a:schemeClr val="tx2"/>
              </a:buClr>
              <a:buSzPct val="100000"/>
              <a:buFont typeface="Arial" panose="020B0604020202020204" pitchFamily="34" charset="0"/>
              <a:buChar char="•"/>
            </a:pPr>
            <a:r>
              <a:rPr lang="en-US" altLang="zh-CN" sz="1400">
                <a:latin typeface="Calibri" panose="020F0502020204030204" pitchFamily="34" charset="0"/>
                <a:cs typeface="Calibri" panose="020F0502020204030204" pitchFamily="34" charset="0"/>
              </a:rPr>
              <a:t>RTM Completion and Sign off</a:t>
            </a:r>
          </a:p>
          <a:p>
            <a:pPr marL="215504" indent="-215504" defTabSz="685800">
              <a:lnSpc>
                <a:spcPct val="107000"/>
              </a:lnSpc>
              <a:spcBef>
                <a:spcPts val="150"/>
              </a:spcBef>
              <a:spcAft>
                <a:spcPts val="600"/>
              </a:spcAft>
              <a:buClr>
                <a:schemeClr val="tx2"/>
              </a:buClr>
              <a:buSzPct val="100000"/>
              <a:buFont typeface="Arial" panose="020B0604020202020204" pitchFamily="34" charset="0"/>
              <a:buChar char="•"/>
            </a:pPr>
            <a:r>
              <a:rPr lang="en-US" altLang="zh-CN" sz="1400">
                <a:latin typeface="Calibri" panose="020F0502020204030204" pitchFamily="34" charset="0"/>
                <a:cs typeface="Calibri" panose="020F0502020204030204" pitchFamily="34" charset="0"/>
              </a:rPr>
              <a:t>Sign off the FRS 1.0 completion</a:t>
            </a:r>
          </a:p>
        </p:txBody>
      </p:sp>
    </p:spTree>
    <p:extLst>
      <p:ext uri="{BB962C8B-B14F-4D97-AF65-F5344CB8AC3E}">
        <p14:creationId xmlns:p14="http://schemas.microsoft.com/office/powerpoint/2010/main" val="331831987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7B3E773-8EA4-40AA-A4C9-3736D12A1FF6}"/>
              </a:ext>
            </a:extLst>
          </p:cNvPr>
          <p:cNvSpPr>
            <a:spLocks noGrp="1"/>
          </p:cNvSpPr>
          <p:nvPr>
            <p:ph type="title"/>
          </p:nvPr>
        </p:nvSpPr>
        <p:spPr>
          <a:xfrm>
            <a:off x="288442" y="255660"/>
            <a:ext cx="4414344" cy="472967"/>
          </a:xfrm>
        </p:spPr>
        <p:txBody>
          <a:bodyPr/>
          <a:lstStyle/>
          <a:p>
            <a:pPr>
              <a:lnSpc>
                <a:spcPct val="107000"/>
              </a:lnSpc>
              <a:spcAft>
                <a:spcPts val="600"/>
              </a:spcAft>
            </a:pPr>
            <a:r>
              <a:rPr lang="en-US" altLang="zh-CN">
                <a:solidFill>
                  <a:srgbClr val="FF0000"/>
                </a:solidFill>
                <a:ea typeface="Calibri" panose="020F0502020204030204" pitchFamily="34" charset="0"/>
              </a:rPr>
              <a:t>Workshop Deliverables</a:t>
            </a:r>
            <a:br>
              <a:rPr lang="zh-CN" altLang="zh-CN" sz="1400">
                <a:solidFill>
                  <a:srgbClr val="FF0000"/>
                </a:solidFill>
                <a:ea typeface="宋体" panose="02010600030101010101" pitchFamily="2" charset="-122"/>
                <a:cs typeface="Times New Roman" panose="02020603050405020304" pitchFamily="18" charset="0"/>
              </a:rPr>
            </a:br>
            <a:endParaRPr lang="zh-CN" altLang="zh-CN" sz="1400">
              <a:solidFill>
                <a:srgbClr val="FF0000"/>
              </a:solidFill>
              <a:ea typeface="宋体" panose="02010600030101010101" pitchFamily="2" charset="-122"/>
              <a:cs typeface="Times New Roman" panose="02020603050405020304" pitchFamily="18" charset="0"/>
            </a:endParaRPr>
          </a:p>
        </p:txBody>
      </p:sp>
      <p:sp>
        <p:nvSpPr>
          <p:cNvPr id="5" name="Content Placeholder 4">
            <a:extLst>
              <a:ext uri="{FF2B5EF4-FFF2-40B4-BE49-F238E27FC236}">
                <a16:creationId xmlns:a16="http://schemas.microsoft.com/office/drawing/2014/main" id="{AF378696-8C61-42F5-98E1-83C006AA8E24}"/>
              </a:ext>
            </a:extLst>
          </p:cNvPr>
          <p:cNvSpPr>
            <a:spLocks noGrp="1"/>
          </p:cNvSpPr>
          <p:nvPr>
            <p:ph sz="quarter" idx="14"/>
          </p:nvPr>
        </p:nvSpPr>
        <p:spPr>
          <a:xfrm>
            <a:off x="986065" y="869243"/>
            <a:ext cx="4815645" cy="2275978"/>
          </a:xfrm>
        </p:spPr>
        <p:txBody>
          <a:bodyPr>
            <a:noAutofit/>
          </a:bodyPr>
          <a:lstStyle/>
          <a:p>
            <a:pPr>
              <a:lnSpc>
                <a:spcPct val="107000"/>
              </a:lnSpc>
              <a:spcAft>
                <a:spcPts val="600"/>
              </a:spcAft>
            </a:pPr>
            <a:r>
              <a:rPr lang="en-US" altLang="zh-CN" sz="1600">
                <a:latin typeface="Calibri" panose="020F0502020204030204" pitchFamily="34" charset="0"/>
                <a:ea typeface="Calibri" panose="020F0502020204030204" pitchFamily="34" charset="0"/>
                <a:cs typeface="Calibri" panose="020F0502020204030204" pitchFamily="34" charset="0"/>
              </a:rPr>
              <a:t>Workshop </a:t>
            </a:r>
            <a:r>
              <a:rPr lang="en-US" altLang="zh-CN" sz="1600">
                <a:latin typeface="Calibri" panose="020F0502020204030204" pitchFamily="34" charset="0"/>
                <a:ea typeface="宋体" panose="02010600030101010101" pitchFamily="2" charset="-122"/>
                <a:cs typeface="Calibri" panose="020F0502020204030204" pitchFamily="34" charset="0"/>
              </a:rPr>
              <a:t>summary notes</a:t>
            </a:r>
          </a:p>
          <a:p>
            <a:pPr lvl="1">
              <a:lnSpc>
                <a:spcPct val="107000"/>
              </a:lnSpc>
              <a:spcAft>
                <a:spcPts val="600"/>
              </a:spcAft>
            </a:pPr>
            <a:r>
              <a:rPr lang="en-US" altLang="zh-CN" sz="1400">
                <a:latin typeface="Calibri" panose="020F0502020204030204" pitchFamily="34" charset="0"/>
                <a:ea typeface="宋体" panose="02010600030101010101" pitchFamily="2" charset="-122"/>
                <a:cs typeface="Calibri" panose="020F0502020204030204" pitchFamily="34" charset="0"/>
              </a:rPr>
              <a:t>0.5 day – Kickoff &amp; Project Governance</a:t>
            </a:r>
          </a:p>
          <a:p>
            <a:pPr lvl="1">
              <a:lnSpc>
                <a:spcPct val="107000"/>
              </a:lnSpc>
              <a:spcAft>
                <a:spcPts val="600"/>
              </a:spcAft>
            </a:pPr>
            <a:r>
              <a:rPr lang="en-US" altLang="zh-CN" sz="1400">
                <a:latin typeface="Calibri" panose="020F0502020204030204" pitchFamily="34" charset="0"/>
                <a:ea typeface="宋体" panose="02010600030101010101" pitchFamily="2" charset="-122"/>
                <a:cs typeface="Calibri" panose="020F0502020204030204" pitchFamily="34" charset="0"/>
              </a:rPr>
              <a:t>0.5 day – Lab tour</a:t>
            </a:r>
          </a:p>
          <a:p>
            <a:pPr lvl="1">
              <a:lnSpc>
                <a:spcPct val="107000"/>
              </a:lnSpc>
              <a:spcAft>
                <a:spcPts val="600"/>
              </a:spcAft>
            </a:pPr>
            <a:r>
              <a:rPr lang="en-US" altLang="zh-CN" sz="1400">
                <a:latin typeface="Calibri" panose="020F0502020204030204" pitchFamily="34" charset="0"/>
                <a:ea typeface="宋体" panose="02010600030101010101" pitchFamily="2" charset="-122"/>
                <a:cs typeface="Calibri" panose="020F0502020204030204" pitchFamily="34" charset="0"/>
              </a:rPr>
              <a:t>1.5 day – Training/Demo</a:t>
            </a:r>
          </a:p>
          <a:p>
            <a:pPr lvl="1">
              <a:lnSpc>
                <a:spcPct val="107000"/>
              </a:lnSpc>
              <a:spcAft>
                <a:spcPts val="600"/>
              </a:spcAft>
            </a:pPr>
            <a:r>
              <a:rPr lang="en-US" altLang="zh-CN" sz="1400">
                <a:latin typeface="Calibri" panose="020F0502020204030204" pitchFamily="34" charset="0"/>
                <a:ea typeface="宋体" panose="02010600030101010101" pitchFamily="2" charset="-122"/>
                <a:cs typeface="Calibri" panose="020F0502020204030204" pitchFamily="34" charset="0"/>
              </a:rPr>
              <a:t>1.5 day – Workflow Finalization</a:t>
            </a:r>
          </a:p>
          <a:p>
            <a:pPr lvl="1">
              <a:lnSpc>
                <a:spcPct val="107000"/>
              </a:lnSpc>
              <a:spcAft>
                <a:spcPts val="600"/>
              </a:spcAft>
            </a:pPr>
            <a:r>
              <a:rPr lang="en-US" altLang="zh-CN" sz="1400">
                <a:latin typeface="Calibri" panose="020F0502020204030204" pitchFamily="34" charset="0"/>
                <a:ea typeface="宋体" panose="02010600030101010101" pitchFamily="2" charset="-122"/>
                <a:cs typeface="Calibri" panose="020F0502020204030204" pitchFamily="34" charset="0"/>
              </a:rPr>
              <a:t>1 day – URS topic discussion</a:t>
            </a:r>
          </a:p>
        </p:txBody>
      </p:sp>
      <p:grpSp>
        <p:nvGrpSpPr>
          <p:cNvPr id="3" name="Group 2">
            <a:extLst>
              <a:ext uri="{FF2B5EF4-FFF2-40B4-BE49-F238E27FC236}">
                <a16:creationId xmlns:a16="http://schemas.microsoft.com/office/drawing/2014/main" id="{C45D3659-8887-00F7-2E55-44F7B94B8455}"/>
              </a:ext>
            </a:extLst>
          </p:cNvPr>
          <p:cNvGrpSpPr/>
          <p:nvPr/>
        </p:nvGrpSpPr>
        <p:grpSpPr>
          <a:xfrm>
            <a:off x="7721529" y="0"/>
            <a:ext cx="1193870" cy="520820"/>
            <a:chOff x="-20628" y="0"/>
            <a:chExt cx="2488951" cy="1085792"/>
          </a:xfrm>
        </p:grpSpPr>
        <p:sp>
          <p:nvSpPr>
            <p:cNvPr id="4" name="Parallelogram 3">
              <a:extLst>
                <a:ext uri="{FF2B5EF4-FFF2-40B4-BE49-F238E27FC236}">
                  <a16:creationId xmlns:a16="http://schemas.microsoft.com/office/drawing/2014/main" id="{57F54569-BE31-2125-08EC-1AD72F588F87}"/>
                </a:ext>
              </a:extLst>
            </p:cNvPr>
            <p:cNvSpPr/>
            <p:nvPr userDrawn="1"/>
          </p:nvSpPr>
          <p:spPr bwMode="auto">
            <a:xfrm>
              <a:off x="-20628" y="0"/>
              <a:ext cx="2488951" cy="1085792"/>
            </a:xfrm>
            <a:prstGeom prst="parallelogram">
              <a:avLst>
                <a:gd name="adj" fmla="val 0"/>
              </a:avLst>
            </a:prstGeom>
            <a:solidFill>
              <a:schemeClr val="tx2"/>
            </a:solidFill>
            <a:ln w="9525" cap="flat" cmpd="sng" algn="ctr">
              <a:no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pPr>
              <a:r>
                <a:rPr lang="en-US" sz="1350">
                  <a:latin typeface="Arial" pitchFamily="124" charset="0"/>
                </a:rPr>
                <a:t>               </a:t>
              </a:r>
            </a:p>
          </p:txBody>
        </p:sp>
        <p:pic>
          <p:nvPicPr>
            <p:cNvPr id="7" name="Picture 6">
              <a:extLst>
                <a:ext uri="{FF2B5EF4-FFF2-40B4-BE49-F238E27FC236}">
                  <a16:creationId xmlns:a16="http://schemas.microsoft.com/office/drawing/2014/main" id="{BDC1F679-4F59-191D-7274-92E7A6B0528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35820" y="154984"/>
              <a:ext cx="2178058" cy="756021"/>
            </a:xfrm>
            <a:prstGeom prst="rect">
              <a:avLst/>
            </a:prstGeom>
          </p:spPr>
        </p:pic>
      </p:grpSp>
      <p:sp>
        <p:nvSpPr>
          <p:cNvPr id="8" name="Slide Number Placeholder 2">
            <a:extLst>
              <a:ext uri="{FF2B5EF4-FFF2-40B4-BE49-F238E27FC236}">
                <a16:creationId xmlns:a16="http://schemas.microsoft.com/office/drawing/2014/main" id="{07F9D294-6E43-92F2-D6B7-0005B1353141}"/>
              </a:ext>
            </a:extLst>
          </p:cNvPr>
          <p:cNvSpPr txBox="1">
            <a:spLocks/>
          </p:cNvSpPr>
          <p:nvPr/>
        </p:nvSpPr>
        <p:spPr>
          <a:xfrm>
            <a:off x="0" y="4914900"/>
            <a:ext cx="228600" cy="228600"/>
          </a:xfrm>
          <a:prstGeom prst="rect">
            <a:avLst/>
          </a:prstGeom>
        </p:spPr>
        <p:txBody>
          <a:bodyPr vert="horz" lIns="0" tIns="0" rIns="0" bIns="0" rtlCol="0" anchor="ctr"/>
          <a:lstStyle>
            <a:defPPr>
              <a:defRPr lang="en-US"/>
            </a:defPPr>
            <a:lvl1pPr marL="0" algn="ctr" defTabSz="914400" rtl="0" eaLnBrk="1" latinLnBrk="0" hangingPunct="1">
              <a:defRPr sz="75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E12E431E-6E29-4A3B-B2C3-E4F3672764E2}" type="slidenum">
              <a:rPr lang="en-US" smtClean="0"/>
              <a:pPr>
                <a:defRPr/>
              </a:pPr>
              <a:t>8</a:t>
            </a:fld>
            <a:endParaRPr lang="en-US"/>
          </a:p>
        </p:txBody>
      </p:sp>
      <p:sp>
        <p:nvSpPr>
          <p:cNvPr id="2" name="Slide Number Placeholder 1">
            <a:extLst>
              <a:ext uri="{FF2B5EF4-FFF2-40B4-BE49-F238E27FC236}">
                <a16:creationId xmlns:a16="http://schemas.microsoft.com/office/drawing/2014/main" id="{91A88413-A931-5653-64BF-5EF3CB0EBBB7}"/>
              </a:ext>
            </a:extLst>
          </p:cNvPr>
          <p:cNvSpPr>
            <a:spLocks noGrp="1"/>
          </p:cNvSpPr>
          <p:nvPr>
            <p:ph type="sldNum" sz="quarter" idx="10"/>
          </p:nvPr>
        </p:nvSpPr>
        <p:spPr/>
        <p:txBody>
          <a:bodyPr/>
          <a:lstStyle/>
          <a:p>
            <a:fld id="{89006F1E-66CD-4A4B-9370-B4A3080F0E6C}" type="slidenum">
              <a:rPr lang="en-US" smtClean="0"/>
              <a:pPr/>
              <a:t>8</a:t>
            </a:fld>
            <a:endParaRPr lang="en-US"/>
          </a:p>
        </p:txBody>
      </p:sp>
      <p:sp>
        <p:nvSpPr>
          <p:cNvPr id="6" name="Footer Placeholder 5">
            <a:extLst>
              <a:ext uri="{FF2B5EF4-FFF2-40B4-BE49-F238E27FC236}">
                <a16:creationId xmlns:a16="http://schemas.microsoft.com/office/drawing/2014/main" id="{CC0CC87B-E56E-7F8A-DB67-85598C3FA118}"/>
              </a:ext>
            </a:extLst>
          </p:cNvPr>
          <p:cNvSpPr>
            <a:spLocks noGrp="1"/>
          </p:cNvSpPr>
          <p:nvPr>
            <p:ph type="ftr" sz="quarter" idx="12"/>
          </p:nvPr>
        </p:nvSpPr>
        <p:spPr/>
        <p:txBody>
          <a:bodyPr/>
          <a:lstStyle/>
          <a:p>
            <a:r>
              <a:rPr lang="en-US">
                <a:ea typeface="MS PGothic" panose="020B0600070205080204" pitchFamily="34" charset="-128"/>
              </a:rPr>
              <a:t>Proprietary &amp; Confidential |  03 Jun 2024</a:t>
            </a:r>
          </a:p>
        </p:txBody>
      </p:sp>
      <p:pic>
        <p:nvPicPr>
          <p:cNvPr id="11" name="Picture 10" descr="A red and black logo&#10;&#10;Description automatically generated">
            <a:extLst>
              <a:ext uri="{FF2B5EF4-FFF2-40B4-BE49-F238E27FC236}">
                <a16:creationId xmlns:a16="http://schemas.microsoft.com/office/drawing/2014/main" id="{51B5CD49-2504-3295-3C6B-F03901CA54DC}"/>
              </a:ext>
            </a:extLst>
          </p:cNvPr>
          <p:cNvPicPr>
            <a:picLocks noChangeAspect="1"/>
          </p:cNvPicPr>
          <p:nvPr/>
        </p:nvPicPr>
        <p:blipFill>
          <a:blip r:embed="rId4"/>
          <a:stretch>
            <a:fillRect/>
          </a:stretch>
        </p:blipFill>
        <p:spPr>
          <a:xfrm>
            <a:off x="6587015" y="0"/>
            <a:ext cx="1020250" cy="529241"/>
          </a:xfrm>
          <a:prstGeom prst="rect">
            <a:avLst/>
          </a:prstGeom>
        </p:spPr>
      </p:pic>
    </p:spTree>
    <p:extLst>
      <p:ext uri="{BB962C8B-B14F-4D97-AF65-F5344CB8AC3E}">
        <p14:creationId xmlns:p14="http://schemas.microsoft.com/office/powerpoint/2010/main" val="128158722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199AF-D63D-4281-86ED-E62420D2B420}"/>
              </a:ext>
            </a:extLst>
          </p:cNvPr>
          <p:cNvSpPr>
            <a:spLocks noGrp="1"/>
          </p:cNvSpPr>
          <p:nvPr>
            <p:ph type="title"/>
          </p:nvPr>
        </p:nvSpPr>
        <p:spPr>
          <a:xfrm>
            <a:off x="443852" y="33466"/>
            <a:ext cx="8327924" cy="637582"/>
          </a:xfrm>
        </p:spPr>
        <p:txBody>
          <a:bodyPr>
            <a:normAutofit/>
          </a:bodyPr>
          <a:lstStyle/>
          <a:p>
            <a:r>
              <a:rPr lang="en-US" altLang="zh-CN" sz="1800">
                <a:solidFill>
                  <a:srgbClr val="FF0000"/>
                </a:solidFill>
                <a:ea typeface="Calibri" panose="020F0502020204030204" pitchFamily="34" charset="0"/>
              </a:rPr>
              <a:t>Workshop Deliverables </a:t>
            </a:r>
            <a:r>
              <a:rPr lang="en-MY" altLang="zh-CN" sz="1300">
                <a:solidFill>
                  <a:schemeClr val="tx2"/>
                </a:solidFill>
                <a:latin typeface="Calibir"/>
              </a:rPr>
              <a:t>	</a:t>
            </a:r>
            <a:endParaRPr lang="en-MY" sz="1300">
              <a:solidFill>
                <a:schemeClr val="tx2"/>
              </a:solidFill>
              <a:latin typeface="Calibir"/>
            </a:endParaRPr>
          </a:p>
        </p:txBody>
      </p:sp>
      <p:sp>
        <p:nvSpPr>
          <p:cNvPr id="4" name="Date Placeholder 3">
            <a:extLst>
              <a:ext uri="{FF2B5EF4-FFF2-40B4-BE49-F238E27FC236}">
                <a16:creationId xmlns:a16="http://schemas.microsoft.com/office/drawing/2014/main" id="{B1383591-F2E0-49D7-B841-6F77C09D4571}"/>
              </a:ext>
            </a:extLst>
          </p:cNvPr>
          <p:cNvSpPr>
            <a:spLocks noGrp="1"/>
          </p:cNvSpPr>
          <p:nvPr>
            <p:ph type="dt" sz="half" idx="10"/>
          </p:nvPr>
        </p:nvSpPr>
        <p:spPr/>
        <p:txBody>
          <a:bodyPr/>
          <a:lstStyle/>
          <a:p>
            <a:fld id="{84F13F41-809B-434E-A467-02E5D1330186}" type="datetime1">
              <a:rPr lang="en-US" smtClean="0"/>
              <a:t>6/6/2024</a:t>
            </a:fld>
            <a:endParaRPr lang="en-US"/>
          </a:p>
        </p:txBody>
      </p:sp>
      <p:sp>
        <p:nvSpPr>
          <p:cNvPr id="5" name="Slide Number Placeholder 4">
            <a:extLst>
              <a:ext uri="{FF2B5EF4-FFF2-40B4-BE49-F238E27FC236}">
                <a16:creationId xmlns:a16="http://schemas.microsoft.com/office/drawing/2014/main" id="{F0BAC7C2-1582-4680-9535-58D546806F52}"/>
              </a:ext>
            </a:extLst>
          </p:cNvPr>
          <p:cNvSpPr>
            <a:spLocks noGrp="1"/>
          </p:cNvSpPr>
          <p:nvPr>
            <p:ph type="sldNum" sz="quarter" idx="12"/>
          </p:nvPr>
        </p:nvSpPr>
        <p:spPr>
          <a:xfrm>
            <a:off x="7651145" y="4974303"/>
            <a:ext cx="857475" cy="135731"/>
          </a:xfrm>
          <a:prstGeom prst="rect">
            <a:avLst/>
          </a:prstGeom>
        </p:spPr>
        <p:txBody>
          <a:bodyPr vert="horz" lIns="91440" tIns="45720" rIns="91440" bIns="45720" rtlCol="0" anchor="ctr"/>
          <a:lstStyle>
            <a:lvl1pPr marL="0" algn="r" defTabSz="914400" rtl="0" eaLnBrk="1" latinLnBrk="0" hangingPunct="1">
              <a:defRPr sz="75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36C87F6-986D-49E6-AF40-1B3A1EE8064D}" type="slidenum">
              <a:rPr lang="en-US" altLang="zh-CN" smtClean="0"/>
              <a:pPr/>
              <a:t>9</a:t>
            </a:fld>
            <a:endParaRPr lang="en-MY"/>
          </a:p>
        </p:txBody>
      </p:sp>
      <p:sp>
        <p:nvSpPr>
          <p:cNvPr id="6" name="Footer Placeholder 5">
            <a:extLst>
              <a:ext uri="{FF2B5EF4-FFF2-40B4-BE49-F238E27FC236}">
                <a16:creationId xmlns:a16="http://schemas.microsoft.com/office/drawing/2014/main" id="{7858150F-8DE8-4B78-A139-61E769522287}"/>
              </a:ext>
            </a:extLst>
          </p:cNvPr>
          <p:cNvSpPr>
            <a:spLocks noGrp="1"/>
          </p:cNvSpPr>
          <p:nvPr>
            <p:ph type="ftr" sz="quarter" idx="11"/>
          </p:nvPr>
        </p:nvSpPr>
        <p:spPr>
          <a:xfrm>
            <a:off x="500597" y="4906437"/>
            <a:ext cx="5694580" cy="135731"/>
          </a:xfrm>
        </p:spPr>
        <p:txBody>
          <a:bodyPr/>
          <a:lstStyle/>
          <a:p>
            <a:pPr eaLnBrk="0" hangingPunct="0"/>
            <a:r>
              <a:rPr lang="en-US" altLang="zh-CN">
                <a:solidFill>
                  <a:srgbClr val="00545D"/>
                </a:solidFill>
                <a:ea typeface="MS PGothic" pitchFamily="34" charset="-128"/>
              </a:rPr>
              <a:t>Confidential – For Internal Use Only</a:t>
            </a:r>
            <a:endParaRPr lang="en-GB" altLang="zh-CN" sz="751">
              <a:solidFill>
                <a:srgbClr val="00545D"/>
              </a:solidFill>
              <a:ea typeface="MS PGothic" pitchFamily="34" charset="-128"/>
            </a:endParaRPr>
          </a:p>
        </p:txBody>
      </p:sp>
      <p:sp>
        <p:nvSpPr>
          <p:cNvPr id="7" name="TextBox 6">
            <a:extLst>
              <a:ext uri="{FF2B5EF4-FFF2-40B4-BE49-F238E27FC236}">
                <a16:creationId xmlns:a16="http://schemas.microsoft.com/office/drawing/2014/main" id="{BBA3C1D5-58B4-6D28-7B5D-E5C232ADBE72}"/>
              </a:ext>
            </a:extLst>
          </p:cNvPr>
          <p:cNvSpPr txBox="1"/>
          <p:nvPr/>
        </p:nvSpPr>
        <p:spPr>
          <a:xfrm>
            <a:off x="407571" y="697269"/>
            <a:ext cx="8439682" cy="2893100"/>
          </a:xfrm>
          <a:prstGeom prst="rect">
            <a:avLst/>
          </a:prstGeom>
          <a:noFill/>
        </p:spPr>
        <p:txBody>
          <a:bodyPr wrap="square" lIns="91440" tIns="45720" rIns="91440" bIns="45720" anchor="t">
            <a:spAutoFit/>
          </a:bodyPr>
          <a:lstStyle/>
          <a:p>
            <a:endParaRPr lang="en-US" altLang="zh-CN" sz="1400">
              <a:solidFill>
                <a:srgbClr val="212529"/>
              </a:solidFill>
              <a:latin typeface="Calibir"/>
            </a:endParaRPr>
          </a:p>
          <a:p>
            <a:endParaRPr lang="en-US" altLang="zh-CN" sz="1400" b="1">
              <a:solidFill>
                <a:srgbClr val="212529"/>
              </a:solidFill>
              <a:latin typeface="Calibir"/>
              <a:cs typeface="Arial" panose="020B0604020202020204" pitchFamily="34" charset="0"/>
            </a:endParaRPr>
          </a:p>
          <a:p>
            <a:endParaRPr lang="en-US" altLang="zh-CN" sz="1400" b="1">
              <a:solidFill>
                <a:srgbClr val="212529"/>
              </a:solidFill>
              <a:latin typeface="Calibir"/>
              <a:cs typeface="Arial" panose="020B0604020202020204" pitchFamily="34" charset="0"/>
            </a:endParaRPr>
          </a:p>
          <a:p>
            <a:endParaRPr lang="en-US" altLang="zh-CN" sz="1400" b="1">
              <a:solidFill>
                <a:srgbClr val="212529"/>
              </a:solidFill>
              <a:latin typeface="Calibir"/>
              <a:cs typeface="Arial" panose="020B0604020202020204" pitchFamily="34" charset="0"/>
            </a:endParaRPr>
          </a:p>
          <a:p>
            <a:endParaRPr lang="en-US" altLang="zh-CN" sz="1400" b="1">
              <a:solidFill>
                <a:srgbClr val="212529"/>
              </a:solidFill>
              <a:latin typeface="Calibir"/>
              <a:cs typeface="Arial" panose="020B0604020202020204" pitchFamily="34" charset="0"/>
            </a:endParaRPr>
          </a:p>
          <a:p>
            <a:endParaRPr lang="en-US" altLang="zh-CN" sz="1400" b="1">
              <a:solidFill>
                <a:srgbClr val="212529"/>
              </a:solidFill>
              <a:latin typeface="Calibir"/>
              <a:cs typeface="Arial" panose="020B0604020202020204" pitchFamily="34" charset="0"/>
            </a:endParaRPr>
          </a:p>
          <a:p>
            <a:endParaRPr lang="en-US" altLang="zh-CN" sz="1400" b="1">
              <a:solidFill>
                <a:srgbClr val="212529"/>
              </a:solidFill>
              <a:latin typeface="Calibir"/>
              <a:cs typeface="Arial" panose="020B0604020202020204" pitchFamily="34" charset="0"/>
            </a:endParaRPr>
          </a:p>
          <a:p>
            <a:endParaRPr lang="en-US" altLang="zh-CN" sz="1400" b="1">
              <a:solidFill>
                <a:srgbClr val="212529"/>
              </a:solidFill>
              <a:latin typeface="Calibir"/>
              <a:cs typeface="Arial" panose="020B0604020202020204" pitchFamily="34" charset="0"/>
            </a:endParaRPr>
          </a:p>
          <a:p>
            <a:endParaRPr lang="en-US" altLang="zh-CN" sz="1400" b="1">
              <a:solidFill>
                <a:srgbClr val="212529"/>
              </a:solidFill>
              <a:latin typeface="Calibir"/>
              <a:cs typeface="Arial" panose="020B0604020202020204" pitchFamily="34" charset="0"/>
            </a:endParaRPr>
          </a:p>
          <a:p>
            <a:endParaRPr lang="en-US" altLang="zh-CN" sz="1400" b="1">
              <a:solidFill>
                <a:srgbClr val="212529"/>
              </a:solidFill>
              <a:latin typeface="Calibir"/>
              <a:cs typeface="Arial" panose="020B0604020202020204" pitchFamily="34" charset="0"/>
            </a:endParaRPr>
          </a:p>
          <a:p>
            <a:endParaRPr lang="en-US" altLang="zh-CN" sz="1400" b="1">
              <a:solidFill>
                <a:srgbClr val="212529"/>
              </a:solidFill>
              <a:latin typeface="Calibir"/>
              <a:cs typeface="Arial" panose="020B0604020202020204" pitchFamily="34" charset="0"/>
            </a:endParaRPr>
          </a:p>
          <a:p>
            <a:endParaRPr lang="en-US" altLang="zh-CN" sz="1400" b="1">
              <a:solidFill>
                <a:srgbClr val="212529"/>
              </a:solidFill>
              <a:latin typeface="Calibir"/>
              <a:cs typeface="Arial" panose="020B0604020202020204" pitchFamily="34" charset="0"/>
            </a:endParaRPr>
          </a:p>
          <a:p>
            <a:endParaRPr lang="en-US" altLang="zh-CN" sz="1400" b="1">
              <a:solidFill>
                <a:srgbClr val="212529"/>
              </a:solidFill>
              <a:latin typeface="Calibir"/>
              <a:cs typeface="Arial" panose="020B0604020202020204" pitchFamily="34" charset="0"/>
            </a:endParaRPr>
          </a:p>
        </p:txBody>
      </p:sp>
      <p:graphicFrame>
        <p:nvGraphicFramePr>
          <p:cNvPr id="3" name="Table 2">
            <a:extLst>
              <a:ext uri="{FF2B5EF4-FFF2-40B4-BE49-F238E27FC236}">
                <a16:creationId xmlns:a16="http://schemas.microsoft.com/office/drawing/2014/main" id="{E84263F7-4D40-3A1E-EB9F-4BBE0FA9679F}"/>
              </a:ext>
            </a:extLst>
          </p:cNvPr>
          <p:cNvGraphicFramePr>
            <a:graphicFrameLocks noGrp="1"/>
          </p:cNvGraphicFramePr>
          <p:nvPr>
            <p:extLst>
              <p:ext uri="{D42A27DB-BD31-4B8C-83A1-F6EECF244321}">
                <p14:modId xmlns:p14="http://schemas.microsoft.com/office/powerpoint/2010/main" val="558689078"/>
              </p:ext>
            </p:extLst>
          </p:nvPr>
        </p:nvGraphicFramePr>
        <p:xfrm>
          <a:off x="443852" y="1190297"/>
          <a:ext cx="7390737" cy="3107927"/>
        </p:xfrm>
        <a:graphic>
          <a:graphicData uri="http://schemas.openxmlformats.org/drawingml/2006/table">
            <a:tbl>
              <a:tblPr firstRow="1" bandRow="1">
                <a:tableStyleId>{7DF18680-E054-41AD-8BC1-D1AEF772440D}</a:tableStyleId>
              </a:tblPr>
              <a:tblGrid>
                <a:gridCol w="6411682">
                  <a:extLst>
                    <a:ext uri="{9D8B030D-6E8A-4147-A177-3AD203B41FA5}">
                      <a16:colId xmlns:a16="http://schemas.microsoft.com/office/drawing/2014/main" val="704192955"/>
                    </a:ext>
                  </a:extLst>
                </a:gridCol>
                <a:gridCol w="979055">
                  <a:extLst>
                    <a:ext uri="{9D8B030D-6E8A-4147-A177-3AD203B41FA5}">
                      <a16:colId xmlns:a16="http://schemas.microsoft.com/office/drawing/2014/main" val="489902150"/>
                    </a:ext>
                  </a:extLst>
                </a:gridCol>
              </a:tblGrid>
              <a:tr h="338598">
                <a:tc>
                  <a:txBody>
                    <a:bodyPr/>
                    <a:lstStyle/>
                    <a:p>
                      <a:pPr algn="ctr"/>
                      <a:r>
                        <a:rPr lang="en-US" altLang="zh-CN" sz="1600">
                          <a:solidFill>
                            <a:schemeClr val="bg1"/>
                          </a:solidFill>
                          <a:ea typeface="Calibri" panose="020F0502020204030204" pitchFamily="34" charset="0"/>
                        </a:rPr>
                        <a:t>Deliverables</a:t>
                      </a:r>
                      <a:endParaRPr lang="en-SG" sz="1600">
                        <a:solidFill>
                          <a:schemeClr val="bg1"/>
                        </a:solidFill>
                        <a:latin typeface="Calibri" panose="020F0502020204030204" pitchFamily="34" charset="0"/>
                        <a:cs typeface="Calibri" panose="020F0502020204030204" pitchFamily="34" charset="0"/>
                      </a:endParaRPr>
                    </a:p>
                  </a:txBody>
                  <a:tcPr/>
                </a:tc>
                <a:tc>
                  <a:txBody>
                    <a:bodyPr/>
                    <a:lstStyle/>
                    <a:p>
                      <a:pPr algn="ctr"/>
                      <a:r>
                        <a:rPr lang="en-SG" sz="1200">
                          <a:latin typeface="Calibri" panose="020F0502020204030204" pitchFamily="34" charset="0"/>
                          <a:cs typeface="Calibri" panose="020F0502020204030204" pitchFamily="34" charset="0"/>
                        </a:rPr>
                        <a:t>Result</a:t>
                      </a:r>
                    </a:p>
                  </a:txBody>
                  <a:tcPr/>
                </a:tc>
                <a:extLst>
                  <a:ext uri="{0D108BD9-81ED-4DB2-BD59-A6C34878D82A}">
                    <a16:rowId xmlns:a16="http://schemas.microsoft.com/office/drawing/2014/main" val="3063615479"/>
                  </a:ext>
                </a:extLst>
              </a:tr>
              <a:tr h="265492">
                <a:tc>
                  <a:txBody>
                    <a:bodyPr/>
                    <a:lstStyle/>
                    <a:p>
                      <a:pPr marL="171450" indent="-171450">
                        <a:lnSpc>
                          <a:spcPct val="107000"/>
                        </a:lnSpc>
                        <a:spcAft>
                          <a:spcPts val="600"/>
                        </a:spcAft>
                        <a:buFont typeface="Arial" panose="020B0604020202020204" pitchFamily="34" charset="0"/>
                        <a:buChar char="•"/>
                      </a:pPr>
                      <a:r>
                        <a:rPr lang="en-US" altLang="zh-CN" sz="1100">
                          <a:latin typeface="Calibri" panose="020F0502020204030204" pitchFamily="34" charset="0"/>
                          <a:ea typeface="Calibri" panose="020F0502020204030204" pitchFamily="34" charset="0"/>
                          <a:cs typeface="Calibri" panose="020F0502020204030204" pitchFamily="34" charset="0"/>
                        </a:rPr>
                        <a:t>Draft version of RTM</a:t>
                      </a:r>
                    </a:p>
                  </a:txBody>
                  <a:tcPr marL="45720" marR="45720" anchor="ctr"/>
                </a:tc>
                <a:tc>
                  <a:txBody>
                    <a:bodyPr/>
                    <a:lstStyle/>
                    <a:p>
                      <a:endParaRPr lang="en-SG" sz="1100">
                        <a:latin typeface="Calibri" panose="020F0502020204030204" pitchFamily="34" charset="0"/>
                        <a:cs typeface="Calibri" panose="020F0502020204030204" pitchFamily="34" charset="0"/>
                      </a:endParaRPr>
                    </a:p>
                  </a:txBody>
                  <a:tcPr marL="45720" marR="45720"/>
                </a:tc>
                <a:extLst>
                  <a:ext uri="{0D108BD9-81ED-4DB2-BD59-A6C34878D82A}">
                    <a16:rowId xmlns:a16="http://schemas.microsoft.com/office/drawing/2014/main" val="2071362523"/>
                  </a:ext>
                </a:extLst>
              </a:tr>
              <a:tr h="265492">
                <a:tc>
                  <a:txBody>
                    <a:bodyPr/>
                    <a:lstStyle/>
                    <a:p>
                      <a:pPr marL="171450" indent="-171450">
                        <a:lnSpc>
                          <a:spcPct val="107000"/>
                        </a:lnSpc>
                        <a:spcAft>
                          <a:spcPts val="600"/>
                        </a:spcAft>
                        <a:buFont typeface="Arial" panose="020B0604020202020204" pitchFamily="34" charset="0"/>
                        <a:buChar char="•"/>
                      </a:pPr>
                      <a:r>
                        <a:rPr lang="en-US" altLang="zh-CN" sz="1100">
                          <a:latin typeface="Calibri" panose="020F0502020204030204" pitchFamily="34" charset="0"/>
                          <a:ea typeface="Calibri" panose="020F0502020204030204" pitchFamily="34" charset="0"/>
                          <a:cs typeface="Calibri" panose="020F0502020204030204" pitchFamily="34" charset="0"/>
                        </a:rPr>
                        <a:t>Confirmation of the requirement topics discussed during kick off workshop</a:t>
                      </a:r>
                      <a:endParaRPr lang="zh-CN" altLang="en-US" sz="1100">
                        <a:latin typeface="Calibri" panose="020F0502020204030204" pitchFamily="34" charset="0"/>
                        <a:cs typeface="Calibri" panose="020F0502020204030204" pitchFamily="34" charset="0"/>
                      </a:endParaRPr>
                    </a:p>
                  </a:txBody>
                  <a:tcPr marL="45720" marR="45720" anchor="ctr"/>
                </a:tc>
                <a:tc>
                  <a:txBody>
                    <a:bodyPr/>
                    <a:lstStyle/>
                    <a:p>
                      <a:endParaRPr lang="en-SG" sz="1100">
                        <a:latin typeface="Calibri" panose="020F0502020204030204" pitchFamily="34" charset="0"/>
                        <a:cs typeface="Calibri" panose="020F0502020204030204" pitchFamily="34" charset="0"/>
                      </a:endParaRPr>
                    </a:p>
                  </a:txBody>
                  <a:tcPr marL="45720" marR="45720"/>
                </a:tc>
                <a:extLst>
                  <a:ext uri="{0D108BD9-81ED-4DB2-BD59-A6C34878D82A}">
                    <a16:rowId xmlns:a16="http://schemas.microsoft.com/office/drawing/2014/main" val="3870308773"/>
                  </a:ext>
                </a:extLst>
              </a:tr>
              <a:tr h="704772">
                <a:tc>
                  <a:txBody>
                    <a:bodyPr/>
                    <a:lstStyle/>
                    <a:p>
                      <a:pPr marL="171450" indent="-171450">
                        <a:lnSpc>
                          <a:spcPct val="107000"/>
                        </a:lnSpc>
                        <a:spcAft>
                          <a:spcPts val="600"/>
                        </a:spcAft>
                        <a:buFont typeface="Arial" panose="020B0604020202020204" pitchFamily="34" charset="0"/>
                        <a:buChar char="•"/>
                      </a:pPr>
                      <a:r>
                        <a:rPr lang="en-US" altLang="zh-CN" sz="1100">
                          <a:latin typeface="Calibri" panose="020F0502020204030204" pitchFamily="34" charset="0"/>
                          <a:ea typeface="Calibri" panose="020F0502020204030204" pitchFamily="34" charset="0"/>
                          <a:cs typeface="Calibri" panose="020F0502020204030204" pitchFamily="34" charset="0"/>
                        </a:rPr>
                        <a:t>Agreement on Project Governance by both parties </a:t>
                      </a:r>
                    </a:p>
                    <a:p>
                      <a:pPr marL="514350" marR="0" lvl="1" indent="-171450" algn="l" defTabSz="685800" rtl="0" eaLnBrk="1" fontAlgn="auto" latinLnBrk="0" hangingPunct="1">
                        <a:lnSpc>
                          <a:spcPct val="107000"/>
                        </a:lnSpc>
                        <a:spcBef>
                          <a:spcPts val="0"/>
                        </a:spcBef>
                        <a:spcAft>
                          <a:spcPts val="600"/>
                        </a:spcAft>
                        <a:buClrTx/>
                        <a:buSzTx/>
                        <a:buFont typeface="Arial" panose="020B0604020202020204" pitchFamily="34" charset="0"/>
                        <a:buChar char="•"/>
                        <a:tabLst/>
                        <a:defRPr/>
                      </a:pPr>
                      <a:r>
                        <a:rPr lang="en-GB" altLang="zh-CN" sz="1100">
                          <a:latin typeface="Calibri" panose="020F0502020204030204" pitchFamily="34" charset="0"/>
                          <a:ea typeface="Calibri" panose="020F0502020204030204" pitchFamily="34" charset="0"/>
                          <a:cs typeface="Calibri" panose="020F0502020204030204" pitchFamily="34" charset="0"/>
                        </a:rPr>
                        <a:t>Project Management Plan (not standard format to be decided later, high-level milestone plan with goals and responsibilities )</a:t>
                      </a:r>
                      <a:endParaRPr lang="en-US" altLang="zh-CN" sz="1100">
                        <a:latin typeface="Calibri" panose="020F0502020204030204" pitchFamily="34" charset="0"/>
                        <a:ea typeface="Calibri" panose="020F0502020204030204" pitchFamily="34" charset="0"/>
                        <a:cs typeface="Calibri" panose="020F0502020204030204" pitchFamily="34" charset="0"/>
                      </a:endParaRPr>
                    </a:p>
                  </a:txBody>
                  <a:tcPr marL="45720" marR="45720" anchor="ctr"/>
                </a:tc>
                <a:tc>
                  <a:txBody>
                    <a:bodyPr/>
                    <a:lstStyle/>
                    <a:p>
                      <a:endParaRPr lang="en-SG" sz="1100">
                        <a:latin typeface="Calibri" panose="020F0502020204030204" pitchFamily="34" charset="0"/>
                        <a:cs typeface="Calibri" panose="020F0502020204030204" pitchFamily="34" charset="0"/>
                      </a:endParaRPr>
                    </a:p>
                  </a:txBody>
                  <a:tcPr marL="45720" marR="45720"/>
                </a:tc>
                <a:extLst>
                  <a:ext uri="{0D108BD9-81ED-4DB2-BD59-A6C34878D82A}">
                    <a16:rowId xmlns:a16="http://schemas.microsoft.com/office/drawing/2014/main" val="3259995274"/>
                  </a:ext>
                </a:extLst>
              </a:tr>
              <a:tr h="265492">
                <a:tc>
                  <a:txBody>
                    <a:bodyPr/>
                    <a:lstStyle/>
                    <a:p>
                      <a:pPr>
                        <a:lnSpc>
                          <a:spcPct val="107000"/>
                        </a:lnSpc>
                        <a:spcAft>
                          <a:spcPts val="600"/>
                        </a:spcAft>
                      </a:pPr>
                      <a:r>
                        <a:rPr lang="en-US" altLang="zh-CN" sz="1100">
                          <a:latin typeface="Calibri" panose="020F0502020204030204" pitchFamily="34" charset="0"/>
                          <a:ea typeface="Calibri" panose="020F0502020204030204" pitchFamily="34" charset="0"/>
                          <a:cs typeface="Calibri" panose="020F0502020204030204" pitchFamily="34" charset="0"/>
                        </a:rPr>
                        <a:t>Detailed</a:t>
                      </a:r>
                      <a:r>
                        <a:rPr lang="zh-CN" altLang="en-US" sz="1100">
                          <a:latin typeface="Calibri" panose="020F0502020204030204" pitchFamily="34" charset="0"/>
                          <a:cs typeface="Calibri" panose="020F0502020204030204" pitchFamily="34" charset="0"/>
                        </a:rPr>
                        <a:t> </a:t>
                      </a:r>
                      <a:r>
                        <a:rPr lang="en-US" altLang="zh-CN" sz="1100">
                          <a:latin typeface="Calibri" panose="020F0502020204030204" pitchFamily="34" charset="0"/>
                          <a:ea typeface="Calibri" panose="020F0502020204030204" pitchFamily="34" charset="0"/>
                          <a:cs typeface="Calibri" panose="020F0502020204030204" pitchFamily="34" charset="0"/>
                        </a:rPr>
                        <a:t>requirement</a:t>
                      </a:r>
                      <a:r>
                        <a:rPr lang="zh-CN" altLang="en-US" sz="1100">
                          <a:latin typeface="Calibri" panose="020F0502020204030204" pitchFamily="34" charset="0"/>
                          <a:cs typeface="Calibri" panose="020F0502020204030204" pitchFamily="34" charset="0"/>
                        </a:rPr>
                        <a:t> </a:t>
                      </a:r>
                      <a:r>
                        <a:rPr lang="en-US" altLang="zh-CN" sz="1100">
                          <a:latin typeface="Calibri" panose="020F0502020204030204" pitchFamily="34" charset="0"/>
                          <a:ea typeface="Calibri" panose="020F0502020204030204" pitchFamily="34" charset="0"/>
                          <a:cs typeface="Calibri" panose="020F0502020204030204" pitchFamily="34" charset="0"/>
                        </a:rPr>
                        <a:t>gathering</a:t>
                      </a:r>
                      <a:r>
                        <a:rPr lang="zh-CN" altLang="en-US" sz="1100">
                          <a:latin typeface="Calibri" panose="020F0502020204030204" pitchFamily="34" charset="0"/>
                          <a:cs typeface="Calibri" panose="020F0502020204030204" pitchFamily="34" charset="0"/>
                        </a:rPr>
                        <a:t> </a:t>
                      </a:r>
                      <a:r>
                        <a:rPr lang="en-US" altLang="zh-CN" sz="1100">
                          <a:latin typeface="Calibri" panose="020F0502020204030204" pitchFamily="34" charset="0"/>
                          <a:ea typeface="Calibri" panose="020F0502020204030204" pitchFamily="34" charset="0"/>
                          <a:cs typeface="Calibri" panose="020F0502020204030204" pitchFamily="34" charset="0"/>
                        </a:rPr>
                        <a:t>plan</a:t>
                      </a:r>
                    </a:p>
                  </a:txBody>
                  <a:tcPr marL="45720" marR="45720" anchor="ctr"/>
                </a:tc>
                <a:tc>
                  <a:txBody>
                    <a:bodyPr/>
                    <a:lstStyle/>
                    <a:p>
                      <a:endParaRPr lang="en-SG" sz="1100">
                        <a:latin typeface="Calibri" panose="020F0502020204030204" pitchFamily="34" charset="0"/>
                        <a:cs typeface="Calibri" panose="020F0502020204030204" pitchFamily="34" charset="0"/>
                      </a:endParaRPr>
                    </a:p>
                  </a:txBody>
                  <a:tcPr marL="45720" marR="45720"/>
                </a:tc>
                <a:extLst>
                  <a:ext uri="{0D108BD9-81ED-4DB2-BD59-A6C34878D82A}">
                    <a16:rowId xmlns:a16="http://schemas.microsoft.com/office/drawing/2014/main" val="2074485654"/>
                  </a:ext>
                </a:extLst>
              </a:tr>
              <a:tr h="275625">
                <a:tc>
                  <a:txBody>
                    <a:bodyPr/>
                    <a:lstStyle/>
                    <a:p>
                      <a:pPr marL="171450" marR="0" lvl="0" indent="-171450" algn="just" defTabSz="914400" rtl="0" eaLnBrk="0" fontAlgn="auto" latinLnBrk="0" hangingPunct="0">
                        <a:lnSpc>
                          <a:spcPct val="115000"/>
                        </a:lnSpc>
                        <a:spcBef>
                          <a:spcPts val="0"/>
                        </a:spcBef>
                        <a:spcAft>
                          <a:spcPts val="0"/>
                        </a:spcAft>
                        <a:buClrTx/>
                        <a:buSzTx/>
                        <a:buFont typeface="Arial" panose="020B0604020202020204" pitchFamily="34" charset="0"/>
                        <a:buChar char="•"/>
                        <a:tabLst>
                          <a:tab pos="457200" algn="l"/>
                        </a:tabLst>
                        <a:defRPr/>
                      </a:pPr>
                      <a:r>
                        <a:rPr lang="en-US" altLang="zh-CN" sz="1100">
                          <a:latin typeface="Calibri" panose="020F0502020204030204" pitchFamily="34" charset="0"/>
                          <a:ea typeface="宋体" panose="02010600030101010101" pitchFamily="2" charset="-122"/>
                          <a:cs typeface="Calibri" panose="020F0502020204030204" pitchFamily="34" charset="0"/>
                        </a:rPr>
                        <a:t>Kickoff deck</a:t>
                      </a:r>
                      <a:r>
                        <a:rPr lang="en-GB" sz="1100"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p>
                  </a:txBody>
                  <a:tcPr marL="45720" marR="45720" anchor="ctr"/>
                </a:tc>
                <a:tc>
                  <a:txBody>
                    <a:bodyPr/>
                    <a:lstStyle/>
                    <a:p>
                      <a:endParaRPr lang="en-SG" sz="1100">
                        <a:latin typeface="Calibri" panose="020F0502020204030204" pitchFamily="34" charset="0"/>
                        <a:cs typeface="Calibri" panose="020F0502020204030204" pitchFamily="34" charset="0"/>
                      </a:endParaRPr>
                    </a:p>
                  </a:txBody>
                  <a:tcPr marL="45720" marR="45720"/>
                </a:tc>
                <a:extLst>
                  <a:ext uri="{0D108BD9-81ED-4DB2-BD59-A6C34878D82A}">
                    <a16:rowId xmlns:a16="http://schemas.microsoft.com/office/drawing/2014/main" val="1965612418"/>
                  </a:ext>
                </a:extLst>
              </a:tr>
              <a:tr h="265492">
                <a:tc>
                  <a:txBody>
                    <a:bodyPr/>
                    <a:lstStyle/>
                    <a:p>
                      <a:pPr marL="171450" indent="-171450">
                        <a:lnSpc>
                          <a:spcPct val="107000"/>
                        </a:lnSpc>
                        <a:spcAft>
                          <a:spcPts val="600"/>
                        </a:spcAft>
                        <a:buFont typeface="Arial" panose="020B0604020202020204" pitchFamily="34" charset="0"/>
                        <a:buChar char="•"/>
                      </a:pPr>
                      <a:r>
                        <a:rPr lang="en-US" altLang="zh-CN" sz="1100">
                          <a:latin typeface="Calibri" panose="020F0502020204030204" pitchFamily="34" charset="0"/>
                          <a:ea typeface="宋体" panose="02010600030101010101" pitchFamily="2" charset="-122"/>
                          <a:cs typeface="Calibri" panose="020F0502020204030204" pitchFamily="34" charset="0"/>
                        </a:rPr>
                        <a:t>All workflows reviewed updated and finalized by Henkel</a:t>
                      </a:r>
                    </a:p>
                  </a:txBody>
                  <a:tcPr marL="45720" marR="45720" anchor="ctr"/>
                </a:tc>
                <a:tc>
                  <a:txBody>
                    <a:bodyPr/>
                    <a:lstStyle/>
                    <a:p>
                      <a:endParaRPr lang="en-SG" sz="1100">
                        <a:latin typeface="Calibri" panose="020F0502020204030204" pitchFamily="34" charset="0"/>
                        <a:cs typeface="Calibri" panose="020F0502020204030204" pitchFamily="34" charset="0"/>
                      </a:endParaRPr>
                    </a:p>
                  </a:txBody>
                  <a:tcPr marL="45720" marR="45720"/>
                </a:tc>
                <a:extLst>
                  <a:ext uri="{0D108BD9-81ED-4DB2-BD59-A6C34878D82A}">
                    <a16:rowId xmlns:a16="http://schemas.microsoft.com/office/drawing/2014/main" val="1439627917"/>
                  </a:ext>
                </a:extLst>
              </a:tr>
              <a:tr h="265492">
                <a:tc>
                  <a:txBody>
                    <a:bodyPr/>
                    <a:lstStyle/>
                    <a:p>
                      <a:pPr marL="171450" indent="-171450">
                        <a:lnSpc>
                          <a:spcPct val="107000"/>
                        </a:lnSpc>
                        <a:spcAft>
                          <a:spcPts val="600"/>
                        </a:spcAft>
                        <a:buFont typeface="Arial" panose="020B0604020202020204" pitchFamily="34" charset="0"/>
                        <a:buChar char="•"/>
                      </a:pPr>
                      <a:r>
                        <a:rPr lang="en-US" altLang="zh-CN" sz="1100">
                          <a:latin typeface="Calibri" panose="020F0502020204030204" pitchFamily="34" charset="0"/>
                          <a:ea typeface="宋体" panose="02010600030101010101" pitchFamily="2" charset="-122"/>
                          <a:cs typeface="Calibri" panose="020F0502020204030204" pitchFamily="34" charset="0"/>
                        </a:rPr>
                        <a:t>Issues (parked items, action items) log for demo training</a:t>
                      </a:r>
                    </a:p>
                  </a:txBody>
                  <a:tcPr marL="45720" marR="45720" anchor="ctr"/>
                </a:tc>
                <a:tc>
                  <a:txBody>
                    <a:bodyPr/>
                    <a:lstStyle/>
                    <a:p>
                      <a:endParaRPr lang="en-SG" sz="1100">
                        <a:latin typeface="Calibri" panose="020F0502020204030204" pitchFamily="34" charset="0"/>
                        <a:cs typeface="Calibri" panose="020F0502020204030204" pitchFamily="34" charset="0"/>
                      </a:endParaRPr>
                    </a:p>
                  </a:txBody>
                  <a:tcPr marL="45720" marR="45720"/>
                </a:tc>
                <a:extLst>
                  <a:ext uri="{0D108BD9-81ED-4DB2-BD59-A6C34878D82A}">
                    <a16:rowId xmlns:a16="http://schemas.microsoft.com/office/drawing/2014/main" val="2178248949"/>
                  </a:ext>
                </a:extLst>
              </a:tr>
              <a:tr h="461472">
                <a:tc>
                  <a:txBody>
                    <a:bodyPr/>
                    <a:lstStyle/>
                    <a:p>
                      <a:pPr marL="171450" indent="-171450">
                        <a:lnSpc>
                          <a:spcPct val="107000"/>
                        </a:lnSpc>
                        <a:spcAft>
                          <a:spcPts val="600"/>
                        </a:spcAft>
                        <a:buFont typeface="Arial" panose="020B0604020202020204" pitchFamily="34" charset="0"/>
                        <a:buChar char="•"/>
                      </a:pPr>
                      <a:r>
                        <a:rPr lang="en-US" altLang="zh-CN" sz="1100">
                          <a:latin typeface="Calibri" panose="020F0502020204030204" pitchFamily="34" charset="0"/>
                          <a:ea typeface="Calibri" panose="020F0502020204030204" pitchFamily="34" charset="0"/>
                          <a:cs typeface="Calibri" panose="020F0502020204030204" pitchFamily="34" charset="0"/>
                        </a:rPr>
                        <a:t>Workshop </a:t>
                      </a:r>
                      <a:r>
                        <a:rPr lang="en-US" altLang="zh-CN" sz="1100">
                          <a:latin typeface="Calibri" panose="020F0502020204030204" pitchFamily="34" charset="0"/>
                          <a:ea typeface="宋体" panose="02010600030101010101" pitchFamily="2" charset="-122"/>
                          <a:cs typeface="Calibri" panose="020F0502020204030204" pitchFamily="34" charset="0"/>
                        </a:rPr>
                        <a:t>summary notes</a:t>
                      </a:r>
                    </a:p>
                  </a:txBody>
                  <a:tcPr marL="45720" marR="45720" anchor="ctr"/>
                </a:tc>
                <a:tc>
                  <a:txBody>
                    <a:bodyPr/>
                    <a:lstStyle/>
                    <a:p>
                      <a:endParaRPr lang="en-SG" sz="1100">
                        <a:latin typeface="Calibri" panose="020F0502020204030204" pitchFamily="34" charset="0"/>
                        <a:cs typeface="Calibri" panose="020F0502020204030204" pitchFamily="34" charset="0"/>
                      </a:endParaRPr>
                    </a:p>
                  </a:txBody>
                  <a:tcPr marL="45720" marR="45720"/>
                </a:tc>
                <a:extLst>
                  <a:ext uri="{0D108BD9-81ED-4DB2-BD59-A6C34878D82A}">
                    <a16:rowId xmlns:a16="http://schemas.microsoft.com/office/drawing/2014/main" val="1371264575"/>
                  </a:ext>
                </a:extLst>
              </a:tr>
            </a:tbl>
          </a:graphicData>
        </a:graphic>
      </p:graphicFrame>
      <p:pic>
        <p:nvPicPr>
          <p:cNvPr id="8" name="Picture 7">
            <a:extLst>
              <a:ext uri="{FF2B5EF4-FFF2-40B4-BE49-F238E27FC236}">
                <a16:creationId xmlns:a16="http://schemas.microsoft.com/office/drawing/2014/main" id="{5D8ED164-47A6-9CF1-4660-202F17050E8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70449" y="1541564"/>
            <a:ext cx="225627" cy="215772"/>
          </a:xfrm>
          <a:prstGeom prst="rect">
            <a:avLst/>
          </a:prstGeom>
        </p:spPr>
      </p:pic>
      <p:pic>
        <p:nvPicPr>
          <p:cNvPr id="11" name="Picture 10">
            <a:extLst>
              <a:ext uri="{FF2B5EF4-FFF2-40B4-BE49-F238E27FC236}">
                <a16:creationId xmlns:a16="http://schemas.microsoft.com/office/drawing/2014/main" id="{11172AAC-5B6B-9D22-AA3E-9181B01E9D3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68462" y="3042172"/>
            <a:ext cx="225627" cy="215772"/>
          </a:xfrm>
          <a:prstGeom prst="rect">
            <a:avLst/>
          </a:prstGeom>
        </p:spPr>
      </p:pic>
      <p:pic>
        <p:nvPicPr>
          <p:cNvPr id="14" name="Picture 13">
            <a:extLst>
              <a:ext uri="{FF2B5EF4-FFF2-40B4-BE49-F238E27FC236}">
                <a16:creationId xmlns:a16="http://schemas.microsoft.com/office/drawing/2014/main" id="{79993E37-A6B8-48BD-D92A-EFC1471CE3F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68460" y="3911178"/>
            <a:ext cx="225627" cy="215772"/>
          </a:xfrm>
          <a:prstGeom prst="rect">
            <a:avLst/>
          </a:prstGeom>
        </p:spPr>
      </p:pic>
      <p:pic>
        <p:nvPicPr>
          <p:cNvPr id="12" name="Picture 11" descr="A red and black logo&#10;&#10;Description automatically generated">
            <a:extLst>
              <a:ext uri="{FF2B5EF4-FFF2-40B4-BE49-F238E27FC236}">
                <a16:creationId xmlns:a16="http://schemas.microsoft.com/office/drawing/2014/main" id="{AE205C55-2783-A79E-B0EC-37E7AF07CD12}"/>
              </a:ext>
            </a:extLst>
          </p:cNvPr>
          <p:cNvPicPr>
            <a:picLocks noChangeAspect="1"/>
          </p:cNvPicPr>
          <p:nvPr/>
        </p:nvPicPr>
        <p:blipFill>
          <a:blip r:embed="rId4"/>
          <a:stretch>
            <a:fillRect/>
          </a:stretch>
        </p:blipFill>
        <p:spPr>
          <a:xfrm>
            <a:off x="6587015" y="0"/>
            <a:ext cx="1020250" cy="529241"/>
          </a:xfrm>
          <a:prstGeom prst="rect">
            <a:avLst/>
          </a:prstGeom>
        </p:spPr>
      </p:pic>
      <p:pic>
        <p:nvPicPr>
          <p:cNvPr id="15" name="Picture 14">
            <a:extLst>
              <a:ext uri="{FF2B5EF4-FFF2-40B4-BE49-F238E27FC236}">
                <a16:creationId xmlns:a16="http://schemas.microsoft.com/office/drawing/2014/main" id="{69D162EE-24AA-7B15-164D-7ADD5EA593A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68461" y="1857973"/>
            <a:ext cx="225627" cy="215772"/>
          </a:xfrm>
          <a:prstGeom prst="rect">
            <a:avLst/>
          </a:prstGeom>
        </p:spPr>
      </p:pic>
      <p:pic>
        <p:nvPicPr>
          <p:cNvPr id="16" name="Picture 15">
            <a:extLst>
              <a:ext uri="{FF2B5EF4-FFF2-40B4-BE49-F238E27FC236}">
                <a16:creationId xmlns:a16="http://schemas.microsoft.com/office/drawing/2014/main" id="{3C079B7B-28C3-8D1C-5C7F-3540123239D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68461" y="3340151"/>
            <a:ext cx="225627" cy="215772"/>
          </a:xfrm>
          <a:prstGeom prst="rect">
            <a:avLst/>
          </a:prstGeom>
        </p:spPr>
      </p:pic>
    </p:spTree>
    <p:extLst>
      <p:ext uri="{BB962C8B-B14F-4D97-AF65-F5344CB8AC3E}">
        <p14:creationId xmlns:p14="http://schemas.microsoft.com/office/powerpoint/2010/main" val="8613753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472FBF2E-F247-DC9D-BBB4-B315C712405A}"/>
              </a:ext>
            </a:extLst>
          </p:cNvPr>
          <p:cNvSpPr>
            <a:spLocks noGrp="1"/>
          </p:cNvSpPr>
          <p:nvPr>
            <p:ph type="sldNum" sz="quarter" idx="10"/>
          </p:nvPr>
        </p:nvSpPr>
        <p:spPr/>
        <p:txBody>
          <a:bodyPr/>
          <a:lstStyle/>
          <a:p>
            <a:fld id="{89006F1E-66CD-4A4B-9370-B4A3080F0E6C}" type="slidenum">
              <a:rPr lang="en-US" smtClean="0"/>
              <a:pPr/>
              <a:t>10</a:t>
            </a:fld>
            <a:endParaRPr lang="en-US"/>
          </a:p>
        </p:txBody>
      </p:sp>
      <p:sp>
        <p:nvSpPr>
          <p:cNvPr id="9" name="Slide Number Placeholder 2">
            <a:extLst>
              <a:ext uri="{FF2B5EF4-FFF2-40B4-BE49-F238E27FC236}">
                <a16:creationId xmlns:a16="http://schemas.microsoft.com/office/drawing/2014/main" id="{F0774CB6-A3E9-7ED6-8BE7-6981CDEB3452}"/>
              </a:ext>
            </a:extLst>
          </p:cNvPr>
          <p:cNvSpPr txBox="1">
            <a:spLocks/>
          </p:cNvSpPr>
          <p:nvPr/>
        </p:nvSpPr>
        <p:spPr>
          <a:xfrm>
            <a:off x="0" y="4914900"/>
            <a:ext cx="228600" cy="228600"/>
          </a:xfrm>
          <a:prstGeom prst="rect">
            <a:avLst/>
          </a:prstGeom>
        </p:spPr>
        <p:txBody>
          <a:bodyPr vert="horz" lIns="0" tIns="0" rIns="0" bIns="0" rtlCol="0" anchor="ctr"/>
          <a:lstStyle>
            <a:defPPr>
              <a:defRPr lang="en-US"/>
            </a:defPPr>
            <a:lvl1pPr marL="0" algn="ctr" defTabSz="914400" rtl="0" eaLnBrk="1" latinLnBrk="0" hangingPunct="1">
              <a:defRPr sz="75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E12E431E-6E29-4A3B-B2C3-E4F3672764E2}" type="slidenum">
              <a:rPr lang="en-US" smtClean="0"/>
              <a:pPr>
                <a:defRPr/>
              </a:pPr>
              <a:t>10</a:t>
            </a:fld>
            <a:endParaRPr lang="en-US"/>
          </a:p>
        </p:txBody>
      </p:sp>
      <p:sp>
        <p:nvSpPr>
          <p:cNvPr id="2" name="Footer Placeholder 1">
            <a:extLst>
              <a:ext uri="{FF2B5EF4-FFF2-40B4-BE49-F238E27FC236}">
                <a16:creationId xmlns:a16="http://schemas.microsoft.com/office/drawing/2014/main" id="{A5FC036C-0430-8148-0811-3151022A3A59}"/>
              </a:ext>
            </a:extLst>
          </p:cNvPr>
          <p:cNvSpPr>
            <a:spLocks noGrp="1"/>
          </p:cNvSpPr>
          <p:nvPr>
            <p:ph type="ftr" sz="quarter" idx="14"/>
          </p:nvPr>
        </p:nvSpPr>
        <p:spPr/>
        <p:txBody>
          <a:bodyPr/>
          <a:lstStyle/>
          <a:p>
            <a:r>
              <a:rPr lang="en-US">
                <a:ea typeface="MS PGothic" panose="020B0600070205080204" pitchFamily="34" charset="-128"/>
              </a:rPr>
              <a:t>Proprietary &amp; Confidential |  03 Jun 2024</a:t>
            </a:r>
          </a:p>
        </p:txBody>
      </p:sp>
      <p:pic>
        <p:nvPicPr>
          <p:cNvPr id="5" name="Picture 4" descr="A red and black logo&#10;&#10;Description automatically generated">
            <a:extLst>
              <a:ext uri="{FF2B5EF4-FFF2-40B4-BE49-F238E27FC236}">
                <a16:creationId xmlns:a16="http://schemas.microsoft.com/office/drawing/2014/main" id="{27D291EB-988C-CADC-BF3E-F25679E90444}"/>
              </a:ext>
            </a:extLst>
          </p:cNvPr>
          <p:cNvPicPr>
            <a:picLocks noChangeAspect="1"/>
          </p:cNvPicPr>
          <p:nvPr/>
        </p:nvPicPr>
        <p:blipFill>
          <a:blip r:embed="rId2"/>
          <a:stretch>
            <a:fillRect/>
          </a:stretch>
        </p:blipFill>
        <p:spPr>
          <a:xfrm>
            <a:off x="6587015" y="0"/>
            <a:ext cx="1020250" cy="529241"/>
          </a:xfrm>
          <a:prstGeom prst="rect">
            <a:avLst/>
          </a:prstGeom>
        </p:spPr>
      </p:pic>
    </p:spTree>
    <p:extLst>
      <p:ext uri="{BB962C8B-B14F-4D97-AF65-F5344CB8AC3E}">
        <p14:creationId xmlns:p14="http://schemas.microsoft.com/office/powerpoint/2010/main" val="226998394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Thermo 1">
  <a:themeElements>
    <a:clrScheme name="TFS 2020">
      <a:dk1>
        <a:srgbClr val="222222"/>
      </a:dk1>
      <a:lt1>
        <a:srgbClr val="FFFFFF"/>
      </a:lt1>
      <a:dk2>
        <a:srgbClr val="E61316"/>
      </a:dk2>
      <a:lt2>
        <a:srgbClr val="E2E3E3"/>
      </a:lt2>
      <a:accent1>
        <a:srgbClr val="262160"/>
      </a:accent1>
      <a:accent2>
        <a:srgbClr val="9AD3DC"/>
      </a:accent2>
      <a:accent3>
        <a:srgbClr val="F0B234"/>
      </a:accent3>
      <a:accent4>
        <a:srgbClr val="EA7600"/>
      </a:accent4>
      <a:accent5>
        <a:srgbClr val="545859"/>
      </a:accent5>
      <a:accent6>
        <a:srgbClr val="B4BD01"/>
      </a:accent6>
      <a:hlink>
        <a:srgbClr val="00677F"/>
      </a:hlink>
      <a:folHlink>
        <a:srgbClr val="512C6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tx2"/>
        </a:solidFill>
        <a:ln w="31750" cap="flat" cmpd="sng" algn="ctr">
          <a:no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algn="ctr" defTabSz="914400" eaLnBrk="0" fontAlgn="base" hangingPunct="0">
          <a:spcBef>
            <a:spcPct val="0"/>
          </a:spcBef>
          <a:spcAft>
            <a:spcPct val="0"/>
          </a:spcAft>
          <a:defRPr sz="1800" dirty="0">
            <a:latin typeface="Arial" pitchFamily="124" charset="0"/>
          </a:defRPr>
        </a:defPPr>
      </a:lstStyle>
    </a:spDef>
    <a:txDef>
      <a:spPr>
        <a:noFill/>
      </a:spPr>
      <a:bodyPr wrap="square" lIns="0" tIns="0" rIns="0" bIns="0" rtlCol="0">
        <a:normAutofit/>
      </a:bodyPr>
      <a:lstStyle>
        <a:defPPr marL="287338" indent="-287338" algn="l" defTabSz="914400">
          <a:lnSpc>
            <a:spcPct val="120000"/>
          </a:lnSpc>
          <a:spcBef>
            <a:spcPts val="200"/>
          </a:spcBef>
          <a:buClr>
            <a:schemeClr val="tx2"/>
          </a:buClr>
          <a:buSzPct val="100000"/>
          <a:buFont typeface="Arial" panose="020B0604020202020204" pitchFamily="34" charset="0"/>
          <a:buChar char="•"/>
          <a:defRPr sz="2000" dirty="0" smtClean="0"/>
        </a:defPPr>
      </a:lstStyle>
    </a:txDef>
  </a:objectDefaults>
  <a:extraClrSchemeLst/>
  <a:extLst>
    <a:ext uri="{05A4C25C-085E-4340-85A3-A5531E510DB2}">
      <thm15:themeFamily xmlns:thm15="http://schemas.microsoft.com/office/thememl/2012/main" name="2020_Thermo Fisher Scientific CVP.pptx" id="{31CD1468-25E2-4675-AF8E-40CBF62458C7}" vid="{EA7DF7F2-4F99-402C-B943-829032069A62}"/>
    </a:ext>
  </a:extLst>
</a:theme>
</file>

<file path=ppt/theme/theme2.xml><?xml version="1.0" encoding="utf-8"?>
<a:theme xmlns:a="http://schemas.openxmlformats.org/drawingml/2006/main" name="1_Thermo 1">
  <a:themeElements>
    <a:clrScheme name="TFS 2020">
      <a:dk1>
        <a:srgbClr val="222222"/>
      </a:dk1>
      <a:lt1>
        <a:srgbClr val="FFFFFF"/>
      </a:lt1>
      <a:dk2>
        <a:srgbClr val="E61316"/>
      </a:dk2>
      <a:lt2>
        <a:srgbClr val="E2E3E3"/>
      </a:lt2>
      <a:accent1>
        <a:srgbClr val="262160"/>
      </a:accent1>
      <a:accent2>
        <a:srgbClr val="9AD3DC"/>
      </a:accent2>
      <a:accent3>
        <a:srgbClr val="F0B234"/>
      </a:accent3>
      <a:accent4>
        <a:srgbClr val="EA7600"/>
      </a:accent4>
      <a:accent5>
        <a:srgbClr val="545859"/>
      </a:accent5>
      <a:accent6>
        <a:srgbClr val="B4BD01"/>
      </a:accent6>
      <a:hlink>
        <a:srgbClr val="00677F"/>
      </a:hlink>
      <a:folHlink>
        <a:srgbClr val="512C6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tx2"/>
        </a:solidFill>
        <a:ln w="31750" cap="flat" cmpd="sng" algn="ctr">
          <a:no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algn="ctr" defTabSz="914400" eaLnBrk="0" fontAlgn="base" hangingPunct="0">
          <a:spcBef>
            <a:spcPct val="0"/>
          </a:spcBef>
          <a:spcAft>
            <a:spcPct val="0"/>
          </a:spcAft>
          <a:defRPr sz="1800" dirty="0">
            <a:latin typeface="Arial" pitchFamily="124" charset="0"/>
          </a:defRPr>
        </a:defPPr>
      </a:lstStyle>
    </a:spDef>
    <a:txDef>
      <a:spPr>
        <a:noFill/>
      </a:spPr>
      <a:bodyPr wrap="square" lIns="0" tIns="0" rIns="0" bIns="0" rtlCol="0">
        <a:normAutofit/>
      </a:bodyPr>
      <a:lstStyle>
        <a:defPPr marL="287338" indent="-287338" algn="l" defTabSz="914400">
          <a:lnSpc>
            <a:spcPct val="120000"/>
          </a:lnSpc>
          <a:spcBef>
            <a:spcPts val="200"/>
          </a:spcBef>
          <a:buClr>
            <a:schemeClr val="tx2"/>
          </a:buClr>
          <a:buSzPct val="100000"/>
          <a:buFont typeface="Arial" panose="020B0604020202020204" pitchFamily="34" charset="0"/>
          <a:buChar char="•"/>
          <a:defRPr sz="2000" dirty="0" smtClean="0"/>
        </a:defPPr>
      </a:lstStyle>
    </a:txDef>
  </a:objectDefaults>
  <a:extraClrSchemeLst/>
  <a:extLst>
    <a:ext uri="{05A4C25C-085E-4340-85A3-A5531E510DB2}">
      <thm15:themeFamily xmlns:thm15="http://schemas.microsoft.com/office/thememl/2012/main" name="2020_Thermo Fisher Scientific CVP.pptx" id="{31CD1468-25E2-4675-AF8E-40CBF62458C7}" vid="{EA7DF7F2-4F99-402C-B943-829032069A6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2A6694D2AC78A48A7C8E53FEF04F831" ma:contentTypeVersion="13" ma:contentTypeDescription="Create a new document." ma:contentTypeScope="" ma:versionID="30f9b76d8783733b786cc5f3ace57ba1">
  <xsd:schema xmlns:xsd="http://www.w3.org/2001/XMLSchema" xmlns:xs="http://www.w3.org/2001/XMLSchema" xmlns:p="http://schemas.microsoft.com/office/2006/metadata/properties" xmlns:ns2="afd156ce-c20c-4333-9016-100ff8d3ce5f" xmlns:ns3="e3de43da-a351-43e5-b7a1-980afc0d19d1" targetNamespace="http://schemas.microsoft.com/office/2006/metadata/properties" ma:root="true" ma:fieldsID="e23fb3ad6cae43d86e0528742ecfbcb8" ns2:_="" ns3:_="">
    <xsd:import namespace="afd156ce-c20c-4333-9016-100ff8d3ce5f"/>
    <xsd:import namespace="e3de43da-a351-43e5-b7a1-980afc0d19d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d156ce-c20c-4333-9016-100ff8d3ce5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0a21608a-12e9-46d7-aa35-d9915e8fc0e4"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3de43da-a351-43e5-b7a1-980afc0d19d1"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1f82101b-7728-4906-b209-930a224fc08a}" ma:internalName="TaxCatchAll" ma:showField="CatchAllData" ma:web="e3de43da-a351-43e5-b7a1-980afc0d19d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afd156ce-c20c-4333-9016-100ff8d3ce5f">
      <Terms xmlns="http://schemas.microsoft.com/office/infopath/2007/PartnerControls"/>
    </lcf76f155ced4ddcb4097134ff3c332f>
    <TaxCatchAll xmlns="e3de43da-a351-43e5-b7a1-980afc0d19d1" xsi:nil="true"/>
  </documentManagement>
</p:properties>
</file>

<file path=customXml/itemProps1.xml><?xml version="1.0" encoding="utf-8"?>
<ds:datastoreItem xmlns:ds="http://schemas.openxmlformats.org/officeDocument/2006/customXml" ds:itemID="{7B50C2EA-2040-4831-B42D-FD2A49B99381}">
  <ds:schemaRefs>
    <ds:schemaRef ds:uri="http://schemas.microsoft.com/sharepoint/v3/contenttype/forms"/>
  </ds:schemaRefs>
</ds:datastoreItem>
</file>

<file path=customXml/itemProps2.xml><?xml version="1.0" encoding="utf-8"?>
<ds:datastoreItem xmlns:ds="http://schemas.openxmlformats.org/officeDocument/2006/customXml" ds:itemID="{B8C9537C-7153-4FDE-B282-F32A4CCD29DC}"/>
</file>

<file path=customXml/itemProps3.xml><?xml version="1.0" encoding="utf-8"?>
<ds:datastoreItem xmlns:ds="http://schemas.openxmlformats.org/officeDocument/2006/customXml" ds:itemID="{5C927C9C-D3A7-4428-A192-7DA34F7CAE01}">
  <ds:schemaRefs>
    <ds:schemaRef ds:uri="afd156ce-c20c-4333-9016-100ff8d3ce5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CSIRO PPT template</Template>
  <Application>Microsoft Office PowerPoint</Application>
  <PresentationFormat>On-screen Show (16:9)</PresentationFormat>
  <Slides>10</Slides>
  <Notes>9</Notes>
  <HiddenSlides>0</HiddenSlides>
  <ScaleCrop>false</ScaleCrop>
  <HeadingPairs>
    <vt:vector size="4" baseType="variant">
      <vt:variant>
        <vt:lpstr>Theme</vt:lpstr>
      </vt:variant>
      <vt:variant>
        <vt:i4>2</vt:i4>
      </vt:variant>
      <vt:variant>
        <vt:lpstr>Slide Titles</vt:lpstr>
      </vt:variant>
      <vt:variant>
        <vt:i4>10</vt:i4>
      </vt:variant>
    </vt:vector>
  </HeadingPairs>
  <TitlesOfParts>
    <vt:vector size="12" baseType="lpstr">
      <vt:lpstr>Thermo 1</vt:lpstr>
      <vt:lpstr>1_Thermo 1</vt:lpstr>
      <vt:lpstr>HENKEL AG &amp; Co. KGaA QCLAD Workshop Wrap-up</vt:lpstr>
      <vt:lpstr>Workshop Deliverables </vt:lpstr>
      <vt:lpstr>Workshop Deliverables </vt:lpstr>
      <vt:lpstr>Workshop Deliverables </vt:lpstr>
      <vt:lpstr>Workshop Deliverables </vt:lpstr>
      <vt:lpstr>Workshop Deliverables </vt:lpstr>
      <vt:lpstr>Workshop Deliverables </vt:lpstr>
      <vt:lpstr>Workshop Deliverables </vt:lpstr>
      <vt:lpstr>Workshop Deliverables  </vt:lpstr>
      <vt:lpstr>PowerPoint Presentation</vt:lpstr>
    </vt:vector>
  </TitlesOfParts>
  <Company>CSIRO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Jessie Staples</dc:creator>
  <cp:revision>1</cp:revision>
  <cp:lastPrinted>2023-07-23T21:52:15Z</cp:lastPrinted>
  <dcterms:created xsi:type="dcterms:W3CDTF">2023-07-19T03:08:12Z</dcterms:created>
  <dcterms:modified xsi:type="dcterms:W3CDTF">2024-06-07T06:48:13Z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0x01010092A6694D2AC78A48A7C8E53FEF04F831</vt:lpwstr>
  </property>
  <property fmtid="{D5CDD505-2E9C-101B-9397-08002B2CF9AE}" pid="3" name="_dlc_DocIdItemGuid">
    <vt:lpwstr>9b19e4dd-1a4b-49e2-808a-54a4796d6fc6</vt:lpwstr>
  </property>
  <property fmtid="{D5CDD505-2E9C-101B-9397-08002B2CF9AE}" pid="4" name="MediaServiceImageTags">
    <vt:lpwstr/>
  </property>
  <property fmtid="{D5CDD505-2E9C-101B-9397-08002B2CF9AE}" pid="5" name="xd_ProgID">
    <vt:lpwstr/>
  </property>
  <property fmtid="{D5CDD505-2E9C-101B-9397-08002B2CF9AE}" pid="6" name="_dlc_DocId">
    <vt:lpwstr>UNVSSKK73VDF-2049189708-265</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y fmtid="{D5CDD505-2E9C-101B-9397-08002B2CF9AE}" pid="11" name="_dlc_DocIdUrl">
    <vt:lpwstr>https://csiroau.sharepoint.com/sites/LIMSProject/_layouts/15/DocIdRedir.aspx?ID=UNVSSKK73VDF-2049189708-265, UNVSSKK73VDF-2049189708-265</vt:lpwstr>
  </property>
  <property fmtid="{D5CDD505-2E9C-101B-9397-08002B2CF9AE}" pid="12" name="xd_Signature">
    <vt:bool>false</vt:bool>
  </property>
</Properties>
</file>