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07.xml" ContentType="application/vnd.openxmlformats-officedocument.presentationml.tags+xml"/>
  <Override PartName="/ppt/notesSlides/notesSlide1.xml" ContentType="application/vnd.openxmlformats-officedocument.presentationml.notesSlide+xml"/>
  <Override PartName="/ppt/tags/tag108.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5"/>
  </p:sldMasterIdLst>
  <p:notesMasterIdLst>
    <p:notesMasterId r:id="rId12"/>
  </p:notesMasterIdLst>
  <p:handoutMasterIdLst>
    <p:handoutMasterId r:id="rId13"/>
  </p:handoutMasterIdLst>
  <p:sldIdLst>
    <p:sldId id="391" r:id="rId6"/>
    <p:sldId id="269" r:id="rId7"/>
    <p:sldId id="393" r:id="rId8"/>
    <p:sldId id="394" r:id="rId9"/>
    <p:sldId id="395" r:id="rId10"/>
    <p:sldId id="392" r:id="rId11"/>
  </p:sldIdLst>
  <p:sldSz cx="9144000" cy="5145088"/>
  <p:notesSz cx="6858000" cy="9144000"/>
  <p:custDataLst>
    <p:tags r:id="rId1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450" autoAdjust="0"/>
  </p:normalViewPr>
  <p:slideViewPr>
    <p:cSldViewPr snapToGrid="0" showGuides="1">
      <p:cViewPr>
        <p:scale>
          <a:sx n="95" d="100"/>
          <a:sy n="95" d="100"/>
        </p:scale>
        <p:origin x="484" y="4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48" d="100"/>
          <a:sy n="48" d="100"/>
        </p:scale>
        <p:origin x="2684" y="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1" Type="http://schemas.openxmlformats.org/officeDocument/2006/relationships/slide" Target="slides/slide6.xml"/><Relationship Id="rId6" Type="http://schemas.openxmlformats.org/officeDocument/2006/relationships/slide" Target="slides/slide1.xml"/><Relationship Id="rId5" Type="http://schemas.openxmlformats.org/officeDocument/2006/relationships/slideMaster" Target="slideMasters/slideMaster1.xml"/><Relationship Id="rId15" Type="http://schemas.openxmlformats.org/officeDocument/2006/relationships/presProps" Target="presProps.xml"/><Relationship Id="rId10" Type="http://schemas.openxmlformats.org/officeDocument/2006/relationships/slide" Target="slides/slide5.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62AD108A-B93D-476C-97D1-532FA7C8201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latin typeface="Segoe UI" panose="020B0502040204020203" pitchFamily="34" charset="0"/>
            </a:endParaRPr>
          </a:p>
        </p:txBody>
      </p:sp>
      <p:sp>
        <p:nvSpPr>
          <p:cNvPr id="3" name="Datumsplatzhalter 2">
            <a:extLst>
              <a:ext uri="{FF2B5EF4-FFF2-40B4-BE49-F238E27FC236}">
                <a16:creationId xmlns:a16="http://schemas.microsoft.com/office/drawing/2014/main" id="{4B310D62-412C-410A-AAA0-4E5D49329F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B174857-E93A-404B-BD8C-92A5C3CF863C}" type="datetimeFigureOut">
              <a:rPr lang="de-DE" smtClean="0">
                <a:latin typeface="Segoe UI" panose="020B0502040204020203" pitchFamily="34" charset="0"/>
              </a:rPr>
              <a:t>09.07.2025</a:t>
            </a:fld>
            <a:endParaRPr lang="de-DE" dirty="0">
              <a:latin typeface="Segoe UI" panose="020B0502040204020203" pitchFamily="34" charset="0"/>
            </a:endParaRPr>
          </a:p>
        </p:txBody>
      </p:sp>
      <p:sp>
        <p:nvSpPr>
          <p:cNvPr id="4" name="Fußzeilenplatzhalter 3">
            <a:extLst>
              <a:ext uri="{FF2B5EF4-FFF2-40B4-BE49-F238E27FC236}">
                <a16:creationId xmlns:a16="http://schemas.microsoft.com/office/drawing/2014/main" id="{1392DAE0-2311-4972-84AD-6A347CDE0EC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latin typeface="Segoe UI" panose="020B0502040204020203" pitchFamily="34" charset="0"/>
            </a:endParaRPr>
          </a:p>
        </p:txBody>
      </p:sp>
      <p:sp>
        <p:nvSpPr>
          <p:cNvPr id="5" name="Foliennummernplatzhalter 4">
            <a:extLst>
              <a:ext uri="{FF2B5EF4-FFF2-40B4-BE49-F238E27FC236}">
                <a16:creationId xmlns:a16="http://schemas.microsoft.com/office/drawing/2014/main" id="{111FF86D-3363-45E1-9048-5290E10CC3B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92B4E8B-BF1F-423A-AB25-E744821B17F8}" type="slidenum">
              <a:rPr lang="de-DE" smtClean="0">
                <a:latin typeface="Segoe UI" panose="020B0502040204020203" pitchFamily="34" charset="0"/>
              </a:rPr>
              <a:t>‹#›</a:t>
            </a:fld>
            <a:endParaRPr lang="de-DE" dirty="0">
              <a:latin typeface="Segoe UI" panose="020B0502040204020203" pitchFamily="34" charset="0"/>
            </a:endParaRPr>
          </a:p>
        </p:txBody>
      </p:sp>
    </p:spTree>
    <p:extLst>
      <p:ext uri="{BB962C8B-B14F-4D97-AF65-F5344CB8AC3E}">
        <p14:creationId xmlns:p14="http://schemas.microsoft.com/office/powerpoint/2010/main" val="13747093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Segoe UI" panose="020B0502040204020203" pitchFamily="34" charset="0"/>
              </a:defRPr>
            </a:lvl1pPr>
          </a:lstStyle>
          <a:p>
            <a:endParaRPr lang="en-US" noProof="0"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Segoe UI" panose="020B0502040204020203" pitchFamily="34" charset="0"/>
              </a:defRPr>
            </a:lvl1pPr>
          </a:lstStyle>
          <a:p>
            <a:fld id="{B0D8E98B-53F8-46DC-81BC-9BFFDEE194FB}" type="datetimeFigureOut">
              <a:rPr lang="en-US" noProof="0" smtClean="0"/>
              <a:pPr/>
              <a:t>7/9/2025</a:t>
            </a:fld>
            <a:endParaRPr lang="en-US" noProof="0" dirty="0"/>
          </a:p>
        </p:txBody>
      </p:sp>
      <p:sp>
        <p:nvSpPr>
          <p:cNvPr id="4" name="Folienbildplatzhalter 3"/>
          <p:cNvSpPr>
            <a:spLocks noGrp="1" noRot="1" noChangeAspect="1"/>
          </p:cNvSpPr>
          <p:nvPr>
            <p:ph type="sldImg" idx="2"/>
          </p:nvPr>
        </p:nvSpPr>
        <p:spPr>
          <a:xfrm>
            <a:off x="687388" y="630237"/>
            <a:ext cx="5483225" cy="3086100"/>
          </a:xfrm>
          <a:prstGeom prst="rect">
            <a:avLst/>
          </a:prstGeom>
          <a:noFill/>
          <a:ln w="12700">
            <a:solidFill>
              <a:schemeClr val="tx2"/>
            </a:solidFill>
          </a:ln>
        </p:spPr>
        <p:txBody>
          <a:bodyPr vert="horz" lIns="91440" tIns="45720" rIns="91440" bIns="45720" rtlCol="0" anchor="ctr"/>
          <a:lstStyle/>
          <a:p>
            <a:endParaRPr lang="en-US" noProof="0" dirty="0"/>
          </a:p>
        </p:txBody>
      </p:sp>
      <p:sp>
        <p:nvSpPr>
          <p:cNvPr id="5" name="Notizenplatzhalter 4"/>
          <p:cNvSpPr>
            <a:spLocks noGrp="1"/>
          </p:cNvSpPr>
          <p:nvPr>
            <p:ph type="body" sz="quarter" idx="3"/>
          </p:nvPr>
        </p:nvSpPr>
        <p:spPr>
          <a:xfrm>
            <a:off x="685800" y="3887785"/>
            <a:ext cx="5486400" cy="4625977"/>
          </a:xfrm>
          <a:prstGeom prst="rect">
            <a:avLst/>
          </a:prstGeom>
        </p:spPr>
        <p:txBody>
          <a:bodyPr vert="horz" lIns="0" tIns="0" rIns="0" bIns="0" rtlCol="0"/>
          <a:lstStyle/>
          <a:p>
            <a:pPr lvl="0"/>
            <a:r>
              <a:rPr lang="en-US" noProof="0" dirty="0"/>
              <a:t>First level, Segoe UI, 12pt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Segoe UI" panose="020B0502040204020203" pitchFamily="34" charset="0"/>
              </a:defRPr>
            </a:lvl1pPr>
          </a:lstStyle>
          <a:p>
            <a:endParaRPr lang="en-US" noProof="0"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Segoe UI" panose="020B0502040204020203" pitchFamily="34" charset="0"/>
              </a:defRPr>
            </a:lvl1pPr>
          </a:lstStyle>
          <a:p>
            <a:fld id="{7CBF4CD1-0CF9-4B7D-A16D-4B6EB45F6A4C}" type="slidenum">
              <a:rPr lang="en-US" noProof="0" smtClean="0"/>
              <a:pPr/>
              <a:t>‹#›</a:t>
            </a:fld>
            <a:endParaRPr lang="en-US" noProof="0" dirty="0"/>
          </a:p>
        </p:txBody>
      </p:sp>
    </p:spTree>
    <p:extLst>
      <p:ext uri="{BB962C8B-B14F-4D97-AF65-F5344CB8AC3E}">
        <p14:creationId xmlns:p14="http://schemas.microsoft.com/office/powerpoint/2010/main" val="314107869"/>
      </p:ext>
    </p:extLst>
  </p:cSld>
  <p:clrMap bg1="lt1" tx1="dk1" bg2="lt2" tx2="dk2" accent1="accent1" accent2="accent2" accent3="accent3" accent4="accent4" accent5="accent5" accent6="accent6" hlink="hlink" folHlink="folHlink"/>
  <p:notesStyle>
    <a:lvl1pPr marL="162000" indent="-162000" algn="l" defTabSz="914400" rtl="0" eaLnBrk="1" latinLnBrk="0" hangingPunct="1">
      <a:buClr>
        <a:schemeClr val="accent1"/>
      </a:buClr>
      <a:buSzPct val="100000"/>
      <a:buFont typeface="Wingdings" panose="05000000000000000000" pitchFamily="2" charset="2"/>
      <a:buChar char="§"/>
      <a:defRPr sz="1200" kern="1200">
        <a:solidFill>
          <a:schemeClr val="tx1"/>
        </a:solidFill>
        <a:latin typeface="Segoe UI" panose="020B0502040204020203" pitchFamily="34" charset="0"/>
        <a:ea typeface="+mn-ea"/>
        <a:cs typeface="+mn-cs"/>
      </a:defRPr>
    </a:lvl1pPr>
    <a:lvl2pPr marL="522000" indent="-162000" algn="l" defTabSz="914400" rtl="0" eaLnBrk="1" latinLnBrk="0" hangingPunct="1">
      <a:buClr>
        <a:schemeClr val="accent1"/>
      </a:buClr>
      <a:buSzPct val="100000"/>
      <a:buFont typeface="GT Flexa Rg" pitchFamily="2" charset="0"/>
      <a:buChar char="–"/>
      <a:defRPr sz="1200" kern="1200">
        <a:solidFill>
          <a:schemeClr val="tx1"/>
        </a:solidFill>
        <a:latin typeface="Segoe UI" panose="020B0502040204020203" pitchFamily="34" charset="0"/>
        <a:ea typeface="+mn-ea"/>
        <a:cs typeface="+mn-cs"/>
      </a:defRPr>
    </a:lvl2pPr>
    <a:lvl3pPr marL="990000" indent="-162000" algn="l" defTabSz="914400" rtl="0" eaLnBrk="1" latinLnBrk="0" hangingPunct="1">
      <a:buClr>
        <a:schemeClr val="accent1"/>
      </a:buClr>
      <a:buSzPct val="100000"/>
      <a:buFont typeface="GT Flexa Rg" pitchFamily="2" charset="0"/>
      <a:buChar char="–"/>
      <a:defRPr sz="1200" kern="1200">
        <a:solidFill>
          <a:schemeClr val="tx1"/>
        </a:solidFill>
        <a:latin typeface="Segoe UI" panose="020B0502040204020203" pitchFamily="34" charset="0"/>
        <a:ea typeface="+mn-ea"/>
        <a:cs typeface="+mn-cs"/>
      </a:defRPr>
    </a:lvl3pPr>
    <a:lvl4pPr marL="1458000" indent="-162000" algn="l" defTabSz="914400" rtl="0" eaLnBrk="1" latinLnBrk="0" hangingPunct="1">
      <a:buClr>
        <a:schemeClr val="accent1"/>
      </a:buClr>
      <a:buSzPct val="100000"/>
      <a:buFont typeface="GT Flexa Rg" pitchFamily="2" charset="0"/>
      <a:buChar char="–"/>
      <a:defRPr sz="1200" kern="1200">
        <a:solidFill>
          <a:schemeClr val="tx1"/>
        </a:solidFill>
        <a:latin typeface="Segoe UI" panose="020B0502040204020203" pitchFamily="34" charset="0"/>
        <a:ea typeface="+mn-ea"/>
        <a:cs typeface="+mn-cs"/>
      </a:defRPr>
    </a:lvl4pPr>
    <a:lvl5pPr marL="1926000" indent="-162000" algn="l" defTabSz="914400" rtl="0" eaLnBrk="1" latinLnBrk="0" hangingPunct="1">
      <a:buClr>
        <a:schemeClr val="accent1"/>
      </a:buClr>
      <a:buSzPct val="100000"/>
      <a:buFont typeface="GT Flexa Rg" pitchFamily="2" charset="0"/>
      <a:buChar char="–"/>
      <a:defRPr sz="1200" kern="1200">
        <a:solidFill>
          <a:schemeClr val="tx1"/>
        </a:solidFill>
        <a:latin typeface="Segoe UI" panose="020B050204020402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7388" y="630238"/>
            <a:ext cx="5483225" cy="30861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7CBF4CD1-0CF9-4B7D-A16D-4B6EB45F6A4C}" type="slidenum">
              <a:rPr lang="de-DE" smtClean="0"/>
              <a:pPr/>
              <a:t>1</a:t>
            </a:fld>
            <a:endParaRPr lang="de-DE" dirty="0"/>
          </a:p>
        </p:txBody>
      </p:sp>
    </p:spTree>
    <p:extLst>
      <p:ext uri="{BB962C8B-B14F-4D97-AF65-F5344CB8AC3E}">
        <p14:creationId xmlns:p14="http://schemas.microsoft.com/office/powerpoint/2010/main" val="996440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7388" y="630238"/>
            <a:ext cx="5483225" cy="30861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7CBF4CD1-0CF9-4B7D-A16D-4B6EB45F6A4C}" type="slidenum">
              <a:rPr lang="de-DE" smtClean="0"/>
              <a:pPr/>
              <a:t>2</a:t>
            </a:fld>
            <a:endParaRPr lang="de-DE" dirty="0"/>
          </a:p>
        </p:txBody>
      </p:sp>
    </p:spTree>
    <p:extLst>
      <p:ext uri="{BB962C8B-B14F-4D97-AF65-F5344CB8AC3E}">
        <p14:creationId xmlns:p14="http://schemas.microsoft.com/office/powerpoint/2010/main" val="22984740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1.xml"/><Relationship Id="rId1" Type="http://schemas.openxmlformats.org/officeDocument/2006/relationships/tags" Target="../tags/tag33.xml"/><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1.xml"/><Relationship Id="rId1" Type="http://schemas.openxmlformats.org/officeDocument/2006/relationships/tags" Target="../tags/tag34.xml"/><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1.xml"/><Relationship Id="rId1" Type="http://schemas.openxmlformats.org/officeDocument/2006/relationships/tags" Target="../tags/tag36.xml"/><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1.xml"/><Relationship Id="rId1" Type="http://schemas.openxmlformats.org/officeDocument/2006/relationships/tags" Target="../tags/tag37.xml"/><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1.xml"/><Relationship Id="rId1" Type="http://schemas.openxmlformats.org/officeDocument/2006/relationships/tags" Target="../tags/tag38.xml"/><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xml"/><Relationship Id="rId1" Type="http://schemas.openxmlformats.org/officeDocument/2006/relationships/tags" Target="../tags/tag39.xml"/><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xml"/><Relationship Id="rId1" Type="http://schemas.openxmlformats.org/officeDocument/2006/relationships/tags" Target="../tags/tag40.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1.xml"/><Relationship Id="rId1" Type="http://schemas.openxmlformats.org/officeDocument/2006/relationships/tags" Target="../tags/tag45.xml"/><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1.xml"/><Relationship Id="rId1" Type="http://schemas.openxmlformats.org/officeDocument/2006/relationships/tags" Target="../tags/tag46.xml"/><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1.xml"/><Relationship Id="rId1" Type="http://schemas.openxmlformats.org/officeDocument/2006/relationships/tags" Target="../tags/tag47.xml"/><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1.xml"/><Relationship Id="rId1" Type="http://schemas.openxmlformats.org/officeDocument/2006/relationships/tags" Target="../tags/tag49.xml"/><Relationship Id="rId4" Type="http://schemas.openxmlformats.org/officeDocument/2006/relationships/image" Target="../media/image1.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1.xml"/><Relationship Id="rId1" Type="http://schemas.openxmlformats.org/officeDocument/2006/relationships/tags" Target="../tags/tag52.xml"/><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1.xml"/><Relationship Id="rId1" Type="http://schemas.openxmlformats.org/officeDocument/2006/relationships/tags" Target="../tags/tag53.xml"/><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1.xml"/><Relationship Id="rId1" Type="http://schemas.openxmlformats.org/officeDocument/2006/relationships/tags" Target="../tags/tag54.xml"/><Relationship Id="rId4" Type="http://schemas.openxmlformats.org/officeDocument/2006/relationships/image" Target="../media/image1.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1.xml"/><Relationship Id="rId1" Type="http://schemas.openxmlformats.org/officeDocument/2006/relationships/tags" Target="../tags/tag55.xml"/><Relationship Id="rId4" Type="http://schemas.openxmlformats.org/officeDocument/2006/relationships/image" Target="../media/image1.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Master" Target="../slideMasters/slideMaster1.xml"/><Relationship Id="rId1" Type="http://schemas.openxmlformats.org/officeDocument/2006/relationships/tags" Target="../tags/tag56.xml"/><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1.xml"/><Relationship Id="rId1" Type="http://schemas.openxmlformats.org/officeDocument/2006/relationships/tags" Target="../tags/tag57.xml"/><Relationship Id="rId4" Type="http://schemas.openxmlformats.org/officeDocument/2006/relationships/image" Target="../media/image1.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1.xml"/><Relationship Id="rId1" Type="http://schemas.openxmlformats.org/officeDocument/2006/relationships/tags" Target="../tags/tag58.xml"/><Relationship Id="rId4"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1.xml"/><Relationship Id="rId1" Type="http://schemas.openxmlformats.org/officeDocument/2006/relationships/tags" Target="../tags/tag59.xml"/><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1.xml"/><Relationship Id="rId1" Type="http://schemas.openxmlformats.org/officeDocument/2006/relationships/tags" Target="../tags/tag60.xml"/><Relationship Id="rId4"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1.xml"/><Relationship Id="rId1" Type="http://schemas.openxmlformats.org/officeDocument/2006/relationships/tags" Target="../tags/tag61.xml"/><Relationship Id="rId4"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1.xml"/><Relationship Id="rId1" Type="http://schemas.openxmlformats.org/officeDocument/2006/relationships/tags" Target="../tags/tag62.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1.xml"/><Relationship Id="rId1" Type="http://schemas.openxmlformats.org/officeDocument/2006/relationships/tags" Target="../tags/tag63.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1.xml"/><Relationship Id="rId1" Type="http://schemas.openxmlformats.org/officeDocument/2006/relationships/tags" Target="../tags/tag64.xml"/><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1.xml"/><Relationship Id="rId1" Type="http://schemas.openxmlformats.org/officeDocument/2006/relationships/tags" Target="../tags/tag65.xml"/><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1.xml"/><Relationship Id="rId1" Type="http://schemas.openxmlformats.org/officeDocument/2006/relationships/tags" Target="../tags/tag66.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1.xml"/><Relationship Id="rId1" Type="http://schemas.openxmlformats.org/officeDocument/2006/relationships/tags" Target="../tags/tag67.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1.xml"/><Relationship Id="rId1" Type="http://schemas.openxmlformats.org/officeDocument/2006/relationships/tags" Target="../tags/tag68.xml"/><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1.xml"/><Relationship Id="rId1" Type="http://schemas.openxmlformats.org/officeDocument/2006/relationships/tags" Target="../tags/tag69.xml"/><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1.xml"/><Relationship Id="rId1" Type="http://schemas.openxmlformats.org/officeDocument/2006/relationships/tags" Target="../tags/tag70.xml"/><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1.xml"/><Relationship Id="rId1" Type="http://schemas.openxmlformats.org/officeDocument/2006/relationships/tags" Target="../tags/tag73.xml"/><Relationship Id="rId4" Type="http://schemas.openxmlformats.org/officeDocument/2006/relationships/image" Target="../media/image1.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Master" Target="../slideMasters/slideMaster1.xml"/><Relationship Id="rId1" Type="http://schemas.openxmlformats.org/officeDocument/2006/relationships/tags" Target="../tags/tag74.xml"/><Relationship Id="rId4" Type="http://schemas.openxmlformats.org/officeDocument/2006/relationships/image" Target="../media/image1.emf"/></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Master" Target="../slideMasters/slideMaster1.xml"/><Relationship Id="rId1" Type="http://schemas.openxmlformats.org/officeDocument/2006/relationships/tags" Target="../tags/tag75.xml"/><Relationship Id="rId4" Type="http://schemas.openxmlformats.org/officeDocument/2006/relationships/image" Target="../media/image1.emf"/></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Master" Target="../slideMasters/slideMaster1.xml"/><Relationship Id="rId1" Type="http://schemas.openxmlformats.org/officeDocument/2006/relationships/tags" Target="../tags/tag76.xml"/><Relationship Id="rId4" Type="http://schemas.openxmlformats.org/officeDocument/2006/relationships/image" Target="../media/image1.emf"/></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Master" Target="../slideMasters/slideMaster1.xml"/><Relationship Id="rId1" Type="http://schemas.openxmlformats.org/officeDocument/2006/relationships/tags" Target="../tags/tag79.xml"/><Relationship Id="rId4" Type="http://schemas.openxmlformats.org/officeDocument/2006/relationships/image" Target="../media/image1.emf"/></Relationships>
</file>

<file path=ppt/slideLayouts/_rels/slideLayout78.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Master" Target="../slideMasters/slideMaster1.xml"/><Relationship Id="rId1" Type="http://schemas.openxmlformats.org/officeDocument/2006/relationships/tags" Target="../tags/tag80.xml"/><Relationship Id="rId4" Type="http://schemas.openxmlformats.org/officeDocument/2006/relationships/image" Target="../media/image1.emf"/></Relationships>
</file>

<file path=ppt/slideLayouts/_rels/slideLayout79.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Master" Target="../slideMasters/slideMaster1.xml"/><Relationship Id="rId1" Type="http://schemas.openxmlformats.org/officeDocument/2006/relationships/tags" Target="../tags/tag81.xml"/><Relationship Id="rId4" Type="http://schemas.openxmlformats.org/officeDocument/2006/relationships/image" Target="../media/image1.emf"/></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Master" Target="../slideMasters/slideMaster1.xml"/><Relationship Id="rId1" Type="http://schemas.openxmlformats.org/officeDocument/2006/relationships/tags" Target="../tags/tag82.xml"/><Relationship Id="rId4" Type="http://schemas.openxmlformats.org/officeDocument/2006/relationships/image" Target="../media/image1.emf"/></Relationships>
</file>

<file path=ppt/slideLayouts/_rels/slideLayout81.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Master" Target="../slideMasters/slideMaster1.xml"/><Relationship Id="rId1" Type="http://schemas.openxmlformats.org/officeDocument/2006/relationships/tags" Target="../tags/tag83.xml"/><Relationship Id="rId4" Type="http://schemas.openxmlformats.org/officeDocument/2006/relationships/image" Target="../media/image1.emf"/></Relationships>
</file>

<file path=ppt/slideLayouts/_rels/slideLayout82.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Master" Target="../slideMasters/slideMaster1.xml"/><Relationship Id="rId1" Type="http://schemas.openxmlformats.org/officeDocument/2006/relationships/tags" Target="../tags/tag84.xml"/><Relationship Id="rId4" Type="http://schemas.openxmlformats.org/officeDocument/2006/relationships/image" Target="../media/image1.emf"/></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Master" Target="../slideMasters/slideMaster1.xml"/><Relationship Id="rId1" Type="http://schemas.openxmlformats.org/officeDocument/2006/relationships/tags" Target="../tags/tag85.xml"/><Relationship Id="rId4" Type="http://schemas.openxmlformats.org/officeDocument/2006/relationships/image" Target="../media/image1.emf"/></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Master" Target="../slideMasters/slideMaster1.xml"/><Relationship Id="rId1" Type="http://schemas.openxmlformats.org/officeDocument/2006/relationships/tags" Target="../tags/tag86.xml"/><Relationship Id="rId4"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Master" Target="../slideMasters/slideMaster1.xml"/><Relationship Id="rId1" Type="http://schemas.openxmlformats.org/officeDocument/2006/relationships/tags" Target="../tags/tag87.xml"/><Relationship Id="rId4" Type="http://schemas.openxmlformats.org/officeDocument/2006/relationships/image" Target="../media/image1.emf"/></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Master" Target="../slideMasters/slideMaster1.xml"/><Relationship Id="rId1" Type="http://schemas.openxmlformats.org/officeDocument/2006/relationships/tags" Target="../tags/tag88.xml"/><Relationship Id="rId4" Type="http://schemas.openxmlformats.org/officeDocument/2006/relationships/image" Target="../media/image1.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Master" Target="../slideMasters/slideMaster1.xml"/><Relationship Id="rId1" Type="http://schemas.openxmlformats.org/officeDocument/2006/relationships/tags" Target="../tags/tag89.xml"/><Relationship Id="rId4" Type="http://schemas.openxmlformats.org/officeDocument/2006/relationships/image" Target="../media/image1.emf"/></Relationships>
</file>

<file path=ppt/slideLayouts/_rels/slideLayout88.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Master" Target="../slideMasters/slideMaster1.xml"/><Relationship Id="rId1" Type="http://schemas.openxmlformats.org/officeDocument/2006/relationships/tags" Target="../tags/tag90.xml"/><Relationship Id="rId4" Type="http://schemas.openxmlformats.org/officeDocument/2006/relationships/image" Target="../media/image1.emf"/></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Master" Target="../slideMasters/slideMaster1.xml"/><Relationship Id="rId1" Type="http://schemas.openxmlformats.org/officeDocument/2006/relationships/tags" Target="../tags/tag91.xml"/><Relationship Id="rId4" Type="http://schemas.openxmlformats.org/officeDocument/2006/relationships/image" Target="../media/image1.emf"/></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Master" Target="../slideMasters/slideMaster1.xml"/><Relationship Id="rId1" Type="http://schemas.openxmlformats.org/officeDocument/2006/relationships/tags" Target="../tags/tag92.xml"/><Relationship Id="rId4" Type="http://schemas.openxmlformats.org/officeDocument/2006/relationships/image" Target="../media/image1.emf"/></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Master" Target="../slideMasters/slideMaster1.xml"/><Relationship Id="rId1" Type="http://schemas.openxmlformats.org/officeDocument/2006/relationships/tags" Target="../tags/tag93.xml"/><Relationship Id="rId4" Type="http://schemas.openxmlformats.org/officeDocument/2006/relationships/image" Target="../media/image1.emf"/></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Master" Target="../slideMasters/slideMaster1.xml"/><Relationship Id="rId1" Type="http://schemas.openxmlformats.org/officeDocument/2006/relationships/tags" Target="../tags/tag94.xml"/><Relationship Id="rId4" Type="http://schemas.openxmlformats.org/officeDocument/2006/relationships/image" Target="../media/image1.emf"/></Relationships>
</file>

<file path=ppt/slideLayouts/_rels/slideLayout93.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Master" Target="../slideMasters/slideMaster1.xml"/><Relationship Id="rId1" Type="http://schemas.openxmlformats.org/officeDocument/2006/relationships/tags" Target="../tags/tag95.xml"/><Relationship Id="rId4" Type="http://schemas.openxmlformats.org/officeDocument/2006/relationships/image" Target="../media/image1.emf"/></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Master" Target="../slideMasters/slideMaster1.xml"/><Relationship Id="rId1" Type="http://schemas.openxmlformats.org/officeDocument/2006/relationships/tags" Target="../tags/tag96.xml"/><Relationship Id="rId4" Type="http://schemas.openxmlformats.org/officeDocument/2006/relationships/image" Target="../media/image1.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Master" Target="../slideMasters/slideMaster1.xml"/><Relationship Id="rId1" Type="http://schemas.openxmlformats.org/officeDocument/2006/relationships/tags" Target="../tags/tag97.xml"/><Relationship Id="rId4" Type="http://schemas.openxmlformats.org/officeDocument/2006/relationships/image" Target="../media/image1.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Master" Target="../slideMasters/slideMaster1.xml"/><Relationship Id="rId1" Type="http://schemas.openxmlformats.org/officeDocument/2006/relationships/tags" Target="../tags/tag98.xml"/><Relationship Id="rId4" Type="http://schemas.openxmlformats.org/officeDocument/2006/relationships/image" Target="../media/image1.emf"/></Relationships>
</file>

<file path=ppt/slideLayouts/_rels/slideLayout97.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Master" Target="../slideMasters/slideMaster1.xml"/><Relationship Id="rId1" Type="http://schemas.openxmlformats.org/officeDocument/2006/relationships/tags" Target="../tags/tag99.xml"/><Relationship Id="rId4" Type="http://schemas.openxmlformats.org/officeDocument/2006/relationships/image" Target="../media/image1.emf"/></Relationships>
</file>

<file path=ppt/slideLayouts/_rels/slideLayout98.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Master" Target="../slideMasters/slideMaster1.xml"/><Relationship Id="rId1" Type="http://schemas.openxmlformats.org/officeDocument/2006/relationships/tags" Target="../tags/tag100.xml"/><Relationship Id="rId4" Type="http://schemas.openxmlformats.org/officeDocument/2006/relationships/image" Target="../media/image1.emf"/></Relationships>
</file>

<file path=ppt/slideLayouts/_rels/slideLayout99.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Master" Target="../slideMasters/slideMaster1.xml"/><Relationship Id="rId1" Type="http://schemas.openxmlformats.org/officeDocument/2006/relationships/tags" Target="../tags/tag101.xml"/><Relationship Id="rId4" Type="http://schemas.openxmlformats.org/officeDocument/2006/relationships/image" Target="../media/image1.emf"/></Relationships>
</file>

<file path=ppt/slideLayouts/_rels/slideLayout100.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Master" Target="../slideMasters/slideMaster1.xml"/><Relationship Id="rId1" Type="http://schemas.openxmlformats.org/officeDocument/2006/relationships/tags" Target="../tags/tag102.xml"/><Relationship Id="rId4" Type="http://schemas.openxmlformats.org/officeDocument/2006/relationships/image" Target="../media/image1.emf"/></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Master" Target="../slideMasters/slideMaster1.xml"/><Relationship Id="rId1" Type="http://schemas.openxmlformats.org/officeDocument/2006/relationships/tags" Target="../tags/tag103.xml"/><Relationship Id="rId4" Type="http://schemas.openxmlformats.org/officeDocument/2006/relationships/image" Target="../media/image1.emf"/></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Master" Target="../slideMasters/slideMaster1.xml"/><Relationship Id="rId1" Type="http://schemas.openxmlformats.org/officeDocument/2006/relationships/tags" Target="../tags/tag104.xml"/><Relationship Id="rId4" Type="http://schemas.openxmlformats.org/officeDocument/2006/relationships/image" Target="../media/image1.emf"/></Relationships>
</file>

<file path=ppt/slideLayouts/_rels/slideLayout103.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Master" Target="../slideMasters/slideMaster1.xml"/><Relationship Id="rId1" Type="http://schemas.openxmlformats.org/officeDocument/2006/relationships/tags" Target="../tags/tag105.xml"/><Relationship Id="rId4" Type="http://schemas.openxmlformats.org/officeDocument/2006/relationships/image" Target="../media/image1.emf"/></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Master" Target="../slideMasters/slideMaster1.xml"/><Relationship Id="rId1" Type="http://schemas.openxmlformats.org/officeDocument/2006/relationships/tags" Target="../tags/tag106.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ithout picture, re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16752D80-65D7-41FB-9C4B-3947D0C436D1}"/>
              </a:ext>
            </a:extLst>
          </p:cNvPr>
          <p:cNvGraphicFramePr>
            <a:graphicFrameLocks noChangeAspect="1"/>
          </p:cNvGraphicFramePr>
          <p:nvPr userDrawn="1">
            <p:custDataLst>
              <p:tags r:id="rId1"/>
            </p:custDataLst>
            <p:extLst>
              <p:ext uri="{D42A27DB-BD31-4B8C-83A1-F6EECF244321}">
                <p14:modId xmlns:p14="http://schemas.microsoft.com/office/powerpoint/2010/main" val="24307967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16752D80-65D7-41FB-9C4B-3947D0C436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hteck 3">
            <a:extLst>
              <a:ext uri="{FF2B5EF4-FFF2-40B4-BE49-F238E27FC236}">
                <a16:creationId xmlns:a16="http://schemas.microsoft.com/office/drawing/2014/main" id="{89F91883-D766-4AAC-90B7-69A91534ED46}"/>
              </a:ext>
            </a:extLst>
          </p:cNvPr>
          <p:cNvSpPr/>
          <p:nvPr userDrawn="1"/>
        </p:nvSpPr>
        <p:spPr>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180000" bIns="144000" rtlCol="0" anchor="t"/>
          <a:lstStyle/>
          <a:p>
            <a:pPr algn="l"/>
            <a:endParaRPr lang="en-US" sz="1200" dirty="0"/>
          </a:p>
        </p:txBody>
      </p:sp>
      <p:sp>
        <p:nvSpPr>
          <p:cNvPr id="2" name="Title 1"/>
          <p:cNvSpPr>
            <a:spLocks noGrp="1"/>
          </p:cNvSpPr>
          <p:nvPr>
            <p:ph type="ctrTitle" hasCustomPrompt="1"/>
          </p:nvPr>
        </p:nvSpPr>
        <p:spPr bwMode="gray">
          <a:xfrm>
            <a:off x="300038" y="792000"/>
            <a:ext cx="6858000" cy="1731243"/>
          </a:xfrm>
        </p:spPr>
        <p:txBody>
          <a:bodyPr vert="horz" anchor="t">
            <a:spAutoFit/>
          </a:bodyPr>
          <a:lstStyle>
            <a:lvl1pPr algn="l" rtl="0">
              <a:lnSpc>
                <a:spcPts val="4500"/>
              </a:lnSpc>
              <a:defRPr sz="4500">
                <a:solidFill>
                  <a:schemeClr val="bg1"/>
                </a:solidFill>
              </a:defRPr>
            </a:lvl1pPr>
          </a:lstStyle>
          <a:p>
            <a:r>
              <a:rPr lang="en-US" dirty="0" err="1"/>
              <a:t>PrEsentation</a:t>
            </a:r>
            <a:r>
              <a:rPr lang="en-US" dirty="0"/>
              <a:t> title, Segoe UI, 45pt, </a:t>
            </a:r>
            <a:br>
              <a:rPr lang="en-US" dirty="0"/>
            </a:br>
            <a:r>
              <a:rPr lang="en-US" dirty="0"/>
              <a:t>max. three Lines</a:t>
            </a:r>
          </a:p>
        </p:txBody>
      </p:sp>
      <p:sp>
        <p:nvSpPr>
          <p:cNvPr id="3" name="Subtitle 2"/>
          <p:cNvSpPr>
            <a:spLocks noGrp="1"/>
          </p:cNvSpPr>
          <p:nvPr>
            <p:ph type="subTitle" idx="1" hasCustomPrompt="1"/>
          </p:nvPr>
        </p:nvSpPr>
        <p:spPr bwMode="gray">
          <a:xfrm>
            <a:off x="300038" y="2711435"/>
            <a:ext cx="2057681" cy="242122"/>
          </a:xfrm>
          <a:prstGeom prst="roundRect">
            <a:avLst>
              <a:gd name="adj" fmla="val 50000"/>
            </a:avLst>
          </a:prstGeom>
          <a:solidFill>
            <a:schemeClr val="bg1"/>
          </a:solidFill>
        </p:spPr>
        <p:txBody>
          <a:bodyPr wrap="none" lIns="198000" tIns="21600" rIns="198000" bIns="21600" anchor="ctr">
            <a:spAutoFit/>
          </a:bodyPr>
          <a:lstStyle>
            <a:lvl1pPr marL="0" indent="0" algn="l" rtl="0">
              <a:buNone/>
              <a:defRPr sz="800" cap="all" baseline="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D74BD4FA-483E-40DF-8079-45B5BE2F7DF2}"/>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4203882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without picture, white">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16752D80-65D7-41FB-9C4B-3947D0C436D1}"/>
              </a:ext>
            </a:extLst>
          </p:cNvPr>
          <p:cNvGraphicFramePr>
            <a:graphicFrameLocks noChangeAspect="1"/>
          </p:cNvGraphicFramePr>
          <p:nvPr userDrawn="1">
            <p:custDataLst>
              <p:tags r:id="rId1"/>
            </p:custDataLst>
            <p:extLst>
              <p:ext uri="{D42A27DB-BD31-4B8C-83A1-F6EECF244321}">
                <p14:modId xmlns:p14="http://schemas.microsoft.com/office/powerpoint/2010/main" val="25100236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16752D80-65D7-41FB-9C4B-3947D0C436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hteck 3">
            <a:extLst>
              <a:ext uri="{FF2B5EF4-FFF2-40B4-BE49-F238E27FC236}">
                <a16:creationId xmlns:a16="http://schemas.microsoft.com/office/drawing/2014/main" id="{89F91883-D766-4AAC-90B7-69A91534ED46}"/>
              </a:ext>
            </a:extLst>
          </p:cNvPr>
          <p:cNvSpPr/>
          <p:nvPr userDrawn="1"/>
        </p:nvSpPr>
        <p:spPr>
          <a:xfrm>
            <a:off x="0" y="0"/>
            <a:ext cx="9144000" cy="51450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180000" bIns="144000" rtlCol="0" anchor="t"/>
          <a:lstStyle/>
          <a:p>
            <a:pPr algn="l"/>
            <a:endParaRPr lang="en-US" sz="1200" dirty="0"/>
          </a:p>
        </p:txBody>
      </p:sp>
      <p:sp>
        <p:nvSpPr>
          <p:cNvPr id="2" name="Title 1"/>
          <p:cNvSpPr>
            <a:spLocks noGrp="1"/>
          </p:cNvSpPr>
          <p:nvPr>
            <p:ph type="ctrTitle" hasCustomPrompt="1"/>
          </p:nvPr>
        </p:nvSpPr>
        <p:spPr bwMode="gray">
          <a:xfrm>
            <a:off x="300038" y="792000"/>
            <a:ext cx="6858000" cy="1731243"/>
          </a:xfrm>
        </p:spPr>
        <p:txBody>
          <a:bodyPr vert="horz" anchor="t">
            <a:spAutoFit/>
          </a:bodyPr>
          <a:lstStyle>
            <a:lvl1pPr algn="l" rtl="0">
              <a:lnSpc>
                <a:spcPts val="4500"/>
              </a:lnSpc>
              <a:defRPr sz="4500">
                <a:solidFill>
                  <a:schemeClr val="accent1"/>
                </a:solidFill>
              </a:defRPr>
            </a:lvl1pPr>
          </a:lstStyle>
          <a:p>
            <a:r>
              <a:rPr lang="en-US" dirty="0" err="1"/>
              <a:t>PrEsentation</a:t>
            </a:r>
            <a:r>
              <a:rPr lang="en-US" dirty="0"/>
              <a:t> title, Segoe UI, 45pt, </a:t>
            </a:r>
            <a:br>
              <a:rPr lang="en-US" dirty="0"/>
            </a:br>
            <a:r>
              <a:rPr lang="en-US" dirty="0"/>
              <a:t>max. three Lines</a:t>
            </a:r>
          </a:p>
        </p:txBody>
      </p:sp>
      <p:sp>
        <p:nvSpPr>
          <p:cNvPr id="12" name="Grafik 8">
            <a:extLst>
              <a:ext uri="{FF2B5EF4-FFF2-40B4-BE49-F238E27FC236}">
                <a16:creationId xmlns:a16="http://schemas.microsoft.com/office/drawing/2014/main" id="{D74BD4FA-483E-40DF-8079-45B5BE2F7DF2}"/>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7" name="Subtitle 2">
            <a:extLst>
              <a:ext uri="{FF2B5EF4-FFF2-40B4-BE49-F238E27FC236}">
                <a16:creationId xmlns:a16="http://schemas.microsoft.com/office/drawing/2014/main" id="{45B69B33-5E60-4C3B-AAD7-7D7122C27D4A}"/>
              </a:ext>
            </a:extLst>
          </p:cNvPr>
          <p:cNvSpPr>
            <a:spLocks noGrp="1"/>
          </p:cNvSpPr>
          <p:nvPr>
            <p:ph type="subTitle" idx="1" hasCustomPrompt="1"/>
          </p:nvPr>
        </p:nvSpPr>
        <p:spPr bwMode="gray">
          <a:xfrm>
            <a:off x="300038"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8" name="Textplatzhalter 16">
            <a:extLst>
              <a:ext uri="{FF2B5EF4-FFF2-40B4-BE49-F238E27FC236}">
                <a16:creationId xmlns:a16="http://schemas.microsoft.com/office/drawing/2014/main" id="{37E4806C-BD18-4D90-B0E2-E72442B67C92}"/>
              </a:ext>
            </a:extLst>
          </p:cNvPr>
          <p:cNvSpPr>
            <a:spLocks noGrp="1"/>
          </p:cNvSpPr>
          <p:nvPr>
            <p:ph type="body" sz="quarter" idx="11"/>
          </p:nvPr>
        </p:nvSpPr>
        <p:spPr bwMode="gray">
          <a:xfrm>
            <a:off x="8020050" y="4381363"/>
            <a:ext cx="822325" cy="458502"/>
          </a:xfrm>
          <a:blipFill dpi="0"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a:stretch>
          </a:blipFill>
        </p:spPr>
        <p:txBody>
          <a:bodyPr>
            <a:normAutofit/>
          </a:bodyPr>
          <a:lstStyle>
            <a:lvl1pPr marL="0" indent="0" rtl="0">
              <a:buNone/>
              <a:defRPr sz="100">
                <a:noFill/>
              </a:defRPr>
            </a:lvl1pPr>
          </a:lstStyle>
          <a:p>
            <a:pPr lvl="0"/>
            <a:r>
              <a:rPr lang="en-US"/>
              <a:t>Click to edit Master text styles</a:t>
            </a:r>
          </a:p>
        </p:txBody>
      </p:sp>
    </p:spTree>
    <p:extLst>
      <p:ext uri="{BB962C8B-B14F-4D97-AF65-F5344CB8AC3E}">
        <p14:creationId xmlns:p14="http://schemas.microsoft.com/office/powerpoint/2010/main" val="369985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red writing">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16752D80-65D7-41FB-9C4B-3947D0C436D1}"/>
              </a:ext>
            </a:extLst>
          </p:cNvPr>
          <p:cNvGraphicFramePr>
            <a:graphicFrameLocks noChangeAspect="1"/>
          </p:cNvGraphicFramePr>
          <p:nvPr userDrawn="1">
            <p:custDataLst>
              <p:tags r:id="rId1"/>
            </p:custDataLst>
            <p:extLst>
              <p:ext uri="{D42A27DB-BD31-4B8C-83A1-F6EECF244321}">
                <p14:modId xmlns:p14="http://schemas.microsoft.com/office/powerpoint/2010/main" val="2992789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Grafik 8">
            <a:extLst>
              <a:ext uri="{FF2B5EF4-FFF2-40B4-BE49-F238E27FC236}">
                <a16:creationId xmlns:a16="http://schemas.microsoft.com/office/drawing/2014/main" id="{FD4CCEA9-2FCB-4868-B0FB-5518BA95DE56}"/>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tx2"/>
          </a:solidFill>
          <a:ln w="9525" cap="flat">
            <a:noFill/>
            <a:prstDash val="solid"/>
            <a:miter/>
          </a:ln>
        </p:spPr>
        <p:txBody>
          <a:bodyPr rtlCol="0" anchor="ctr"/>
          <a:lstStyle/>
          <a:p>
            <a:pP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9144000" cy="5145088"/>
          </a:xfrm>
          <a:solidFill>
            <a:schemeClr val="bg1"/>
          </a:solidFill>
        </p:spPr>
        <p:txBody>
          <a:bodyPr/>
          <a:lstStyle>
            <a:lvl1pPr marL="0" indent="0" rtl="0">
              <a:buNone/>
              <a:defRPr/>
            </a:lvl1pPr>
          </a:lstStyle>
          <a:p>
            <a:r>
              <a:rPr lang="en-US" dirty="0"/>
              <a:t>Insert image from file by clicking on the icon</a:t>
            </a:r>
          </a:p>
        </p:txBody>
      </p:sp>
      <p:sp>
        <p:nvSpPr>
          <p:cNvPr id="17" name="Textplatzhalter 16">
            <a:extLst>
              <a:ext uri="{FF2B5EF4-FFF2-40B4-BE49-F238E27FC236}">
                <a16:creationId xmlns:a16="http://schemas.microsoft.com/office/drawing/2014/main" id="{D7A67207-ECFF-4FE5-8129-B630D87FA76A}"/>
              </a:ext>
            </a:extLst>
          </p:cNvPr>
          <p:cNvSpPr>
            <a:spLocks noGrp="1"/>
          </p:cNvSpPr>
          <p:nvPr>
            <p:ph type="body" sz="quarter" idx="11"/>
          </p:nvPr>
        </p:nvSpPr>
        <p:spPr bwMode="gray">
          <a:xfrm>
            <a:off x="8020050" y="4381363"/>
            <a:ext cx="822325" cy="458502"/>
          </a:xfrm>
          <a:blipFill dpi="0"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a:stretch>
          </a:blipFill>
        </p:spPr>
        <p:txBody>
          <a:bodyPr>
            <a:normAutofit/>
          </a:bodyPr>
          <a:lstStyle>
            <a:lvl1pPr marL="0" indent="0" rtl="0">
              <a:buNone/>
              <a:defRPr sz="100">
                <a:noFill/>
              </a:defRPr>
            </a:lvl1pPr>
          </a:lstStyle>
          <a:p>
            <a:pPr lvl="0"/>
            <a:r>
              <a:rPr lang="en-US"/>
              <a:t>Click to edit Master text styles</a:t>
            </a:r>
          </a:p>
        </p:txBody>
      </p:sp>
      <p:sp>
        <p:nvSpPr>
          <p:cNvPr id="2" name="Title 1"/>
          <p:cNvSpPr>
            <a:spLocks noGrp="1"/>
          </p:cNvSpPr>
          <p:nvPr>
            <p:ph type="ctrTitle" hasCustomPrompt="1"/>
          </p:nvPr>
        </p:nvSpPr>
        <p:spPr bwMode="gray">
          <a:xfrm>
            <a:off x="300038" y="792000"/>
            <a:ext cx="6858000" cy="1731243"/>
          </a:xfrm>
        </p:spPr>
        <p:txBody>
          <a:bodyPr vert="horz" anchor="t">
            <a:spAutoFit/>
          </a:bodyPr>
          <a:lstStyle>
            <a:lvl1pPr algn="l" rtl="0">
              <a:lnSpc>
                <a:spcPts val="4500"/>
              </a:lnSpc>
              <a:defRPr sz="4500"/>
            </a:lvl1pPr>
          </a:lstStyle>
          <a:p>
            <a:r>
              <a:rPr lang="en-US" dirty="0"/>
              <a:t>Presentation title, Segoe UI, 45pt, </a:t>
            </a:r>
            <a:br>
              <a:rPr lang="en-US" dirty="0"/>
            </a:br>
            <a:r>
              <a:rPr lang="en-US" dirty="0"/>
              <a:t>max. three lines</a:t>
            </a:r>
          </a:p>
        </p:txBody>
      </p:sp>
      <p:sp>
        <p:nvSpPr>
          <p:cNvPr id="3" name="Subtitle 2"/>
          <p:cNvSpPr>
            <a:spLocks noGrp="1"/>
          </p:cNvSpPr>
          <p:nvPr>
            <p:ph type="subTitle" idx="1" hasCustomPrompt="1"/>
          </p:nvPr>
        </p:nvSpPr>
        <p:spPr bwMode="gray">
          <a:xfrm>
            <a:off x="300038"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Tree>
    <p:extLst>
      <p:ext uri="{BB962C8B-B14F-4D97-AF65-F5344CB8AC3E}">
        <p14:creationId xmlns:p14="http://schemas.microsoft.com/office/powerpoint/2010/main" val="1923790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white writing">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0389BCF4-C99D-48D8-9A74-2007D279C26C}"/>
              </a:ext>
            </a:extLst>
          </p:cNvPr>
          <p:cNvGraphicFramePr>
            <a:graphicFrameLocks noChangeAspect="1"/>
          </p:cNvGraphicFramePr>
          <p:nvPr userDrawn="1">
            <p:custDataLst>
              <p:tags r:id="rId1"/>
            </p:custDataLst>
            <p:extLst>
              <p:ext uri="{D42A27DB-BD31-4B8C-83A1-F6EECF244321}">
                <p14:modId xmlns:p14="http://schemas.microsoft.com/office/powerpoint/2010/main" val="16667673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Grafik 8">
            <a:extLst>
              <a:ext uri="{FF2B5EF4-FFF2-40B4-BE49-F238E27FC236}">
                <a16:creationId xmlns:a16="http://schemas.microsoft.com/office/drawing/2014/main" id="{FD4CCEA9-2FCB-4868-B0FB-5518BA95DE56}"/>
              </a:ext>
            </a:extLst>
          </p:cNvPr>
          <p:cNvSpPr/>
          <p:nvPr userDrawn="1"/>
        </p:nvSpPr>
        <p:spPr>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a:xfrm>
            <a:off x="0" y="0"/>
            <a:ext cx="9144000" cy="5145088"/>
          </a:xfrm>
          <a:solidFill>
            <a:schemeClr val="bg2"/>
          </a:solidFill>
        </p:spPr>
        <p:txBody>
          <a:bodyPr/>
          <a:lstStyle>
            <a:lvl1pPr marL="0" indent="0" rtl="0">
              <a:buNone/>
              <a:defRPr/>
            </a:lvl1pPr>
          </a:lstStyle>
          <a:p>
            <a:r>
              <a:rPr lang="en-US" dirty="0"/>
              <a:t>Insert image from file by clicking on the icon</a:t>
            </a:r>
          </a:p>
        </p:txBody>
      </p:sp>
      <p:sp>
        <p:nvSpPr>
          <p:cNvPr id="17" name="Textplatzhalter 16">
            <a:extLst>
              <a:ext uri="{FF2B5EF4-FFF2-40B4-BE49-F238E27FC236}">
                <a16:creationId xmlns:a16="http://schemas.microsoft.com/office/drawing/2014/main" id="{D7A67207-ECFF-4FE5-8129-B630D87FA76A}"/>
              </a:ext>
            </a:extLst>
          </p:cNvPr>
          <p:cNvSpPr>
            <a:spLocks noGrp="1"/>
          </p:cNvSpPr>
          <p:nvPr>
            <p:ph type="body" sz="quarter" idx="11"/>
          </p:nvPr>
        </p:nvSpPr>
        <p:spPr>
          <a:xfrm>
            <a:off x="8020050" y="4381363"/>
            <a:ext cx="822325" cy="458502"/>
          </a:xfrm>
          <a:blipFill dpi="0"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a:stretch>
          </a:blipFill>
        </p:spPr>
        <p:txBody>
          <a:bodyPr>
            <a:normAutofit/>
          </a:bodyPr>
          <a:lstStyle>
            <a:lvl1pPr marL="0" indent="0" rtl="0">
              <a:buNone/>
              <a:defRPr sz="100">
                <a:noFill/>
              </a:defRPr>
            </a:lvl1pPr>
          </a:lstStyle>
          <a:p>
            <a:pPr lvl="0"/>
            <a:r>
              <a:rPr lang="en-US"/>
              <a:t>Click to edit Master text styles</a:t>
            </a:r>
          </a:p>
        </p:txBody>
      </p:sp>
      <p:sp>
        <p:nvSpPr>
          <p:cNvPr id="2" name="Title 1"/>
          <p:cNvSpPr>
            <a:spLocks noGrp="1"/>
          </p:cNvSpPr>
          <p:nvPr>
            <p:ph type="ctrTitle" hasCustomPrompt="1"/>
          </p:nvPr>
        </p:nvSpPr>
        <p:spPr>
          <a:xfrm>
            <a:off x="300038" y="792000"/>
            <a:ext cx="6858000" cy="1731243"/>
          </a:xfrm>
        </p:spPr>
        <p:txBody>
          <a:bodyPr vert="horz" anchor="t">
            <a:spAutoFit/>
          </a:bodyPr>
          <a:lstStyle>
            <a:lvl1pPr algn="l" rtl="0">
              <a:lnSpc>
                <a:spcPts val="4500"/>
              </a:lnSpc>
              <a:defRPr sz="4500">
                <a:solidFill>
                  <a:schemeClr val="bg1"/>
                </a:solidFill>
              </a:defRPr>
            </a:lvl1pPr>
          </a:lstStyle>
          <a:p>
            <a:r>
              <a:rPr lang="en-US" dirty="0"/>
              <a:t>Presentation title, Segoe UI, 45pt, </a:t>
            </a:r>
            <a:br>
              <a:rPr lang="en-US" dirty="0"/>
            </a:br>
            <a:r>
              <a:rPr lang="en-US" dirty="0"/>
              <a:t>max. three lines</a:t>
            </a:r>
          </a:p>
        </p:txBody>
      </p:sp>
      <p:sp>
        <p:nvSpPr>
          <p:cNvPr id="3" name="Subtitle 2"/>
          <p:cNvSpPr>
            <a:spLocks noGrp="1"/>
          </p:cNvSpPr>
          <p:nvPr>
            <p:ph type="subTitle" idx="1" hasCustomPrompt="1"/>
          </p:nvPr>
        </p:nvSpPr>
        <p:spPr>
          <a:xfrm>
            <a:off x="300038"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Tree>
    <p:extLst>
      <p:ext uri="{BB962C8B-B14F-4D97-AF65-F5344CB8AC3E}">
        <p14:creationId xmlns:p14="http://schemas.microsoft.com/office/powerpoint/2010/main" val="1293678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 3:9, re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B2CD0F60-54F1-4706-9782-ECB2DFD90389}"/>
              </a:ext>
            </a:extLst>
          </p:cNvPr>
          <p:cNvGraphicFramePr>
            <a:graphicFrameLocks noChangeAspect="1"/>
          </p:cNvGraphicFramePr>
          <p:nvPr userDrawn="1">
            <p:custDataLst>
              <p:tags r:id="rId1"/>
            </p:custDataLst>
            <p:extLst>
              <p:ext uri="{D42A27DB-BD31-4B8C-83A1-F6EECF244321}">
                <p14:modId xmlns:p14="http://schemas.microsoft.com/office/powerpoint/2010/main" val="17249405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5" name="Bildplatzhalter 4">
            <a:extLst>
              <a:ext uri="{FF2B5EF4-FFF2-40B4-BE49-F238E27FC236}">
                <a16:creationId xmlns:a16="http://schemas.microsoft.com/office/drawing/2014/main" id="{8FF86CBD-3364-4092-8856-8EC6D722C103}"/>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chemeClr val="bg1"/>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bg1"/>
          </a:solidFill>
        </p:spPr>
        <p:txBody>
          <a:bodyPr wrap="none" lIns="198000" tIns="21600" rIns="198000" bIns="21600" anchor="ctr">
            <a:spAutoFit/>
          </a:bodyPr>
          <a:lstStyle>
            <a:lvl1pPr marL="0" indent="0" algn="l" rtl="0">
              <a:buNone/>
              <a:defRPr sz="800" cap="all" baseline="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3257978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re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72DB44EF-00C9-40A1-81CF-7324F4B990B2}"/>
              </a:ext>
            </a:extLst>
          </p:cNvPr>
          <p:cNvGraphicFramePr>
            <a:graphicFrameLocks noChangeAspect="1"/>
          </p:cNvGraphicFramePr>
          <p:nvPr userDrawn="1">
            <p:custDataLst>
              <p:tags r:id="rId1"/>
            </p:custDataLst>
            <p:extLst>
              <p:ext uri="{D42A27DB-BD31-4B8C-83A1-F6EECF244321}">
                <p14:modId xmlns:p14="http://schemas.microsoft.com/office/powerpoint/2010/main" val="10104223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bg1"/>
          </a:solidFill>
        </p:spPr>
        <p:txBody>
          <a:bodyPr wrap="none" lIns="198000" tIns="21600" rIns="198000" bIns="21600" anchor="ctr">
            <a:spAutoFit/>
          </a:bodyPr>
          <a:lstStyle>
            <a:lvl1pPr marL="0" indent="0" algn="l" rtl="0">
              <a:buNone/>
              <a:defRPr sz="800" cap="all" baseline="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chemeClr val="bg1"/>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4056033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1">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305768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chemeClr val="accent1"/>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3B413B13-55F7-41C0-B98C-8841607428B9}"/>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3E68A076-ECA3-4C3F-8ACE-FCDA132B0E2A}"/>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462926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1">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3167560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chemeClr val="accent1"/>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3484768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2">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36803057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chemeClr val="accent1"/>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4CA9CA93-6B6D-4933-A4DB-3993CCDEF516}"/>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499F140C-09BF-423D-A0CC-184EF5A56DD9}"/>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531365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2">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34260939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chemeClr val="accent1"/>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2442974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3">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424158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DED7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chemeClr val="accent1"/>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C7FC146F-8647-4DFB-A98F-1133452643AB}"/>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D01BF756-A092-4664-A90D-C8A1CD33A9C0}"/>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2190666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3">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778664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DED7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chemeClr val="accent1"/>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31538840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4">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6114799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1756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F6E67D"/>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AB3D9F52-0B6D-4547-AF18-EBEAA3D5E550}"/>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EDD65B7E-6040-41A8-A16D-05D3AEB068AA}"/>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2125718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4">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9175760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1756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F6E67D"/>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33228674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5">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28573048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F6E6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175641"/>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9E3449E0-CEB3-4C53-976C-0734C47EA55C}"/>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DB6C3185-E1E7-43BF-BD7C-7DF1B7768DEA}"/>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2547301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5">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939716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F6E6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175641"/>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40988664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6">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11901439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3180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DFEBC2"/>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5A4EA6A3-1751-425A-9487-70CE50288420}"/>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2277825A-FEB6-4466-BA6B-EBB1C70D3182}"/>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39635521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6">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21015476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3180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DFEBC2"/>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15405017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7">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26850369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DFEB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318096"/>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BA0DD509-B738-4671-8F78-20AAE2CDA5E8}"/>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1FAABEB8-81DC-419C-8394-06085D9E248D}"/>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718478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7">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35365306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DFEB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318096"/>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10834052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8">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39908380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871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F4C59E"/>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A91B005A-8220-48D4-B553-056F8953FC2F}"/>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3CD252B3-C0F4-4966-ABC7-4D25D3A9CA41}"/>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1430032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8">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42673932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871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F4C59E"/>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37498704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9">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33175920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F4C5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871964"/>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8C3FDDC2-8DC2-466D-9F5C-90CA7A492345}"/>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77F7A5A2-C1FC-4B22-A850-FB8A5DF62351}"/>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1659820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9">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30107878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F4C5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871964"/>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33337622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10">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4113614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A2EC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69008C"/>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21BE8A37-8162-4CAE-BD0C-5619002136F8}"/>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8DDB3A38-E08B-4242-9771-6BD1A596F9FB}"/>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2378976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10">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29296660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A2EC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69008C"/>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30099857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11">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3073281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690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A2ECBA"/>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9E0B457A-2C7B-4D8B-B0CE-5A239865D5CC}"/>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B0B4E035-3347-4C5E-8B56-4A09B3AF5AE6}"/>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31012184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11">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37910944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690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A2ECBA"/>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10718652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12">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536740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005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E8E200"/>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57DA8024-86D7-42BE-9453-625CDA9BDA4E}"/>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4EC617B1-073A-444A-AC02-4ADF3782DE5A}"/>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24520721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12">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27654661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005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E8E200"/>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25612899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13">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18564945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E8E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005FBE"/>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40616784-71D5-4539-BD85-050D2DF5C3B5}"/>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5814BA38-9E60-4374-ADCB-F7D6526F8137}"/>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7555411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13">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11433832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E8E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005FBE"/>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8047279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14">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32064106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FBA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28325A"/>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2D539E2E-F4B3-4C70-ACF7-A9231130E36F}"/>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D18D4241-549D-43A0-8E29-A01969CE9192}"/>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31240542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14">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23463944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FBA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28325A"/>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10972662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15">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9573575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283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FBA700"/>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11" name="Bildplatzhalter 14">
            <a:extLst>
              <a:ext uri="{FF2B5EF4-FFF2-40B4-BE49-F238E27FC236}">
                <a16:creationId xmlns:a16="http://schemas.microsoft.com/office/drawing/2014/main" id="{D852C848-C659-49BA-8563-14F594D465F0}"/>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3" name="Bildplatzhalter 4">
            <a:extLst>
              <a:ext uri="{FF2B5EF4-FFF2-40B4-BE49-F238E27FC236}">
                <a16:creationId xmlns:a16="http://schemas.microsoft.com/office/drawing/2014/main" id="{54F89500-C6C2-41FE-9AB7-437D98899264}"/>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6593516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15">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12536946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283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FBA700"/>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16338599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red, 1 column">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2E814652-240D-4F3F-B8D8-CF0E1C51C876}"/>
              </a:ext>
            </a:extLst>
          </p:cNvPr>
          <p:cNvGraphicFramePr>
            <a:graphicFrameLocks noChangeAspect="1"/>
          </p:cNvGraphicFramePr>
          <p:nvPr userDrawn="1">
            <p:custDataLst>
              <p:tags r:id="rId1"/>
            </p:custDataLst>
            <p:extLst>
              <p:ext uri="{D42A27DB-BD31-4B8C-83A1-F6EECF244321}">
                <p14:modId xmlns:p14="http://schemas.microsoft.com/office/powerpoint/2010/main" val="302244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2E814652-240D-4F3F-B8D8-CF0E1C51C8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hteck 8">
            <a:extLst>
              <a:ext uri="{FF2B5EF4-FFF2-40B4-BE49-F238E27FC236}">
                <a16:creationId xmlns:a16="http://schemas.microsoft.com/office/drawing/2014/main" id="{4F31E03E-0B84-42DF-96D6-866220F9066A}"/>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887A679F-C7D2-4BA6-A63E-287E73B66795}"/>
              </a:ext>
            </a:extLst>
          </p:cNvPr>
          <p:cNvSpPr>
            <a:spLocks noGrp="1"/>
          </p:cNvSpPr>
          <p:nvPr>
            <p:ph type="title" hasCustomPrompt="1"/>
          </p:nvPr>
        </p:nvSpPr>
        <p:spPr bwMode="gray"/>
        <p:txBody>
          <a:bodyPr vert="horz"/>
          <a:lstStyle>
            <a:lvl1pPr rtl="0">
              <a:defRPr>
                <a:solidFill>
                  <a:schemeClr val="bg1"/>
                </a:solidFill>
              </a:defRPr>
            </a:lvl1pPr>
          </a:lstStyle>
          <a:p>
            <a:r>
              <a:rPr lang="en-US" noProof="0" dirty="0"/>
              <a:t>Agenda, Segoe UI, 24pt</a:t>
            </a:r>
            <a:endParaRPr lang="en-US" dirty="0"/>
          </a:p>
        </p:txBody>
      </p:sp>
      <p:sp>
        <p:nvSpPr>
          <p:cNvPr id="3" name="Fußzeilenplatzhalter 2">
            <a:extLst>
              <a:ext uri="{FF2B5EF4-FFF2-40B4-BE49-F238E27FC236}">
                <a16:creationId xmlns:a16="http://schemas.microsoft.com/office/drawing/2014/main" id="{0DF1B3BC-E1C5-495F-B01F-658F5D13A248}"/>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3C9B6B11-6DED-47D3-B608-B7871E838D7D}"/>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11" name="Grafik 8">
            <a:extLst>
              <a:ext uri="{FF2B5EF4-FFF2-40B4-BE49-F238E27FC236}">
                <a16:creationId xmlns:a16="http://schemas.microsoft.com/office/drawing/2014/main" id="{84B4407D-2B3F-4077-A520-E90EBFC11948}"/>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13" name="Textplatzhalter 12">
            <a:extLst>
              <a:ext uri="{FF2B5EF4-FFF2-40B4-BE49-F238E27FC236}">
                <a16:creationId xmlns:a16="http://schemas.microsoft.com/office/drawing/2014/main" id="{193D90E7-A664-4226-8164-AD537C10FD21}"/>
              </a:ext>
            </a:extLst>
          </p:cNvPr>
          <p:cNvSpPr>
            <a:spLocks noGrp="1"/>
          </p:cNvSpPr>
          <p:nvPr>
            <p:ph type="body" sz="quarter" idx="12" hasCustomPrompt="1"/>
          </p:nvPr>
        </p:nvSpPr>
        <p:spPr bwMode="gray">
          <a:xfrm>
            <a:off x="300037" y="1492250"/>
            <a:ext cx="7091363" cy="251094"/>
          </a:xfrm>
        </p:spPr>
        <p:txBody>
          <a:bodyPr>
            <a:noAutofit/>
          </a:bodyPr>
          <a:lstStyle>
            <a:lvl1pPr marL="0" indent="0" rtl="0">
              <a:lnSpc>
                <a:spcPct val="100000"/>
              </a:lnSpc>
              <a:buNone/>
              <a:defRPr sz="1600" b="1" cap="all" baseline="0">
                <a:solidFill>
                  <a:schemeClr val="bg1"/>
                </a:solidFill>
              </a:defRPr>
            </a:lvl1pPr>
          </a:lstStyle>
          <a:p>
            <a:pPr lvl="0"/>
            <a:r>
              <a:rPr lang="en-US" dirty="0"/>
              <a:t>Category 1</a:t>
            </a:r>
          </a:p>
        </p:txBody>
      </p:sp>
      <p:sp>
        <p:nvSpPr>
          <p:cNvPr id="17" name="Textplatzhalter 16">
            <a:extLst>
              <a:ext uri="{FF2B5EF4-FFF2-40B4-BE49-F238E27FC236}">
                <a16:creationId xmlns:a16="http://schemas.microsoft.com/office/drawing/2014/main" id="{E27D352A-1990-4E23-B2FC-3A6ECBA037F3}"/>
              </a:ext>
            </a:extLst>
          </p:cNvPr>
          <p:cNvSpPr>
            <a:spLocks noGrp="1"/>
          </p:cNvSpPr>
          <p:nvPr>
            <p:ph type="body" sz="quarter" idx="13" hasCustomPrompt="1"/>
          </p:nvPr>
        </p:nvSpPr>
        <p:spPr bwMode="gray">
          <a:xfrm>
            <a:off x="300037" y="1904999"/>
            <a:ext cx="7091363" cy="2466975"/>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Tree>
    <p:extLst>
      <p:ext uri="{BB962C8B-B14F-4D97-AF65-F5344CB8AC3E}">
        <p14:creationId xmlns:p14="http://schemas.microsoft.com/office/powerpoint/2010/main" val="38399399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genda red, with picture">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2E814652-240D-4F3F-B8D8-CF0E1C51C876}"/>
              </a:ext>
            </a:extLst>
          </p:cNvPr>
          <p:cNvGraphicFramePr>
            <a:graphicFrameLocks noChangeAspect="1"/>
          </p:cNvGraphicFramePr>
          <p:nvPr userDrawn="1">
            <p:custDataLst>
              <p:tags r:id="rId1"/>
            </p:custDataLst>
            <p:extLst>
              <p:ext uri="{D42A27DB-BD31-4B8C-83A1-F6EECF244321}">
                <p14:modId xmlns:p14="http://schemas.microsoft.com/office/powerpoint/2010/main" val="3757558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2E814652-240D-4F3F-B8D8-CF0E1C51C8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hteck 8">
            <a:extLst>
              <a:ext uri="{FF2B5EF4-FFF2-40B4-BE49-F238E27FC236}">
                <a16:creationId xmlns:a16="http://schemas.microsoft.com/office/drawing/2014/main" id="{4F31E03E-0B84-42DF-96D6-866220F9066A}"/>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887A679F-C7D2-4BA6-A63E-287E73B66795}"/>
              </a:ext>
            </a:extLst>
          </p:cNvPr>
          <p:cNvSpPr>
            <a:spLocks noGrp="1"/>
          </p:cNvSpPr>
          <p:nvPr>
            <p:ph type="title" hasCustomPrompt="1"/>
          </p:nvPr>
        </p:nvSpPr>
        <p:spPr bwMode="gray">
          <a:xfrm>
            <a:off x="302420" y="303212"/>
            <a:ext cx="5641180" cy="615553"/>
          </a:xfrm>
        </p:spPr>
        <p:txBody>
          <a:bodyPr vert="horz"/>
          <a:lstStyle>
            <a:lvl1pPr rtl="0">
              <a:defRPr>
                <a:solidFill>
                  <a:schemeClr val="bg1"/>
                </a:solidFill>
              </a:defRPr>
            </a:lvl1pPr>
          </a:lstStyle>
          <a:p>
            <a:r>
              <a:rPr lang="en-US" noProof="0" dirty="0"/>
              <a:t>Agenda, Segoe UI, 24pt</a:t>
            </a:r>
            <a:endParaRPr lang="en-US" dirty="0"/>
          </a:p>
        </p:txBody>
      </p:sp>
      <p:sp>
        <p:nvSpPr>
          <p:cNvPr id="3" name="Fußzeilenplatzhalter 2">
            <a:extLst>
              <a:ext uri="{FF2B5EF4-FFF2-40B4-BE49-F238E27FC236}">
                <a16:creationId xmlns:a16="http://schemas.microsoft.com/office/drawing/2014/main" id="{0DF1B3BC-E1C5-495F-B01F-658F5D13A248}"/>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3C9B6B11-6DED-47D3-B608-B7871E838D7D}"/>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11" name="Grafik 8">
            <a:extLst>
              <a:ext uri="{FF2B5EF4-FFF2-40B4-BE49-F238E27FC236}">
                <a16:creationId xmlns:a16="http://schemas.microsoft.com/office/drawing/2014/main" id="{84B4407D-2B3F-4077-A520-E90EBFC11948}"/>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13" name="Textplatzhalter 12">
            <a:extLst>
              <a:ext uri="{FF2B5EF4-FFF2-40B4-BE49-F238E27FC236}">
                <a16:creationId xmlns:a16="http://schemas.microsoft.com/office/drawing/2014/main" id="{193D90E7-A664-4226-8164-AD537C10FD21}"/>
              </a:ext>
            </a:extLst>
          </p:cNvPr>
          <p:cNvSpPr>
            <a:spLocks noGrp="1"/>
          </p:cNvSpPr>
          <p:nvPr>
            <p:ph type="body" sz="quarter" idx="12" hasCustomPrompt="1"/>
          </p:nvPr>
        </p:nvSpPr>
        <p:spPr bwMode="gray">
          <a:xfrm>
            <a:off x="300038" y="1492250"/>
            <a:ext cx="2171700" cy="251094"/>
          </a:xfrm>
        </p:spPr>
        <p:txBody>
          <a:bodyPr>
            <a:noAutofit/>
          </a:bodyPr>
          <a:lstStyle>
            <a:lvl1pPr marL="0" indent="0" rtl="0">
              <a:lnSpc>
                <a:spcPct val="100000"/>
              </a:lnSpc>
              <a:buNone/>
              <a:defRPr sz="1600" b="1" cap="all" baseline="0">
                <a:solidFill>
                  <a:schemeClr val="bg1"/>
                </a:solidFill>
              </a:defRPr>
            </a:lvl1pPr>
          </a:lstStyle>
          <a:p>
            <a:pPr lvl="0"/>
            <a:r>
              <a:rPr lang="en-US" dirty="0"/>
              <a:t>Category 1</a:t>
            </a:r>
          </a:p>
        </p:txBody>
      </p:sp>
      <p:sp>
        <p:nvSpPr>
          <p:cNvPr id="17" name="Textplatzhalter 16">
            <a:extLst>
              <a:ext uri="{FF2B5EF4-FFF2-40B4-BE49-F238E27FC236}">
                <a16:creationId xmlns:a16="http://schemas.microsoft.com/office/drawing/2014/main" id="{E27D352A-1990-4E23-B2FC-3A6ECBA037F3}"/>
              </a:ext>
            </a:extLst>
          </p:cNvPr>
          <p:cNvSpPr>
            <a:spLocks noGrp="1"/>
          </p:cNvSpPr>
          <p:nvPr>
            <p:ph type="body" sz="quarter" idx="13" hasCustomPrompt="1"/>
          </p:nvPr>
        </p:nvSpPr>
        <p:spPr bwMode="gray">
          <a:xfrm>
            <a:off x="300038" y="1904999"/>
            <a:ext cx="2171700" cy="2466975"/>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19" name="Textplatzhalter 18">
            <a:extLst>
              <a:ext uri="{FF2B5EF4-FFF2-40B4-BE49-F238E27FC236}">
                <a16:creationId xmlns:a16="http://schemas.microsoft.com/office/drawing/2014/main" id="{CF7F08D6-CCB1-4EE6-B8BB-4FBC4A856901}"/>
              </a:ext>
            </a:extLst>
          </p:cNvPr>
          <p:cNvSpPr>
            <a:spLocks noGrp="1"/>
          </p:cNvSpPr>
          <p:nvPr>
            <p:ph type="body" sz="quarter" idx="14" hasCustomPrompt="1"/>
          </p:nvPr>
        </p:nvSpPr>
        <p:spPr bwMode="gray">
          <a:xfrm>
            <a:off x="3195638" y="1492250"/>
            <a:ext cx="2176462" cy="251094"/>
          </a:xfrm>
        </p:spPr>
        <p:txBody>
          <a:bodyPr>
            <a:noAutofit/>
          </a:bodyPr>
          <a:lstStyle>
            <a:lvl1pPr marL="0" indent="0" rtl="0">
              <a:lnSpc>
                <a:spcPct val="100000"/>
              </a:lnSpc>
              <a:buNone/>
              <a:defRPr sz="1600" b="1" cap="all" baseline="0">
                <a:solidFill>
                  <a:schemeClr val="bg1"/>
                </a:solidFill>
              </a:defRPr>
            </a:lvl1pPr>
          </a:lstStyle>
          <a:p>
            <a:pPr lvl="0"/>
            <a:r>
              <a:rPr lang="en-US" dirty="0"/>
              <a:t>Category 2</a:t>
            </a:r>
          </a:p>
        </p:txBody>
      </p:sp>
      <p:sp>
        <p:nvSpPr>
          <p:cNvPr id="21" name="Textplatzhalter 20">
            <a:extLst>
              <a:ext uri="{FF2B5EF4-FFF2-40B4-BE49-F238E27FC236}">
                <a16:creationId xmlns:a16="http://schemas.microsoft.com/office/drawing/2014/main" id="{91EE2EFD-A7A9-4EBA-AB73-3F7AC5BF723E}"/>
              </a:ext>
            </a:extLst>
          </p:cNvPr>
          <p:cNvSpPr>
            <a:spLocks noGrp="1"/>
          </p:cNvSpPr>
          <p:nvPr>
            <p:ph type="body" sz="quarter" idx="15" hasCustomPrompt="1"/>
          </p:nvPr>
        </p:nvSpPr>
        <p:spPr bwMode="gray">
          <a:xfrm>
            <a:off x="3195638" y="1904999"/>
            <a:ext cx="2176462" cy="2466975"/>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lvl="0"/>
            <a:r>
              <a:rPr lang="en-US" dirty="0"/>
              <a:t>00	Topic</a:t>
            </a:r>
          </a:p>
        </p:txBody>
      </p:sp>
      <p:sp>
        <p:nvSpPr>
          <p:cNvPr id="7" name="Bildplatzhalter 6">
            <a:extLst>
              <a:ext uri="{FF2B5EF4-FFF2-40B4-BE49-F238E27FC236}">
                <a16:creationId xmlns:a16="http://schemas.microsoft.com/office/drawing/2014/main" id="{3F18E8CB-CD03-40C6-B7D1-87326F397AF3}"/>
              </a:ext>
            </a:extLst>
          </p:cNvPr>
          <p:cNvSpPr>
            <a:spLocks noGrp="1"/>
          </p:cNvSpPr>
          <p:nvPr>
            <p:ph type="pic" sz="quarter" idx="16" hasCustomPrompt="1"/>
          </p:nvPr>
        </p:nvSpPr>
        <p:spPr>
          <a:xfrm>
            <a:off x="6096000" y="0"/>
            <a:ext cx="3048000" cy="5145088"/>
          </a:xfrm>
          <a:solidFill>
            <a:schemeClr val="bg1"/>
          </a:solidFill>
        </p:spPr>
        <p:txBody>
          <a:bodyPr/>
          <a:lstStyle>
            <a:lvl1pPr marL="0" indent="0">
              <a:buNone/>
              <a:defRPr/>
            </a:lvl1pPr>
          </a:lstStyle>
          <a:p>
            <a:r>
              <a:rPr lang="en-US" dirty="0"/>
              <a:t>Insert image from file by clicking on the icon</a:t>
            </a:r>
          </a:p>
        </p:txBody>
      </p:sp>
    </p:spTree>
    <p:extLst>
      <p:ext uri="{BB962C8B-B14F-4D97-AF65-F5344CB8AC3E}">
        <p14:creationId xmlns:p14="http://schemas.microsoft.com/office/powerpoint/2010/main" val="20460794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genda red, 3 categories">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2E814652-240D-4F3F-B8D8-CF0E1C51C876}"/>
              </a:ext>
            </a:extLst>
          </p:cNvPr>
          <p:cNvGraphicFramePr>
            <a:graphicFrameLocks noChangeAspect="1"/>
          </p:cNvGraphicFramePr>
          <p:nvPr userDrawn="1">
            <p:custDataLst>
              <p:tags r:id="rId1"/>
            </p:custDataLst>
            <p:extLst>
              <p:ext uri="{D42A27DB-BD31-4B8C-83A1-F6EECF244321}">
                <p14:modId xmlns:p14="http://schemas.microsoft.com/office/powerpoint/2010/main" val="302244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hteck 8">
            <a:extLst>
              <a:ext uri="{FF2B5EF4-FFF2-40B4-BE49-F238E27FC236}">
                <a16:creationId xmlns:a16="http://schemas.microsoft.com/office/drawing/2014/main" id="{4F31E03E-0B84-42DF-96D6-866220F9066A}"/>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887A679F-C7D2-4BA6-A63E-287E73B66795}"/>
              </a:ext>
            </a:extLst>
          </p:cNvPr>
          <p:cNvSpPr>
            <a:spLocks noGrp="1"/>
          </p:cNvSpPr>
          <p:nvPr>
            <p:ph type="title" hasCustomPrompt="1"/>
          </p:nvPr>
        </p:nvSpPr>
        <p:spPr bwMode="gray"/>
        <p:txBody>
          <a:bodyPr vert="horz"/>
          <a:lstStyle>
            <a:lvl1pPr rtl="0">
              <a:defRPr>
                <a:solidFill>
                  <a:schemeClr val="bg1"/>
                </a:solidFill>
              </a:defRPr>
            </a:lvl1pPr>
          </a:lstStyle>
          <a:p>
            <a:r>
              <a:rPr lang="en-US" noProof="0" dirty="0"/>
              <a:t>Agenda, Segoe UI, 24pt</a:t>
            </a:r>
            <a:endParaRPr lang="en-US" dirty="0"/>
          </a:p>
        </p:txBody>
      </p:sp>
      <p:sp>
        <p:nvSpPr>
          <p:cNvPr id="3" name="Fußzeilenplatzhalter 2">
            <a:extLst>
              <a:ext uri="{FF2B5EF4-FFF2-40B4-BE49-F238E27FC236}">
                <a16:creationId xmlns:a16="http://schemas.microsoft.com/office/drawing/2014/main" id="{0DF1B3BC-E1C5-495F-B01F-658F5D13A248}"/>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3C9B6B11-6DED-47D3-B608-B7871E838D7D}"/>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11" name="Grafik 8">
            <a:extLst>
              <a:ext uri="{FF2B5EF4-FFF2-40B4-BE49-F238E27FC236}">
                <a16:creationId xmlns:a16="http://schemas.microsoft.com/office/drawing/2014/main" id="{84B4407D-2B3F-4077-A520-E90EBFC11948}"/>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13" name="Textplatzhalter 12">
            <a:extLst>
              <a:ext uri="{FF2B5EF4-FFF2-40B4-BE49-F238E27FC236}">
                <a16:creationId xmlns:a16="http://schemas.microsoft.com/office/drawing/2014/main" id="{193D90E7-A664-4226-8164-AD537C10FD21}"/>
              </a:ext>
            </a:extLst>
          </p:cNvPr>
          <p:cNvSpPr>
            <a:spLocks noGrp="1"/>
          </p:cNvSpPr>
          <p:nvPr>
            <p:ph type="body" sz="quarter" idx="12" hasCustomPrompt="1"/>
          </p:nvPr>
        </p:nvSpPr>
        <p:spPr bwMode="gray">
          <a:xfrm>
            <a:off x="300038" y="1492250"/>
            <a:ext cx="2171700" cy="251094"/>
          </a:xfrm>
        </p:spPr>
        <p:txBody>
          <a:bodyPr>
            <a:noAutofit/>
          </a:bodyPr>
          <a:lstStyle>
            <a:lvl1pPr marL="0" indent="0" rtl="0">
              <a:lnSpc>
                <a:spcPct val="100000"/>
              </a:lnSpc>
              <a:buNone/>
              <a:defRPr sz="1600" b="1" cap="all" baseline="0">
                <a:solidFill>
                  <a:schemeClr val="bg1"/>
                </a:solidFill>
              </a:defRPr>
            </a:lvl1pPr>
          </a:lstStyle>
          <a:p>
            <a:pPr lvl="0"/>
            <a:r>
              <a:rPr lang="en-US" dirty="0"/>
              <a:t>Category 1</a:t>
            </a:r>
          </a:p>
        </p:txBody>
      </p:sp>
      <p:sp>
        <p:nvSpPr>
          <p:cNvPr id="17" name="Textplatzhalter 16">
            <a:extLst>
              <a:ext uri="{FF2B5EF4-FFF2-40B4-BE49-F238E27FC236}">
                <a16:creationId xmlns:a16="http://schemas.microsoft.com/office/drawing/2014/main" id="{E27D352A-1990-4E23-B2FC-3A6ECBA037F3}"/>
              </a:ext>
            </a:extLst>
          </p:cNvPr>
          <p:cNvSpPr>
            <a:spLocks noGrp="1"/>
          </p:cNvSpPr>
          <p:nvPr>
            <p:ph type="body" sz="quarter" idx="13" hasCustomPrompt="1"/>
          </p:nvPr>
        </p:nvSpPr>
        <p:spPr bwMode="gray">
          <a:xfrm>
            <a:off x="300038" y="1904999"/>
            <a:ext cx="2171700" cy="2466975"/>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19" name="Textplatzhalter 18">
            <a:extLst>
              <a:ext uri="{FF2B5EF4-FFF2-40B4-BE49-F238E27FC236}">
                <a16:creationId xmlns:a16="http://schemas.microsoft.com/office/drawing/2014/main" id="{CF7F08D6-CCB1-4EE6-B8BB-4FBC4A856901}"/>
              </a:ext>
            </a:extLst>
          </p:cNvPr>
          <p:cNvSpPr>
            <a:spLocks noGrp="1"/>
          </p:cNvSpPr>
          <p:nvPr>
            <p:ph type="body" sz="quarter" idx="14" hasCustomPrompt="1"/>
          </p:nvPr>
        </p:nvSpPr>
        <p:spPr bwMode="gray">
          <a:xfrm>
            <a:off x="3195638" y="1492250"/>
            <a:ext cx="2176462" cy="251094"/>
          </a:xfrm>
        </p:spPr>
        <p:txBody>
          <a:bodyPr>
            <a:noAutofit/>
          </a:bodyPr>
          <a:lstStyle>
            <a:lvl1pPr marL="0" indent="0" rtl="0">
              <a:lnSpc>
                <a:spcPct val="100000"/>
              </a:lnSpc>
              <a:buNone/>
              <a:defRPr sz="1600" b="1" cap="all" baseline="0">
                <a:solidFill>
                  <a:schemeClr val="bg1"/>
                </a:solidFill>
              </a:defRPr>
            </a:lvl1pPr>
          </a:lstStyle>
          <a:p>
            <a:pPr lvl="0"/>
            <a:r>
              <a:rPr lang="en-US" dirty="0"/>
              <a:t>Category 2</a:t>
            </a:r>
          </a:p>
        </p:txBody>
      </p:sp>
      <p:sp>
        <p:nvSpPr>
          <p:cNvPr id="21" name="Textplatzhalter 20">
            <a:extLst>
              <a:ext uri="{FF2B5EF4-FFF2-40B4-BE49-F238E27FC236}">
                <a16:creationId xmlns:a16="http://schemas.microsoft.com/office/drawing/2014/main" id="{91EE2EFD-A7A9-4EBA-AB73-3F7AC5BF723E}"/>
              </a:ext>
            </a:extLst>
          </p:cNvPr>
          <p:cNvSpPr>
            <a:spLocks noGrp="1"/>
          </p:cNvSpPr>
          <p:nvPr>
            <p:ph type="body" sz="quarter" idx="15" hasCustomPrompt="1"/>
          </p:nvPr>
        </p:nvSpPr>
        <p:spPr bwMode="gray">
          <a:xfrm>
            <a:off x="3195638" y="1904999"/>
            <a:ext cx="2176462" cy="2466975"/>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23" name="Textplatzhalter 22">
            <a:extLst>
              <a:ext uri="{FF2B5EF4-FFF2-40B4-BE49-F238E27FC236}">
                <a16:creationId xmlns:a16="http://schemas.microsoft.com/office/drawing/2014/main" id="{36528EAF-06EF-4E10-9756-97CCFAF21530}"/>
              </a:ext>
            </a:extLst>
          </p:cNvPr>
          <p:cNvSpPr>
            <a:spLocks noGrp="1"/>
          </p:cNvSpPr>
          <p:nvPr>
            <p:ph type="body" sz="quarter" idx="16" hasCustomPrompt="1"/>
          </p:nvPr>
        </p:nvSpPr>
        <p:spPr bwMode="gray">
          <a:xfrm>
            <a:off x="6096000" y="1492250"/>
            <a:ext cx="2174876" cy="251094"/>
          </a:xfrm>
        </p:spPr>
        <p:txBody>
          <a:bodyPr>
            <a:noAutofit/>
          </a:bodyPr>
          <a:lstStyle>
            <a:lvl1pPr marL="0" indent="0" rtl="0">
              <a:lnSpc>
                <a:spcPct val="100000"/>
              </a:lnSpc>
              <a:buNone/>
              <a:defRPr sz="1600" b="1" cap="all" baseline="0">
                <a:solidFill>
                  <a:schemeClr val="bg1"/>
                </a:solidFill>
              </a:defRPr>
            </a:lvl1pPr>
          </a:lstStyle>
          <a:p>
            <a:pPr lvl="0"/>
            <a:r>
              <a:rPr lang="en-US" dirty="0"/>
              <a:t>Category 3</a:t>
            </a:r>
          </a:p>
        </p:txBody>
      </p:sp>
      <p:sp>
        <p:nvSpPr>
          <p:cNvPr id="25" name="Textplatzhalter 24">
            <a:extLst>
              <a:ext uri="{FF2B5EF4-FFF2-40B4-BE49-F238E27FC236}">
                <a16:creationId xmlns:a16="http://schemas.microsoft.com/office/drawing/2014/main" id="{66E84559-1973-4240-B47D-733F095B8706}"/>
              </a:ext>
            </a:extLst>
          </p:cNvPr>
          <p:cNvSpPr>
            <a:spLocks noGrp="1"/>
          </p:cNvSpPr>
          <p:nvPr>
            <p:ph type="body" sz="quarter" idx="17" hasCustomPrompt="1"/>
          </p:nvPr>
        </p:nvSpPr>
        <p:spPr bwMode="gray">
          <a:xfrm>
            <a:off x="6096000" y="1904999"/>
            <a:ext cx="2174875" cy="2466975"/>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Tree>
    <p:extLst>
      <p:ext uri="{BB962C8B-B14F-4D97-AF65-F5344CB8AC3E}">
        <p14:creationId xmlns:p14="http://schemas.microsoft.com/office/powerpoint/2010/main" val="30307560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genda red, 5 columns">
    <p:spTree>
      <p:nvGrpSpPr>
        <p:cNvPr id="1" name=""/>
        <p:cNvGrpSpPr/>
        <p:nvPr/>
      </p:nvGrpSpPr>
      <p:grpSpPr>
        <a:xfrm>
          <a:off x="0" y="0"/>
          <a:ext cx="0" cy="0"/>
          <a:chOff x="0" y="0"/>
          <a:chExt cx="0" cy="0"/>
        </a:xfrm>
      </p:grpSpPr>
      <p:sp>
        <p:nvSpPr>
          <p:cNvPr id="17" name="Rechteck 8">
            <a:extLst>
              <a:ext uri="{FF2B5EF4-FFF2-40B4-BE49-F238E27FC236}">
                <a16:creationId xmlns:a16="http://schemas.microsoft.com/office/drawing/2014/main" id="{681CA2B5-B3EC-EFD0-0165-287FB94747FE}"/>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graphicFrame>
        <p:nvGraphicFramePr>
          <p:cNvPr id="6" name="Objekt 5" hidden="1">
            <a:extLst>
              <a:ext uri="{FF2B5EF4-FFF2-40B4-BE49-F238E27FC236}">
                <a16:creationId xmlns:a16="http://schemas.microsoft.com/office/drawing/2014/main" id="{2E814652-240D-4F3F-B8D8-CF0E1C51C876}"/>
              </a:ext>
            </a:extLst>
          </p:cNvPr>
          <p:cNvGraphicFramePr>
            <a:graphicFrameLocks noChangeAspect="1"/>
          </p:cNvGraphicFramePr>
          <p:nvPr userDrawn="1">
            <p:custDataLst>
              <p:tags r:id="rId1"/>
            </p:custDataLst>
            <p:extLst>
              <p:ext uri="{D42A27DB-BD31-4B8C-83A1-F6EECF244321}">
                <p14:modId xmlns:p14="http://schemas.microsoft.com/office/powerpoint/2010/main" val="302244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2E814652-240D-4F3F-B8D8-CF0E1C51C8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887A679F-C7D2-4BA6-A63E-287E73B66795}"/>
              </a:ext>
            </a:extLst>
          </p:cNvPr>
          <p:cNvSpPr>
            <a:spLocks noGrp="1"/>
          </p:cNvSpPr>
          <p:nvPr>
            <p:ph type="title" hasCustomPrompt="1"/>
          </p:nvPr>
        </p:nvSpPr>
        <p:spPr bwMode="gray"/>
        <p:txBody>
          <a:bodyPr vert="horz"/>
          <a:lstStyle>
            <a:lvl1pPr rtl="0">
              <a:defRPr>
                <a:solidFill>
                  <a:schemeClr val="bg1"/>
                </a:solidFill>
              </a:defRPr>
            </a:lvl1pPr>
          </a:lstStyle>
          <a:p>
            <a:r>
              <a:rPr lang="en-US" noProof="0" dirty="0"/>
              <a:t>Agenda, Segoe UI, 24pt</a:t>
            </a:r>
            <a:endParaRPr lang="en-US" dirty="0"/>
          </a:p>
        </p:txBody>
      </p:sp>
      <p:sp>
        <p:nvSpPr>
          <p:cNvPr id="3" name="Fußzeilenplatzhalter 2">
            <a:extLst>
              <a:ext uri="{FF2B5EF4-FFF2-40B4-BE49-F238E27FC236}">
                <a16:creationId xmlns:a16="http://schemas.microsoft.com/office/drawing/2014/main" id="{0DF1B3BC-E1C5-495F-B01F-658F5D13A248}"/>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3C9B6B11-6DED-47D3-B608-B7871E838D7D}"/>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11" name="Grafik 8">
            <a:extLst>
              <a:ext uri="{FF2B5EF4-FFF2-40B4-BE49-F238E27FC236}">
                <a16:creationId xmlns:a16="http://schemas.microsoft.com/office/drawing/2014/main" id="{84B4407D-2B3F-4077-A520-E90EBFC11948}"/>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5" name="Textplatzhalter 12">
            <a:extLst>
              <a:ext uri="{FF2B5EF4-FFF2-40B4-BE49-F238E27FC236}">
                <a16:creationId xmlns:a16="http://schemas.microsoft.com/office/drawing/2014/main" id="{E9C5768F-A271-0CD9-016B-E33207FD3651}"/>
              </a:ext>
            </a:extLst>
          </p:cNvPr>
          <p:cNvSpPr>
            <a:spLocks noGrp="1"/>
          </p:cNvSpPr>
          <p:nvPr>
            <p:ph type="body" sz="quarter" idx="12" hasCustomPrompt="1"/>
          </p:nvPr>
        </p:nvSpPr>
        <p:spPr bwMode="gray">
          <a:xfrm>
            <a:off x="300038" y="1492250"/>
            <a:ext cx="1447800" cy="251094"/>
          </a:xfrm>
        </p:spPr>
        <p:txBody>
          <a:bodyPr>
            <a:noAutofit/>
          </a:bodyPr>
          <a:lstStyle>
            <a:lvl1pPr marL="0" indent="0" rtl="0">
              <a:lnSpc>
                <a:spcPct val="100000"/>
              </a:lnSpc>
              <a:buNone/>
              <a:defRPr sz="1400" b="1" cap="all" baseline="0">
                <a:solidFill>
                  <a:schemeClr val="bg1"/>
                </a:solidFill>
              </a:defRPr>
            </a:lvl1pPr>
          </a:lstStyle>
          <a:p>
            <a:pPr lvl="0"/>
            <a:r>
              <a:rPr lang="en-US" dirty="0"/>
              <a:t>Category 1</a:t>
            </a:r>
          </a:p>
        </p:txBody>
      </p:sp>
      <p:sp>
        <p:nvSpPr>
          <p:cNvPr id="7" name="Textplatzhalter 16">
            <a:extLst>
              <a:ext uri="{FF2B5EF4-FFF2-40B4-BE49-F238E27FC236}">
                <a16:creationId xmlns:a16="http://schemas.microsoft.com/office/drawing/2014/main" id="{51BC0A0F-BCA0-884E-FEC9-058147DBD280}"/>
              </a:ext>
            </a:extLst>
          </p:cNvPr>
          <p:cNvSpPr>
            <a:spLocks noGrp="1"/>
          </p:cNvSpPr>
          <p:nvPr>
            <p:ph type="body" sz="quarter" idx="13" hasCustomPrompt="1"/>
          </p:nvPr>
        </p:nvSpPr>
        <p:spPr bwMode="gray">
          <a:xfrm>
            <a:off x="300038" y="1904999"/>
            <a:ext cx="1447800" cy="2466975"/>
          </a:xfrm>
        </p:spPr>
        <p:txBody>
          <a:bodyPr>
            <a:noAutofit/>
          </a:bodyPr>
          <a:lstStyle>
            <a:lvl1pPr marL="0" indent="0" rtl="0">
              <a:spcAft>
                <a:spcPts val="900"/>
              </a:spcAft>
              <a:buNone/>
              <a:tabLst>
                <a:tab pos="723900" algn="l"/>
              </a:tabLst>
              <a:defRPr sz="14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23" name="Textplatzhalter 12">
            <a:extLst>
              <a:ext uri="{FF2B5EF4-FFF2-40B4-BE49-F238E27FC236}">
                <a16:creationId xmlns:a16="http://schemas.microsoft.com/office/drawing/2014/main" id="{30BF5F6B-6587-BDA8-247B-5561F18202AC}"/>
              </a:ext>
            </a:extLst>
          </p:cNvPr>
          <p:cNvSpPr>
            <a:spLocks noGrp="1"/>
          </p:cNvSpPr>
          <p:nvPr>
            <p:ph type="body" sz="quarter" idx="14" hasCustomPrompt="1"/>
          </p:nvPr>
        </p:nvSpPr>
        <p:spPr bwMode="gray">
          <a:xfrm>
            <a:off x="2069108" y="1492250"/>
            <a:ext cx="1447800" cy="251094"/>
          </a:xfrm>
        </p:spPr>
        <p:txBody>
          <a:bodyPr>
            <a:noAutofit/>
          </a:bodyPr>
          <a:lstStyle>
            <a:lvl1pPr marL="0" indent="0" rtl="0">
              <a:lnSpc>
                <a:spcPct val="100000"/>
              </a:lnSpc>
              <a:buNone/>
              <a:defRPr sz="1400" b="1" cap="all" baseline="0">
                <a:solidFill>
                  <a:schemeClr val="bg1"/>
                </a:solidFill>
              </a:defRPr>
            </a:lvl1pPr>
          </a:lstStyle>
          <a:p>
            <a:pPr lvl="0"/>
            <a:r>
              <a:rPr lang="en-US" dirty="0"/>
              <a:t>Category 2</a:t>
            </a:r>
          </a:p>
        </p:txBody>
      </p:sp>
      <p:sp>
        <p:nvSpPr>
          <p:cNvPr id="24" name="Textplatzhalter 16">
            <a:extLst>
              <a:ext uri="{FF2B5EF4-FFF2-40B4-BE49-F238E27FC236}">
                <a16:creationId xmlns:a16="http://schemas.microsoft.com/office/drawing/2014/main" id="{A2E040A5-7BEB-D530-C6AA-370B415C841D}"/>
              </a:ext>
            </a:extLst>
          </p:cNvPr>
          <p:cNvSpPr>
            <a:spLocks noGrp="1"/>
          </p:cNvSpPr>
          <p:nvPr>
            <p:ph type="body" sz="quarter" idx="15" hasCustomPrompt="1"/>
          </p:nvPr>
        </p:nvSpPr>
        <p:spPr bwMode="gray">
          <a:xfrm>
            <a:off x="2069108" y="1904999"/>
            <a:ext cx="1447800" cy="2466975"/>
          </a:xfrm>
        </p:spPr>
        <p:txBody>
          <a:bodyPr>
            <a:noAutofit/>
          </a:bodyPr>
          <a:lstStyle>
            <a:lvl1pPr marL="0" indent="0" rtl="0">
              <a:spcAft>
                <a:spcPts val="900"/>
              </a:spcAft>
              <a:buNone/>
              <a:tabLst>
                <a:tab pos="723900" algn="l"/>
              </a:tabLst>
              <a:defRPr sz="14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25" name="Textplatzhalter 12">
            <a:extLst>
              <a:ext uri="{FF2B5EF4-FFF2-40B4-BE49-F238E27FC236}">
                <a16:creationId xmlns:a16="http://schemas.microsoft.com/office/drawing/2014/main" id="{9D549421-13D5-1A97-7588-7756D665CBDA}"/>
              </a:ext>
            </a:extLst>
          </p:cNvPr>
          <p:cNvSpPr>
            <a:spLocks noGrp="1"/>
          </p:cNvSpPr>
          <p:nvPr>
            <p:ph type="body" sz="quarter" idx="16" hasCustomPrompt="1"/>
          </p:nvPr>
        </p:nvSpPr>
        <p:spPr bwMode="gray">
          <a:xfrm>
            <a:off x="3850878" y="1498601"/>
            <a:ext cx="1447800" cy="251094"/>
          </a:xfrm>
        </p:spPr>
        <p:txBody>
          <a:bodyPr>
            <a:noAutofit/>
          </a:bodyPr>
          <a:lstStyle>
            <a:lvl1pPr marL="0" indent="0" rtl="0">
              <a:lnSpc>
                <a:spcPct val="100000"/>
              </a:lnSpc>
              <a:buNone/>
              <a:defRPr sz="1400" b="1" cap="all" baseline="0">
                <a:solidFill>
                  <a:schemeClr val="bg1"/>
                </a:solidFill>
              </a:defRPr>
            </a:lvl1pPr>
          </a:lstStyle>
          <a:p>
            <a:pPr lvl="0"/>
            <a:r>
              <a:rPr lang="en-US" dirty="0"/>
              <a:t>Category 3</a:t>
            </a:r>
          </a:p>
        </p:txBody>
      </p:sp>
      <p:sp>
        <p:nvSpPr>
          <p:cNvPr id="26" name="Textplatzhalter 16">
            <a:extLst>
              <a:ext uri="{FF2B5EF4-FFF2-40B4-BE49-F238E27FC236}">
                <a16:creationId xmlns:a16="http://schemas.microsoft.com/office/drawing/2014/main" id="{EBC5DC18-F45D-484B-99C2-E4D52B69F658}"/>
              </a:ext>
            </a:extLst>
          </p:cNvPr>
          <p:cNvSpPr>
            <a:spLocks noGrp="1"/>
          </p:cNvSpPr>
          <p:nvPr>
            <p:ph type="body" sz="quarter" idx="17" hasCustomPrompt="1"/>
          </p:nvPr>
        </p:nvSpPr>
        <p:spPr bwMode="gray">
          <a:xfrm>
            <a:off x="3850878" y="1911350"/>
            <a:ext cx="1447800" cy="2466975"/>
          </a:xfrm>
        </p:spPr>
        <p:txBody>
          <a:bodyPr>
            <a:noAutofit/>
          </a:bodyPr>
          <a:lstStyle>
            <a:lvl1pPr marL="0" indent="0" rtl="0">
              <a:spcAft>
                <a:spcPts val="900"/>
              </a:spcAft>
              <a:buNone/>
              <a:tabLst>
                <a:tab pos="723900" algn="l"/>
              </a:tabLst>
              <a:defRPr sz="14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30" name="Textplatzhalter 12">
            <a:extLst>
              <a:ext uri="{FF2B5EF4-FFF2-40B4-BE49-F238E27FC236}">
                <a16:creationId xmlns:a16="http://schemas.microsoft.com/office/drawing/2014/main" id="{3CE7AE54-6D0D-3CE5-41E0-4CC80C24434D}"/>
              </a:ext>
            </a:extLst>
          </p:cNvPr>
          <p:cNvSpPr>
            <a:spLocks noGrp="1"/>
          </p:cNvSpPr>
          <p:nvPr>
            <p:ph type="body" sz="quarter" idx="18" hasCustomPrompt="1"/>
          </p:nvPr>
        </p:nvSpPr>
        <p:spPr bwMode="gray">
          <a:xfrm>
            <a:off x="5619254" y="1498600"/>
            <a:ext cx="1447800" cy="251094"/>
          </a:xfrm>
        </p:spPr>
        <p:txBody>
          <a:bodyPr>
            <a:noAutofit/>
          </a:bodyPr>
          <a:lstStyle>
            <a:lvl1pPr marL="0" indent="0" rtl="0">
              <a:lnSpc>
                <a:spcPct val="100000"/>
              </a:lnSpc>
              <a:buNone/>
              <a:defRPr sz="1400" b="1" cap="all" baseline="0">
                <a:solidFill>
                  <a:schemeClr val="bg1"/>
                </a:solidFill>
              </a:defRPr>
            </a:lvl1pPr>
          </a:lstStyle>
          <a:p>
            <a:pPr lvl="0"/>
            <a:r>
              <a:rPr lang="en-US" dirty="0"/>
              <a:t>Category 4</a:t>
            </a:r>
          </a:p>
        </p:txBody>
      </p:sp>
      <p:sp>
        <p:nvSpPr>
          <p:cNvPr id="31" name="Textplatzhalter 16">
            <a:extLst>
              <a:ext uri="{FF2B5EF4-FFF2-40B4-BE49-F238E27FC236}">
                <a16:creationId xmlns:a16="http://schemas.microsoft.com/office/drawing/2014/main" id="{86F0B5B2-D93A-A803-4782-3186BCD252CE}"/>
              </a:ext>
            </a:extLst>
          </p:cNvPr>
          <p:cNvSpPr>
            <a:spLocks noGrp="1"/>
          </p:cNvSpPr>
          <p:nvPr>
            <p:ph type="body" sz="quarter" idx="19" hasCustomPrompt="1"/>
          </p:nvPr>
        </p:nvSpPr>
        <p:spPr bwMode="gray">
          <a:xfrm>
            <a:off x="5619254" y="1911349"/>
            <a:ext cx="1447800" cy="2466975"/>
          </a:xfrm>
        </p:spPr>
        <p:txBody>
          <a:bodyPr>
            <a:noAutofit/>
          </a:bodyPr>
          <a:lstStyle>
            <a:lvl1pPr marL="0" indent="0" rtl="0">
              <a:spcAft>
                <a:spcPts val="900"/>
              </a:spcAft>
              <a:buNone/>
              <a:tabLst>
                <a:tab pos="723900" algn="l"/>
              </a:tabLst>
              <a:defRPr sz="14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32" name="Textplatzhalter 12">
            <a:extLst>
              <a:ext uri="{FF2B5EF4-FFF2-40B4-BE49-F238E27FC236}">
                <a16:creationId xmlns:a16="http://schemas.microsoft.com/office/drawing/2014/main" id="{C2FD2604-576A-5D04-1FC5-EC6651924818}"/>
              </a:ext>
            </a:extLst>
          </p:cNvPr>
          <p:cNvSpPr>
            <a:spLocks noGrp="1"/>
          </p:cNvSpPr>
          <p:nvPr>
            <p:ph type="body" sz="quarter" idx="20" hasCustomPrompt="1"/>
          </p:nvPr>
        </p:nvSpPr>
        <p:spPr bwMode="gray">
          <a:xfrm>
            <a:off x="7393633" y="1498600"/>
            <a:ext cx="1447800" cy="251094"/>
          </a:xfrm>
        </p:spPr>
        <p:txBody>
          <a:bodyPr>
            <a:noAutofit/>
          </a:bodyPr>
          <a:lstStyle>
            <a:lvl1pPr marL="0" indent="0" rtl="0">
              <a:lnSpc>
                <a:spcPct val="100000"/>
              </a:lnSpc>
              <a:buNone/>
              <a:defRPr sz="1400" b="1" cap="all" baseline="0">
                <a:solidFill>
                  <a:schemeClr val="bg1"/>
                </a:solidFill>
              </a:defRPr>
            </a:lvl1pPr>
          </a:lstStyle>
          <a:p>
            <a:pPr lvl="0"/>
            <a:r>
              <a:rPr lang="en-US" dirty="0"/>
              <a:t>Category 5</a:t>
            </a:r>
          </a:p>
        </p:txBody>
      </p:sp>
      <p:sp>
        <p:nvSpPr>
          <p:cNvPr id="33" name="Textplatzhalter 16">
            <a:extLst>
              <a:ext uri="{FF2B5EF4-FFF2-40B4-BE49-F238E27FC236}">
                <a16:creationId xmlns:a16="http://schemas.microsoft.com/office/drawing/2014/main" id="{DFF3E3DD-53BE-A21A-0CC1-229C83FF6F89}"/>
              </a:ext>
            </a:extLst>
          </p:cNvPr>
          <p:cNvSpPr>
            <a:spLocks noGrp="1"/>
          </p:cNvSpPr>
          <p:nvPr>
            <p:ph type="body" sz="quarter" idx="21" hasCustomPrompt="1"/>
          </p:nvPr>
        </p:nvSpPr>
        <p:spPr bwMode="gray">
          <a:xfrm>
            <a:off x="7393633" y="1911349"/>
            <a:ext cx="1447800" cy="2466975"/>
          </a:xfrm>
        </p:spPr>
        <p:txBody>
          <a:bodyPr>
            <a:noAutofit/>
          </a:bodyPr>
          <a:lstStyle>
            <a:lvl1pPr marL="0" indent="0" rtl="0">
              <a:spcAft>
                <a:spcPts val="900"/>
              </a:spcAft>
              <a:buNone/>
              <a:tabLst>
                <a:tab pos="723900" algn="l"/>
              </a:tabLst>
              <a:defRPr sz="14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Tree>
    <p:extLst>
      <p:ext uri="{BB962C8B-B14F-4D97-AF65-F5344CB8AC3E}">
        <p14:creationId xmlns:p14="http://schemas.microsoft.com/office/powerpoint/2010/main" val="17334899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genda red, 3 columns">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2E814652-240D-4F3F-B8D8-CF0E1C51C876}"/>
              </a:ext>
            </a:extLst>
          </p:cNvPr>
          <p:cNvGraphicFramePr>
            <a:graphicFrameLocks noChangeAspect="1"/>
          </p:cNvGraphicFramePr>
          <p:nvPr userDrawn="1">
            <p:custDataLst>
              <p:tags r:id="rId1"/>
            </p:custDataLst>
            <p:extLst>
              <p:ext uri="{D42A27DB-BD31-4B8C-83A1-F6EECF244321}">
                <p14:modId xmlns:p14="http://schemas.microsoft.com/office/powerpoint/2010/main" val="302244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2E814652-240D-4F3F-B8D8-CF0E1C51C8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hteck 8">
            <a:extLst>
              <a:ext uri="{FF2B5EF4-FFF2-40B4-BE49-F238E27FC236}">
                <a16:creationId xmlns:a16="http://schemas.microsoft.com/office/drawing/2014/main" id="{4F31E03E-0B84-42DF-96D6-866220F9066A}"/>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887A679F-C7D2-4BA6-A63E-287E73B66795}"/>
              </a:ext>
            </a:extLst>
          </p:cNvPr>
          <p:cNvSpPr>
            <a:spLocks noGrp="1"/>
          </p:cNvSpPr>
          <p:nvPr>
            <p:ph type="title" hasCustomPrompt="1"/>
          </p:nvPr>
        </p:nvSpPr>
        <p:spPr bwMode="gray"/>
        <p:txBody>
          <a:bodyPr vert="horz"/>
          <a:lstStyle>
            <a:lvl1pPr rtl="0">
              <a:defRPr>
                <a:solidFill>
                  <a:schemeClr val="bg1"/>
                </a:solidFill>
              </a:defRPr>
            </a:lvl1pPr>
          </a:lstStyle>
          <a:p>
            <a:r>
              <a:rPr lang="en-US" noProof="0" dirty="0"/>
              <a:t>Agenda, Segoe UI, 24pt</a:t>
            </a:r>
            <a:endParaRPr lang="en-US" dirty="0"/>
          </a:p>
        </p:txBody>
      </p:sp>
      <p:sp>
        <p:nvSpPr>
          <p:cNvPr id="3" name="Fußzeilenplatzhalter 2">
            <a:extLst>
              <a:ext uri="{FF2B5EF4-FFF2-40B4-BE49-F238E27FC236}">
                <a16:creationId xmlns:a16="http://schemas.microsoft.com/office/drawing/2014/main" id="{0DF1B3BC-E1C5-495F-B01F-658F5D13A248}"/>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3C9B6B11-6DED-47D3-B608-B7871E838D7D}"/>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11" name="Grafik 8">
            <a:extLst>
              <a:ext uri="{FF2B5EF4-FFF2-40B4-BE49-F238E27FC236}">
                <a16:creationId xmlns:a16="http://schemas.microsoft.com/office/drawing/2014/main" id="{84B4407D-2B3F-4077-A520-E90EBFC11948}"/>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17" name="Textplatzhalter 16">
            <a:extLst>
              <a:ext uri="{FF2B5EF4-FFF2-40B4-BE49-F238E27FC236}">
                <a16:creationId xmlns:a16="http://schemas.microsoft.com/office/drawing/2014/main" id="{E27D352A-1990-4E23-B2FC-3A6ECBA037F3}"/>
              </a:ext>
            </a:extLst>
          </p:cNvPr>
          <p:cNvSpPr>
            <a:spLocks noGrp="1"/>
          </p:cNvSpPr>
          <p:nvPr>
            <p:ph type="body" sz="quarter" idx="13" hasCustomPrompt="1"/>
          </p:nvPr>
        </p:nvSpPr>
        <p:spPr bwMode="gray">
          <a:xfrm>
            <a:off x="300038" y="1492251"/>
            <a:ext cx="2171700" cy="2879724"/>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21" name="Textplatzhalter 20">
            <a:extLst>
              <a:ext uri="{FF2B5EF4-FFF2-40B4-BE49-F238E27FC236}">
                <a16:creationId xmlns:a16="http://schemas.microsoft.com/office/drawing/2014/main" id="{91EE2EFD-A7A9-4EBA-AB73-3F7AC5BF723E}"/>
              </a:ext>
            </a:extLst>
          </p:cNvPr>
          <p:cNvSpPr>
            <a:spLocks noGrp="1"/>
          </p:cNvSpPr>
          <p:nvPr>
            <p:ph type="body" sz="quarter" idx="15" hasCustomPrompt="1"/>
          </p:nvPr>
        </p:nvSpPr>
        <p:spPr bwMode="gray">
          <a:xfrm>
            <a:off x="3195638" y="1492251"/>
            <a:ext cx="2176462" cy="2879724"/>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25" name="Textplatzhalter 24">
            <a:extLst>
              <a:ext uri="{FF2B5EF4-FFF2-40B4-BE49-F238E27FC236}">
                <a16:creationId xmlns:a16="http://schemas.microsoft.com/office/drawing/2014/main" id="{66E84559-1973-4240-B47D-733F095B8706}"/>
              </a:ext>
            </a:extLst>
          </p:cNvPr>
          <p:cNvSpPr>
            <a:spLocks noGrp="1"/>
          </p:cNvSpPr>
          <p:nvPr>
            <p:ph type="body" sz="quarter" idx="17" hasCustomPrompt="1"/>
          </p:nvPr>
        </p:nvSpPr>
        <p:spPr bwMode="gray">
          <a:xfrm>
            <a:off x="6096000" y="1492251"/>
            <a:ext cx="2174875" cy="2879724"/>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Tree>
    <p:extLst>
      <p:ext uri="{BB962C8B-B14F-4D97-AF65-F5344CB8AC3E}">
        <p14:creationId xmlns:p14="http://schemas.microsoft.com/office/powerpoint/2010/main" val="15350109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0AB7100B-7991-48A5-9EB9-E14CDAF8858C}"/>
              </a:ext>
            </a:extLst>
          </p:cNvPr>
          <p:cNvGraphicFramePr>
            <a:graphicFrameLocks noChangeAspect="1"/>
          </p:cNvGraphicFramePr>
          <p:nvPr userDrawn="1">
            <p:custDataLst>
              <p:tags r:id="rId1"/>
            </p:custDataLst>
            <p:extLst>
              <p:ext uri="{D42A27DB-BD31-4B8C-83A1-F6EECF244321}">
                <p14:modId xmlns:p14="http://schemas.microsoft.com/office/powerpoint/2010/main" val="29074864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7" name="Titel 6">
            <a:extLst>
              <a:ext uri="{FF2B5EF4-FFF2-40B4-BE49-F238E27FC236}">
                <a16:creationId xmlns:a16="http://schemas.microsoft.com/office/drawing/2014/main" id="{FAEC7E7D-A48B-4845-9B3C-BCF4ED6EBA7E}"/>
              </a:ext>
            </a:extLst>
          </p:cNvPr>
          <p:cNvSpPr>
            <a:spLocks noGrp="1"/>
          </p:cNvSpPr>
          <p:nvPr>
            <p:ph type="title" hasCustomPrompt="1"/>
          </p:nvPr>
        </p:nvSpPr>
        <p:spPr/>
        <p:txBody>
          <a:bodyPr/>
          <a:lstStyle>
            <a:lvl1pPr>
              <a:defRPr/>
            </a:lvl1pPr>
          </a:lstStyle>
          <a:p>
            <a:r>
              <a:rPr lang="en-US" dirty="0"/>
              <a:t>Slide Title, Segoe UI, 24pt</a:t>
            </a:r>
            <a:br>
              <a:rPr lang="en-US" dirty="0"/>
            </a:br>
            <a:r>
              <a:rPr lang="en-US" dirty="0"/>
              <a:t>Max. 2 Lines</a:t>
            </a:r>
          </a:p>
        </p:txBody>
      </p:sp>
    </p:spTree>
    <p:extLst>
      <p:ext uri="{BB962C8B-B14F-4D97-AF65-F5344CB8AC3E}">
        <p14:creationId xmlns:p14="http://schemas.microsoft.com/office/powerpoint/2010/main" val="18389829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only, re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0AB7100B-7991-48A5-9EB9-E14CDAF8858C}"/>
              </a:ext>
            </a:extLst>
          </p:cNvPr>
          <p:cNvGraphicFramePr>
            <a:graphicFrameLocks noChangeAspect="1"/>
          </p:cNvGraphicFramePr>
          <p:nvPr userDrawn="1">
            <p:custDataLst>
              <p:tags r:id="rId1"/>
            </p:custDataLst>
            <p:extLst>
              <p:ext uri="{D42A27DB-BD31-4B8C-83A1-F6EECF244321}">
                <p14:modId xmlns:p14="http://schemas.microsoft.com/office/powerpoint/2010/main" val="28542482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0AB7100B-7991-48A5-9EB9-E14CDAF8858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hteck 7">
            <a:extLst>
              <a:ext uri="{FF2B5EF4-FFF2-40B4-BE49-F238E27FC236}">
                <a16:creationId xmlns:a16="http://schemas.microsoft.com/office/drawing/2014/main" id="{4A0FEDB5-55F9-4E87-8B03-149544ABDF68}"/>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solidFill>
                  <a:schemeClr val="bg1"/>
                </a:solidFill>
              </a:defRPr>
            </a:lvl1pPr>
          </a:lstStyle>
          <a:p>
            <a:fld id="{54413C03-D129-4B04-B289-283874789DC0}" type="slidenum">
              <a:rPr lang="en-US" smtClean="0"/>
              <a:pPr/>
              <a:t>‹#›</a:t>
            </a:fld>
            <a:endParaRPr lang="en-US" dirty="0"/>
          </a:p>
        </p:txBody>
      </p:sp>
      <p:sp>
        <p:nvSpPr>
          <p:cNvPr id="7" name="Titel 6">
            <a:extLst>
              <a:ext uri="{FF2B5EF4-FFF2-40B4-BE49-F238E27FC236}">
                <a16:creationId xmlns:a16="http://schemas.microsoft.com/office/drawing/2014/main" id="{FAEC7E7D-A48B-4845-9B3C-BCF4ED6EBA7E}"/>
              </a:ext>
            </a:extLst>
          </p:cNvPr>
          <p:cNvSpPr>
            <a:spLocks noGrp="1"/>
          </p:cNvSpPr>
          <p:nvPr>
            <p:ph type="title" hasCustomPrompt="1"/>
          </p:nvPr>
        </p:nvSpPr>
        <p:spPr/>
        <p:txBody>
          <a:bodyPr vert="horz"/>
          <a:lstStyle>
            <a:lvl1pPr>
              <a:defRPr>
                <a:solidFill>
                  <a:schemeClr val="bg1"/>
                </a:solidFill>
              </a:defRPr>
            </a:lvl1pPr>
          </a:lstStyle>
          <a:p>
            <a:r>
              <a:rPr lang="en-US" dirty="0"/>
              <a:t>Slide Title, Segoe UI, 24pt</a:t>
            </a:r>
            <a:br>
              <a:rPr lang="en-US" dirty="0"/>
            </a:br>
            <a:r>
              <a:rPr lang="en-US" dirty="0"/>
              <a:t>Max. 2 Lines</a:t>
            </a:r>
          </a:p>
        </p:txBody>
      </p:sp>
      <p:sp>
        <p:nvSpPr>
          <p:cNvPr id="9" name="Grafik 8">
            <a:extLst>
              <a:ext uri="{FF2B5EF4-FFF2-40B4-BE49-F238E27FC236}">
                <a16:creationId xmlns:a16="http://schemas.microsoft.com/office/drawing/2014/main" id="{E090A17D-1ADA-4C44-BB80-67CAA3C46B3E}"/>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4390086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1 column">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1ABC2A01-E2BE-4156-8757-2C2BD7738EA8}"/>
              </a:ext>
            </a:extLst>
          </p:cNvPr>
          <p:cNvGraphicFramePr>
            <a:graphicFrameLocks noChangeAspect="1"/>
          </p:cNvGraphicFramePr>
          <p:nvPr userDrawn="1">
            <p:custDataLst>
              <p:tags r:id="rId1"/>
            </p:custDataLst>
            <p:extLst>
              <p:ext uri="{D42A27DB-BD31-4B8C-83A1-F6EECF244321}">
                <p14:modId xmlns:p14="http://schemas.microsoft.com/office/powerpoint/2010/main" val="39591688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a:xfrm>
            <a:off x="300038" y="1492250"/>
            <a:ext cx="7091362" cy="188321"/>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a:xfrm>
            <a:off x="300038" y="1832971"/>
            <a:ext cx="7091362" cy="2539005"/>
          </a:xfrm>
        </p:spPr>
        <p:txBody>
          <a:bodyPr/>
          <a:lstStyle>
            <a:lvl1pPr marL="162000" indent="-162000" rtl="0">
              <a:buFont typeface="Wingdings" panose="05000000000000000000" pitchFamily="2" charset="2"/>
              <a:buChar char="§"/>
              <a:defRPr/>
            </a:lvl1pPr>
            <a:lvl2pPr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70872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1 column+ margin column">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1C2AE64E-F763-43E8-B948-FA922006A362}"/>
              </a:ext>
            </a:extLst>
          </p:cNvPr>
          <p:cNvGraphicFramePr>
            <a:graphicFrameLocks noChangeAspect="1"/>
          </p:cNvGraphicFramePr>
          <p:nvPr userDrawn="1">
            <p:custDataLst>
              <p:tags r:id="rId1"/>
            </p:custDataLst>
            <p:extLst>
              <p:ext uri="{D42A27DB-BD31-4B8C-83A1-F6EECF244321}">
                <p14:modId xmlns:p14="http://schemas.microsoft.com/office/powerpoint/2010/main" val="114444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hteck 11">
            <a:extLst>
              <a:ext uri="{FF2B5EF4-FFF2-40B4-BE49-F238E27FC236}">
                <a16:creationId xmlns:a16="http://schemas.microsoft.com/office/drawing/2014/main" id="{27E887E9-8CA6-4D4B-A36A-AC353E536CE1}"/>
              </a:ext>
            </a:extLst>
          </p:cNvPr>
          <p:cNvSpPr/>
          <p:nvPr userDrawn="1"/>
        </p:nvSpPr>
        <p:spPr bwMode="gray">
          <a:xfrm>
            <a:off x="6096000" y="0"/>
            <a:ext cx="3048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bwMode="gray">
          <a:xfrm>
            <a:off x="302420" y="303212"/>
            <a:ext cx="5641180" cy="615553"/>
          </a:xfrm>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bwMode="gray">
          <a:xfrm>
            <a:off x="300038" y="1492250"/>
            <a:ext cx="5641180" cy="398827"/>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bwMode="gray">
          <a:xfrm>
            <a:off x="300038" y="2040340"/>
            <a:ext cx="5641180" cy="2331636"/>
          </a:xfrm>
        </p:spPr>
        <p:txBody>
          <a:bodyPr/>
          <a:lstStyle>
            <a:lvl1pPr marL="162000" indent="-162000" rtl="0">
              <a:buFont typeface="Wingdings" panose="05000000000000000000" pitchFamily="2" charset="2"/>
              <a:buChar char="§"/>
              <a:defRPr/>
            </a:lvl1pPr>
            <a:lvl2pPr algn="l"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platzhalter 13">
            <a:extLst>
              <a:ext uri="{FF2B5EF4-FFF2-40B4-BE49-F238E27FC236}">
                <a16:creationId xmlns:a16="http://schemas.microsoft.com/office/drawing/2014/main" id="{C82EFB41-8EA9-455E-8500-4970A8B8DB19}"/>
              </a:ext>
            </a:extLst>
          </p:cNvPr>
          <p:cNvSpPr>
            <a:spLocks noGrp="1"/>
          </p:cNvSpPr>
          <p:nvPr>
            <p:ph type="body" sz="quarter" idx="14" hasCustomPrompt="1"/>
          </p:nvPr>
        </p:nvSpPr>
        <p:spPr bwMode="gray">
          <a:xfrm>
            <a:off x="6366681" y="275904"/>
            <a:ext cx="2474107" cy="188321"/>
          </a:xfrm>
        </p:spPr>
        <p:txBody>
          <a:bodyPr>
            <a:noAutofit/>
          </a:bodyPr>
          <a:lstStyle>
            <a:lvl1pPr marL="0" indent="0" rtl="0">
              <a:buClr>
                <a:schemeClr val="bg1"/>
              </a:buClr>
              <a:buNone/>
              <a:defRPr b="1">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Subtitle, Segoe UI, 12pt</a:t>
            </a:r>
          </a:p>
        </p:txBody>
      </p:sp>
      <p:sp>
        <p:nvSpPr>
          <p:cNvPr id="16" name="Textplatzhalter 15">
            <a:extLst>
              <a:ext uri="{FF2B5EF4-FFF2-40B4-BE49-F238E27FC236}">
                <a16:creationId xmlns:a16="http://schemas.microsoft.com/office/drawing/2014/main" id="{9DD6B41F-29EB-4B6E-8D5E-4D58DDEE9769}"/>
              </a:ext>
            </a:extLst>
          </p:cNvPr>
          <p:cNvSpPr>
            <a:spLocks noGrp="1"/>
          </p:cNvSpPr>
          <p:nvPr>
            <p:ph type="body" sz="quarter" idx="15" hasCustomPrompt="1"/>
          </p:nvPr>
        </p:nvSpPr>
        <p:spPr bwMode="gray">
          <a:xfrm>
            <a:off x="6366681" y="642938"/>
            <a:ext cx="2475694" cy="3729038"/>
          </a:xfrm>
        </p:spPr>
        <p:txBody>
          <a:bodyPr/>
          <a:lstStyle>
            <a:lvl1pPr marL="162000" indent="-162000" rtl="0">
              <a:buClr>
                <a:schemeClr val="bg1"/>
              </a:buClr>
              <a:buFont typeface="Wingdings" panose="05000000000000000000" pitchFamily="2" charset="2"/>
              <a:buChar char="§"/>
              <a:defRPr>
                <a:solidFill>
                  <a:schemeClr val="bg1"/>
                </a:solidFill>
              </a:defRPr>
            </a:lvl1pPr>
            <a:lvl2pPr rtl="0">
              <a:buClr>
                <a:schemeClr val="bg1"/>
              </a:buClr>
              <a:defRPr>
                <a:solidFill>
                  <a:schemeClr val="bg1"/>
                </a:solidFill>
              </a:defRPr>
            </a:lvl2pPr>
            <a:lvl3pPr rtl="0">
              <a:buClr>
                <a:schemeClr val="bg1"/>
              </a:buClr>
              <a:defRPr>
                <a:solidFill>
                  <a:schemeClr val="bg1"/>
                </a:solidFill>
              </a:defRPr>
            </a:lvl3pPr>
            <a:lvl4pPr marL="1296000" indent="0">
              <a:buClr>
                <a:schemeClr val="bg1"/>
              </a:buClr>
              <a:buNone/>
              <a:defRPr>
                <a:solidFill>
                  <a:schemeClr val="bg1"/>
                </a:solidFill>
              </a:defRPr>
            </a:lvl4pPr>
            <a:lvl5pPr>
              <a:buClr>
                <a:schemeClr val="bg1"/>
              </a:buClr>
              <a:defRPr>
                <a:solidFill>
                  <a:schemeClr val="bg1"/>
                </a:solidFill>
              </a:defRPr>
            </a:lvl5pPr>
          </a:lstStyle>
          <a:p>
            <a:pPr lvl="0"/>
            <a:r>
              <a:rPr lang="en-US" dirty="0"/>
              <a:t>First Level, Segoe UI, 12pt </a:t>
            </a:r>
          </a:p>
          <a:p>
            <a:pPr lvl="1"/>
            <a:r>
              <a:rPr lang="en-US" dirty="0"/>
              <a:t>Second Level</a:t>
            </a:r>
          </a:p>
          <a:p>
            <a:pPr lvl="2"/>
            <a:r>
              <a:rPr lang="en-US" dirty="0"/>
              <a:t>Third Level</a:t>
            </a:r>
          </a:p>
        </p:txBody>
      </p:sp>
      <p:sp>
        <p:nvSpPr>
          <p:cNvPr id="17" name="Grafik 8">
            <a:extLst>
              <a:ext uri="{FF2B5EF4-FFF2-40B4-BE49-F238E27FC236}">
                <a16:creationId xmlns:a16="http://schemas.microsoft.com/office/drawing/2014/main" id="{F64AAAB0-FA74-4B39-A2A7-034416132C8D}"/>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194535674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1 column+ margin column with picture">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D3AA824B-4E89-41EC-8BF6-3AD4211A37FF}"/>
              </a:ext>
            </a:extLst>
          </p:cNvPr>
          <p:cNvGraphicFramePr>
            <a:graphicFrameLocks noChangeAspect="1"/>
          </p:cNvGraphicFramePr>
          <p:nvPr userDrawn="1">
            <p:custDataLst>
              <p:tags r:id="rId1"/>
            </p:custDataLst>
            <p:extLst>
              <p:ext uri="{D42A27DB-BD31-4B8C-83A1-F6EECF244321}">
                <p14:modId xmlns:p14="http://schemas.microsoft.com/office/powerpoint/2010/main" val="4810875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hteck 11">
            <a:extLst>
              <a:ext uri="{FF2B5EF4-FFF2-40B4-BE49-F238E27FC236}">
                <a16:creationId xmlns:a16="http://schemas.microsoft.com/office/drawing/2014/main" id="{27E887E9-8CA6-4D4B-A36A-AC353E536CE1}"/>
              </a:ext>
            </a:extLst>
          </p:cNvPr>
          <p:cNvSpPr/>
          <p:nvPr userDrawn="1"/>
        </p:nvSpPr>
        <p:spPr bwMode="gray">
          <a:xfrm>
            <a:off x="6096000" y="0"/>
            <a:ext cx="3048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bwMode="gray">
          <a:xfrm>
            <a:off x="302420" y="303212"/>
            <a:ext cx="5641180" cy="615553"/>
          </a:xfrm>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bwMode="gray">
          <a:xfrm>
            <a:off x="300038" y="1492250"/>
            <a:ext cx="5641180" cy="398827"/>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bwMode="gray">
          <a:xfrm>
            <a:off x="300038" y="2040340"/>
            <a:ext cx="5641180" cy="2331636"/>
          </a:xfrm>
        </p:spPr>
        <p:txBody>
          <a:bodyPr/>
          <a:lstStyle>
            <a:lvl1pPr marL="162000" indent="-162000" rtl="0">
              <a:buFont typeface="Wingdings" panose="05000000000000000000" pitchFamily="2" charset="2"/>
              <a:buChar char="§"/>
              <a:defRPr/>
            </a:lvl1pPr>
            <a:lvl2pPr algn="l"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Grafik 8">
            <a:extLst>
              <a:ext uri="{FF2B5EF4-FFF2-40B4-BE49-F238E27FC236}">
                <a16:creationId xmlns:a16="http://schemas.microsoft.com/office/drawing/2014/main" id="{F64AAAB0-FA74-4B39-A2A7-034416132C8D}"/>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6" name="Bildplatzhalter 5">
            <a:extLst>
              <a:ext uri="{FF2B5EF4-FFF2-40B4-BE49-F238E27FC236}">
                <a16:creationId xmlns:a16="http://schemas.microsoft.com/office/drawing/2014/main" id="{CA6A4363-F616-4407-B686-AA221CB705E8}"/>
              </a:ext>
            </a:extLst>
          </p:cNvPr>
          <p:cNvSpPr>
            <a:spLocks noGrp="1"/>
          </p:cNvSpPr>
          <p:nvPr>
            <p:ph type="pic" sz="quarter" idx="16" hasCustomPrompt="1"/>
          </p:nvPr>
        </p:nvSpPr>
        <p:spPr bwMode="gray">
          <a:xfrm>
            <a:off x="6096000" y="0"/>
            <a:ext cx="3048000" cy="2572544"/>
          </a:xfrm>
          <a:solidFill>
            <a:schemeClr val="bg1"/>
          </a:solidFill>
        </p:spPr>
        <p:txBody>
          <a:bodyPr/>
          <a:lstStyle>
            <a:lvl1pPr marL="0" indent="0" rtl="0">
              <a:buNone/>
              <a:defRPr/>
            </a:lvl1pPr>
          </a:lstStyle>
          <a:p>
            <a:r>
              <a:rPr lang="en-US" dirty="0"/>
              <a:t>Insert image from file by clicking on the icon</a:t>
            </a:r>
          </a:p>
        </p:txBody>
      </p:sp>
      <p:sp>
        <p:nvSpPr>
          <p:cNvPr id="14" name="Textplatzhalter 13">
            <a:extLst>
              <a:ext uri="{FF2B5EF4-FFF2-40B4-BE49-F238E27FC236}">
                <a16:creationId xmlns:a16="http://schemas.microsoft.com/office/drawing/2014/main" id="{C82EFB41-8EA9-455E-8500-4970A8B8DB19}"/>
              </a:ext>
            </a:extLst>
          </p:cNvPr>
          <p:cNvSpPr>
            <a:spLocks noGrp="1"/>
          </p:cNvSpPr>
          <p:nvPr>
            <p:ph type="body" sz="quarter" idx="14" hasCustomPrompt="1"/>
          </p:nvPr>
        </p:nvSpPr>
        <p:spPr bwMode="gray">
          <a:xfrm>
            <a:off x="6366681" y="2816698"/>
            <a:ext cx="2474107" cy="188321"/>
          </a:xfrm>
        </p:spPr>
        <p:txBody>
          <a:bodyPr>
            <a:noAutofit/>
          </a:bodyPr>
          <a:lstStyle>
            <a:lvl1pPr marL="0" indent="0" rtl="0">
              <a:buClr>
                <a:schemeClr val="bg1"/>
              </a:buClr>
              <a:buNone/>
              <a:defRPr b="1">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Subtitle, Segoe UI, 12pt</a:t>
            </a:r>
          </a:p>
        </p:txBody>
      </p:sp>
      <p:sp>
        <p:nvSpPr>
          <p:cNvPr id="16" name="Textplatzhalter 15">
            <a:extLst>
              <a:ext uri="{FF2B5EF4-FFF2-40B4-BE49-F238E27FC236}">
                <a16:creationId xmlns:a16="http://schemas.microsoft.com/office/drawing/2014/main" id="{9DD6B41F-29EB-4B6E-8D5E-4D58DDEE9769}"/>
              </a:ext>
            </a:extLst>
          </p:cNvPr>
          <p:cNvSpPr>
            <a:spLocks noGrp="1"/>
          </p:cNvSpPr>
          <p:nvPr>
            <p:ph type="body" sz="quarter" idx="15" hasCustomPrompt="1"/>
          </p:nvPr>
        </p:nvSpPr>
        <p:spPr bwMode="gray">
          <a:xfrm>
            <a:off x="6366681" y="3183732"/>
            <a:ext cx="2475694" cy="1188244"/>
          </a:xfrm>
        </p:spPr>
        <p:txBody>
          <a:bodyPr/>
          <a:lstStyle>
            <a:lvl1pPr marL="162000" indent="-162000" rtl="0">
              <a:buClr>
                <a:schemeClr val="bg1"/>
              </a:buClr>
              <a:buFont typeface="Wingdings" panose="05000000000000000000" pitchFamily="2" charset="2"/>
              <a:buChar char="§"/>
              <a:defRPr>
                <a:solidFill>
                  <a:schemeClr val="bg1"/>
                </a:solidFill>
              </a:defRPr>
            </a:lvl1pPr>
            <a:lvl2pPr rtl="0">
              <a:buClr>
                <a:schemeClr val="bg1"/>
              </a:buClr>
              <a:defRPr>
                <a:solidFill>
                  <a:schemeClr val="bg1"/>
                </a:solidFill>
              </a:defRPr>
            </a:lvl2pPr>
            <a:lvl3pPr rtl="0">
              <a:buClr>
                <a:schemeClr val="bg1"/>
              </a:buClr>
              <a:defRPr>
                <a:solidFill>
                  <a:schemeClr val="bg1"/>
                </a:solidFill>
              </a:defRPr>
            </a:lvl3pPr>
            <a:lvl4pPr marL="1296000" indent="0">
              <a:buClr>
                <a:schemeClr val="bg1"/>
              </a:buClr>
              <a:buNone/>
              <a:defRPr>
                <a:solidFill>
                  <a:schemeClr val="bg1"/>
                </a:solidFill>
              </a:defRPr>
            </a:lvl4pPr>
            <a:lvl5pPr>
              <a:buClr>
                <a:schemeClr val="bg1"/>
              </a:buClr>
              <a:defRPr>
                <a:solidFill>
                  <a:schemeClr val="bg1"/>
                </a:solidFill>
              </a:defRPr>
            </a:lvl5pPr>
          </a:lstStyle>
          <a:p>
            <a:pPr lvl="0"/>
            <a:r>
              <a:rPr lang="en-US" dirty="0"/>
              <a:t>First Level, Segoe UI, 12pt </a:t>
            </a:r>
          </a:p>
          <a:p>
            <a:pPr lvl="1"/>
            <a:r>
              <a:rPr lang="en-US" dirty="0"/>
              <a:t>Second Level</a:t>
            </a:r>
          </a:p>
          <a:p>
            <a:pPr lvl="2"/>
            <a:r>
              <a:rPr lang="en-US" dirty="0"/>
              <a:t>Third Level</a:t>
            </a:r>
          </a:p>
        </p:txBody>
      </p:sp>
    </p:spTree>
    <p:extLst>
      <p:ext uri="{BB962C8B-B14F-4D97-AF65-F5344CB8AC3E}">
        <p14:creationId xmlns:p14="http://schemas.microsoft.com/office/powerpoint/2010/main" val="2992656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2 columns + picture">
    <p:spTree>
      <p:nvGrpSpPr>
        <p:cNvPr id="1" name=""/>
        <p:cNvGrpSpPr/>
        <p:nvPr/>
      </p:nvGrpSpPr>
      <p:grpSpPr>
        <a:xfrm>
          <a:off x="0" y="0"/>
          <a:ext cx="0" cy="0"/>
          <a:chOff x="0" y="0"/>
          <a:chExt cx="0" cy="0"/>
        </a:xfrm>
      </p:grpSpPr>
      <p:graphicFrame>
        <p:nvGraphicFramePr>
          <p:cNvPr id="10" name="Objekt 9" hidden="1">
            <a:extLst>
              <a:ext uri="{FF2B5EF4-FFF2-40B4-BE49-F238E27FC236}">
                <a16:creationId xmlns:a16="http://schemas.microsoft.com/office/drawing/2014/main" id="{02337D2E-40FD-4DFC-A64D-11F24C4DE632}"/>
              </a:ext>
            </a:extLst>
          </p:cNvPr>
          <p:cNvGraphicFramePr>
            <a:graphicFrameLocks noChangeAspect="1"/>
          </p:cNvGraphicFramePr>
          <p:nvPr userDrawn="1">
            <p:custDataLst>
              <p:tags r:id="rId1"/>
            </p:custDataLst>
            <p:extLst>
              <p:ext uri="{D42A27DB-BD31-4B8C-83A1-F6EECF244321}">
                <p14:modId xmlns:p14="http://schemas.microsoft.com/office/powerpoint/2010/main" val="28729569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a:xfrm>
            <a:off x="302420" y="303212"/>
            <a:ext cx="5641180" cy="615553"/>
          </a:xfrm>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a:xfrm>
            <a:off x="300038" y="1492250"/>
            <a:ext cx="5641180" cy="398827"/>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a:xfrm>
            <a:off x="300038" y="2040340"/>
            <a:ext cx="2743200" cy="2331636"/>
          </a:xfrm>
        </p:spPr>
        <p:txBody>
          <a:bodyPr/>
          <a:lstStyle>
            <a:lvl1pPr marL="162000" indent="-162000" rtl="0">
              <a:buFont typeface="Wingdings" panose="05000000000000000000" pitchFamily="2" charset="2"/>
              <a:buChar char="§"/>
              <a:defRPr/>
            </a:lvl1pPr>
            <a:lvl2pPr algn="l"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Bildplatzhalter 5">
            <a:extLst>
              <a:ext uri="{FF2B5EF4-FFF2-40B4-BE49-F238E27FC236}">
                <a16:creationId xmlns:a16="http://schemas.microsoft.com/office/drawing/2014/main" id="{CA6A4363-F616-4407-B686-AA221CB705E8}"/>
              </a:ext>
            </a:extLst>
          </p:cNvPr>
          <p:cNvSpPr>
            <a:spLocks noGrp="1"/>
          </p:cNvSpPr>
          <p:nvPr>
            <p:ph type="pic" sz="quarter" idx="16" hasCustomPrompt="1"/>
          </p:nvPr>
        </p:nvSpPr>
        <p:spPr>
          <a:xfrm>
            <a:off x="6819900" y="0"/>
            <a:ext cx="2324100" cy="5145088"/>
          </a:xfrm>
          <a:solidFill>
            <a:schemeClr val="bg1"/>
          </a:solidFill>
        </p:spPr>
        <p:txBody>
          <a:bodyPr/>
          <a:lstStyle>
            <a:lvl1pPr marL="0" indent="0" rtl="0">
              <a:buNone/>
              <a:defRPr/>
            </a:lvl1pPr>
          </a:lstStyle>
          <a:p>
            <a:r>
              <a:rPr lang="en-US" dirty="0"/>
              <a:t>Insert image from file by clicking on the icon</a:t>
            </a:r>
          </a:p>
        </p:txBody>
      </p:sp>
      <p:sp>
        <p:nvSpPr>
          <p:cNvPr id="8" name="Textplatzhalter 7">
            <a:extLst>
              <a:ext uri="{FF2B5EF4-FFF2-40B4-BE49-F238E27FC236}">
                <a16:creationId xmlns:a16="http://schemas.microsoft.com/office/drawing/2014/main" id="{F457BE55-A82C-43C5-BC22-EC149179F210}"/>
              </a:ext>
            </a:extLst>
          </p:cNvPr>
          <p:cNvSpPr>
            <a:spLocks noGrp="1"/>
          </p:cNvSpPr>
          <p:nvPr>
            <p:ph type="body" sz="quarter" idx="17" hasCustomPrompt="1"/>
          </p:nvPr>
        </p:nvSpPr>
        <p:spPr>
          <a:xfrm>
            <a:off x="3195638" y="2040339"/>
            <a:ext cx="2743200" cy="2331635"/>
          </a:xfrm>
        </p:spPr>
        <p:txBody>
          <a:bodyPr/>
          <a:lstStyle>
            <a:lvl1pPr marL="162000" indent="-162000" rtl="0">
              <a:buFont typeface="Wingdings" panose="05000000000000000000" pitchFamily="2" charset="2"/>
              <a:buChar char="§"/>
              <a:defRPr/>
            </a:lvl1pPr>
            <a:lvl2pPr rtl="0">
              <a:defRPr/>
            </a:lvl2pPr>
            <a:lvl3pPr rtl="0">
              <a:defRPr/>
            </a:lvl3pPr>
            <a:lvl4pPr rtl="0">
              <a:defRPr/>
            </a:lvl4pPr>
            <a:lvl5pPr rtl="0">
              <a:defRPr/>
            </a:lvl5pPr>
          </a:lstStyle>
          <a:p>
            <a:pPr lvl="0"/>
            <a:r>
              <a:rPr lang="en-US" dirty="0"/>
              <a:t>First Level, Segoe UI, 12pt </a:t>
            </a:r>
          </a:p>
          <a:p>
            <a:pPr lvl="1"/>
            <a:r>
              <a:rPr lang="en-US" dirty="0"/>
              <a:t>Second Ebene</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15174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1 column + picture">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B2BA29D9-2E45-4D20-9CC6-912FB35995D3}"/>
              </a:ext>
            </a:extLst>
          </p:cNvPr>
          <p:cNvGraphicFramePr>
            <a:graphicFrameLocks noChangeAspect="1"/>
          </p:cNvGraphicFramePr>
          <p:nvPr userDrawn="1">
            <p:custDataLst>
              <p:tags r:id="rId1"/>
            </p:custDataLst>
            <p:extLst>
              <p:ext uri="{D42A27DB-BD31-4B8C-83A1-F6EECF244321}">
                <p14:modId xmlns:p14="http://schemas.microsoft.com/office/powerpoint/2010/main" val="2144451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Bildplatzhalter 5">
            <a:extLst>
              <a:ext uri="{FF2B5EF4-FFF2-40B4-BE49-F238E27FC236}">
                <a16:creationId xmlns:a16="http://schemas.microsoft.com/office/drawing/2014/main" id="{1B1C7942-B3D3-4A92-ADA0-4EE61A866B61}"/>
              </a:ext>
            </a:extLst>
          </p:cNvPr>
          <p:cNvSpPr>
            <a:spLocks noGrp="1"/>
          </p:cNvSpPr>
          <p:nvPr>
            <p:ph type="pic" sz="quarter" idx="14" hasCustomPrompt="1"/>
          </p:nvPr>
        </p:nvSpPr>
        <p:spPr>
          <a:xfrm>
            <a:off x="4646612" y="0"/>
            <a:ext cx="4497387" cy="5145088"/>
          </a:xfrm>
          <a:solidFill>
            <a:schemeClr val="bg1"/>
          </a:solidFill>
        </p:spPr>
        <p:txBody>
          <a:bodyPr/>
          <a:lstStyle>
            <a:lvl1pPr marL="0" indent="0" rtl="0">
              <a:buNone/>
              <a:defRPr/>
            </a:lvl1pPr>
          </a:lstStyle>
          <a:p>
            <a:r>
              <a:rPr lang="en-US" dirty="0"/>
              <a:t>Insert image from file by clicking on the icon</a:t>
            </a:r>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a:xfrm>
            <a:off x="302420" y="303212"/>
            <a:ext cx="3919060" cy="615553"/>
          </a:xfrm>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a:xfrm>
            <a:off x="300038" y="1492250"/>
            <a:ext cx="3919060" cy="188321"/>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a:xfrm>
            <a:off x="300038" y="1832971"/>
            <a:ext cx="3919060" cy="2539005"/>
          </a:xfrm>
        </p:spPr>
        <p:txBody>
          <a:bodyPr/>
          <a:lstStyle>
            <a:lvl1pPr marL="162000" indent="-162000" rtl="0">
              <a:buFont typeface="Wingdings" panose="05000000000000000000" pitchFamily="2" charset="2"/>
              <a:buChar char="§"/>
              <a:defRPr/>
            </a:lvl1pPr>
            <a:lvl2pPr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6539264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full size">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558230CB-E2F4-40C5-9C78-3586D0387AE5}"/>
              </a:ext>
            </a:extLst>
          </p:cNvPr>
          <p:cNvGraphicFramePr>
            <a:graphicFrameLocks noChangeAspect="1"/>
          </p:cNvGraphicFramePr>
          <p:nvPr userDrawn="1">
            <p:custDataLst>
              <p:tags r:id="rId1"/>
            </p:custDataLst>
            <p:extLst>
              <p:ext uri="{D42A27DB-BD31-4B8C-83A1-F6EECF244321}">
                <p14:modId xmlns:p14="http://schemas.microsoft.com/office/powerpoint/2010/main" val="28010748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Bildplatzhalter 5">
            <a:extLst>
              <a:ext uri="{FF2B5EF4-FFF2-40B4-BE49-F238E27FC236}">
                <a16:creationId xmlns:a16="http://schemas.microsoft.com/office/drawing/2014/main" id="{92061ABB-95F0-4F98-908C-BBEE7A944E81}"/>
              </a:ext>
            </a:extLst>
          </p:cNvPr>
          <p:cNvSpPr>
            <a:spLocks noGrp="1"/>
          </p:cNvSpPr>
          <p:nvPr>
            <p:ph type="pic" sz="quarter" idx="12" hasCustomPrompt="1"/>
          </p:nvPr>
        </p:nvSpPr>
        <p:spPr>
          <a:xfrm>
            <a:off x="0" y="0"/>
            <a:ext cx="9144000" cy="5145088"/>
          </a:xfrm>
          <a:solidFill>
            <a:schemeClr val="bg2"/>
          </a:solidFill>
        </p:spPr>
        <p:txBody>
          <a:bodyPr/>
          <a:lstStyle>
            <a:lvl1pPr marL="0" indent="0" rtl="0">
              <a:buNone/>
              <a:defRPr/>
            </a:lvl1pPr>
          </a:lstStyle>
          <a:p>
            <a:r>
              <a:rPr lang="en-US" dirty="0"/>
              <a:t>Insert image from file by clicking on the icon</a:t>
            </a:r>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p:txBody>
          <a:bodyPr vert="horz"/>
          <a:lstStyle>
            <a:lvl1pPr rtl="0">
              <a:defRPr>
                <a:solidFill>
                  <a:schemeClr val="bg1"/>
                </a:solidFill>
              </a:defRPr>
            </a:lvl1pPr>
          </a:lstStyle>
          <a:p>
            <a:r>
              <a:rPr lang="en-US" dirty="0"/>
              <a:t>Slide Title, Segoe UI, 24pt</a:t>
            </a:r>
            <a:br>
              <a:rPr lang="en-US" dirty="0"/>
            </a:br>
            <a:r>
              <a:rPr lang="en-US" dirty="0"/>
              <a:t>Max. 2 Lines</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solidFill>
                  <a:schemeClr val="bg1"/>
                </a:solidFill>
              </a:defRPr>
            </a:lvl1pPr>
          </a:lstStyle>
          <a:p>
            <a:fld id="{54413C03-D129-4B04-B289-283874789DC0}" type="slidenum">
              <a:rPr lang="en-US" smtClean="0"/>
              <a:pPr/>
              <a:t>‹#›</a:t>
            </a:fld>
            <a:endParaRPr lang="en-US" dirty="0"/>
          </a:p>
        </p:txBody>
      </p:sp>
    </p:spTree>
    <p:extLst>
      <p:ext uri="{BB962C8B-B14F-4D97-AF65-F5344CB8AC3E}">
        <p14:creationId xmlns:p14="http://schemas.microsoft.com/office/powerpoint/2010/main" val="42936972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 pictures, 9:3">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7C1BA4EA-FFD8-48F8-8F25-E109FBD2465C}"/>
              </a:ext>
            </a:extLst>
          </p:cNvPr>
          <p:cNvGraphicFramePr>
            <a:graphicFrameLocks noChangeAspect="1"/>
          </p:cNvGraphicFramePr>
          <p:nvPr userDrawn="1">
            <p:custDataLst>
              <p:tags r:id="rId1"/>
            </p:custDataLst>
            <p:extLst>
              <p:ext uri="{D42A27DB-BD31-4B8C-83A1-F6EECF244321}">
                <p14:modId xmlns:p14="http://schemas.microsoft.com/office/powerpoint/2010/main" val="613965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Bildplatzhalter 5">
            <a:extLst>
              <a:ext uri="{FF2B5EF4-FFF2-40B4-BE49-F238E27FC236}">
                <a16:creationId xmlns:a16="http://schemas.microsoft.com/office/drawing/2014/main" id="{92061ABB-95F0-4F98-908C-BBEE7A944E81}"/>
              </a:ext>
            </a:extLst>
          </p:cNvPr>
          <p:cNvSpPr>
            <a:spLocks noGrp="1"/>
          </p:cNvSpPr>
          <p:nvPr>
            <p:ph type="pic" sz="quarter" idx="12" hasCustomPrompt="1"/>
          </p:nvPr>
        </p:nvSpPr>
        <p:spPr>
          <a:xfrm>
            <a:off x="0" y="0"/>
            <a:ext cx="6667500" cy="5145088"/>
          </a:xfrm>
          <a:solidFill>
            <a:schemeClr val="bg2"/>
          </a:solidFill>
        </p:spPr>
        <p:txBody>
          <a:bodyPr/>
          <a:lstStyle>
            <a:lvl1pPr marL="0" indent="0" rtl="0">
              <a:buNone/>
              <a:defRPr/>
            </a:lvl1pPr>
          </a:lstStyle>
          <a:p>
            <a:r>
              <a:rPr lang="en-US" dirty="0"/>
              <a:t>Insert image from file by clicking on the icon</a:t>
            </a:r>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a:xfrm>
            <a:off x="302420" y="303212"/>
            <a:ext cx="5641180" cy="615553"/>
          </a:xfrm>
        </p:spPr>
        <p:txBody>
          <a:bodyPr vert="horz"/>
          <a:lstStyle>
            <a:lvl1pPr rtl="0">
              <a:defRPr>
                <a:solidFill>
                  <a:schemeClr val="bg1"/>
                </a:solidFill>
              </a:defRPr>
            </a:lvl1pPr>
          </a:lstStyle>
          <a:p>
            <a:r>
              <a:rPr lang="en-US" dirty="0"/>
              <a:t>Slide Title, Segoe UI, 24pt</a:t>
            </a:r>
            <a:br>
              <a:rPr lang="en-US" dirty="0"/>
            </a:br>
            <a:r>
              <a:rPr lang="en-US" dirty="0"/>
              <a:t>Max. 2 Lines</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solidFill>
                  <a:schemeClr val="bg1"/>
                </a:solidFill>
              </a:defRPr>
            </a:lvl1pPr>
          </a:lstStyle>
          <a:p>
            <a:fld id="{54413C03-D129-4B04-B289-283874789DC0}" type="slidenum">
              <a:rPr lang="en-US" smtClean="0"/>
              <a:pPr/>
              <a:t>‹#›</a:t>
            </a:fld>
            <a:endParaRPr lang="en-US" dirty="0"/>
          </a:p>
        </p:txBody>
      </p:sp>
      <p:sp>
        <p:nvSpPr>
          <p:cNvPr id="5" name="Bildplatzhalter 4">
            <a:extLst>
              <a:ext uri="{FF2B5EF4-FFF2-40B4-BE49-F238E27FC236}">
                <a16:creationId xmlns:a16="http://schemas.microsoft.com/office/drawing/2014/main" id="{0EBA6552-EDE0-43A1-872A-5D55F492E507}"/>
              </a:ext>
            </a:extLst>
          </p:cNvPr>
          <p:cNvSpPr>
            <a:spLocks noGrp="1"/>
          </p:cNvSpPr>
          <p:nvPr>
            <p:ph type="pic" sz="quarter" idx="13" hasCustomPrompt="1"/>
          </p:nvPr>
        </p:nvSpPr>
        <p:spPr>
          <a:xfrm>
            <a:off x="6667500" y="0"/>
            <a:ext cx="2476500" cy="5145088"/>
          </a:xfrm>
          <a:solidFill>
            <a:schemeClr val="bg2"/>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38181369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 margin column">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2ED29FA0-F976-4260-84A2-6CE203644F74}"/>
              </a:ext>
            </a:extLst>
          </p:cNvPr>
          <p:cNvGraphicFramePr>
            <a:graphicFrameLocks noChangeAspect="1"/>
          </p:cNvGraphicFramePr>
          <p:nvPr userDrawn="1">
            <p:custDataLst>
              <p:tags r:id="rId1"/>
            </p:custDataLst>
            <p:extLst>
              <p:ext uri="{D42A27DB-BD31-4B8C-83A1-F6EECF244321}">
                <p14:modId xmlns:p14="http://schemas.microsoft.com/office/powerpoint/2010/main" val="20492175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Bildplatzhalter 5">
            <a:extLst>
              <a:ext uri="{FF2B5EF4-FFF2-40B4-BE49-F238E27FC236}">
                <a16:creationId xmlns:a16="http://schemas.microsoft.com/office/drawing/2014/main" id="{0B63E13F-EA80-4906-83BE-4F928DDD7D22}"/>
              </a:ext>
            </a:extLst>
          </p:cNvPr>
          <p:cNvSpPr>
            <a:spLocks noGrp="1"/>
          </p:cNvSpPr>
          <p:nvPr>
            <p:ph type="pic" sz="quarter" idx="16" hasCustomPrompt="1"/>
          </p:nvPr>
        </p:nvSpPr>
        <p:spPr bwMode="gray">
          <a:xfrm>
            <a:off x="0" y="0"/>
            <a:ext cx="6668306" cy="5145088"/>
          </a:xfrm>
          <a:solidFill>
            <a:schemeClr val="bg2"/>
          </a:solidFill>
        </p:spPr>
        <p:txBody>
          <a:bodyPr/>
          <a:lstStyle>
            <a:lvl1pPr marL="0" indent="0" rtl="0">
              <a:buNone/>
              <a:defRPr/>
            </a:lvl1pPr>
          </a:lstStyle>
          <a:p>
            <a:r>
              <a:rPr lang="en-US" dirty="0"/>
              <a:t>Insert image from file by clicking on the icon</a:t>
            </a:r>
          </a:p>
        </p:txBody>
      </p:sp>
      <p:sp>
        <p:nvSpPr>
          <p:cNvPr id="12" name="Rechteck 11">
            <a:extLst>
              <a:ext uri="{FF2B5EF4-FFF2-40B4-BE49-F238E27FC236}">
                <a16:creationId xmlns:a16="http://schemas.microsoft.com/office/drawing/2014/main" id="{27E887E9-8CA6-4D4B-A36A-AC353E536CE1}"/>
              </a:ext>
            </a:extLst>
          </p:cNvPr>
          <p:cNvSpPr/>
          <p:nvPr userDrawn="1"/>
        </p:nvSpPr>
        <p:spPr bwMode="gray">
          <a:xfrm>
            <a:off x="6668306" y="0"/>
            <a:ext cx="2475694"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bwMode="gray">
          <a:xfrm>
            <a:off x="302420" y="303212"/>
            <a:ext cx="5641180" cy="615553"/>
          </a:xfrm>
        </p:spPr>
        <p:txBody>
          <a:bodyPr vert="horz"/>
          <a:lstStyle>
            <a:lvl1pPr rtl="0">
              <a:defRPr>
                <a:solidFill>
                  <a:schemeClr val="bg1"/>
                </a:solidFill>
              </a:defRPr>
            </a:lvl1pPr>
          </a:lstStyle>
          <a:p>
            <a:r>
              <a:rPr lang="en-US" dirty="0"/>
              <a:t>Slide Title, Segoe UI, 24pt</a:t>
            </a:r>
            <a:br>
              <a:rPr lang="en-US" dirty="0"/>
            </a:br>
            <a:r>
              <a:rPr lang="en-US" dirty="0"/>
              <a:t>Max. 2 Lines</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14" name="Textplatzhalter 13">
            <a:extLst>
              <a:ext uri="{FF2B5EF4-FFF2-40B4-BE49-F238E27FC236}">
                <a16:creationId xmlns:a16="http://schemas.microsoft.com/office/drawing/2014/main" id="{C82EFB41-8EA9-455E-8500-4970A8B8DB19}"/>
              </a:ext>
            </a:extLst>
          </p:cNvPr>
          <p:cNvSpPr>
            <a:spLocks noGrp="1"/>
          </p:cNvSpPr>
          <p:nvPr>
            <p:ph type="body" sz="quarter" idx="14" hasCustomPrompt="1"/>
          </p:nvPr>
        </p:nvSpPr>
        <p:spPr bwMode="gray">
          <a:xfrm>
            <a:off x="6971912" y="275904"/>
            <a:ext cx="1868876" cy="188321"/>
          </a:xfrm>
        </p:spPr>
        <p:txBody>
          <a:bodyPr>
            <a:noAutofit/>
          </a:bodyPr>
          <a:lstStyle>
            <a:lvl1pPr marL="0" indent="0" rtl="0">
              <a:buClr>
                <a:schemeClr val="bg1"/>
              </a:buClr>
              <a:buNone/>
              <a:defRPr b="1">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Title, Segoe UI, 12pt</a:t>
            </a:r>
          </a:p>
        </p:txBody>
      </p:sp>
      <p:sp>
        <p:nvSpPr>
          <p:cNvPr id="16" name="Textplatzhalter 15">
            <a:extLst>
              <a:ext uri="{FF2B5EF4-FFF2-40B4-BE49-F238E27FC236}">
                <a16:creationId xmlns:a16="http://schemas.microsoft.com/office/drawing/2014/main" id="{9DD6B41F-29EB-4B6E-8D5E-4D58DDEE9769}"/>
              </a:ext>
            </a:extLst>
          </p:cNvPr>
          <p:cNvSpPr>
            <a:spLocks noGrp="1"/>
          </p:cNvSpPr>
          <p:nvPr>
            <p:ph type="body" sz="quarter" idx="15" hasCustomPrompt="1"/>
          </p:nvPr>
        </p:nvSpPr>
        <p:spPr bwMode="gray">
          <a:xfrm>
            <a:off x="6972299" y="642938"/>
            <a:ext cx="1870075" cy="3729038"/>
          </a:xfrm>
        </p:spPr>
        <p:txBody>
          <a:bodyPr/>
          <a:lstStyle>
            <a:lvl1pPr marL="162000" indent="-162000" rtl="0">
              <a:buClr>
                <a:schemeClr val="bg1"/>
              </a:buClr>
              <a:buFont typeface="Wingdings" panose="05000000000000000000" pitchFamily="2" charset="2"/>
              <a:buChar char="§"/>
              <a:defRPr>
                <a:solidFill>
                  <a:schemeClr val="bg1"/>
                </a:solidFill>
              </a:defRPr>
            </a:lvl1pPr>
            <a:lvl2pPr rtl="0">
              <a:buClr>
                <a:schemeClr val="bg1"/>
              </a:buClr>
              <a:defRPr>
                <a:solidFill>
                  <a:schemeClr val="bg1"/>
                </a:solidFill>
              </a:defRPr>
            </a:lvl2pPr>
            <a:lvl3pPr rtl="0">
              <a:buClr>
                <a:schemeClr val="bg1"/>
              </a:buClr>
              <a:defRPr>
                <a:solidFill>
                  <a:schemeClr val="bg1"/>
                </a:solidFill>
              </a:defRPr>
            </a:lvl3pPr>
            <a:lvl4pPr marL="1296000" indent="0">
              <a:buClr>
                <a:schemeClr val="bg1"/>
              </a:buClr>
              <a:buNone/>
              <a:defRPr>
                <a:solidFill>
                  <a:schemeClr val="bg1"/>
                </a:solidFill>
              </a:defRPr>
            </a:lvl4pPr>
            <a:lvl5pPr>
              <a:buClr>
                <a:schemeClr val="bg1"/>
              </a:buClr>
              <a:defRPr>
                <a:solidFill>
                  <a:schemeClr val="bg1"/>
                </a:solidFill>
              </a:defRPr>
            </a:lvl5pPr>
          </a:lstStyle>
          <a:p>
            <a:pPr lvl="0"/>
            <a:r>
              <a:rPr lang="en-US" dirty="0"/>
              <a:t>First Level, Segoe UI, 12pt </a:t>
            </a:r>
          </a:p>
          <a:p>
            <a:pPr lvl="1"/>
            <a:r>
              <a:rPr lang="en-US" dirty="0"/>
              <a:t>Second Level</a:t>
            </a:r>
          </a:p>
          <a:p>
            <a:pPr lvl="2"/>
            <a:r>
              <a:rPr lang="en-US" dirty="0"/>
              <a:t>Third Level</a:t>
            </a:r>
          </a:p>
        </p:txBody>
      </p:sp>
      <p:sp>
        <p:nvSpPr>
          <p:cNvPr id="17" name="Grafik 8">
            <a:extLst>
              <a:ext uri="{FF2B5EF4-FFF2-40B4-BE49-F238E27FC236}">
                <a16:creationId xmlns:a16="http://schemas.microsoft.com/office/drawing/2014/main" id="{F64AAAB0-FA74-4B39-A2A7-034416132C8D}"/>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30557845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2 columns + 2 pictures">
    <p:spTree>
      <p:nvGrpSpPr>
        <p:cNvPr id="1" name=""/>
        <p:cNvGrpSpPr/>
        <p:nvPr/>
      </p:nvGrpSpPr>
      <p:grpSpPr>
        <a:xfrm>
          <a:off x="0" y="0"/>
          <a:ext cx="0" cy="0"/>
          <a:chOff x="0" y="0"/>
          <a:chExt cx="0" cy="0"/>
        </a:xfrm>
      </p:grpSpPr>
      <p:graphicFrame>
        <p:nvGraphicFramePr>
          <p:cNvPr id="10" name="Objekt 9" hidden="1">
            <a:extLst>
              <a:ext uri="{FF2B5EF4-FFF2-40B4-BE49-F238E27FC236}">
                <a16:creationId xmlns:a16="http://schemas.microsoft.com/office/drawing/2014/main" id="{0E3FC7EB-ADE5-443B-9A42-367A15378C9A}"/>
              </a:ext>
            </a:extLst>
          </p:cNvPr>
          <p:cNvGraphicFramePr>
            <a:graphicFrameLocks noChangeAspect="1"/>
          </p:cNvGraphicFramePr>
          <p:nvPr userDrawn="1">
            <p:custDataLst>
              <p:tags r:id="rId1"/>
            </p:custDataLst>
            <p:extLst>
              <p:ext uri="{D42A27DB-BD31-4B8C-83A1-F6EECF244321}">
                <p14:modId xmlns:p14="http://schemas.microsoft.com/office/powerpoint/2010/main" val="22102385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a:xfrm>
            <a:off x="302420" y="303212"/>
            <a:ext cx="5641180" cy="615553"/>
          </a:xfrm>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a:xfrm>
            <a:off x="300038" y="1492250"/>
            <a:ext cx="5641180" cy="398827"/>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a:xfrm>
            <a:off x="300038" y="2040340"/>
            <a:ext cx="2743200" cy="2331636"/>
          </a:xfrm>
        </p:spPr>
        <p:txBody>
          <a:bodyPr/>
          <a:lstStyle>
            <a:lvl1pPr marL="162000" indent="-162000" rtl="0">
              <a:buFont typeface="Wingdings" panose="05000000000000000000" pitchFamily="2" charset="2"/>
              <a:buChar char="§"/>
              <a:defRPr/>
            </a:lvl1pPr>
            <a:lvl2pPr algn="l"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Bildplatzhalter 5">
            <a:extLst>
              <a:ext uri="{FF2B5EF4-FFF2-40B4-BE49-F238E27FC236}">
                <a16:creationId xmlns:a16="http://schemas.microsoft.com/office/drawing/2014/main" id="{CA6A4363-F616-4407-B686-AA221CB705E8}"/>
              </a:ext>
            </a:extLst>
          </p:cNvPr>
          <p:cNvSpPr>
            <a:spLocks noGrp="1"/>
          </p:cNvSpPr>
          <p:nvPr>
            <p:ph type="pic" sz="quarter" idx="16" hasCustomPrompt="1"/>
          </p:nvPr>
        </p:nvSpPr>
        <p:spPr>
          <a:xfrm>
            <a:off x="6819900" y="0"/>
            <a:ext cx="2324100" cy="3429000"/>
          </a:xfrm>
          <a:solidFill>
            <a:schemeClr val="bg1"/>
          </a:solidFill>
        </p:spPr>
        <p:txBody>
          <a:bodyPr/>
          <a:lstStyle>
            <a:lvl1pPr marL="0" indent="0" rtl="0">
              <a:buNone/>
              <a:defRPr/>
            </a:lvl1pPr>
          </a:lstStyle>
          <a:p>
            <a:r>
              <a:rPr lang="en-US" dirty="0"/>
              <a:t>Insert image from file by clicking on the icon</a:t>
            </a:r>
          </a:p>
        </p:txBody>
      </p:sp>
      <p:sp>
        <p:nvSpPr>
          <p:cNvPr id="8" name="Textplatzhalter 7">
            <a:extLst>
              <a:ext uri="{FF2B5EF4-FFF2-40B4-BE49-F238E27FC236}">
                <a16:creationId xmlns:a16="http://schemas.microsoft.com/office/drawing/2014/main" id="{F457BE55-A82C-43C5-BC22-EC149179F210}"/>
              </a:ext>
            </a:extLst>
          </p:cNvPr>
          <p:cNvSpPr>
            <a:spLocks noGrp="1"/>
          </p:cNvSpPr>
          <p:nvPr>
            <p:ph type="body" sz="quarter" idx="17" hasCustomPrompt="1"/>
          </p:nvPr>
        </p:nvSpPr>
        <p:spPr>
          <a:xfrm>
            <a:off x="3195638" y="2040339"/>
            <a:ext cx="2743200" cy="2331635"/>
          </a:xfrm>
        </p:spPr>
        <p:txBody>
          <a:bodyPr/>
          <a:lstStyle>
            <a:lvl1pPr marL="162000" indent="-162000" rtl="0">
              <a:buFont typeface="Wingdings" panose="05000000000000000000" pitchFamily="2" charset="2"/>
              <a:buChar char="§"/>
              <a:defRPr/>
            </a:lvl1pPr>
            <a:lvl2pPr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Bildplatzhalter 11">
            <a:extLst>
              <a:ext uri="{FF2B5EF4-FFF2-40B4-BE49-F238E27FC236}">
                <a16:creationId xmlns:a16="http://schemas.microsoft.com/office/drawing/2014/main" id="{B4AD7E66-3095-412B-BE5D-B315C13255B1}"/>
              </a:ext>
            </a:extLst>
          </p:cNvPr>
          <p:cNvSpPr>
            <a:spLocks noGrp="1"/>
          </p:cNvSpPr>
          <p:nvPr>
            <p:ph type="pic" sz="quarter" idx="18" hasCustomPrompt="1"/>
          </p:nvPr>
        </p:nvSpPr>
        <p:spPr>
          <a:xfrm>
            <a:off x="6819900" y="3429000"/>
            <a:ext cx="2324100" cy="1716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40215527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1 column + diagram ">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63AC4753-D114-477D-A7FB-1390A24947D6}"/>
              </a:ext>
            </a:extLst>
          </p:cNvPr>
          <p:cNvGraphicFramePr>
            <a:graphicFrameLocks noChangeAspect="1"/>
          </p:cNvGraphicFramePr>
          <p:nvPr userDrawn="1">
            <p:custDataLst>
              <p:tags r:id="rId1"/>
            </p:custDataLst>
            <p:extLst>
              <p:ext uri="{D42A27DB-BD31-4B8C-83A1-F6EECF244321}">
                <p14:modId xmlns:p14="http://schemas.microsoft.com/office/powerpoint/2010/main" val="27654868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hteck 9">
            <a:extLst>
              <a:ext uri="{FF2B5EF4-FFF2-40B4-BE49-F238E27FC236}">
                <a16:creationId xmlns:a16="http://schemas.microsoft.com/office/drawing/2014/main" id="{2DFC6AEF-AFA5-48E1-B0A3-DACBC3757E16}"/>
              </a:ext>
            </a:extLst>
          </p:cNvPr>
          <p:cNvSpPr/>
          <p:nvPr userDrawn="1"/>
        </p:nvSpPr>
        <p:spPr>
          <a:xfrm>
            <a:off x="4572001" y="0"/>
            <a:ext cx="4572000" cy="5145088"/>
          </a:xfrm>
          <a:prstGeom prst="rect">
            <a:avLst/>
          </a:prstGeom>
          <a:solidFill>
            <a:srgbClr val="FA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a:xfrm>
            <a:off x="302420" y="303212"/>
            <a:ext cx="4194968" cy="615553"/>
          </a:xfrm>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a:xfrm>
            <a:off x="300038" y="1492250"/>
            <a:ext cx="4194968" cy="398827"/>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a:xfrm>
            <a:off x="300038" y="2040340"/>
            <a:ext cx="4194968" cy="2331636"/>
          </a:xfrm>
        </p:spPr>
        <p:txBody>
          <a:bodyPr/>
          <a:lstStyle>
            <a:lvl1pPr marL="162000" indent="-162000" rtl="0">
              <a:buFont typeface="Wingdings" panose="05000000000000000000" pitchFamily="2" charset="2"/>
              <a:buChar char="§"/>
              <a:defRPr/>
            </a:lvl1pPr>
            <a:lvl2pPr algn="l"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platzhalter 10">
            <a:extLst>
              <a:ext uri="{FF2B5EF4-FFF2-40B4-BE49-F238E27FC236}">
                <a16:creationId xmlns:a16="http://schemas.microsoft.com/office/drawing/2014/main" id="{754E4E41-C1A8-4AFE-89E9-54339DC33066}"/>
              </a:ext>
            </a:extLst>
          </p:cNvPr>
          <p:cNvSpPr>
            <a:spLocks noGrp="1"/>
          </p:cNvSpPr>
          <p:nvPr>
            <p:ph type="body" sz="quarter" idx="14" hasCustomPrompt="1"/>
          </p:nvPr>
        </p:nvSpPr>
        <p:spPr>
          <a:xfrm>
            <a:off x="4991101" y="306387"/>
            <a:ext cx="3851274" cy="188321"/>
          </a:xfrm>
        </p:spPr>
        <p:txBody>
          <a:bodyPr>
            <a:noAutofit/>
          </a:bodyPr>
          <a:lstStyle>
            <a:lvl1pPr marL="0" indent="0" rtl="0">
              <a:buNone/>
              <a:defRPr cap="all" baseline="0">
                <a:solidFill>
                  <a:schemeClr val="accent1"/>
                </a:solidFill>
              </a:defRPr>
            </a:lvl1pPr>
          </a:lstStyle>
          <a:p>
            <a:pPr lvl="0"/>
            <a:r>
              <a:rPr lang="en-US" dirty="0"/>
              <a:t>Diagram title, Segoe UI, 12pt</a:t>
            </a:r>
          </a:p>
        </p:txBody>
      </p:sp>
      <p:sp>
        <p:nvSpPr>
          <p:cNvPr id="13" name="Textplatzhalter 12">
            <a:extLst>
              <a:ext uri="{FF2B5EF4-FFF2-40B4-BE49-F238E27FC236}">
                <a16:creationId xmlns:a16="http://schemas.microsoft.com/office/drawing/2014/main" id="{F44D4C68-FDFC-4FE6-A3A0-24378231ACB6}"/>
              </a:ext>
            </a:extLst>
          </p:cNvPr>
          <p:cNvSpPr>
            <a:spLocks noGrp="1"/>
          </p:cNvSpPr>
          <p:nvPr>
            <p:ph type="body" sz="quarter" idx="15" hasCustomPrompt="1"/>
          </p:nvPr>
        </p:nvSpPr>
        <p:spPr>
          <a:xfrm>
            <a:off x="4991101" y="652858"/>
            <a:ext cx="3851274" cy="265907"/>
          </a:xfrm>
        </p:spPr>
        <p:txBody>
          <a:bodyPr>
            <a:noAutofit/>
          </a:bodyPr>
          <a:lstStyle>
            <a:lvl1pPr marL="0" indent="0" rtl="0">
              <a:buNone/>
              <a:defRPr sz="800"/>
            </a:lvl1pPr>
          </a:lstStyle>
          <a:p>
            <a:pPr lvl="0"/>
            <a:r>
              <a:rPr lang="en-US" dirty="0"/>
              <a:t>Description Diagram, Segoe UI, 8pt</a:t>
            </a:r>
          </a:p>
        </p:txBody>
      </p:sp>
      <p:sp>
        <p:nvSpPr>
          <p:cNvPr id="15" name="Diagrammplatzhalter 14">
            <a:extLst>
              <a:ext uri="{FF2B5EF4-FFF2-40B4-BE49-F238E27FC236}">
                <a16:creationId xmlns:a16="http://schemas.microsoft.com/office/drawing/2014/main" id="{20B37BD7-45FF-41A0-AB59-B76A319E6D94}"/>
              </a:ext>
            </a:extLst>
          </p:cNvPr>
          <p:cNvSpPr>
            <a:spLocks noGrp="1"/>
          </p:cNvSpPr>
          <p:nvPr>
            <p:ph type="chart" sz="quarter" idx="16" hasCustomPrompt="1"/>
          </p:nvPr>
        </p:nvSpPr>
        <p:spPr>
          <a:xfrm>
            <a:off x="4991100" y="1076916"/>
            <a:ext cx="3851273" cy="3295060"/>
          </a:xfrm>
        </p:spPr>
        <p:txBody>
          <a:bodyPr/>
          <a:lstStyle>
            <a:lvl1pPr marL="0" indent="0" rtl="0">
              <a:buNone/>
              <a:defRPr sz="800"/>
            </a:lvl1pPr>
          </a:lstStyle>
          <a:p>
            <a:r>
              <a:rPr lang="en-US" dirty="0"/>
              <a:t>Create diagram by clicking on the icon</a:t>
            </a:r>
          </a:p>
        </p:txBody>
      </p:sp>
      <p:sp>
        <p:nvSpPr>
          <p:cNvPr id="12" name="Grafik 8">
            <a:extLst>
              <a:ext uri="{FF2B5EF4-FFF2-40B4-BE49-F238E27FC236}">
                <a16:creationId xmlns:a16="http://schemas.microsoft.com/office/drawing/2014/main" id="{13D4DFC2-F6C7-49FF-AB28-76635678DC07}"/>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37907513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 Diagrams">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EF165371-590F-40AB-9425-F5684413E18D}"/>
              </a:ext>
            </a:extLst>
          </p:cNvPr>
          <p:cNvGraphicFramePr>
            <a:graphicFrameLocks noChangeAspect="1"/>
          </p:cNvGraphicFramePr>
          <p:nvPr userDrawn="1">
            <p:custDataLst>
              <p:tags r:id="rId1"/>
            </p:custDataLst>
            <p:extLst>
              <p:ext uri="{D42A27DB-BD31-4B8C-83A1-F6EECF244321}">
                <p14:modId xmlns:p14="http://schemas.microsoft.com/office/powerpoint/2010/main" val="684118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3618DC39-80CC-4F5E-8FB8-24DAE4535FF4}"/>
              </a:ext>
            </a:extLst>
          </p:cNvPr>
          <p:cNvSpPr>
            <a:spLocks noGrp="1"/>
          </p:cNvSpPr>
          <p:nvPr>
            <p:ph type="title" hasCustomPrompt="1"/>
          </p:nvPr>
        </p:nvSpPr>
        <p:spPr bwMode="gray"/>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647A86BD-6A47-4B6A-BA1B-DCCC0C012FFC}"/>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9B879D3C-EBE0-4AE4-8301-1247E1CF7D54}"/>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Diagrammplatzhalter 5">
            <a:extLst>
              <a:ext uri="{FF2B5EF4-FFF2-40B4-BE49-F238E27FC236}">
                <a16:creationId xmlns:a16="http://schemas.microsoft.com/office/drawing/2014/main" id="{518B60FF-2FC8-470D-A7A3-EC2AD45DA3B1}"/>
              </a:ext>
            </a:extLst>
          </p:cNvPr>
          <p:cNvSpPr>
            <a:spLocks noGrp="1"/>
          </p:cNvSpPr>
          <p:nvPr>
            <p:ph type="chart" sz="quarter" idx="12" hasCustomPrompt="1"/>
          </p:nvPr>
        </p:nvSpPr>
        <p:spPr bwMode="gray">
          <a:xfrm>
            <a:off x="300038" y="1492250"/>
            <a:ext cx="2743200" cy="2879725"/>
          </a:xfrm>
        </p:spPr>
        <p:txBody>
          <a:bodyPr/>
          <a:lstStyle>
            <a:lvl1pPr marL="0" indent="0" rtl="0">
              <a:buNone/>
              <a:defRPr/>
            </a:lvl1pPr>
          </a:lstStyle>
          <a:p>
            <a:r>
              <a:rPr lang="en-US" dirty="0"/>
              <a:t>Create diagram by clicking on the icon</a:t>
            </a:r>
          </a:p>
        </p:txBody>
      </p:sp>
      <p:sp>
        <p:nvSpPr>
          <p:cNvPr id="8" name="Diagrammplatzhalter 7">
            <a:extLst>
              <a:ext uri="{FF2B5EF4-FFF2-40B4-BE49-F238E27FC236}">
                <a16:creationId xmlns:a16="http://schemas.microsoft.com/office/drawing/2014/main" id="{F3C30865-6727-4E30-BE8D-6E3CE051C0A7}"/>
              </a:ext>
            </a:extLst>
          </p:cNvPr>
          <p:cNvSpPr>
            <a:spLocks noGrp="1"/>
          </p:cNvSpPr>
          <p:nvPr>
            <p:ph type="chart" sz="quarter" idx="13" hasCustomPrompt="1"/>
          </p:nvPr>
        </p:nvSpPr>
        <p:spPr bwMode="gray">
          <a:xfrm>
            <a:off x="3195638" y="1492250"/>
            <a:ext cx="2743200" cy="2879725"/>
          </a:xfrm>
        </p:spPr>
        <p:txBody>
          <a:bodyPr/>
          <a:lstStyle>
            <a:lvl1pPr marL="0" indent="0" rtl="0">
              <a:buNone/>
              <a:defRPr/>
            </a:lvl1pPr>
          </a:lstStyle>
          <a:p>
            <a:r>
              <a:rPr lang="en-US" dirty="0"/>
              <a:t>Create diagram by clicking on the icon</a:t>
            </a:r>
          </a:p>
        </p:txBody>
      </p:sp>
      <p:sp>
        <p:nvSpPr>
          <p:cNvPr id="10" name="Diagrammplatzhalter 9">
            <a:extLst>
              <a:ext uri="{FF2B5EF4-FFF2-40B4-BE49-F238E27FC236}">
                <a16:creationId xmlns:a16="http://schemas.microsoft.com/office/drawing/2014/main" id="{0A7EB19F-EEBD-412C-AC27-DD00650D0913}"/>
              </a:ext>
            </a:extLst>
          </p:cNvPr>
          <p:cNvSpPr>
            <a:spLocks noGrp="1"/>
          </p:cNvSpPr>
          <p:nvPr>
            <p:ph type="chart" sz="quarter" idx="14" hasCustomPrompt="1"/>
          </p:nvPr>
        </p:nvSpPr>
        <p:spPr bwMode="gray">
          <a:xfrm>
            <a:off x="6100763" y="1492250"/>
            <a:ext cx="2743200" cy="2879725"/>
          </a:xfrm>
        </p:spPr>
        <p:txBody>
          <a:bodyPr/>
          <a:lstStyle>
            <a:lvl1pPr marL="0" indent="0" rtl="0">
              <a:buNone/>
              <a:defRPr/>
            </a:lvl1pPr>
          </a:lstStyle>
          <a:p>
            <a:r>
              <a:rPr lang="en-US" dirty="0"/>
              <a:t>Create diagram by clicking on the icon</a:t>
            </a:r>
          </a:p>
        </p:txBody>
      </p:sp>
    </p:spTree>
    <p:extLst>
      <p:ext uri="{BB962C8B-B14F-4D97-AF65-F5344CB8AC3E}">
        <p14:creationId xmlns:p14="http://schemas.microsoft.com/office/powerpoint/2010/main" val="12701712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68CB916D-D210-4BC5-AA19-30E94CD9E5A1}"/>
              </a:ext>
            </a:extLst>
          </p:cNvPr>
          <p:cNvGraphicFramePr>
            <a:graphicFrameLocks noChangeAspect="1"/>
          </p:cNvGraphicFramePr>
          <p:nvPr userDrawn="1">
            <p:custDataLst>
              <p:tags r:id="rId1"/>
            </p:custDataLst>
            <p:extLst>
              <p:ext uri="{D42A27DB-BD31-4B8C-83A1-F6EECF244321}">
                <p14:modId xmlns:p14="http://schemas.microsoft.com/office/powerpoint/2010/main" val="11863299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B0CFC28F-EC47-4DDB-8C5D-03309FB39665}"/>
              </a:ext>
            </a:extLst>
          </p:cNvPr>
          <p:cNvSpPr>
            <a:spLocks noGrp="1"/>
          </p:cNvSpPr>
          <p:nvPr>
            <p:ph type="title" hasCustomPrompt="1"/>
          </p:nvPr>
        </p:nvSpPr>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75EFA14A-D6E7-47FF-924E-E4CB9098037E}"/>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830A9710-C66C-461A-BEF7-CAD1B717F322}"/>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6" name="Tabellenplatzhalter 5">
            <a:extLst>
              <a:ext uri="{FF2B5EF4-FFF2-40B4-BE49-F238E27FC236}">
                <a16:creationId xmlns:a16="http://schemas.microsoft.com/office/drawing/2014/main" id="{B7A2A10A-2613-4F52-86A9-C634AD0C4E6E}"/>
              </a:ext>
            </a:extLst>
          </p:cNvPr>
          <p:cNvSpPr>
            <a:spLocks noGrp="1"/>
          </p:cNvSpPr>
          <p:nvPr>
            <p:ph type="tbl" sz="quarter" idx="12" hasCustomPrompt="1"/>
          </p:nvPr>
        </p:nvSpPr>
        <p:spPr>
          <a:xfrm>
            <a:off x="300038" y="1492250"/>
            <a:ext cx="8542337" cy="2879725"/>
          </a:xfrm>
        </p:spPr>
        <p:txBody>
          <a:bodyPr/>
          <a:lstStyle>
            <a:lvl1pPr marL="0" indent="0" rtl="0">
              <a:buNone/>
              <a:defRPr/>
            </a:lvl1pPr>
          </a:lstStyle>
          <a:p>
            <a:r>
              <a:rPr lang="en-US" dirty="0"/>
              <a:t>Create table by clicking on the icon</a:t>
            </a:r>
          </a:p>
        </p:txBody>
      </p:sp>
    </p:spTree>
    <p:extLst>
      <p:ext uri="{BB962C8B-B14F-4D97-AF65-F5344CB8AC3E}">
        <p14:creationId xmlns:p14="http://schemas.microsoft.com/office/powerpoint/2010/main" val="31511595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1 column + graphic">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C17D092-076B-4C8E-ACAE-CBD429D29683}"/>
              </a:ext>
            </a:extLst>
          </p:cNvPr>
          <p:cNvGraphicFramePr>
            <a:graphicFrameLocks noChangeAspect="1"/>
          </p:cNvGraphicFramePr>
          <p:nvPr userDrawn="1">
            <p:custDataLst>
              <p:tags r:id="rId1"/>
            </p:custDataLst>
            <p:extLst>
              <p:ext uri="{D42A27DB-BD31-4B8C-83A1-F6EECF244321}">
                <p14:modId xmlns:p14="http://schemas.microsoft.com/office/powerpoint/2010/main" val="19991644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hteck 9">
            <a:extLst>
              <a:ext uri="{FF2B5EF4-FFF2-40B4-BE49-F238E27FC236}">
                <a16:creationId xmlns:a16="http://schemas.microsoft.com/office/drawing/2014/main" id="{2DFC6AEF-AFA5-48E1-B0A3-DACBC3757E16}"/>
              </a:ext>
            </a:extLst>
          </p:cNvPr>
          <p:cNvSpPr/>
          <p:nvPr userDrawn="1"/>
        </p:nvSpPr>
        <p:spPr>
          <a:xfrm>
            <a:off x="4572001" y="0"/>
            <a:ext cx="4572000" cy="5145088"/>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a:xfrm>
            <a:off x="302420" y="303212"/>
            <a:ext cx="4194968" cy="615553"/>
          </a:xfrm>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a:xfrm>
            <a:off x="300038" y="1492250"/>
            <a:ext cx="4194968" cy="398827"/>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a:xfrm>
            <a:off x="300038" y="2040340"/>
            <a:ext cx="4194968" cy="2331636"/>
          </a:xfrm>
        </p:spPr>
        <p:txBody>
          <a:bodyPr/>
          <a:lstStyle>
            <a:lvl1pPr marL="162000" indent="-162000" rtl="0">
              <a:buFont typeface="Wingdings" panose="05000000000000000000" pitchFamily="2" charset="2"/>
              <a:buChar char="§"/>
              <a:defRPr/>
            </a:lvl1pPr>
            <a:lvl2pPr algn="l"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Grafik 8">
            <a:extLst>
              <a:ext uri="{FF2B5EF4-FFF2-40B4-BE49-F238E27FC236}">
                <a16:creationId xmlns:a16="http://schemas.microsoft.com/office/drawing/2014/main" id="{7559CB0D-6B98-425D-BF5E-BB01C79AC836}"/>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23170001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 graphic">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C17D092-076B-4C8E-ACAE-CBD429D29683}"/>
              </a:ext>
            </a:extLst>
          </p:cNvPr>
          <p:cNvGraphicFramePr>
            <a:graphicFrameLocks noChangeAspect="1"/>
          </p:cNvGraphicFramePr>
          <p:nvPr userDrawn="1">
            <p:custDataLst>
              <p:tags r:id="rId1"/>
            </p:custDataLst>
            <p:extLst>
              <p:ext uri="{D42A27DB-BD31-4B8C-83A1-F6EECF244321}">
                <p14:modId xmlns:p14="http://schemas.microsoft.com/office/powerpoint/2010/main" val="31534087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5C17D092-076B-4C8E-ACAE-CBD429D2968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hteck 9">
            <a:extLst>
              <a:ext uri="{FF2B5EF4-FFF2-40B4-BE49-F238E27FC236}">
                <a16:creationId xmlns:a16="http://schemas.microsoft.com/office/drawing/2014/main" id="{2DFC6AEF-AFA5-48E1-B0A3-DACBC3757E16}"/>
              </a:ext>
            </a:extLst>
          </p:cNvPr>
          <p:cNvSpPr/>
          <p:nvPr userDrawn="1"/>
        </p:nvSpPr>
        <p:spPr>
          <a:xfrm>
            <a:off x="0" y="0"/>
            <a:ext cx="9144001" cy="5145088"/>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a:xfrm>
            <a:off x="302419" y="303212"/>
            <a:ext cx="8539955" cy="615553"/>
          </a:xfrm>
        </p:spPr>
        <p:txBody>
          <a:bodyPr vert="horz"/>
          <a:lstStyle>
            <a:lvl1pPr rtl="0">
              <a:defRPr/>
            </a:lvl1pPr>
          </a:lstStyle>
          <a:p>
            <a:r>
              <a:rPr lang="en-US" dirty="0"/>
              <a:t>Slide Title, Segoe UI, 24pt, 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11" name="Grafik 8">
            <a:extLst>
              <a:ext uri="{FF2B5EF4-FFF2-40B4-BE49-F238E27FC236}">
                <a16:creationId xmlns:a16="http://schemas.microsoft.com/office/drawing/2014/main" id="{39CB7AFC-62B1-4A25-AE97-E2B9062BF220}"/>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351867438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Graphic + margin column">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2ED29FA0-F976-4260-84A2-6CE203644F74}"/>
              </a:ext>
            </a:extLst>
          </p:cNvPr>
          <p:cNvGraphicFramePr>
            <a:graphicFrameLocks noChangeAspect="1"/>
          </p:cNvGraphicFramePr>
          <p:nvPr userDrawn="1">
            <p:custDataLst>
              <p:tags r:id="rId1"/>
            </p:custDataLst>
            <p:extLst>
              <p:ext uri="{D42A27DB-BD31-4B8C-83A1-F6EECF244321}">
                <p14:modId xmlns:p14="http://schemas.microsoft.com/office/powerpoint/2010/main" val="16387822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2ED29FA0-F976-4260-84A2-6CE203644F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Rechteck 12">
            <a:extLst>
              <a:ext uri="{FF2B5EF4-FFF2-40B4-BE49-F238E27FC236}">
                <a16:creationId xmlns:a16="http://schemas.microsoft.com/office/drawing/2014/main" id="{FEAF814B-61FB-4BA3-A28A-7985FCA4803E}"/>
              </a:ext>
            </a:extLst>
          </p:cNvPr>
          <p:cNvSpPr/>
          <p:nvPr userDrawn="1"/>
        </p:nvSpPr>
        <p:spPr>
          <a:xfrm>
            <a:off x="0" y="0"/>
            <a:ext cx="9144001" cy="5145088"/>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chteck 11">
            <a:extLst>
              <a:ext uri="{FF2B5EF4-FFF2-40B4-BE49-F238E27FC236}">
                <a16:creationId xmlns:a16="http://schemas.microsoft.com/office/drawing/2014/main" id="{27E887E9-8CA6-4D4B-A36A-AC353E536CE1}"/>
              </a:ext>
            </a:extLst>
          </p:cNvPr>
          <p:cNvSpPr/>
          <p:nvPr userDrawn="1"/>
        </p:nvSpPr>
        <p:spPr bwMode="gray">
          <a:xfrm>
            <a:off x="6819900" y="0"/>
            <a:ext cx="23241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bwMode="gray">
          <a:xfrm>
            <a:off x="302420" y="303212"/>
            <a:ext cx="5641180" cy="615553"/>
          </a:xfrm>
        </p:spPr>
        <p:txBody>
          <a:bodyPr vert="horz"/>
          <a:lstStyle>
            <a:lvl1pPr rtl="0">
              <a:defRPr>
                <a:solidFill>
                  <a:schemeClr val="accent1"/>
                </a:solidFill>
              </a:defRPr>
            </a:lvl1pPr>
          </a:lstStyle>
          <a:p>
            <a:r>
              <a:rPr lang="en-US" dirty="0"/>
              <a:t>Slide Title, Segoe UI, 24pt</a:t>
            </a:r>
            <a:br>
              <a:rPr lang="en-US" dirty="0"/>
            </a:br>
            <a:r>
              <a:rPr lang="en-US" dirty="0"/>
              <a:t>Max. 2 Lines</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17" name="Grafik 8">
            <a:extLst>
              <a:ext uri="{FF2B5EF4-FFF2-40B4-BE49-F238E27FC236}">
                <a16:creationId xmlns:a16="http://schemas.microsoft.com/office/drawing/2014/main" id="{F64AAAB0-FA74-4B39-A2A7-034416132C8D}"/>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7" name="Fußzeilenplatzhalter 6">
            <a:extLst>
              <a:ext uri="{FF2B5EF4-FFF2-40B4-BE49-F238E27FC236}">
                <a16:creationId xmlns:a16="http://schemas.microsoft.com/office/drawing/2014/main" id="{9F6167EC-44E4-4CBB-914D-65AC12E79FF0}"/>
              </a:ext>
            </a:extLst>
          </p:cNvPr>
          <p:cNvSpPr>
            <a:spLocks noGrp="1"/>
          </p:cNvSpPr>
          <p:nvPr>
            <p:ph type="ftr" sz="quarter" idx="16"/>
          </p:nvPr>
        </p:nvSpPr>
        <p:spPr/>
        <p:txBody>
          <a:bodyPr/>
          <a:lstStyle>
            <a:lvl1pPr>
              <a:defRPr>
                <a:solidFill>
                  <a:schemeClr val="accent1"/>
                </a:solidFill>
              </a:defRPr>
            </a:lvl1pPr>
          </a:lstStyle>
          <a:p>
            <a:r>
              <a:rPr lang="en-US"/>
              <a:t>Presentation title</a:t>
            </a:r>
            <a:endParaRPr lang="en-US" dirty="0"/>
          </a:p>
        </p:txBody>
      </p:sp>
      <p:sp>
        <p:nvSpPr>
          <p:cNvPr id="14" name="Textplatzhalter 13">
            <a:extLst>
              <a:ext uri="{FF2B5EF4-FFF2-40B4-BE49-F238E27FC236}">
                <a16:creationId xmlns:a16="http://schemas.microsoft.com/office/drawing/2014/main" id="{C82EFB41-8EA9-455E-8500-4970A8B8DB19}"/>
              </a:ext>
            </a:extLst>
          </p:cNvPr>
          <p:cNvSpPr>
            <a:spLocks noGrp="1"/>
          </p:cNvSpPr>
          <p:nvPr>
            <p:ph type="body" sz="quarter" idx="14" hasCustomPrompt="1"/>
          </p:nvPr>
        </p:nvSpPr>
        <p:spPr bwMode="gray">
          <a:xfrm>
            <a:off x="7057696" y="275904"/>
            <a:ext cx="1783333" cy="156902"/>
          </a:xfrm>
        </p:spPr>
        <p:txBody>
          <a:bodyPr>
            <a:noAutofit/>
          </a:bodyPr>
          <a:lstStyle>
            <a:lvl1pPr marL="0" indent="0" rtl="0">
              <a:buClr>
                <a:schemeClr val="bg1"/>
              </a:buClr>
              <a:buNone/>
              <a:defRPr sz="1000" b="1">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Title, Segoe UI, 10pt</a:t>
            </a:r>
          </a:p>
        </p:txBody>
      </p:sp>
      <p:sp>
        <p:nvSpPr>
          <p:cNvPr id="16" name="Textplatzhalter 15">
            <a:extLst>
              <a:ext uri="{FF2B5EF4-FFF2-40B4-BE49-F238E27FC236}">
                <a16:creationId xmlns:a16="http://schemas.microsoft.com/office/drawing/2014/main" id="{9DD6B41F-29EB-4B6E-8D5E-4D58DDEE9769}"/>
              </a:ext>
            </a:extLst>
          </p:cNvPr>
          <p:cNvSpPr>
            <a:spLocks noGrp="1"/>
          </p:cNvSpPr>
          <p:nvPr>
            <p:ph type="body" sz="quarter" idx="15" hasCustomPrompt="1"/>
          </p:nvPr>
        </p:nvSpPr>
        <p:spPr bwMode="gray">
          <a:xfrm>
            <a:off x="7057103" y="585788"/>
            <a:ext cx="1784477" cy="3786188"/>
          </a:xfrm>
        </p:spPr>
        <p:txBody>
          <a:bodyPr/>
          <a:lstStyle>
            <a:lvl1pPr marL="162000" indent="-162000" rtl="0">
              <a:buClr>
                <a:schemeClr val="bg1"/>
              </a:buClr>
              <a:buFont typeface="Wingdings" panose="05000000000000000000" pitchFamily="2" charset="2"/>
              <a:buChar char="§"/>
              <a:defRPr sz="1000">
                <a:solidFill>
                  <a:schemeClr val="bg1"/>
                </a:solidFill>
              </a:defRPr>
            </a:lvl1pPr>
            <a:lvl2pPr rtl="0">
              <a:buClr>
                <a:schemeClr val="bg1"/>
              </a:buClr>
              <a:defRPr sz="1000">
                <a:solidFill>
                  <a:schemeClr val="bg1"/>
                </a:solidFill>
              </a:defRPr>
            </a:lvl2pPr>
            <a:lvl3pPr rtl="0">
              <a:buClr>
                <a:schemeClr val="bg1"/>
              </a:buClr>
              <a:defRPr sz="1000">
                <a:solidFill>
                  <a:schemeClr val="bg1"/>
                </a:solidFill>
              </a:defRPr>
            </a:lvl3pPr>
            <a:lvl4pPr marL="1296000" indent="0">
              <a:buClr>
                <a:schemeClr val="bg1"/>
              </a:buClr>
              <a:buNone/>
              <a:defRPr>
                <a:solidFill>
                  <a:schemeClr val="bg1"/>
                </a:solidFill>
              </a:defRPr>
            </a:lvl4pPr>
            <a:lvl5pPr>
              <a:buClr>
                <a:schemeClr val="bg1"/>
              </a:buClr>
              <a:defRPr>
                <a:solidFill>
                  <a:schemeClr val="bg1"/>
                </a:solidFill>
              </a:defRPr>
            </a:lvl5pPr>
          </a:lstStyle>
          <a:p>
            <a:pPr lvl="0"/>
            <a:r>
              <a:rPr lang="en-US" dirty="0"/>
              <a:t>First Level, Segoe UI, 10pt </a:t>
            </a:r>
          </a:p>
          <a:p>
            <a:pPr lvl="1"/>
            <a:r>
              <a:rPr lang="en-US" dirty="0"/>
              <a:t>Second Level</a:t>
            </a:r>
          </a:p>
          <a:p>
            <a:pPr lvl="2"/>
            <a:r>
              <a:rPr lang="en-US" dirty="0"/>
              <a:t>Third Level</a:t>
            </a:r>
          </a:p>
        </p:txBody>
      </p:sp>
    </p:spTree>
    <p:extLst>
      <p:ext uri="{BB962C8B-B14F-4D97-AF65-F5344CB8AC3E}">
        <p14:creationId xmlns:p14="http://schemas.microsoft.com/office/powerpoint/2010/main" val="23703691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 pictures + facts">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7C0F9577-92F1-475C-BAC8-4DAA145E77F3}"/>
              </a:ext>
            </a:extLst>
          </p:cNvPr>
          <p:cNvGraphicFramePr>
            <a:graphicFrameLocks noChangeAspect="1"/>
          </p:cNvGraphicFramePr>
          <p:nvPr userDrawn="1">
            <p:custDataLst>
              <p:tags r:id="rId1"/>
            </p:custDataLst>
            <p:extLst>
              <p:ext uri="{D42A27DB-BD31-4B8C-83A1-F6EECF244321}">
                <p14:modId xmlns:p14="http://schemas.microsoft.com/office/powerpoint/2010/main" val="191827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Rechteck 12">
            <a:extLst>
              <a:ext uri="{FF2B5EF4-FFF2-40B4-BE49-F238E27FC236}">
                <a16:creationId xmlns:a16="http://schemas.microsoft.com/office/drawing/2014/main" id="{30D59A4B-5427-4613-A316-5C5C738B1B49}"/>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6" name="Bildplatzhalter 5">
            <a:extLst>
              <a:ext uri="{FF2B5EF4-FFF2-40B4-BE49-F238E27FC236}">
                <a16:creationId xmlns:a16="http://schemas.microsoft.com/office/drawing/2014/main" id="{3E177734-E4F2-4A8B-8528-BFC692A79919}"/>
              </a:ext>
            </a:extLst>
          </p:cNvPr>
          <p:cNvSpPr>
            <a:spLocks noGrp="1"/>
          </p:cNvSpPr>
          <p:nvPr>
            <p:ph type="pic" sz="quarter" idx="12" hasCustomPrompt="1"/>
          </p:nvPr>
        </p:nvSpPr>
        <p:spPr bwMode="gray">
          <a:xfrm>
            <a:off x="0" y="0"/>
            <a:ext cx="2689860" cy="5145088"/>
          </a:xfrm>
          <a:solidFill>
            <a:schemeClr val="bg1"/>
          </a:solidFill>
        </p:spPr>
        <p:txBody>
          <a:bodyPr/>
          <a:lstStyle>
            <a:lvl1pPr marL="0" indent="0" rtl="0">
              <a:buNone/>
              <a:defRPr/>
            </a:lvl1pPr>
          </a:lstStyle>
          <a:p>
            <a:r>
              <a:rPr lang="en-US" dirty="0"/>
              <a:t>Insert image from file by clicking on the icon</a:t>
            </a:r>
          </a:p>
        </p:txBody>
      </p:sp>
      <p:sp>
        <p:nvSpPr>
          <p:cNvPr id="8" name="Bildplatzhalter 7">
            <a:extLst>
              <a:ext uri="{FF2B5EF4-FFF2-40B4-BE49-F238E27FC236}">
                <a16:creationId xmlns:a16="http://schemas.microsoft.com/office/drawing/2014/main" id="{9AE4D0E1-24BE-4A9F-9B0C-319E32F754E8}"/>
              </a:ext>
            </a:extLst>
          </p:cNvPr>
          <p:cNvSpPr>
            <a:spLocks noGrp="1"/>
          </p:cNvSpPr>
          <p:nvPr>
            <p:ph type="pic" sz="quarter" idx="13" hasCustomPrompt="1"/>
          </p:nvPr>
        </p:nvSpPr>
        <p:spPr bwMode="gray">
          <a:xfrm>
            <a:off x="2689860" y="0"/>
            <a:ext cx="2689860" cy="5145088"/>
          </a:xfrm>
          <a:solidFill>
            <a:schemeClr val="bg1"/>
          </a:solidFill>
        </p:spPr>
        <p:txBody>
          <a:bodyPr/>
          <a:lstStyle>
            <a:lvl1pPr marL="0" indent="0" rtl="0">
              <a:buNone/>
              <a:defRPr/>
            </a:lvl1pPr>
          </a:lstStyle>
          <a:p>
            <a:r>
              <a:rPr lang="en-US" dirty="0"/>
              <a:t>Insert image from file by clicking on the icon</a:t>
            </a:r>
          </a:p>
        </p:txBody>
      </p:sp>
      <p:sp>
        <p:nvSpPr>
          <p:cNvPr id="14" name="Grafik 8">
            <a:extLst>
              <a:ext uri="{FF2B5EF4-FFF2-40B4-BE49-F238E27FC236}">
                <a16:creationId xmlns:a16="http://schemas.microsoft.com/office/drawing/2014/main" id="{179908B5-EFBF-44AE-B5F4-6524DE4D1D24}"/>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16" name="Textplatzhalter 15">
            <a:extLst>
              <a:ext uri="{FF2B5EF4-FFF2-40B4-BE49-F238E27FC236}">
                <a16:creationId xmlns:a16="http://schemas.microsoft.com/office/drawing/2014/main" id="{FAAA1064-7CA0-4E22-9F40-41A638ADFDB2}"/>
              </a:ext>
            </a:extLst>
          </p:cNvPr>
          <p:cNvSpPr>
            <a:spLocks noGrp="1"/>
          </p:cNvSpPr>
          <p:nvPr>
            <p:ph type="body" sz="quarter" idx="14" hasCustomPrompt="1"/>
          </p:nvPr>
        </p:nvSpPr>
        <p:spPr bwMode="gray">
          <a:xfrm>
            <a:off x="5684837" y="298450"/>
            <a:ext cx="3157537" cy="156902"/>
          </a:xfrm>
        </p:spPr>
        <p:txBody>
          <a:bodyPr>
            <a:noAutofit/>
          </a:bodyPr>
          <a:lstStyle>
            <a:lvl1pPr marL="0" indent="0" rtl="0">
              <a:buNone/>
              <a:defRPr sz="1000" cap="all" baseline="0">
                <a:solidFill>
                  <a:schemeClr val="bg1"/>
                </a:solidFill>
              </a:defRPr>
            </a:lvl1pPr>
          </a:lstStyle>
          <a:p>
            <a:pPr lvl="0"/>
            <a:r>
              <a:rPr lang="en-US" dirty="0"/>
              <a:t>Topic, Segoe UI, 10pt</a:t>
            </a:r>
          </a:p>
        </p:txBody>
      </p:sp>
      <p:sp>
        <p:nvSpPr>
          <p:cNvPr id="18" name="Textplatzhalter 17">
            <a:extLst>
              <a:ext uri="{FF2B5EF4-FFF2-40B4-BE49-F238E27FC236}">
                <a16:creationId xmlns:a16="http://schemas.microsoft.com/office/drawing/2014/main" id="{FE6E806F-FE68-4081-AE5C-2EB33C38C4F4}"/>
              </a:ext>
            </a:extLst>
          </p:cNvPr>
          <p:cNvSpPr>
            <a:spLocks noGrp="1"/>
          </p:cNvSpPr>
          <p:nvPr>
            <p:ph type="body" sz="quarter" idx="15" hasCustomPrompt="1"/>
          </p:nvPr>
        </p:nvSpPr>
        <p:spPr bwMode="gray">
          <a:xfrm>
            <a:off x="5684838" y="487045"/>
            <a:ext cx="3157538" cy="3884930"/>
          </a:xfrm>
        </p:spPr>
        <p:txBody>
          <a:bodyPr/>
          <a:lstStyle>
            <a:lvl1pPr marL="0" indent="0" rtl="0">
              <a:lnSpc>
                <a:spcPts val="5200"/>
              </a:lnSpc>
              <a:buNone/>
              <a:defRPr sz="5200" cap="all" baseline="0">
                <a:solidFill>
                  <a:schemeClr val="bg1"/>
                </a:solidFill>
              </a:defRPr>
            </a:lvl1pPr>
          </a:lstStyle>
          <a:p>
            <a:pPr lvl="0"/>
            <a:r>
              <a:rPr lang="en-US" dirty="0"/>
              <a:t>Sum Or Number</a:t>
            </a:r>
          </a:p>
        </p:txBody>
      </p:sp>
      <p:sp>
        <p:nvSpPr>
          <p:cNvPr id="4" name="Foliennummernplatzhalter 3">
            <a:extLst>
              <a:ext uri="{FF2B5EF4-FFF2-40B4-BE49-F238E27FC236}">
                <a16:creationId xmlns:a16="http://schemas.microsoft.com/office/drawing/2014/main" id="{7240EF66-897B-4BCE-8D84-2CEB6D04C659}"/>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Tree>
    <p:extLst>
      <p:ext uri="{BB962C8B-B14F-4D97-AF65-F5344CB8AC3E}">
        <p14:creationId xmlns:p14="http://schemas.microsoft.com/office/powerpoint/2010/main" val="133525553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 pictures + facts">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E891FA5F-078F-4117-A495-CF038903B84E}"/>
              </a:ext>
            </a:extLst>
          </p:cNvPr>
          <p:cNvGraphicFramePr>
            <a:graphicFrameLocks noChangeAspect="1"/>
          </p:cNvGraphicFramePr>
          <p:nvPr userDrawn="1">
            <p:custDataLst>
              <p:tags r:id="rId1"/>
            </p:custDataLst>
            <p:extLst>
              <p:ext uri="{D42A27DB-BD31-4B8C-83A1-F6EECF244321}">
                <p14:modId xmlns:p14="http://schemas.microsoft.com/office/powerpoint/2010/main" val="242776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hteck 11">
            <a:extLst>
              <a:ext uri="{FF2B5EF4-FFF2-40B4-BE49-F238E27FC236}">
                <a16:creationId xmlns:a16="http://schemas.microsoft.com/office/drawing/2014/main" id="{7969D756-CEC2-4FF9-80B5-C0874EA7AC56}"/>
              </a:ext>
            </a:extLst>
          </p:cNvPr>
          <p:cNvSpPr/>
          <p:nvPr userDrawn="1"/>
        </p:nvSpPr>
        <p:spPr bwMode="gray">
          <a:xfrm>
            <a:off x="300039" y="2286000"/>
            <a:ext cx="2019299" cy="2085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11" name="Rechteck 10">
            <a:extLst>
              <a:ext uri="{FF2B5EF4-FFF2-40B4-BE49-F238E27FC236}">
                <a16:creationId xmlns:a16="http://schemas.microsoft.com/office/drawing/2014/main" id="{EDA71EEB-5E99-46AD-A947-C6E176BC18E0}"/>
              </a:ext>
            </a:extLst>
          </p:cNvPr>
          <p:cNvSpPr/>
          <p:nvPr userDrawn="1"/>
        </p:nvSpPr>
        <p:spPr bwMode="gray">
          <a:xfrm>
            <a:off x="2319337" y="298448"/>
            <a:ext cx="3052763" cy="15712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3" name="Fußzeilenplatzhalter 2">
            <a:extLst>
              <a:ext uri="{FF2B5EF4-FFF2-40B4-BE49-F238E27FC236}">
                <a16:creationId xmlns:a16="http://schemas.microsoft.com/office/drawing/2014/main" id="{EB95F812-C8DA-4443-B6FB-3D0F7B0BA0FA}"/>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EE2CAEF-25CC-4015-9DE2-7AE7C2A71D80}"/>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Bildplatzhalter 5">
            <a:extLst>
              <a:ext uri="{FF2B5EF4-FFF2-40B4-BE49-F238E27FC236}">
                <a16:creationId xmlns:a16="http://schemas.microsoft.com/office/drawing/2014/main" id="{996F566D-2A4A-4013-AA0B-632F665A661E}"/>
              </a:ext>
            </a:extLst>
          </p:cNvPr>
          <p:cNvSpPr>
            <a:spLocks noGrp="1"/>
          </p:cNvSpPr>
          <p:nvPr>
            <p:ph type="pic" sz="quarter" idx="12" hasCustomPrompt="1"/>
          </p:nvPr>
        </p:nvSpPr>
        <p:spPr bwMode="gray">
          <a:xfrm>
            <a:off x="300038" y="298449"/>
            <a:ext cx="2019298" cy="1987551"/>
          </a:xfrm>
        </p:spPr>
        <p:txBody>
          <a:bodyPr/>
          <a:lstStyle>
            <a:lvl1pPr marL="0" indent="0" rtl="0">
              <a:buNone/>
              <a:defRPr/>
            </a:lvl1pPr>
          </a:lstStyle>
          <a:p>
            <a:r>
              <a:rPr lang="en-US" dirty="0"/>
              <a:t>Insert image from file by clicking on the icon</a:t>
            </a:r>
          </a:p>
        </p:txBody>
      </p:sp>
      <p:sp>
        <p:nvSpPr>
          <p:cNvPr id="8" name="Bildplatzhalter 7">
            <a:extLst>
              <a:ext uri="{FF2B5EF4-FFF2-40B4-BE49-F238E27FC236}">
                <a16:creationId xmlns:a16="http://schemas.microsoft.com/office/drawing/2014/main" id="{69F2D387-9A87-4B98-80C0-8CD6B9184DF1}"/>
              </a:ext>
            </a:extLst>
          </p:cNvPr>
          <p:cNvSpPr>
            <a:spLocks noGrp="1"/>
          </p:cNvSpPr>
          <p:nvPr>
            <p:ph type="pic" sz="quarter" idx="13" hasCustomPrompt="1"/>
          </p:nvPr>
        </p:nvSpPr>
        <p:spPr bwMode="gray">
          <a:xfrm>
            <a:off x="2319338" y="1869743"/>
            <a:ext cx="3052762" cy="2502232"/>
          </a:xfrm>
        </p:spPr>
        <p:txBody>
          <a:bodyPr/>
          <a:lstStyle>
            <a:lvl1pPr marL="0" indent="0" rtl="0">
              <a:buNone/>
              <a:defRPr/>
            </a:lvl1pPr>
          </a:lstStyle>
          <a:p>
            <a:r>
              <a:rPr lang="en-US" dirty="0"/>
              <a:t>Insert image from file by clicking on the icon</a:t>
            </a:r>
          </a:p>
        </p:txBody>
      </p:sp>
      <p:sp>
        <p:nvSpPr>
          <p:cNvPr id="10" name="Bildplatzhalter 9">
            <a:extLst>
              <a:ext uri="{FF2B5EF4-FFF2-40B4-BE49-F238E27FC236}">
                <a16:creationId xmlns:a16="http://schemas.microsoft.com/office/drawing/2014/main" id="{20D74127-2F9F-4278-A92B-109CD06EFE79}"/>
              </a:ext>
            </a:extLst>
          </p:cNvPr>
          <p:cNvSpPr>
            <a:spLocks noGrp="1"/>
          </p:cNvSpPr>
          <p:nvPr>
            <p:ph type="pic" sz="quarter" idx="14" hasCustomPrompt="1"/>
          </p:nvPr>
        </p:nvSpPr>
        <p:spPr bwMode="gray">
          <a:xfrm>
            <a:off x="5372100" y="298449"/>
            <a:ext cx="3470275" cy="4073525"/>
          </a:xfrm>
        </p:spPr>
        <p:txBody>
          <a:bodyPr/>
          <a:lstStyle>
            <a:lvl1pPr marL="0" indent="0" rtl="0">
              <a:buNone/>
              <a:defRPr/>
            </a:lvl1pPr>
          </a:lstStyle>
          <a:p>
            <a:r>
              <a:rPr lang="en-US" dirty="0"/>
              <a:t>Insert image from file by clicking on the icon</a:t>
            </a:r>
          </a:p>
        </p:txBody>
      </p:sp>
      <p:sp>
        <p:nvSpPr>
          <p:cNvPr id="16" name="Textplatzhalter 15">
            <a:extLst>
              <a:ext uri="{FF2B5EF4-FFF2-40B4-BE49-F238E27FC236}">
                <a16:creationId xmlns:a16="http://schemas.microsoft.com/office/drawing/2014/main" id="{44EBAAAC-9B94-4A0A-859E-57BC1C5229EA}"/>
              </a:ext>
            </a:extLst>
          </p:cNvPr>
          <p:cNvSpPr>
            <a:spLocks noGrp="1"/>
          </p:cNvSpPr>
          <p:nvPr>
            <p:ph type="body" sz="quarter" idx="15" hasCustomPrompt="1"/>
          </p:nvPr>
        </p:nvSpPr>
        <p:spPr bwMode="gray">
          <a:xfrm>
            <a:off x="451882" y="2437606"/>
            <a:ext cx="1715612" cy="156902"/>
          </a:xfrm>
        </p:spPr>
        <p:txBody>
          <a:bodyPr>
            <a:noAutofit/>
          </a:bodyPr>
          <a:lstStyle>
            <a:lvl1pPr marL="0" indent="0" rtl="0">
              <a:buNone/>
              <a:defRPr sz="1000" cap="all" baseline="0">
                <a:solidFill>
                  <a:schemeClr val="accent1"/>
                </a:solidFill>
              </a:defRPr>
            </a:lvl1pPr>
          </a:lstStyle>
          <a:p>
            <a:pPr lvl="0"/>
            <a:r>
              <a:rPr lang="en-US" dirty="0"/>
              <a:t>Headline, 10pt</a:t>
            </a:r>
          </a:p>
        </p:txBody>
      </p:sp>
      <p:sp>
        <p:nvSpPr>
          <p:cNvPr id="18" name="Textplatzhalter 17">
            <a:extLst>
              <a:ext uri="{FF2B5EF4-FFF2-40B4-BE49-F238E27FC236}">
                <a16:creationId xmlns:a16="http://schemas.microsoft.com/office/drawing/2014/main" id="{F4CF401C-DE73-4E05-B8D1-DB50DE944C2E}"/>
              </a:ext>
            </a:extLst>
          </p:cNvPr>
          <p:cNvSpPr>
            <a:spLocks noGrp="1"/>
          </p:cNvSpPr>
          <p:nvPr>
            <p:ph type="body" sz="quarter" idx="16" hasCustomPrompt="1"/>
          </p:nvPr>
        </p:nvSpPr>
        <p:spPr bwMode="gray">
          <a:xfrm>
            <a:off x="451882" y="2741616"/>
            <a:ext cx="1715612" cy="1506534"/>
          </a:xfrm>
        </p:spPr>
        <p:txBody>
          <a:bodyPr/>
          <a:lstStyle>
            <a:lvl1pPr marL="162000" indent="-162000" rtl="0">
              <a:buFont typeface="Wingdings" panose="05000000000000000000" pitchFamily="2" charset="2"/>
              <a:buChar char="§"/>
              <a:defRPr sz="1000"/>
            </a:lvl1pPr>
            <a:lvl2pPr rtl="0">
              <a:defRPr sz="1000"/>
            </a:lvl2pPr>
          </a:lstStyle>
          <a:p>
            <a:pPr lvl="0"/>
            <a:r>
              <a:rPr lang="en-US" dirty="0"/>
              <a:t>First Level, Segoe UI, 10pt </a:t>
            </a:r>
          </a:p>
          <a:p>
            <a:pPr lvl="1"/>
            <a:r>
              <a:rPr lang="en-US" dirty="0"/>
              <a:t>Second Level</a:t>
            </a:r>
          </a:p>
        </p:txBody>
      </p:sp>
      <p:sp>
        <p:nvSpPr>
          <p:cNvPr id="20" name="Textplatzhalter 19">
            <a:extLst>
              <a:ext uri="{FF2B5EF4-FFF2-40B4-BE49-F238E27FC236}">
                <a16:creationId xmlns:a16="http://schemas.microsoft.com/office/drawing/2014/main" id="{CE3EC1BC-B6DD-43BD-AD6F-A77313948A24}"/>
              </a:ext>
            </a:extLst>
          </p:cNvPr>
          <p:cNvSpPr>
            <a:spLocks noGrp="1"/>
          </p:cNvSpPr>
          <p:nvPr>
            <p:ph type="body" sz="quarter" idx="17" hasCustomPrompt="1"/>
          </p:nvPr>
        </p:nvSpPr>
        <p:spPr bwMode="gray">
          <a:xfrm>
            <a:off x="2601872" y="571134"/>
            <a:ext cx="2487693" cy="1025922"/>
          </a:xfrm>
        </p:spPr>
        <p:txBody>
          <a:bodyPr anchor="ctr">
            <a:noAutofit/>
          </a:bodyPr>
          <a:lstStyle>
            <a:lvl1pPr marL="0" indent="0" rtl="0">
              <a:lnSpc>
                <a:spcPts val="4000"/>
              </a:lnSpc>
              <a:buNone/>
              <a:defRPr sz="4000" cap="all" baseline="0">
                <a:solidFill>
                  <a:schemeClr val="bg1"/>
                </a:solidFill>
              </a:defRPr>
            </a:lvl1pPr>
          </a:lstStyle>
          <a:p>
            <a:pPr lvl="0"/>
            <a:r>
              <a:rPr lang="en-US" dirty="0"/>
              <a:t>Sum/ Number</a:t>
            </a:r>
          </a:p>
        </p:txBody>
      </p:sp>
    </p:spTree>
    <p:extLst>
      <p:ext uri="{BB962C8B-B14F-4D97-AF65-F5344CB8AC3E}">
        <p14:creationId xmlns:p14="http://schemas.microsoft.com/office/powerpoint/2010/main" val="134051064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 pictures + 3 textboxes + title">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A22DC763-7C98-4BF7-8076-872F267E180F}"/>
              </a:ext>
            </a:extLst>
          </p:cNvPr>
          <p:cNvGraphicFramePr>
            <a:graphicFrameLocks noChangeAspect="1"/>
          </p:cNvGraphicFramePr>
          <p:nvPr userDrawn="1">
            <p:custDataLst>
              <p:tags r:id="rId1"/>
            </p:custDataLst>
            <p:extLst>
              <p:ext uri="{D42A27DB-BD31-4B8C-83A1-F6EECF244321}">
                <p14:modId xmlns:p14="http://schemas.microsoft.com/office/powerpoint/2010/main" val="41400423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2" name="Objekt 1" hidden="1">
                        <a:extLst>
                          <a:ext uri="{FF2B5EF4-FFF2-40B4-BE49-F238E27FC236}">
                            <a16:creationId xmlns:a16="http://schemas.microsoft.com/office/drawing/2014/main" id="{A22DC763-7C98-4BF7-8076-872F267E18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Rechteck 10">
            <a:extLst>
              <a:ext uri="{FF2B5EF4-FFF2-40B4-BE49-F238E27FC236}">
                <a16:creationId xmlns:a16="http://schemas.microsoft.com/office/drawing/2014/main" id="{EDA71EEB-5E99-46AD-A947-C6E176BC18E0}"/>
              </a:ext>
            </a:extLst>
          </p:cNvPr>
          <p:cNvSpPr>
            <a:spLocks/>
          </p:cNvSpPr>
          <p:nvPr userDrawn="1"/>
        </p:nvSpPr>
        <p:spPr>
          <a:xfrm>
            <a:off x="3145805" y="1151887"/>
            <a:ext cx="2847600" cy="15227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14" name="Rechteck 13">
            <a:extLst>
              <a:ext uri="{FF2B5EF4-FFF2-40B4-BE49-F238E27FC236}">
                <a16:creationId xmlns:a16="http://schemas.microsoft.com/office/drawing/2014/main" id="{684D0BC2-2BEA-4984-8BCC-B42A4DD96ABE}"/>
              </a:ext>
            </a:extLst>
          </p:cNvPr>
          <p:cNvSpPr>
            <a:spLocks/>
          </p:cNvSpPr>
          <p:nvPr userDrawn="1"/>
        </p:nvSpPr>
        <p:spPr>
          <a:xfrm>
            <a:off x="5991579" y="2849246"/>
            <a:ext cx="2850796" cy="152273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12" name="Rechteck 11">
            <a:extLst>
              <a:ext uri="{FF2B5EF4-FFF2-40B4-BE49-F238E27FC236}">
                <a16:creationId xmlns:a16="http://schemas.microsoft.com/office/drawing/2014/main" id="{7969D756-CEC2-4FF9-80B5-C0874EA7AC56}"/>
              </a:ext>
            </a:extLst>
          </p:cNvPr>
          <p:cNvSpPr>
            <a:spLocks/>
          </p:cNvSpPr>
          <p:nvPr userDrawn="1"/>
        </p:nvSpPr>
        <p:spPr>
          <a:xfrm>
            <a:off x="300038" y="2849244"/>
            <a:ext cx="2845769" cy="15227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3" name="Fußzeilenplatzhalter 2">
            <a:extLst>
              <a:ext uri="{FF2B5EF4-FFF2-40B4-BE49-F238E27FC236}">
                <a16:creationId xmlns:a16="http://schemas.microsoft.com/office/drawing/2014/main" id="{EB95F812-C8DA-4443-B6FB-3D0F7B0BA0FA}"/>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EE2CAEF-25CC-4015-9DE2-7AE7C2A71D80}"/>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6" name="Bildplatzhalter 5">
            <a:extLst>
              <a:ext uri="{FF2B5EF4-FFF2-40B4-BE49-F238E27FC236}">
                <a16:creationId xmlns:a16="http://schemas.microsoft.com/office/drawing/2014/main" id="{996F566D-2A4A-4013-AA0B-632F665A661E}"/>
              </a:ext>
            </a:extLst>
          </p:cNvPr>
          <p:cNvSpPr>
            <a:spLocks noGrp="1"/>
          </p:cNvSpPr>
          <p:nvPr>
            <p:ph type="pic" sz="quarter" idx="12" hasCustomPrompt="1"/>
          </p:nvPr>
        </p:nvSpPr>
        <p:spPr>
          <a:xfrm>
            <a:off x="300037" y="1151887"/>
            <a:ext cx="2845770" cy="1697354"/>
          </a:xfrm>
        </p:spPr>
        <p:txBody>
          <a:bodyPr/>
          <a:lstStyle>
            <a:lvl1pPr marL="0" indent="0" rtl="0">
              <a:buNone/>
              <a:defRPr/>
            </a:lvl1pPr>
          </a:lstStyle>
          <a:p>
            <a:r>
              <a:rPr lang="en-US" dirty="0"/>
              <a:t>Insert image from file by clicking on the icon</a:t>
            </a:r>
          </a:p>
        </p:txBody>
      </p:sp>
      <p:sp>
        <p:nvSpPr>
          <p:cNvPr id="8" name="Bildplatzhalter 7">
            <a:extLst>
              <a:ext uri="{FF2B5EF4-FFF2-40B4-BE49-F238E27FC236}">
                <a16:creationId xmlns:a16="http://schemas.microsoft.com/office/drawing/2014/main" id="{69F2D387-9A87-4B98-80C0-8CD6B9184DF1}"/>
              </a:ext>
            </a:extLst>
          </p:cNvPr>
          <p:cNvSpPr>
            <a:spLocks noGrp="1"/>
          </p:cNvSpPr>
          <p:nvPr>
            <p:ph type="pic" sz="quarter" idx="13" hasCustomPrompt="1"/>
          </p:nvPr>
        </p:nvSpPr>
        <p:spPr>
          <a:xfrm>
            <a:off x="3145805" y="2674620"/>
            <a:ext cx="2847600" cy="1697354"/>
          </a:xfrm>
        </p:spPr>
        <p:txBody>
          <a:bodyPr/>
          <a:lstStyle>
            <a:lvl1pPr marL="0" indent="0" rtl="0">
              <a:buNone/>
              <a:defRPr/>
            </a:lvl1pPr>
          </a:lstStyle>
          <a:p>
            <a:r>
              <a:rPr lang="en-US" dirty="0"/>
              <a:t>Insert image from file by clicking on the icon</a:t>
            </a:r>
          </a:p>
        </p:txBody>
      </p:sp>
      <p:sp>
        <p:nvSpPr>
          <p:cNvPr id="10" name="Bildplatzhalter 9">
            <a:extLst>
              <a:ext uri="{FF2B5EF4-FFF2-40B4-BE49-F238E27FC236}">
                <a16:creationId xmlns:a16="http://schemas.microsoft.com/office/drawing/2014/main" id="{20D74127-2F9F-4278-A92B-109CD06EFE79}"/>
              </a:ext>
            </a:extLst>
          </p:cNvPr>
          <p:cNvSpPr>
            <a:spLocks noGrp="1"/>
          </p:cNvSpPr>
          <p:nvPr>
            <p:ph type="pic" sz="quarter" idx="14" hasCustomPrompt="1"/>
          </p:nvPr>
        </p:nvSpPr>
        <p:spPr>
          <a:xfrm>
            <a:off x="5992813" y="1151887"/>
            <a:ext cx="2849562" cy="1697354"/>
          </a:xfrm>
        </p:spPr>
        <p:txBody>
          <a:bodyPr/>
          <a:lstStyle>
            <a:lvl1pPr marL="0" indent="0" rtl="0">
              <a:buNone/>
              <a:defRPr/>
            </a:lvl1pPr>
          </a:lstStyle>
          <a:p>
            <a:r>
              <a:rPr lang="en-US" dirty="0"/>
              <a:t>Insert image from file by clicking on the icon</a:t>
            </a:r>
          </a:p>
        </p:txBody>
      </p:sp>
      <p:sp>
        <p:nvSpPr>
          <p:cNvPr id="18" name="Textplatzhalter 17">
            <a:extLst>
              <a:ext uri="{FF2B5EF4-FFF2-40B4-BE49-F238E27FC236}">
                <a16:creationId xmlns:a16="http://schemas.microsoft.com/office/drawing/2014/main" id="{F4CF401C-DE73-4E05-B8D1-DB50DE944C2E}"/>
              </a:ext>
            </a:extLst>
          </p:cNvPr>
          <p:cNvSpPr>
            <a:spLocks noGrp="1"/>
          </p:cNvSpPr>
          <p:nvPr>
            <p:ph type="body" sz="quarter" idx="16" hasCustomPrompt="1"/>
          </p:nvPr>
        </p:nvSpPr>
        <p:spPr>
          <a:xfrm>
            <a:off x="582129" y="3070224"/>
            <a:ext cx="2281590" cy="1106845"/>
          </a:xfrm>
        </p:spPr>
        <p:txBody>
          <a:bodyPr/>
          <a:lstStyle>
            <a:lvl1pPr marL="162000" indent="-162000" rtl="0">
              <a:buFont typeface="Wingdings" panose="05000000000000000000" pitchFamily="2" charset="2"/>
              <a:buChar char="§"/>
              <a:defRPr sz="1200"/>
            </a:lvl1pPr>
            <a:lvl2pPr rtl="0">
              <a:defRPr sz="1200"/>
            </a:lvl2pPr>
          </a:lstStyle>
          <a:p>
            <a:pPr lvl="0"/>
            <a:r>
              <a:rPr lang="en-US" dirty="0"/>
              <a:t>First Level, Segoe UI, 12pt </a:t>
            </a:r>
          </a:p>
          <a:p>
            <a:pPr lvl="1"/>
            <a:r>
              <a:rPr lang="en-US" dirty="0"/>
              <a:t>Second Level</a:t>
            </a:r>
          </a:p>
        </p:txBody>
      </p:sp>
      <p:sp>
        <p:nvSpPr>
          <p:cNvPr id="15" name="Textplatzhalter 14">
            <a:extLst>
              <a:ext uri="{FF2B5EF4-FFF2-40B4-BE49-F238E27FC236}">
                <a16:creationId xmlns:a16="http://schemas.microsoft.com/office/drawing/2014/main" id="{5F00088E-BD27-4075-9D51-FDAB7868F927}"/>
              </a:ext>
            </a:extLst>
          </p:cNvPr>
          <p:cNvSpPr>
            <a:spLocks noGrp="1"/>
          </p:cNvSpPr>
          <p:nvPr>
            <p:ph type="body" sz="quarter" idx="18" hasCustomPrompt="1"/>
          </p:nvPr>
        </p:nvSpPr>
        <p:spPr>
          <a:xfrm>
            <a:off x="3427746" y="1372866"/>
            <a:ext cx="2281896" cy="1107657"/>
          </a:xfrm>
        </p:spPr>
        <p:txBody>
          <a:bodyPr/>
          <a:lstStyle>
            <a:lvl1pPr marL="162000" indent="-162000" rtl="0">
              <a:buFont typeface="Wingdings" panose="05000000000000000000" pitchFamily="2" charset="2"/>
              <a:buChar char="§"/>
              <a:defRPr sz="1200"/>
            </a:lvl1pPr>
            <a:lvl2pPr rtl="0">
              <a:defRPr sz="1200"/>
            </a:lvl2pPr>
            <a:lvl3pPr>
              <a:defRPr sz="1000"/>
            </a:lvl3pPr>
            <a:lvl4pPr>
              <a:defRPr sz="1000"/>
            </a:lvl4pPr>
            <a:lvl5pPr>
              <a:defRPr sz="1000"/>
            </a:lvl5pPr>
          </a:lstStyle>
          <a:p>
            <a:pPr lvl="0"/>
            <a:r>
              <a:rPr lang="en-US" dirty="0"/>
              <a:t>First Level, Segoe UI, 12pt </a:t>
            </a:r>
          </a:p>
          <a:p>
            <a:pPr lvl="1"/>
            <a:r>
              <a:rPr lang="en-US" dirty="0"/>
              <a:t>Second Level</a:t>
            </a:r>
          </a:p>
        </p:txBody>
      </p:sp>
      <p:sp>
        <p:nvSpPr>
          <p:cNvPr id="22" name="Textplatzhalter 21">
            <a:extLst>
              <a:ext uri="{FF2B5EF4-FFF2-40B4-BE49-F238E27FC236}">
                <a16:creationId xmlns:a16="http://schemas.microsoft.com/office/drawing/2014/main" id="{095A11F8-0E42-4080-B86D-63341C6F3C2B}"/>
              </a:ext>
            </a:extLst>
          </p:cNvPr>
          <p:cNvSpPr>
            <a:spLocks noGrp="1"/>
          </p:cNvSpPr>
          <p:nvPr>
            <p:ph type="body" sz="quarter" idx="20" hasCustomPrompt="1"/>
          </p:nvPr>
        </p:nvSpPr>
        <p:spPr>
          <a:xfrm>
            <a:off x="6273516" y="3070226"/>
            <a:ext cx="2281896" cy="1108868"/>
          </a:xfrm>
        </p:spPr>
        <p:txBody>
          <a:bodyPr/>
          <a:lstStyle>
            <a:lvl1pPr marL="162000" indent="-162000" rtl="0">
              <a:buFont typeface="Wingdings" panose="05000000000000000000" pitchFamily="2" charset="2"/>
              <a:buChar char="§"/>
              <a:defRPr sz="1200"/>
            </a:lvl1pPr>
            <a:lvl2pPr rtl="0">
              <a:defRPr sz="1200"/>
            </a:lvl2pPr>
            <a:lvl3pPr>
              <a:defRPr sz="1000"/>
            </a:lvl3pPr>
            <a:lvl4pPr>
              <a:defRPr sz="1000"/>
            </a:lvl4pPr>
            <a:lvl5pPr>
              <a:defRPr sz="1000"/>
            </a:lvl5pPr>
          </a:lstStyle>
          <a:p>
            <a:pPr lvl="0"/>
            <a:r>
              <a:rPr lang="en-US" dirty="0"/>
              <a:t>First Level, Segoe UI, 12pt </a:t>
            </a:r>
          </a:p>
          <a:p>
            <a:pPr lvl="1"/>
            <a:r>
              <a:rPr lang="en-US" dirty="0"/>
              <a:t>Second Level</a:t>
            </a:r>
          </a:p>
        </p:txBody>
      </p:sp>
      <p:sp>
        <p:nvSpPr>
          <p:cNvPr id="5" name="Titel 4">
            <a:extLst>
              <a:ext uri="{FF2B5EF4-FFF2-40B4-BE49-F238E27FC236}">
                <a16:creationId xmlns:a16="http://schemas.microsoft.com/office/drawing/2014/main" id="{A6D664C7-0545-4A14-9DCB-BE8E2F69308D}"/>
              </a:ext>
            </a:extLst>
          </p:cNvPr>
          <p:cNvSpPr>
            <a:spLocks noGrp="1"/>
          </p:cNvSpPr>
          <p:nvPr>
            <p:ph type="title" hasCustomPrompt="1"/>
          </p:nvPr>
        </p:nvSpPr>
        <p:spPr/>
        <p:txBody>
          <a:bodyPr vert="horz"/>
          <a:lstStyle/>
          <a:p>
            <a:r>
              <a:rPr lang="en-US" dirty="0"/>
              <a:t>Slide Title, Segoe UI, 24pt</a:t>
            </a:r>
            <a:br>
              <a:rPr lang="en-US" dirty="0"/>
            </a:br>
            <a:r>
              <a:rPr lang="en-US" dirty="0"/>
              <a:t>Max. 2 Lines</a:t>
            </a:r>
          </a:p>
        </p:txBody>
      </p:sp>
    </p:spTree>
    <p:extLst>
      <p:ext uri="{BB962C8B-B14F-4D97-AF65-F5344CB8AC3E}">
        <p14:creationId xmlns:p14="http://schemas.microsoft.com/office/powerpoint/2010/main" val="125488509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 pictures + 2 textboxes + title">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86BEC144-9259-411C-8919-2BAF1C6F11CF}"/>
              </a:ext>
            </a:extLst>
          </p:cNvPr>
          <p:cNvGraphicFramePr>
            <a:graphicFrameLocks noChangeAspect="1"/>
          </p:cNvGraphicFramePr>
          <p:nvPr userDrawn="1">
            <p:custDataLst>
              <p:tags r:id="rId1"/>
            </p:custDataLst>
            <p:extLst>
              <p:ext uri="{D42A27DB-BD31-4B8C-83A1-F6EECF244321}">
                <p14:modId xmlns:p14="http://schemas.microsoft.com/office/powerpoint/2010/main" val="1997761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2" name="Objekt 1" hidden="1">
                        <a:extLst>
                          <a:ext uri="{FF2B5EF4-FFF2-40B4-BE49-F238E27FC236}">
                            <a16:creationId xmlns:a16="http://schemas.microsoft.com/office/drawing/2014/main" id="{86BEC144-9259-411C-8919-2BAF1C6F11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Rechteck 10">
            <a:extLst>
              <a:ext uri="{FF2B5EF4-FFF2-40B4-BE49-F238E27FC236}">
                <a16:creationId xmlns:a16="http://schemas.microsoft.com/office/drawing/2014/main" id="{EDA71EEB-5E99-46AD-A947-C6E176BC18E0}"/>
              </a:ext>
            </a:extLst>
          </p:cNvPr>
          <p:cNvSpPr>
            <a:spLocks/>
          </p:cNvSpPr>
          <p:nvPr userDrawn="1"/>
        </p:nvSpPr>
        <p:spPr>
          <a:xfrm>
            <a:off x="4577746" y="1151887"/>
            <a:ext cx="4264629" cy="15127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12" name="Rechteck 11">
            <a:extLst>
              <a:ext uri="{FF2B5EF4-FFF2-40B4-BE49-F238E27FC236}">
                <a16:creationId xmlns:a16="http://schemas.microsoft.com/office/drawing/2014/main" id="{7969D756-CEC2-4FF9-80B5-C0874EA7AC56}"/>
              </a:ext>
            </a:extLst>
          </p:cNvPr>
          <p:cNvSpPr>
            <a:spLocks/>
          </p:cNvSpPr>
          <p:nvPr userDrawn="1"/>
        </p:nvSpPr>
        <p:spPr>
          <a:xfrm>
            <a:off x="300039" y="2858284"/>
            <a:ext cx="4277707" cy="151369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3" name="Fußzeilenplatzhalter 2">
            <a:extLst>
              <a:ext uri="{FF2B5EF4-FFF2-40B4-BE49-F238E27FC236}">
                <a16:creationId xmlns:a16="http://schemas.microsoft.com/office/drawing/2014/main" id="{EB95F812-C8DA-4443-B6FB-3D0F7B0BA0FA}"/>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EE2CAEF-25CC-4015-9DE2-7AE7C2A71D80}"/>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6" name="Bildplatzhalter 5">
            <a:extLst>
              <a:ext uri="{FF2B5EF4-FFF2-40B4-BE49-F238E27FC236}">
                <a16:creationId xmlns:a16="http://schemas.microsoft.com/office/drawing/2014/main" id="{996F566D-2A4A-4013-AA0B-632F665A661E}"/>
              </a:ext>
            </a:extLst>
          </p:cNvPr>
          <p:cNvSpPr>
            <a:spLocks noGrp="1"/>
          </p:cNvSpPr>
          <p:nvPr>
            <p:ph type="pic" sz="quarter" idx="12" hasCustomPrompt="1"/>
          </p:nvPr>
        </p:nvSpPr>
        <p:spPr>
          <a:xfrm>
            <a:off x="300036" y="1151884"/>
            <a:ext cx="4277710" cy="1706400"/>
          </a:xfrm>
        </p:spPr>
        <p:txBody>
          <a:bodyPr/>
          <a:lstStyle>
            <a:lvl1pPr marL="0" indent="0" rtl="0">
              <a:buNone/>
              <a:defRPr/>
            </a:lvl1pPr>
          </a:lstStyle>
          <a:p>
            <a:r>
              <a:rPr lang="en-US" dirty="0"/>
              <a:t>Insert image from file by clicking on the icon</a:t>
            </a:r>
          </a:p>
        </p:txBody>
      </p:sp>
      <p:sp>
        <p:nvSpPr>
          <p:cNvPr id="8" name="Bildplatzhalter 7">
            <a:extLst>
              <a:ext uri="{FF2B5EF4-FFF2-40B4-BE49-F238E27FC236}">
                <a16:creationId xmlns:a16="http://schemas.microsoft.com/office/drawing/2014/main" id="{69F2D387-9A87-4B98-80C0-8CD6B9184DF1}"/>
              </a:ext>
            </a:extLst>
          </p:cNvPr>
          <p:cNvSpPr>
            <a:spLocks noGrp="1"/>
          </p:cNvSpPr>
          <p:nvPr>
            <p:ph type="pic" sz="quarter" idx="13" hasCustomPrompt="1"/>
          </p:nvPr>
        </p:nvSpPr>
        <p:spPr>
          <a:xfrm>
            <a:off x="4577746" y="2664619"/>
            <a:ext cx="4264629" cy="1707355"/>
          </a:xfrm>
        </p:spPr>
        <p:txBody>
          <a:bodyPr/>
          <a:lstStyle>
            <a:lvl1pPr marL="0" indent="0" rtl="0">
              <a:buNone/>
              <a:defRPr/>
            </a:lvl1pPr>
          </a:lstStyle>
          <a:p>
            <a:r>
              <a:rPr lang="en-US" dirty="0"/>
              <a:t>Insert image from file by clicking on the icon</a:t>
            </a:r>
          </a:p>
        </p:txBody>
      </p:sp>
      <p:sp>
        <p:nvSpPr>
          <p:cNvPr id="18" name="Textplatzhalter 17">
            <a:extLst>
              <a:ext uri="{FF2B5EF4-FFF2-40B4-BE49-F238E27FC236}">
                <a16:creationId xmlns:a16="http://schemas.microsoft.com/office/drawing/2014/main" id="{F4CF401C-DE73-4E05-B8D1-DB50DE944C2E}"/>
              </a:ext>
            </a:extLst>
          </p:cNvPr>
          <p:cNvSpPr>
            <a:spLocks noGrp="1"/>
          </p:cNvSpPr>
          <p:nvPr>
            <p:ph type="body" sz="quarter" idx="16" hasCustomPrompt="1"/>
          </p:nvPr>
        </p:nvSpPr>
        <p:spPr>
          <a:xfrm>
            <a:off x="582128" y="3086884"/>
            <a:ext cx="3707066" cy="1048947"/>
          </a:xfrm>
        </p:spPr>
        <p:txBody>
          <a:bodyPr/>
          <a:lstStyle>
            <a:lvl1pPr marL="162000" indent="-162000" rtl="0">
              <a:buFont typeface="Wingdings" panose="05000000000000000000" pitchFamily="2" charset="2"/>
              <a:buChar char="§"/>
              <a:defRPr sz="1200"/>
            </a:lvl1pPr>
            <a:lvl2pPr rtl="0">
              <a:defRPr sz="1200"/>
            </a:lvl2pPr>
          </a:lstStyle>
          <a:p>
            <a:pPr lvl="0"/>
            <a:r>
              <a:rPr lang="en-US" dirty="0"/>
              <a:t>First Level, Segoe UI, 12pt </a:t>
            </a:r>
          </a:p>
          <a:p>
            <a:pPr lvl="1"/>
            <a:r>
              <a:rPr lang="en-US" dirty="0"/>
              <a:t>Second Level</a:t>
            </a:r>
          </a:p>
        </p:txBody>
      </p:sp>
      <p:sp>
        <p:nvSpPr>
          <p:cNvPr id="15" name="Textplatzhalter 14">
            <a:extLst>
              <a:ext uri="{FF2B5EF4-FFF2-40B4-BE49-F238E27FC236}">
                <a16:creationId xmlns:a16="http://schemas.microsoft.com/office/drawing/2014/main" id="{5F00088E-BD27-4075-9D51-FDAB7868F927}"/>
              </a:ext>
            </a:extLst>
          </p:cNvPr>
          <p:cNvSpPr>
            <a:spLocks noGrp="1"/>
          </p:cNvSpPr>
          <p:nvPr>
            <p:ph type="body" sz="quarter" idx="18" hasCustomPrompt="1"/>
          </p:nvPr>
        </p:nvSpPr>
        <p:spPr>
          <a:xfrm>
            <a:off x="4851034" y="1380487"/>
            <a:ext cx="3708000" cy="1048388"/>
          </a:xfrm>
        </p:spPr>
        <p:txBody>
          <a:bodyPr/>
          <a:lstStyle>
            <a:lvl1pPr marL="162000" indent="-162000" rtl="0">
              <a:buFont typeface="Wingdings" panose="05000000000000000000" pitchFamily="2" charset="2"/>
              <a:buChar char="§"/>
              <a:defRPr sz="1200"/>
            </a:lvl1pPr>
            <a:lvl2pPr rtl="0">
              <a:defRPr sz="1200"/>
            </a:lvl2pPr>
            <a:lvl3pPr>
              <a:defRPr sz="1000"/>
            </a:lvl3pPr>
            <a:lvl4pPr>
              <a:defRPr sz="1000"/>
            </a:lvl4pPr>
            <a:lvl5pPr>
              <a:defRPr sz="1000"/>
            </a:lvl5pPr>
          </a:lstStyle>
          <a:p>
            <a:pPr lvl="0"/>
            <a:r>
              <a:rPr lang="en-US" dirty="0"/>
              <a:t>First Level, Segoe UI, 12pt </a:t>
            </a:r>
          </a:p>
          <a:p>
            <a:pPr lvl="1"/>
            <a:r>
              <a:rPr lang="en-US" dirty="0"/>
              <a:t>Second Level</a:t>
            </a:r>
          </a:p>
        </p:txBody>
      </p:sp>
      <p:sp>
        <p:nvSpPr>
          <p:cNvPr id="10" name="Titel 9">
            <a:extLst>
              <a:ext uri="{FF2B5EF4-FFF2-40B4-BE49-F238E27FC236}">
                <a16:creationId xmlns:a16="http://schemas.microsoft.com/office/drawing/2014/main" id="{E947B689-263C-46D8-BD1A-F32003D467FF}"/>
              </a:ext>
            </a:extLst>
          </p:cNvPr>
          <p:cNvSpPr>
            <a:spLocks noGrp="1"/>
          </p:cNvSpPr>
          <p:nvPr>
            <p:ph type="title" hasCustomPrompt="1"/>
          </p:nvPr>
        </p:nvSpPr>
        <p:spPr/>
        <p:txBody>
          <a:bodyPr vert="horz"/>
          <a:lstStyle/>
          <a:p>
            <a:r>
              <a:rPr lang="en-US" dirty="0"/>
              <a:t>Slide Title, Segoe UI, 24pt</a:t>
            </a:r>
            <a:br>
              <a:rPr lang="en-US" dirty="0"/>
            </a:br>
            <a:r>
              <a:rPr lang="en-US" dirty="0"/>
              <a:t>Max. 2 Lines</a:t>
            </a:r>
          </a:p>
        </p:txBody>
      </p:sp>
    </p:spTree>
    <p:extLst>
      <p:ext uri="{BB962C8B-B14F-4D97-AF65-F5344CB8AC3E}">
        <p14:creationId xmlns:p14="http://schemas.microsoft.com/office/powerpoint/2010/main" val="101212604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 pictures + 3 textboxes">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A22DC763-7C98-4BF7-8076-872F267E180F}"/>
              </a:ext>
            </a:extLst>
          </p:cNvPr>
          <p:cNvGraphicFramePr>
            <a:graphicFrameLocks noChangeAspect="1"/>
          </p:cNvGraphicFramePr>
          <p:nvPr userDrawn="1">
            <p:custDataLst>
              <p:tags r:id="rId1"/>
            </p:custDataLst>
            <p:extLst>
              <p:ext uri="{D42A27DB-BD31-4B8C-83A1-F6EECF244321}">
                <p14:modId xmlns:p14="http://schemas.microsoft.com/office/powerpoint/2010/main" val="11317753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Rechteck 10">
            <a:extLst>
              <a:ext uri="{FF2B5EF4-FFF2-40B4-BE49-F238E27FC236}">
                <a16:creationId xmlns:a16="http://schemas.microsoft.com/office/drawing/2014/main" id="{EDA71EEB-5E99-46AD-A947-C6E176BC18E0}"/>
              </a:ext>
            </a:extLst>
          </p:cNvPr>
          <p:cNvSpPr>
            <a:spLocks/>
          </p:cNvSpPr>
          <p:nvPr userDrawn="1"/>
        </p:nvSpPr>
        <p:spPr>
          <a:xfrm>
            <a:off x="3145805" y="298447"/>
            <a:ext cx="2847600" cy="19193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14" name="Rechteck 13">
            <a:extLst>
              <a:ext uri="{FF2B5EF4-FFF2-40B4-BE49-F238E27FC236}">
                <a16:creationId xmlns:a16="http://schemas.microsoft.com/office/drawing/2014/main" id="{684D0BC2-2BEA-4984-8BCC-B42A4DD96ABE}"/>
              </a:ext>
            </a:extLst>
          </p:cNvPr>
          <p:cNvSpPr>
            <a:spLocks/>
          </p:cNvSpPr>
          <p:nvPr userDrawn="1"/>
        </p:nvSpPr>
        <p:spPr>
          <a:xfrm>
            <a:off x="5991579" y="2490716"/>
            <a:ext cx="2850796" cy="18812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12" name="Rechteck 11">
            <a:extLst>
              <a:ext uri="{FF2B5EF4-FFF2-40B4-BE49-F238E27FC236}">
                <a16:creationId xmlns:a16="http://schemas.microsoft.com/office/drawing/2014/main" id="{7969D756-CEC2-4FF9-80B5-C0874EA7AC56}"/>
              </a:ext>
            </a:extLst>
          </p:cNvPr>
          <p:cNvSpPr>
            <a:spLocks/>
          </p:cNvSpPr>
          <p:nvPr userDrawn="1"/>
        </p:nvSpPr>
        <p:spPr>
          <a:xfrm>
            <a:off x="300038" y="2490716"/>
            <a:ext cx="2845769" cy="18812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3" name="Fußzeilenplatzhalter 2">
            <a:extLst>
              <a:ext uri="{FF2B5EF4-FFF2-40B4-BE49-F238E27FC236}">
                <a16:creationId xmlns:a16="http://schemas.microsoft.com/office/drawing/2014/main" id="{EB95F812-C8DA-4443-B6FB-3D0F7B0BA0FA}"/>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EE2CAEF-25CC-4015-9DE2-7AE7C2A71D80}"/>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6" name="Bildplatzhalter 5">
            <a:extLst>
              <a:ext uri="{FF2B5EF4-FFF2-40B4-BE49-F238E27FC236}">
                <a16:creationId xmlns:a16="http://schemas.microsoft.com/office/drawing/2014/main" id="{996F566D-2A4A-4013-AA0B-632F665A661E}"/>
              </a:ext>
            </a:extLst>
          </p:cNvPr>
          <p:cNvSpPr>
            <a:spLocks noGrp="1"/>
          </p:cNvSpPr>
          <p:nvPr>
            <p:ph type="pic" sz="quarter" idx="12" hasCustomPrompt="1"/>
          </p:nvPr>
        </p:nvSpPr>
        <p:spPr>
          <a:xfrm>
            <a:off x="300037" y="298449"/>
            <a:ext cx="2845770" cy="2192267"/>
          </a:xfrm>
        </p:spPr>
        <p:txBody>
          <a:bodyPr/>
          <a:lstStyle>
            <a:lvl1pPr marL="0" indent="0" rtl="0">
              <a:buNone/>
              <a:defRPr/>
            </a:lvl1pPr>
          </a:lstStyle>
          <a:p>
            <a:r>
              <a:rPr lang="en-US" dirty="0"/>
              <a:t>Insert image from file by clicking on the icon</a:t>
            </a:r>
          </a:p>
        </p:txBody>
      </p:sp>
      <p:sp>
        <p:nvSpPr>
          <p:cNvPr id="8" name="Bildplatzhalter 7">
            <a:extLst>
              <a:ext uri="{FF2B5EF4-FFF2-40B4-BE49-F238E27FC236}">
                <a16:creationId xmlns:a16="http://schemas.microsoft.com/office/drawing/2014/main" id="{69F2D387-9A87-4B98-80C0-8CD6B9184DF1}"/>
              </a:ext>
            </a:extLst>
          </p:cNvPr>
          <p:cNvSpPr>
            <a:spLocks noGrp="1"/>
          </p:cNvSpPr>
          <p:nvPr>
            <p:ph type="pic" sz="quarter" idx="13" hasCustomPrompt="1"/>
          </p:nvPr>
        </p:nvSpPr>
        <p:spPr>
          <a:xfrm>
            <a:off x="3145805" y="2217759"/>
            <a:ext cx="2847600" cy="2154215"/>
          </a:xfrm>
        </p:spPr>
        <p:txBody>
          <a:bodyPr/>
          <a:lstStyle>
            <a:lvl1pPr marL="0" indent="0" rtl="0">
              <a:buNone/>
              <a:defRPr/>
            </a:lvl1pPr>
          </a:lstStyle>
          <a:p>
            <a:r>
              <a:rPr lang="en-US" dirty="0"/>
              <a:t>Insert image from file by clicking on the icon</a:t>
            </a:r>
          </a:p>
        </p:txBody>
      </p:sp>
      <p:sp>
        <p:nvSpPr>
          <p:cNvPr id="10" name="Bildplatzhalter 9">
            <a:extLst>
              <a:ext uri="{FF2B5EF4-FFF2-40B4-BE49-F238E27FC236}">
                <a16:creationId xmlns:a16="http://schemas.microsoft.com/office/drawing/2014/main" id="{20D74127-2F9F-4278-A92B-109CD06EFE79}"/>
              </a:ext>
            </a:extLst>
          </p:cNvPr>
          <p:cNvSpPr>
            <a:spLocks noGrp="1"/>
          </p:cNvSpPr>
          <p:nvPr>
            <p:ph type="pic" sz="quarter" idx="14" hasCustomPrompt="1"/>
          </p:nvPr>
        </p:nvSpPr>
        <p:spPr>
          <a:xfrm>
            <a:off x="5992813" y="298450"/>
            <a:ext cx="2849562" cy="2192267"/>
          </a:xfrm>
        </p:spPr>
        <p:txBody>
          <a:bodyPr/>
          <a:lstStyle>
            <a:lvl1pPr marL="0" indent="0" rtl="0">
              <a:buNone/>
              <a:defRPr/>
            </a:lvl1pPr>
          </a:lstStyle>
          <a:p>
            <a:r>
              <a:rPr lang="en-US" dirty="0"/>
              <a:t>Insert image from file by clicking on the icon</a:t>
            </a:r>
          </a:p>
        </p:txBody>
      </p:sp>
      <p:sp>
        <p:nvSpPr>
          <p:cNvPr id="16" name="Textplatzhalter 15">
            <a:extLst>
              <a:ext uri="{FF2B5EF4-FFF2-40B4-BE49-F238E27FC236}">
                <a16:creationId xmlns:a16="http://schemas.microsoft.com/office/drawing/2014/main" id="{44EBAAAC-9B94-4A0A-859E-57BC1C5229EA}"/>
              </a:ext>
            </a:extLst>
          </p:cNvPr>
          <p:cNvSpPr>
            <a:spLocks noGrp="1"/>
          </p:cNvSpPr>
          <p:nvPr>
            <p:ph type="body" sz="quarter" idx="15" hasCustomPrompt="1"/>
          </p:nvPr>
        </p:nvSpPr>
        <p:spPr>
          <a:xfrm>
            <a:off x="582130" y="2717054"/>
            <a:ext cx="2281590" cy="498598"/>
          </a:xfrm>
        </p:spPr>
        <p:txBody>
          <a:bodyPr>
            <a:noAutofit/>
          </a:bodyPr>
          <a:lstStyle>
            <a:lvl1pPr marL="0" indent="0" rtl="0">
              <a:lnSpc>
                <a:spcPct val="90000"/>
              </a:lnSpc>
              <a:buNone/>
              <a:defRPr sz="1800" cap="all" baseline="0">
                <a:solidFill>
                  <a:schemeClr val="accent1"/>
                </a:solidFill>
              </a:defRPr>
            </a:lvl1pPr>
          </a:lstStyle>
          <a:p>
            <a:pPr lvl="0"/>
            <a:r>
              <a:rPr lang="en-US" dirty="0"/>
              <a:t>Headline, Segoe UI, 18pt</a:t>
            </a:r>
          </a:p>
        </p:txBody>
      </p:sp>
      <p:sp>
        <p:nvSpPr>
          <p:cNvPr id="18" name="Textplatzhalter 17">
            <a:extLst>
              <a:ext uri="{FF2B5EF4-FFF2-40B4-BE49-F238E27FC236}">
                <a16:creationId xmlns:a16="http://schemas.microsoft.com/office/drawing/2014/main" id="{F4CF401C-DE73-4E05-B8D1-DB50DE944C2E}"/>
              </a:ext>
            </a:extLst>
          </p:cNvPr>
          <p:cNvSpPr>
            <a:spLocks noGrp="1"/>
          </p:cNvSpPr>
          <p:nvPr>
            <p:ph type="body" sz="quarter" idx="16" hasCustomPrompt="1"/>
          </p:nvPr>
        </p:nvSpPr>
        <p:spPr>
          <a:xfrm>
            <a:off x="582129" y="3302000"/>
            <a:ext cx="2281590" cy="784225"/>
          </a:xfrm>
        </p:spPr>
        <p:txBody>
          <a:bodyPr/>
          <a:lstStyle>
            <a:lvl1pPr marL="162000" indent="-162000" rtl="0">
              <a:buFont typeface="Wingdings" panose="05000000000000000000" pitchFamily="2" charset="2"/>
              <a:buChar char="§"/>
              <a:defRPr sz="1000"/>
            </a:lvl1pPr>
            <a:lvl2pPr rtl="0">
              <a:defRPr sz="1000"/>
            </a:lvl2pPr>
          </a:lstStyle>
          <a:p>
            <a:pPr lvl="0"/>
            <a:r>
              <a:rPr lang="en-US" dirty="0"/>
              <a:t>First Level, Segoe UI, 10pt </a:t>
            </a:r>
          </a:p>
          <a:p>
            <a:pPr lvl="1"/>
            <a:r>
              <a:rPr lang="en-US" dirty="0"/>
              <a:t>Second Level</a:t>
            </a:r>
          </a:p>
        </p:txBody>
      </p:sp>
      <p:sp>
        <p:nvSpPr>
          <p:cNvPr id="9" name="Textplatzhalter 8">
            <a:extLst>
              <a:ext uri="{FF2B5EF4-FFF2-40B4-BE49-F238E27FC236}">
                <a16:creationId xmlns:a16="http://schemas.microsoft.com/office/drawing/2014/main" id="{60F7FBCD-4838-4858-9B02-5770B636AC3D}"/>
              </a:ext>
            </a:extLst>
          </p:cNvPr>
          <p:cNvSpPr>
            <a:spLocks noGrp="1"/>
          </p:cNvSpPr>
          <p:nvPr>
            <p:ph type="body" sz="quarter" idx="17" hasCustomPrompt="1"/>
          </p:nvPr>
        </p:nvSpPr>
        <p:spPr>
          <a:xfrm>
            <a:off x="3427746" y="552096"/>
            <a:ext cx="2281896" cy="500400"/>
          </a:xfrm>
        </p:spPr>
        <p:txBody>
          <a:bodyPr/>
          <a:lstStyle>
            <a:lvl1pPr marL="0" indent="0" rtl="0">
              <a:lnSpc>
                <a:spcPct val="90000"/>
              </a:lnSpc>
              <a:buNone/>
              <a:defRPr sz="1800" cap="all" baseline="0">
                <a:solidFill>
                  <a:schemeClr val="accent1"/>
                </a:solidFill>
              </a:defRPr>
            </a:lvl1pPr>
          </a:lstStyle>
          <a:p>
            <a:pPr lvl="0"/>
            <a:r>
              <a:rPr lang="en-US" dirty="0"/>
              <a:t>Headline, Segoe UI, 18pt</a:t>
            </a:r>
          </a:p>
        </p:txBody>
      </p:sp>
      <p:sp>
        <p:nvSpPr>
          <p:cNvPr id="15" name="Textplatzhalter 14">
            <a:extLst>
              <a:ext uri="{FF2B5EF4-FFF2-40B4-BE49-F238E27FC236}">
                <a16:creationId xmlns:a16="http://schemas.microsoft.com/office/drawing/2014/main" id="{5F00088E-BD27-4075-9D51-FDAB7868F927}"/>
              </a:ext>
            </a:extLst>
          </p:cNvPr>
          <p:cNvSpPr>
            <a:spLocks noGrp="1"/>
          </p:cNvSpPr>
          <p:nvPr>
            <p:ph type="body" sz="quarter" idx="18" hasCustomPrompt="1"/>
          </p:nvPr>
        </p:nvSpPr>
        <p:spPr>
          <a:xfrm>
            <a:off x="3427746" y="1124390"/>
            <a:ext cx="2281896" cy="784800"/>
          </a:xfrm>
        </p:spPr>
        <p:txBody>
          <a:bodyPr/>
          <a:lstStyle>
            <a:lvl1pPr marL="162000" indent="-162000" rtl="0">
              <a:buFont typeface="Wingdings" panose="05000000000000000000" pitchFamily="2" charset="2"/>
              <a:buChar char="§"/>
              <a:defRPr sz="1000"/>
            </a:lvl1pPr>
            <a:lvl2pPr rtl="0">
              <a:defRPr sz="1000"/>
            </a:lvl2pPr>
            <a:lvl3pPr>
              <a:defRPr sz="1000"/>
            </a:lvl3pPr>
            <a:lvl4pPr>
              <a:defRPr sz="1000"/>
            </a:lvl4pPr>
            <a:lvl5pPr>
              <a:defRPr sz="1000"/>
            </a:lvl5pPr>
          </a:lstStyle>
          <a:p>
            <a:pPr lvl="0"/>
            <a:r>
              <a:rPr lang="en-US" dirty="0"/>
              <a:t>First Level, Segoe UI, 10pt </a:t>
            </a:r>
          </a:p>
          <a:p>
            <a:pPr lvl="1"/>
            <a:r>
              <a:rPr lang="en-US" dirty="0"/>
              <a:t>Second Level</a:t>
            </a:r>
          </a:p>
        </p:txBody>
      </p:sp>
      <p:sp>
        <p:nvSpPr>
          <p:cNvPr id="19" name="Textplatzhalter 18">
            <a:extLst>
              <a:ext uri="{FF2B5EF4-FFF2-40B4-BE49-F238E27FC236}">
                <a16:creationId xmlns:a16="http://schemas.microsoft.com/office/drawing/2014/main" id="{34410347-E07E-4B83-8D69-8A994CBA34B7}"/>
              </a:ext>
            </a:extLst>
          </p:cNvPr>
          <p:cNvSpPr>
            <a:spLocks noGrp="1"/>
          </p:cNvSpPr>
          <p:nvPr>
            <p:ph type="body" sz="quarter" idx="19" hasCustomPrompt="1"/>
          </p:nvPr>
        </p:nvSpPr>
        <p:spPr>
          <a:xfrm>
            <a:off x="6273516" y="2717054"/>
            <a:ext cx="2281896" cy="500400"/>
          </a:xfrm>
        </p:spPr>
        <p:txBody>
          <a:bodyPr/>
          <a:lstStyle>
            <a:lvl1pPr marL="0" indent="0" rtl="0">
              <a:lnSpc>
                <a:spcPct val="90000"/>
              </a:lnSpc>
              <a:buNone/>
              <a:defRPr sz="1800" cap="all" baseline="0">
                <a:solidFill>
                  <a:schemeClr val="accent1"/>
                </a:solidFill>
              </a:defRPr>
            </a:lvl1pPr>
          </a:lstStyle>
          <a:p>
            <a:pPr lvl="0"/>
            <a:r>
              <a:rPr lang="en-US" dirty="0"/>
              <a:t>Headline, Segoe UI, 18pt</a:t>
            </a:r>
          </a:p>
        </p:txBody>
      </p:sp>
      <p:sp>
        <p:nvSpPr>
          <p:cNvPr id="22" name="Textplatzhalter 21">
            <a:extLst>
              <a:ext uri="{FF2B5EF4-FFF2-40B4-BE49-F238E27FC236}">
                <a16:creationId xmlns:a16="http://schemas.microsoft.com/office/drawing/2014/main" id="{095A11F8-0E42-4080-B86D-63341C6F3C2B}"/>
              </a:ext>
            </a:extLst>
          </p:cNvPr>
          <p:cNvSpPr>
            <a:spLocks noGrp="1"/>
          </p:cNvSpPr>
          <p:nvPr>
            <p:ph type="body" sz="quarter" idx="20" hasCustomPrompt="1"/>
          </p:nvPr>
        </p:nvSpPr>
        <p:spPr>
          <a:xfrm>
            <a:off x="6273516" y="3300567"/>
            <a:ext cx="2281896" cy="785658"/>
          </a:xfrm>
        </p:spPr>
        <p:txBody>
          <a:bodyPr/>
          <a:lstStyle>
            <a:lvl1pPr marL="162000" indent="-162000" rtl="0">
              <a:buFont typeface="Wingdings" panose="05000000000000000000" pitchFamily="2" charset="2"/>
              <a:buChar char="§"/>
              <a:defRPr sz="1000"/>
            </a:lvl1pPr>
            <a:lvl2pPr rtl="0">
              <a:defRPr sz="1000"/>
            </a:lvl2pPr>
            <a:lvl3pPr>
              <a:defRPr sz="1000"/>
            </a:lvl3pPr>
            <a:lvl4pPr>
              <a:defRPr sz="1000"/>
            </a:lvl4pPr>
            <a:lvl5pPr>
              <a:defRPr sz="1000"/>
            </a:lvl5pPr>
          </a:lstStyle>
          <a:p>
            <a:pPr lvl="0"/>
            <a:r>
              <a:rPr lang="en-US" dirty="0"/>
              <a:t>First Level, Segoe UI, 10pt </a:t>
            </a:r>
          </a:p>
          <a:p>
            <a:pPr lvl="1"/>
            <a:r>
              <a:rPr lang="en-US" dirty="0"/>
              <a:t>Second Level</a:t>
            </a:r>
          </a:p>
        </p:txBody>
      </p:sp>
    </p:spTree>
    <p:extLst>
      <p:ext uri="{BB962C8B-B14F-4D97-AF65-F5344CB8AC3E}">
        <p14:creationId xmlns:p14="http://schemas.microsoft.com/office/powerpoint/2010/main" val="105967012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 pictures + 2 textboxes">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86BEC144-9259-411C-8919-2BAF1C6F11CF}"/>
              </a:ext>
            </a:extLst>
          </p:cNvPr>
          <p:cNvGraphicFramePr>
            <a:graphicFrameLocks noChangeAspect="1"/>
          </p:cNvGraphicFramePr>
          <p:nvPr userDrawn="1">
            <p:custDataLst>
              <p:tags r:id="rId1"/>
            </p:custDataLst>
            <p:extLst>
              <p:ext uri="{D42A27DB-BD31-4B8C-83A1-F6EECF244321}">
                <p14:modId xmlns:p14="http://schemas.microsoft.com/office/powerpoint/2010/main" val="3954905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Rechteck 10">
            <a:extLst>
              <a:ext uri="{FF2B5EF4-FFF2-40B4-BE49-F238E27FC236}">
                <a16:creationId xmlns:a16="http://schemas.microsoft.com/office/drawing/2014/main" id="{EDA71EEB-5E99-46AD-A947-C6E176BC18E0}"/>
              </a:ext>
            </a:extLst>
          </p:cNvPr>
          <p:cNvSpPr>
            <a:spLocks/>
          </p:cNvSpPr>
          <p:nvPr userDrawn="1"/>
        </p:nvSpPr>
        <p:spPr>
          <a:xfrm>
            <a:off x="4577746" y="298447"/>
            <a:ext cx="4264629" cy="18335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12" name="Rechteck 11">
            <a:extLst>
              <a:ext uri="{FF2B5EF4-FFF2-40B4-BE49-F238E27FC236}">
                <a16:creationId xmlns:a16="http://schemas.microsoft.com/office/drawing/2014/main" id="{7969D756-CEC2-4FF9-80B5-C0874EA7AC56}"/>
              </a:ext>
            </a:extLst>
          </p:cNvPr>
          <p:cNvSpPr>
            <a:spLocks/>
          </p:cNvSpPr>
          <p:nvPr userDrawn="1"/>
        </p:nvSpPr>
        <p:spPr>
          <a:xfrm>
            <a:off x="300039" y="2538414"/>
            <a:ext cx="4277707" cy="18335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3" name="Fußzeilenplatzhalter 2">
            <a:extLst>
              <a:ext uri="{FF2B5EF4-FFF2-40B4-BE49-F238E27FC236}">
                <a16:creationId xmlns:a16="http://schemas.microsoft.com/office/drawing/2014/main" id="{EB95F812-C8DA-4443-B6FB-3D0F7B0BA0FA}"/>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EE2CAEF-25CC-4015-9DE2-7AE7C2A71D80}"/>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6" name="Bildplatzhalter 5">
            <a:extLst>
              <a:ext uri="{FF2B5EF4-FFF2-40B4-BE49-F238E27FC236}">
                <a16:creationId xmlns:a16="http://schemas.microsoft.com/office/drawing/2014/main" id="{996F566D-2A4A-4013-AA0B-632F665A661E}"/>
              </a:ext>
            </a:extLst>
          </p:cNvPr>
          <p:cNvSpPr>
            <a:spLocks noGrp="1"/>
          </p:cNvSpPr>
          <p:nvPr>
            <p:ph type="pic" sz="quarter" idx="12" hasCustomPrompt="1"/>
          </p:nvPr>
        </p:nvSpPr>
        <p:spPr>
          <a:xfrm>
            <a:off x="300036" y="298449"/>
            <a:ext cx="4277710" cy="2239965"/>
          </a:xfrm>
        </p:spPr>
        <p:txBody>
          <a:bodyPr/>
          <a:lstStyle>
            <a:lvl1pPr marL="0" indent="0" rtl="0">
              <a:buNone/>
              <a:defRPr/>
            </a:lvl1pPr>
          </a:lstStyle>
          <a:p>
            <a:r>
              <a:rPr lang="en-US" dirty="0"/>
              <a:t>Insert image from file by clicking on the icon</a:t>
            </a:r>
          </a:p>
        </p:txBody>
      </p:sp>
      <p:sp>
        <p:nvSpPr>
          <p:cNvPr id="8" name="Bildplatzhalter 7">
            <a:extLst>
              <a:ext uri="{FF2B5EF4-FFF2-40B4-BE49-F238E27FC236}">
                <a16:creationId xmlns:a16="http://schemas.microsoft.com/office/drawing/2014/main" id="{69F2D387-9A87-4B98-80C0-8CD6B9184DF1}"/>
              </a:ext>
            </a:extLst>
          </p:cNvPr>
          <p:cNvSpPr>
            <a:spLocks noGrp="1"/>
          </p:cNvSpPr>
          <p:nvPr>
            <p:ph type="pic" sz="quarter" idx="13" hasCustomPrompt="1"/>
          </p:nvPr>
        </p:nvSpPr>
        <p:spPr>
          <a:xfrm>
            <a:off x="4577746" y="2132009"/>
            <a:ext cx="4264629" cy="2239965"/>
          </a:xfrm>
        </p:spPr>
        <p:txBody>
          <a:bodyPr/>
          <a:lstStyle>
            <a:lvl1pPr marL="0" indent="0" rtl="0">
              <a:buNone/>
              <a:defRPr/>
            </a:lvl1pPr>
          </a:lstStyle>
          <a:p>
            <a:r>
              <a:rPr lang="en-US" dirty="0"/>
              <a:t>Insert image from file by clicking on the icon</a:t>
            </a:r>
          </a:p>
        </p:txBody>
      </p:sp>
      <p:sp>
        <p:nvSpPr>
          <p:cNvPr id="16" name="Textplatzhalter 15">
            <a:extLst>
              <a:ext uri="{FF2B5EF4-FFF2-40B4-BE49-F238E27FC236}">
                <a16:creationId xmlns:a16="http://schemas.microsoft.com/office/drawing/2014/main" id="{44EBAAAC-9B94-4A0A-859E-57BC1C5229EA}"/>
              </a:ext>
            </a:extLst>
          </p:cNvPr>
          <p:cNvSpPr>
            <a:spLocks noGrp="1"/>
          </p:cNvSpPr>
          <p:nvPr>
            <p:ph type="body" sz="quarter" idx="15" hasCustomPrompt="1"/>
          </p:nvPr>
        </p:nvSpPr>
        <p:spPr>
          <a:xfrm>
            <a:off x="582128" y="2807547"/>
            <a:ext cx="3707066" cy="249299"/>
          </a:xfrm>
        </p:spPr>
        <p:txBody>
          <a:bodyPr>
            <a:noAutofit/>
          </a:bodyPr>
          <a:lstStyle>
            <a:lvl1pPr marL="0" indent="0" rtl="0">
              <a:lnSpc>
                <a:spcPct val="90000"/>
              </a:lnSpc>
              <a:buNone/>
              <a:defRPr sz="1800" cap="all" baseline="0">
                <a:solidFill>
                  <a:schemeClr val="accent1"/>
                </a:solidFill>
              </a:defRPr>
            </a:lvl1pPr>
          </a:lstStyle>
          <a:p>
            <a:pPr lvl="0"/>
            <a:r>
              <a:rPr lang="en-US" dirty="0"/>
              <a:t>Headline, Segoe UI, 18pt</a:t>
            </a:r>
          </a:p>
        </p:txBody>
      </p:sp>
      <p:sp>
        <p:nvSpPr>
          <p:cNvPr id="18" name="Textplatzhalter 17">
            <a:extLst>
              <a:ext uri="{FF2B5EF4-FFF2-40B4-BE49-F238E27FC236}">
                <a16:creationId xmlns:a16="http://schemas.microsoft.com/office/drawing/2014/main" id="{F4CF401C-DE73-4E05-B8D1-DB50DE944C2E}"/>
              </a:ext>
            </a:extLst>
          </p:cNvPr>
          <p:cNvSpPr>
            <a:spLocks noGrp="1"/>
          </p:cNvSpPr>
          <p:nvPr>
            <p:ph type="body" sz="quarter" idx="16" hasCustomPrompt="1"/>
          </p:nvPr>
        </p:nvSpPr>
        <p:spPr>
          <a:xfrm>
            <a:off x="582128" y="3154368"/>
            <a:ext cx="3707066" cy="950907"/>
          </a:xfrm>
        </p:spPr>
        <p:txBody>
          <a:bodyPr/>
          <a:lstStyle>
            <a:lvl1pPr marL="162000" indent="-162000" rtl="0">
              <a:buFont typeface="Wingdings" panose="05000000000000000000" pitchFamily="2" charset="2"/>
              <a:buChar char="§"/>
              <a:defRPr sz="1000"/>
            </a:lvl1pPr>
            <a:lvl2pPr rtl="0">
              <a:defRPr sz="1000"/>
            </a:lvl2pPr>
          </a:lstStyle>
          <a:p>
            <a:pPr lvl="0"/>
            <a:r>
              <a:rPr lang="en-US" dirty="0"/>
              <a:t>First Level, Segoe UI, 10pt </a:t>
            </a:r>
          </a:p>
          <a:p>
            <a:pPr lvl="1"/>
            <a:r>
              <a:rPr lang="en-US" dirty="0"/>
              <a:t>Second Level</a:t>
            </a:r>
          </a:p>
        </p:txBody>
      </p:sp>
      <p:sp>
        <p:nvSpPr>
          <p:cNvPr id="9" name="Textplatzhalter 8">
            <a:extLst>
              <a:ext uri="{FF2B5EF4-FFF2-40B4-BE49-F238E27FC236}">
                <a16:creationId xmlns:a16="http://schemas.microsoft.com/office/drawing/2014/main" id="{60F7FBCD-4838-4858-9B02-5770B636AC3D}"/>
              </a:ext>
            </a:extLst>
          </p:cNvPr>
          <p:cNvSpPr>
            <a:spLocks noGrp="1"/>
          </p:cNvSpPr>
          <p:nvPr>
            <p:ph type="body" sz="quarter" idx="17" hasCustomPrompt="1"/>
          </p:nvPr>
        </p:nvSpPr>
        <p:spPr>
          <a:xfrm>
            <a:off x="4851034" y="606687"/>
            <a:ext cx="3708000" cy="249299"/>
          </a:xfrm>
        </p:spPr>
        <p:txBody>
          <a:bodyPr>
            <a:noAutofit/>
          </a:bodyPr>
          <a:lstStyle>
            <a:lvl1pPr marL="0" indent="0" rtl="0">
              <a:lnSpc>
                <a:spcPct val="90000"/>
              </a:lnSpc>
              <a:buNone/>
              <a:defRPr sz="1800" cap="all" baseline="0">
                <a:solidFill>
                  <a:schemeClr val="accent1"/>
                </a:solidFill>
              </a:defRPr>
            </a:lvl1pPr>
          </a:lstStyle>
          <a:p>
            <a:pPr lvl="0"/>
            <a:r>
              <a:rPr lang="en-US" dirty="0"/>
              <a:t>Headline, Segoe UI, 18pt</a:t>
            </a:r>
          </a:p>
        </p:txBody>
      </p:sp>
      <p:sp>
        <p:nvSpPr>
          <p:cNvPr id="15" name="Textplatzhalter 14">
            <a:extLst>
              <a:ext uri="{FF2B5EF4-FFF2-40B4-BE49-F238E27FC236}">
                <a16:creationId xmlns:a16="http://schemas.microsoft.com/office/drawing/2014/main" id="{5F00088E-BD27-4075-9D51-FDAB7868F927}"/>
              </a:ext>
            </a:extLst>
          </p:cNvPr>
          <p:cNvSpPr>
            <a:spLocks noGrp="1"/>
          </p:cNvSpPr>
          <p:nvPr>
            <p:ph type="body" sz="quarter" idx="18" hasCustomPrompt="1"/>
          </p:nvPr>
        </p:nvSpPr>
        <p:spPr>
          <a:xfrm>
            <a:off x="4851034" y="943794"/>
            <a:ext cx="3708000" cy="950400"/>
          </a:xfrm>
        </p:spPr>
        <p:txBody>
          <a:bodyPr/>
          <a:lstStyle>
            <a:lvl1pPr marL="162000" indent="-162000" rtl="0">
              <a:buFont typeface="Wingdings" panose="05000000000000000000" pitchFamily="2" charset="2"/>
              <a:buChar char="§"/>
              <a:defRPr sz="1000"/>
            </a:lvl1pPr>
            <a:lvl2pPr rtl="0">
              <a:defRPr sz="1000"/>
            </a:lvl2pPr>
            <a:lvl3pPr>
              <a:defRPr sz="1000"/>
            </a:lvl3pPr>
            <a:lvl4pPr>
              <a:defRPr sz="1000"/>
            </a:lvl4pPr>
            <a:lvl5pPr>
              <a:defRPr sz="1000"/>
            </a:lvl5pPr>
          </a:lstStyle>
          <a:p>
            <a:pPr lvl="0"/>
            <a:r>
              <a:rPr lang="en-US" dirty="0"/>
              <a:t>First Level, Segoe UI, 10pt </a:t>
            </a:r>
          </a:p>
          <a:p>
            <a:pPr lvl="1"/>
            <a:r>
              <a:rPr lang="en-US" dirty="0"/>
              <a:t>Second Level</a:t>
            </a:r>
          </a:p>
        </p:txBody>
      </p:sp>
    </p:spTree>
    <p:extLst>
      <p:ext uri="{BB962C8B-B14F-4D97-AF65-F5344CB8AC3E}">
        <p14:creationId xmlns:p14="http://schemas.microsoft.com/office/powerpoint/2010/main" val="411357613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hapter, red">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42917184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chemeClr val="bg1"/>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53729120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hapter with picture, red ">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8222660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5619" cy="1538883"/>
          </a:xfrm>
        </p:spPr>
        <p:txBody>
          <a:bodyPr vert="horz">
            <a:noAutofit/>
          </a:bodyPr>
          <a:lstStyle>
            <a:lvl1pPr rtl="0">
              <a:lnSpc>
                <a:spcPts val="3000"/>
              </a:lnSpc>
              <a:defRPr sz="3000">
                <a:solidFill>
                  <a:schemeClr val="bg1"/>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17" name="Bildplatzhalter 16">
            <a:extLst>
              <a:ext uri="{FF2B5EF4-FFF2-40B4-BE49-F238E27FC236}">
                <a16:creationId xmlns:a16="http://schemas.microsoft.com/office/drawing/2014/main" id="{58167987-BC69-4A2B-82A3-6F7D3BE68232}"/>
              </a:ext>
            </a:extLst>
          </p:cNvPr>
          <p:cNvSpPr>
            <a:spLocks noGrp="1"/>
          </p:cNvSpPr>
          <p:nvPr>
            <p:ph type="pic" sz="quarter" idx="12" hasCustomPrompt="1"/>
          </p:nvPr>
        </p:nvSpPr>
        <p:spPr>
          <a:xfrm>
            <a:off x="4646613" y="0"/>
            <a:ext cx="2744787" cy="5145088"/>
          </a:xfrm>
          <a:solidFill>
            <a:schemeClr val="bg1"/>
          </a:solidFill>
        </p:spPr>
        <p:txBody>
          <a:bodyPr/>
          <a:lstStyle>
            <a:lvl1pPr marL="0" indent="0">
              <a:buNone/>
              <a:defRPr/>
            </a:lvl1pPr>
          </a:lstStyle>
          <a:p>
            <a:r>
              <a:rPr lang="en-US" dirty="0"/>
              <a:t>Insert image from file by clicking on the icon</a:t>
            </a:r>
          </a:p>
        </p:txBody>
      </p:sp>
    </p:spTree>
    <p:extLst>
      <p:ext uri="{BB962C8B-B14F-4D97-AF65-F5344CB8AC3E}">
        <p14:creationId xmlns:p14="http://schemas.microsoft.com/office/powerpoint/2010/main" val="236684041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hapter, Variation 1">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16645895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chemeClr val="accent1"/>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47157219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hapter with picture, Variation 1">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9882932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chemeClr val="accent1"/>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341333979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hapter, Variation 2">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17726327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chemeClr val="accent1"/>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0960509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hapter with picture, Variation 2">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22114823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chemeClr val="accent1"/>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364328991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hapter, Variation 3">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441475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DED7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chemeClr val="accent1"/>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3411227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hapter with picture, Variation 3">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27154992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DED7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chemeClr val="accent1"/>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62801743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hapter, Variation 4">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37701052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1756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F6E67D"/>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26287896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hapter with picture, Variation 4">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19062879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1756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F6E67D"/>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58142204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hapter, Variation 5">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1658707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F6E6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175641"/>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66949234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hapter with picture, Variation 5">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10981437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F6E6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175641"/>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86251459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hapter, Variation 6">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36433919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3180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DFEBC2"/>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176673834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hapter with picture, Variation 6">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39549104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3180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DFEBC2"/>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239750462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hapter, Variation 7">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26167754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DFEB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318096"/>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411134234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hapter with picture, Variation 7">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9208433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DFEB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318096"/>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4656826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hapter, Variation 8">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22944635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871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F4C59E"/>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66044491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hapter with picture, Variation 8">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9662393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871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F4C59E"/>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55078600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hapter, Variation 9">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1185578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F4C5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871964"/>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88592619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hapter with picture, Variation 9">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24424668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F4C5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871964"/>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99858368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hapter, Variation 10">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30545314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A2EC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69008C"/>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372332525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hapter with picture, Variation 10">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34135054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A2EC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69008C"/>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79325444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hapter, Variation 11">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31195754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690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A2ECBA"/>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47258472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hapter with picture, Variation 11">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14639595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690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A2ECBA"/>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396917329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hapter, Variation 12">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7284398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005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E8E200"/>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122556964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hapter with picture Variation 12">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887616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005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E8E200"/>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404735850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hapter, Variation 13">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11915230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E8E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005FBE"/>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a:noFill/>
        </p:spPr>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a:noFill/>
        </p:spPr>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144761507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hapter with picture, Variation 13">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5281852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E8E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005FBE"/>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7323888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hapter, Variation 14">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35754934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FBA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28325A"/>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a:noFill/>
        </p:spPr>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a:noFill/>
        </p:spPr>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43114531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hapter with picture, Variation 14">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10910315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FBA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28325A"/>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15543978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hapter, Variation 15">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38667424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283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FBA700"/>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a:noFill/>
        </p:spPr>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a:noFill/>
        </p:spPr>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56528808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hapter with picture, Variation 15">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6834807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283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FBA700"/>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255317691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 red">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A633ECB-07AD-44A7-8EF2-1B6401B444EE}"/>
              </a:ext>
            </a:extLst>
          </p:cNvPr>
          <p:cNvGraphicFramePr>
            <a:graphicFrameLocks noChangeAspect="1"/>
          </p:cNvGraphicFramePr>
          <p:nvPr userDrawn="1">
            <p:custDataLst>
              <p:tags r:id="rId1"/>
            </p:custDataLst>
            <p:extLst>
              <p:ext uri="{D42A27DB-BD31-4B8C-83A1-F6EECF244321}">
                <p14:modId xmlns:p14="http://schemas.microsoft.com/office/powerpoint/2010/main" val="35960541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A633ECB-07AD-44A7-8EF2-1B6401B444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noProof="0"/>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noProof="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noProof="0" smtClean="0"/>
              <a:pPr/>
              <a:t>‹#›</a:t>
            </a:fld>
            <a:endParaRPr lang="en-US" noProof="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a:p>
        </p:txBody>
      </p:sp>
      <p:sp>
        <p:nvSpPr>
          <p:cNvPr id="8" name="Textplatzhalter 7">
            <a:extLst>
              <a:ext uri="{FF2B5EF4-FFF2-40B4-BE49-F238E27FC236}">
                <a16:creationId xmlns:a16="http://schemas.microsoft.com/office/drawing/2014/main" id="{ABE4E586-88CE-494B-9DF4-3093DED30381}"/>
              </a:ext>
            </a:extLst>
          </p:cNvPr>
          <p:cNvSpPr>
            <a:spLocks noGrp="1"/>
          </p:cNvSpPr>
          <p:nvPr>
            <p:ph type="body" sz="quarter" idx="12" hasCustomPrompt="1"/>
          </p:nvPr>
        </p:nvSpPr>
        <p:spPr bwMode="gray">
          <a:xfrm>
            <a:off x="300037" y="3741420"/>
            <a:ext cx="8539955" cy="188321"/>
          </a:xfrm>
        </p:spPr>
        <p:txBody>
          <a:bodyPr>
            <a:noAutofit/>
          </a:bodyPr>
          <a:lstStyle>
            <a:lvl1pPr marL="0" indent="0" rtl="0">
              <a:buNone/>
              <a:defRPr cap="all" baseline="0">
                <a:solidFill>
                  <a:schemeClr val="bg1"/>
                </a:solidFill>
              </a:defRPr>
            </a:lvl1pPr>
          </a:lstStyle>
          <a:p>
            <a:pPr lvl="0"/>
            <a:r>
              <a:rPr lang="en-US" noProof="0"/>
              <a:t>AutHor, Segoe UI, 12pt</a:t>
            </a:r>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19" y="524192"/>
            <a:ext cx="8539955" cy="3077766"/>
          </a:xfrm>
        </p:spPr>
        <p:txBody>
          <a:bodyPr vert="horz">
            <a:noAutofit/>
          </a:bodyPr>
          <a:lstStyle>
            <a:lvl1pPr rtl="0">
              <a:lnSpc>
                <a:spcPts val="4000"/>
              </a:lnSpc>
              <a:defRPr sz="4000">
                <a:solidFill>
                  <a:schemeClr val="bg1"/>
                </a:solidFill>
              </a:defRPr>
            </a:lvl1pPr>
          </a:lstStyle>
          <a:p>
            <a:r>
              <a:rPr lang="en-US" noProof="0"/>
              <a:t>Quote, </a:t>
            </a:r>
            <a:br>
              <a:rPr lang="en-US" noProof="0"/>
            </a:br>
            <a:r>
              <a:rPr lang="en-US" noProof="0"/>
              <a:t>Segoe UI, 40pt, </a:t>
            </a:r>
            <a:br>
              <a:rPr lang="en-US" noProof="0"/>
            </a:br>
            <a:r>
              <a:rPr lang="en-US" noProof="0"/>
              <a:t>max. 6 Lines</a:t>
            </a:r>
          </a:p>
        </p:txBody>
      </p:sp>
    </p:spTree>
    <p:extLst>
      <p:ext uri="{BB962C8B-B14F-4D97-AF65-F5344CB8AC3E}">
        <p14:creationId xmlns:p14="http://schemas.microsoft.com/office/powerpoint/2010/main" val="179905265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Variation 1">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A633ECB-07AD-44A7-8EF2-1B6401B444EE}"/>
              </a:ext>
            </a:extLst>
          </p:cNvPr>
          <p:cNvGraphicFramePr>
            <a:graphicFrameLocks noChangeAspect="1"/>
          </p:cNvGraphicFramePr>
          <p:nvPr userDrawn="1">
            <p:custDataLst>
              <p:tags r:id="rId1"/>
            </p:custDataLst>
            <p:extLst>
              <p:ext uri="{D42A27DB-BD31-4B8C-83A1-F6EECF244321}">
                <p14:modId xmlns:p14="http://schemas.microsoft.com/office/powerpoint/2010/main" val="22505870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Textplatzhalter 7">
            <a:extLst>
              <a:ext uri="{FF2B5EF4-FFF2-40B4-BE49-F238E27FC236}">
                <a16:creationId xmlns:a16="http://schemas.microsoft.com/office/drawing/2014/main" id="{ABE4E586-88CE-494B-9DF4-3093DED30381}"/>
              </a:ext>
            </a:extLst>
          </p:cNvPr>
          <p:cNvSpPr>
            <a:spLocks noGrp="1"/>
          </p:cNvSpPr>
          <p:nvPr>
            <p:ph type="body" sz="quarter" idx="12" hasCustomPrompt="1"/>
          </p:nvPr>
        </p:nvSpPr>
        <p:spPr bwMode="gray">
          <a:xfrm>
            <a:off x="300037" y="3741420"/>
            <a:ext cx="8539955" cy="188321"/>
          </a:xfrm>
        </p:spPr>
        <p:txBody>
          <a:bodyPr>
            <a:noAutofit/>
          </a:bodyPr>
          <a:lstStyle>
            <a:lvl1pPr marL="0" indent="0" rtl="0">
              <a:buNone/>
              <a:defRPr cap="all" baseline="0">
                <a:solidFill>
                  <a:schemeClr val="accent1"/>
                </a:solidFill>
              </a:defRPr>
            </a:lvl1pPr>
          </a:lstStyle>
          <a:p>
            <a:pPr lvl="0"/>
            <a:r>
              <a:rPr lang="en-US" dirty="0"/>
              <a:t>Author, Segoe UI, 12pt</a:t>
            </a:r>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19" y="524192"/>
            <a:ext cx="8539955" cy="3077766"/>
          </a:xfrm>
        </p:spPr>
        <p:txBody>
          <a:bodyPr vert="horz">
            <a:noAutofit/>
          </a:bodyPr>
          <a:lstStyle>
            <a:lvl1pPr rtl="0">
              <a:lnSpc>
                <a:spcPts val="4000"/>
              </a:lnSpc>
              <a:defRPr sz="4000">
                <a:solidFill>
                  <a:schemeClr val="accent1"/>
                </a:solidFill>
              </a:defRPr>
            </a:lvl1pPr>
          </a:lstStyle>
          <a:p>
            <a:r>
              <a:rPr lang="en-US" dirty="0"/>
              <a:t>Quote, </a:t>
            </a:r>
            <a:br>
              <a:rPr lang="en-US" dirty="0"/>
            </a:br>
            <a:r>
              <a:rPr lang="en-US" dirty="0"/>
              <a:t>Segoe UI, 40pt, </a:t>
            </a:r>
            <a:br>
              <a:rPr lang="en-US" dirty="0"/>
            </a:br>
            <a:r>
              <a:rPr lang="en-US" dirty="0"/>
              <a:t>max. 6 Lines</a:t>
            </a:r>
          </a:p>
        </p:txBody>
      </p:sp>
    </p:spTree>
    <p:extLst>
      <p:ext uri="{BB962C8B-B14F-4D97-AF65-F5344CB8AC3E}">
        <p14:creationId xmlns:p14="http://schemas.microsoft.com/office/powerpoint/2010/main" val="382823937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uote, Variation 2">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A633ECB-07AD-44A7-8EF2-1B6401B444EE}"/>
              </a:ext>
            </a:extLst>
          </p:cNvPr>
          <p:cNvGraphicFramePr>
            <a:graphicFrameLocks noChangeAspect="1"/>
          </p:cNvGraphicFramePr>
          <p:nvPr userDrawn="1">
            <p:custDataLst>
              <p:tags r:id="rId1"/>
            </p:custDataLst>
            <p:extLst>
              <p:ext uri="{D42A27DB-BD31-4B8C-83A1-F6EECF244321}">
                <p14:modId xmlns:p14="http://schemas.microsoft.com/office/powerpoint/2010/main" val="6043091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A633ECB-07AD-44A7-8EF2-1B6401B444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a:xfrm>
            <a:off x="0" y="0"/>
            <a:ext cx="9144000" cy="51450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Textplatzhalter 7">
            <a:extLst>
              <a:ext uri="{FF2B5EF4-FFF2-40B4-BE49-F238E27FC236}">
                <a16:creationId xmlns:a16="http://schemas.microsoft.com/office/drawing/2014/main" id="{ABE4E586-88CE-494B-9DF4-3093DED30381}"/>
              </a:ext>
            </a:extLst>
          </p:cNvPr>
          <p:cNvSpPr>
            <a:spLocks noGrp="1"/>
          </p:cNvSpPr>
          <p:nvPr>
            <p:ph type="body" sz="quarter" idx="12" hasCustomPrompt="1"/>
          </p:nvPr>
        </p:nvSpPr>
        <p:spPr>
          <a:xfrm>
            <a:off x="300037" y="3741420"/>
            <a:ext cx="8539955" cy="188321"/>
          </a:xfrm>
        </p:spPr>
        <p:txBody>
          <a:bodyPr>
            <a:noAutofit/>
          </a:bodyPr>
          <a:lstStyle>
            <a:lvl1pPr marL="0" indent="0" rtl="0">
              <a:buNone/>
              <a:defRPr cap="all" baseline="0">
                <a:solidFill>
                  <a:schemeClr val="accent1"/>
                </a:solidFill>
              </a:defRPr>
            </a:lvl1pPr>
          </a:lstStyle>
          <a:p>
            <a:pPr lvl="0"/>
            <a:r>
              <a:rPr lang="en-US" dirty="0"/>
              <a:t>Author, Segoe UI, 12pt</a:t>
            </a:r>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a:xfrm>
            <a:off x="302419" y="524192"/>
            <a:ext cx="8539955" cy="3077766"/>
          </a:xfrm>
        </p:spPr>
        <p:txBody>
          <a:bodyPr vert="horz">
            <a:noAutofit/>
          </a:bodyPr>
          <a:lstStyle>
            <a:lvl1pPr rtl="0">
              <a:lnSpc>
                <a:spcPts val="4000"/>
              </a:lnSpc>
              <a:defRPr sz="4000">
                <a:solidFill>
                  <a:schemeClr val="accent1"/>
                </a:solidFill>
              </a:defRPr>
            </a:lvl1pPr>
          </a:lstStyle>
          <a:p>
            <a:r>
              <a:rPr lang="en-US" dirty="0"/>
              <a:t>Quote, </a:t>
            </a:r>
            <a:br>
              <a:rPr lang="en-US" dirty="0"/>
            </a:br>
            <a:r>
              <a:rPr lang="en-US" dirty="0"/>
              <a:t>Segoe UI, 40pt, </a:t>
            </a:r>
            <a:br>
              <a:rPr lang="en-US" dirty="0"/>
            </a:br>
            <a:r>
              <a:rPr lang="en-US" dirty="0"/>
              <a:t>max. 6 Lines</a:t>
            </a:r>
          </a:p>
        </p:txBody>
      </p:sp>
    </p:spTree>
    <p:extLst>
      <p:ext uri="{BB962C8B-B14F-4D97-AF65-F5344CB8AC3E}">
        <p14:creationId xmlns:p14="http://schemas.microsoft.com/office/powerpoint/2010/main" val="22904122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Variation 3">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A633ECB-07AD-44A7-8EF2-1B6401B444EE}"/>
              </a:ext>
            </a:extLst>
          </p:cNvPr>
          <p:cNvGraphicFramePr>
            <a:graphicFrameLocks noChangeAspect="1"/>
          </p:cNvGraphicFramePr>
          <p:nvPr userDrawn="1">
            <p:custDataLst>
              <p:tags r:id="rId1"/>
            </p:custDataLst>
            <p:extLst>
              <p:ext uri="{D42A27DB-BD31-4B8C-83A1-F6EECF244321}">
                <p14:modId xmlns:p14="http://schemas.microsoft.com/office/powerpoint/2010/main" val="40571782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A633ECB-07AD-44A7-8EF2-1B6401B444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a:xfrm>
            <a:off x="0" y="0"/>
            <a:ext cx="9144000" cy="5145088"/>
          </a:xfrm>
          <a:prstGeom prst="rect">
            <a:avLst/>
          </a:prstGeom>
          <a:solidFill>
            <a:srgbClr val="DED7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solidFill>
                <a:schemeClr val="accent1"/>
              </a:solidFill>
            </a:endParaRP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solidFill>
                <a:schemeClr val="accent1"/>
              </a:solidFill>
            </a:endParaRPr>
          </a:p>
        </p:txBody>
      </p:sp>
      <p:sp>
        <p:nvSpPr>
          <p:cNvPr id="8" name="Textplatzhalter 7">
            <a:extLst>
              <a:ext uri="{FF2B5EF4-FFF2-40B4-BE49-F238E27FC236}">
                <a16:creationId xmlns:a16="http://schemas.microsoft.com/office/drawing/2014/main" id="{ABE4E586-88CE-494B-9DF4-3093DED30381}"/>
              </a:ext>
            </a:extLst>
          </p:cNvPr>
          <p:cNvSpPr>
            <a:spLocks noGrp="1"/>
          </p:cNvSpPr>
          <p:nvPr>
            <p:ph type="body" sz="quarter" idx="12" hasCustomPrompt="1"/>
          </p:nvPr>
        </p:nvSpPr>
        <p:spPr>
          <a:xfrm>
            <a:off x="300037" y="3741420"/>
            <a:ext cx="8539955" cy="188321"/>
          </a:xfrm>
        </p:spPr>
        <p:txBody>
          <a:bodyPr>
            <a:noAutofit/>
          </a:bodyPr>
          <a:lstStyle>
            <a:lvl1pPr marL="0" indent="0" rtl="0">
              <a:buNone/>
              <a:defRPr cap="all" baseline="0">
                <a:solidFill>
                  <a:schemeClr val="accent1"/>
                </a:solidFill>
              </a:defRPr>
            </a:lvl1pPr>
          </a:lstStyle>
          <a:p>
            <a:pPr lvl="0"/>
            <a:r>
              <a:rPr lang="en-US" dirty="0"/>
              <a:t>Author, Segoe UI, 12pt</a:t>
            </a:r>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a:xfrm>
            <a:off x="302419" y="524192"/>
            <a:ext cx="8539955" cy="3077766"/>
          </a:xfrm>
        </p:spPr>
        <p:txBody>
          <a:bodyPr vert="horz">
            <a:noAutofit/>
          </a:bodyPr>
          <a:lstStyle>
            <a:lvl1pPr rtl="0">
              <a:lnSpc>
                <a:spcPts val="4000"/>
              </a:lnSpc>
              <a:defRPr sz="4000">
                <a:solidFill>
                  <a:schemeClr val="accent1"/>
                </a:solidFill>
              </a:defRPr>
            </a:lvl1pPr>
          </a:lstStyle>
          <a:p>
            <a:r>
              <a:rPr lang="en-US" dirty="0"/>
              <a:t>Quote, </a:t>
            </a:r>
            <a:br>
              <a:rPr lang="en-US" dirty="0"/>
            </a:br>
            <a:r>
              <a:rPr lang="en-US" dirty="0"/>
              <a:t>Segoe UI, 40pt, </a:t>
            </a:r>
            <a:br>
              <a:rPr lang="en-US" dirty="0"/>
            </a:br>
            <a:r>
              <a:rPr lang="en-US" dirty="0"/>
              <a:t>max. 6 Lines</a:t>
            </a:r>
          </a:p>
        </p:txBody>
      </p:sp>
    </p:spTree>
    <p:extLst>
      <p:ext uri="{BB962C8B-B14F-4D97-AF65-F5344CB8AC3E}">
        <p14:creationId xmlns:p14="http://schemas.microsoft.com/office/powerpoint/2010/main" val="199771726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hank you, re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5848DF53-2AA0-4D9F-A482-C8247EE218BB}"/>
              </a:ext>
            </a:extLst>
          </p:cNvPr>
          <p:cNvGraphicFramePr>
            <a:graphicFrameLocks noChangeAspect="1"/>
          </p:cNvGraphicFramePr>
          <p:nvPr userDrawn="1">
            <p:custDataLst>
              <p:tags r:id="rId1"/>
            </p:custDataLst>
            <p:extLst>
              <p:ext uri="{D42A27DB-BD31-4B8C-83A1-F6EECF244321}">
                <p14:modId xmlns:p14="http://schemas.microsoft.com/office/powerpoint/2010/main" val="19005859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512961"/>
          </a:xfrm>
        </p:spPr>
        <p:txBody>
          <a:bodyPr vert="horz">
            <a:noAutofit/>
          </a:bodyPr>
          <a:lstStyle>
            <a:lvl1pPr rtl="0">
              <a:lnSpc>
                <a:spcPts val="4000"/>
              </a:lnSpc>
              <a:defRPr sz="4000">
                <a:solidFill>
                  <a:schemeClr val="bg1"/>
                </a:solidFill>
              </a:defRPr>
            </a:lvl1pPr>
          </a:lstStyle>
          <a:p>
            <a:r>
              <a:rPr lang="en-US" dirty="0"/>
              <a:t>Thank You.</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304414463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hank you, white">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5848DF53-2AA0-4D9F-A482-C8247EE218BB}"/>
              </a:ext>
            </a:extLst>
          </p:cNvPr>
          <p:cNvGraphicFramePr>
            <a:graphicFrameLocks noChangeAspect="1"/>
          </p:cNvGraphicFramePr>
          <p:nvPr userDrawn="1">
            <p:custDataLst>
              <p:tags r:id="rId1"/>
            </p:custDataLst>
            <p:extLst>
              <p:ext uri="{D42A27DB-BD31-4B8C-83A1-F6EECF244321}">
                <p14:modId xmlns:p14="http://schemas.microsoft.com/office/powerpoint/2010/main" val="19005859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5848DF53-2AA0-4D9F-A482-C8247EE218B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512961"/>
          </a:xfrm>
        </p:spPr>
        <p:txBody>
          <a:bodyPr vert="horz">
            <a:noAutofit/>
          </a:bodyPr>
          <a:lstStyle>
            <a:lvl1pPr rtl="0">
              <a:lnSpc>
                <a:spcPts val="4000"/>
              </a:lnSpc>
              <a:defRPr sz="4000">
                <a:solidFill>
                  <a:schemeClr val="accent1"/>
                </a:solidFill>
              </a:defRPr>
            </a:lvl1pPr>
          </a:lstStyle>
          <a:p>
            <a:r>
              <a:rPr lang="en-US" dirty="0"/>
              <a:t>Thank You.</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8" name="Grafik 8">
            <a:extLst>
              <a:ext uri="{FF2B5EF4-FFF2-40B4-BE49-F238E27FC236}">
                <a16:creationId xmlns:a16="http://schemas.microsoft.com/office/drawing/2014/main" id="{EC2333C9-7C64-4C37-8085-3482C25F21FB}"/>
              </a:ext>
            </a:extLst>
          </p:cNvPr>
          <p:cNvSpPr/>
          <p:nvPr userDrawn="1"/>
        </p:nvSpPr>
        <p:spPr>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solidFill>
                <a:schemeClr val="accent1"/>
              </a:solidFill>
            </a:endParaRPr>
          </a:p>
        </p:txBody>
      </p:sp>
    </p:spTree>
    <p:extLst>
      <p:ext uri="{BB962C8B-B14F-4D97-AF65-F5344CB8AC3E}">
        <p14:creationId xmlns:p14="http://schemas.microsoft.com/office/powerpoint/2010/main" val="167255341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hank you + picture">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E0DE717E-46C1-446C-AC0A-112EF61AB882}"/>
              </a:ext>
            </a:extLst>
          </p:cNvPr>
          <p:cNvGraphicFramePr>
            <a:graphicFrameLocks noChangeAspect="1"/>
          </p:cNvGraphicFramePr>
          <p:nvPr userDrawn="1">
            <p:custDataLst>
              <p:tags r:id="rId1"/>
            </p:custDataLst>
            <p:extLst>
              <p:ext uri="{D42A27DB-BD31-4B8C-83A1-F6EECF244321}">
                <p14:modId xmlns:p14="http://schemas.microsoft.com/office/powerpoint/2010/main" val="1464759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a:xfrm>
            <a:off x="302420" y="303212"/>
            <a:ext cx="3919060" cy="512961"/>
          </a:xfrm>
        </p:spPr>
        <p:txBody>
          <a:bodyPr vert="horz">
            <a:noAutofit/>
          </a:bodyPr>
          <a:lstStyle>
            <a:lvl1pPr rtl="0">
              <a:lnSpc>
                <a:spcPts val="4000"/>
              </a:lnSpc>
              <a:defRPr sz="4000">
                <a:solidFill>
                  <a:schemeClr val="bg1"/>
                </a:solidFill>
              </a:defRPr>
            </a:lvl1pPr>
          </a:lstStyle>
          <a:p>
            <a:r>
              <a:rPr lang="en-US" dirty="0"/>
              <a:t>Thank You.</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3A18A666-963B-452E-AD8E-146C9F2ACCD3}"/>
              </a:ext>
            </a:extLst>
          </p:cNvPr>
          <p:cNvSpPr>
            <a:spLocks noGrp="1"/>
          </p:cNvSpPr>
          <p:nvPr>
            <p:ph type="pic" sz="quarter" idx="12" hasCustomPrompt="1"/>
          </p:nvPr>
        </p:nvSpPr>
        <p:spPr>
          <a:xfrm>
            <a:off x="4572000" y="0"/>
            <a:ext cx="4572000"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77738894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C04FCD6D-FEBB-4B98-A8C4-8431CC99C510}"/>
              </a:ext>
            </a:extLst>
          </p:cNvPr>
          <p:cNvGraphicFramePr>
            <a:graphicFrameLocks noChangeAspect="1"/>
          </p:cNvGraphicFramePr>
          <p:nvPr userDrawn="1">
            <p:custDataLst>
              <p:tags r:id="rId1"/>
            </p:custDataLst>
            <p:extLst>
              <p:ext uri="{D42A27DB-BD31-4B8C-83A1-F6EECF244321}">
                <p14:modId xmlns:p14="http://schemas.microsoft.com/office/powerpoint/2010/main" val="169690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Textplatzhalter 3">
            <a:extLst>
              <a:ext uri="{FF2B5EF4-FFF2-40B4-BE49-F238E27FC236}">
                <a16:creationId xmlns:a16="http://schemas.microsoft.com/office/drawing/2014/main" id="{984AB2A2-5C36-4389-B017-BFC52E120872}"/>
              </a:ext>
            </a:extLst>
          </p:cNvPr>
          <p:cNvSpPr>
            <a:spLocks noGrp="1"/>
          </p:cNvSpPr>
          <p:nvPr>
            <p:ph type="body" sz="quarter" idx="10" hasCustomPrompt="1"/>
          </p:nvPr>
        </p:nvSpPr>
        <p:spPr>
          <a:xfrm>
            <a:off x="3345180" y="3485339"/>
            <a:ext cx="2446020" cy="326004"/>
          </a:xfrm>
          <a:prstGeom prst="roundRect">
            <a:avLst>
              <a:gd name="adj" fmla="val 50000"/>
            </a:avLst>
          </a:prstGeom>
          <a:solidFill>
            <a:schemeClr val="bg1"/>
          </a:solidFill>
        </p:spPr>
        <p:txBody>
          <a:bodyPr wrap="square" lIns="90000" tIns="43200" rIns="90000" bIns="43200" anchor="ctr">
            <a:spAutoFit/>
          </a:bodyPr>
          <a:lstStyle>
            <a:lvl1pPr marL="0" indent="0" algn="ctr">
              <a:buNone/>
              <a:defRPr sz="900" cap="all" baseline="0">
                <a:solidFill>
                  <a:schemeClr val="accent1"/>
                </a:solidFill>
              </a:defRPr>
            </a:lvl1pPr>
          </a:lstStyle>
          <a:p>
            <a:pPr lvl="0"/>
            <a:r>
              <a:rPr lang="en-US" dirty="0"/>
              <a:t>Find Out more on henkel.com</a:t>
            </a:r>
          </a:p>
        </p:txBody>
      </p:sp>
      <p:sp>
        <p:nvSpPr>
          <p:cNvPr id="9" name="Grafik 8">
            <a:extLst>
              <a:ext uri="{FF2B5EF4-FFF2-40B4-BE49-F238E27FC236}">
                <a16:creationId xmlns:a16="http://schemas.microsoft.com/office/drawing/2014/main" id="{8C3A2EF6-6C94-4211-862D-30B55989F42C}"/>
              </a:ext>
            </a:extLst>
          </p:cNvPr>
          <p:cNvSpPr/>
          <p:nvPr userDrawn="1"/>
        </p:nvSpPr>
        <p:spPr bwMode="gray">
          <a:xfrm>
            <a:off x="3552350" y="1677370"/>
            <a:ext cx="2017870" cy="1125096"/>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566952392"/>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07" Type="http://schemas.openxmlformats.org/officeDocument/2006/relationships/oleObject" Target="../embeddings/oleObject1.bin"/><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image" Target="../media/image1.emf"/><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tags" Target="../tags/tag2.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573C7373-B062-49D1-95CD-2D40ADE59312}"/>
              </a:ext>
            </a:extLst>
          </p:cNvPr>
          <p:cNvGraphicFramePr>
            <a:graphicFrameLocks noChangeAspect="1"/>
          </p:cNvGraphicFramePr>
          <p:nvPr userDrawn="1">
            <p:custDataLst>
              <p:tags r:id="rId106"/>
            </p:custDataLst>
            <p:extLst>
              <p:ext uri="{D42A27DB-BD31-4B8C-83A1-F6EECF244321}">
                <p14:modId xmlns:p14="http://schemas.microsoft.com/office/powerpoint/2010/main" val="25056524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07" imgW="306" imgH="306" progId="TCLayout.ActiveDocument.1">
                  <p:embed/>
                </p:oleObj>
              </mc:Choice>
              <mc:Fallback>
                <p:oleObj name="think-cell Folie" r:id="rId107" imgW="306" imgH="306" progId="TCLayout.ActiveDocument.1">
                  <p:embed/>
                  <p:pic>
                    <p:nvPicPr>
                      <p:cNvPr id="0" name=""/>
                      <p:cNvPicPr/>
                      <p:nvPr/>
                    </p:nvPicPr>
                    <p:blipFill>
                      <a:blip r:embed="rId108"/>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302420" y="303212"/>
            <a:ext cx="7091362" cy="615553"/>
          </a:xfrm>
          <a:prstGeom prst="rect">
            <a:avLst/>
          </a:prstGeom>
        </p:spPr>
        <p:txBody>
          <a:bodyPr vert="horz" lIns="0" tIns="0" rIns="0" bIns="0" rtlCol="0" anchor="t" anchorCtr="0">
            <a:noAutofit/>
          </a:bodyPr>
          <a:lstStyle/>
          <a:p>
            <a:r>
              <a:rPr lang="en-US" noProof="0" dirty="0"/>
              <a:t>Slide Title, Segoe UI, 24pt</a:t>
            </a:r>
            <a:br>
              <a:rPr lang="en-US" noProof="0" dirty="0"/>
            </a:br>
            <a:r>
              <a:rPr lang="en-US" noProof="0" dirty="0"/>
              <a:t>Max. 2 Lines</a:t>
            </a:r>
          </a:p>
        </p:txBody>
      </p:sp>
      <p:sp>
        <p:nvSpPr>
          <p:cNvPr id="3" name="Text Placeholder 2"/>
          <p:cNvSpPr>
            <a:spLocks noGrp="1"/>
          </p:cNvSpPr>
          <p:nvPr>
            <p:ph type="body" idx="1"/>
          </p:nvPr>
        </p:nvSpPr>
        <p:spPr bwMode="gray">
          <a:xfrm>
            <a:off x="302420" y="1492251"/>
            <a:ext cx="7088980" cy="2879724"/>
          </a:xfrm>
          <a:prstGeom prst="rect">
            <a:avLst/>
          </a:prstGeom>
        </p:spPr>
        <p:txBody>
          <a:bodyPr vert="horz" lIns="0" tIns="0" rIns="0" bIns="0" rtlCol="0">
            <a:noAutofit/>
          </a:bodyPr>
          <a:lstStyle/>
          <a:p>
            <a:pPr lvl="0"/>
            <a:r>
              <a:rPr lang="en-US" noProof="0" dirty="0"/>
              <a:t>First Level, Segoe UI, 12pt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Footer Placeholder 4"/>
          <p:cNvSpPr>
            <a:spLocks noGrp="1"/>
          </p:cNvSpPr>
          <p:nvPr>
            <p:ph type="ftr" sz="quarter" idx="3"/>
          </p:nvPr>
        </p:nvSpPr>
        <p:spPr bwMode="gray">
          <a:xfrm>
            <a:off x="618649" y="4733844"/>
            <a:ext cx="3151664" cy="123111"/>
          </a:xfrm>
          <a:prstGeom prst="rect">
            <a:avLst/>
          </a:prstGeom>
        </p:spPr>
        <p:txBody>
          <a:bodyPr vert="horz" lIns="0" tIns="0" rIns="0" bIns="0" rtlCol="0" anchor="ctr">
            <a:noAutofit/>
          </a:bodyPr>
          <a:lstStyle>
            <a:lvl1pPr algn="l" rtl="0">
              <a:defRPr sz="800" cap="all" baseline="0">
                <a:solidFill>
                  <a:schemeClr val="accent1"/>
                </a:solidFill>
              </a:defRPr>
            </a:lvl1pPr>
          </a:lstStyle>
          <a:p>
            <a:r>
              <a:rPr lang="en-US"/>
              <a:t>Presentation title</a:t>
            </a:r>
            <a:endParaRPr lang="en-US" dirty="0"/>
          </a:p>
        </p:txBody>
      </p:sp>
      <p:sp>
        <p:nvSpPr>
          <p:cNvPr id="6" name="Slide Number Placeholder 5"/>
          <p:cNvSpPr>
            <a:spLocks noGrp="1"/>
          </p:cNvSpPr>
          <p:nvPr>
            <p:ph type="sldNum" sz="quarter" idx="4"/>
          </p:nvPr>
        </p:nvSpPr>
        <p:spPr bwMode="gray">
          <a:xfrm>
            <a:off x="300038" y="4733844"/>
            <a:ext cx="318611" cy="123111"/>
          </a:xfrm>
          <a:prstGeom prst="rect">
            <a:avLst/>
          </a:prstGeom>
        </p:spPr>
        <p:txBody>
          <a:bodyPr vert="horz" lIns="0" tIns="0" rIns="0" bIns="0" rtlCol="0" anchor="ctr">
            <a:noAutofit/>
          </a:bodyPr>
          <a:lstStyle>
            <a:lvl1pPr algn="l" rtl="0">
              <a:defRPr sz="800">
                <a:solidFill>
                  <a:schemeClr val="accent1"/>
                </a:solidFill>
              </a:defRPr>
            </a:lvl1pPr>
          </a:lstStyle>
          <a:p>
            <a:fld id="{54413C03-D129-4B04-B289-283874789DC0}" type="slidenum">
              <a:rPr lang="en-US" smtClean="0"/>
              <a:pPr/>
              <a:t>‹#›</a:t>
            </a:fld>
            <a:endParaRPr lang="en-US" dirty="0"/>
          </a:p>
        </p:txBody>
      </p:sp>
      <p:sp>
        <p:nvSpPr>
          <p:cNvPr id="10" name="Grafik 8">
            <a:extLst>
              <a:ext uri="{FF2B5EF4-FFF2-40B4-BE49-F238E27FC236}">
                <a16:creationId xmlns:a16="http://schemas.microsoft.com/office/drawing/2014/main" id="{7BF37C91-00E2-47BD-94A0-102999D00519}"/>
              </a:ext>
            </a:extLst>
          </p:cNvPr>
          <p:cNvSpPr/>
          <p:nvPr/>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901074324"/>
      </p:ext>
    </p:extLst>
  </p:cSld>
  <p:clrMap bg1="lt1" tx1="dk1" bg2="lt2" tx2="dk2" accent1="accent1" accent2="accent2" accent3="accent3" accent4="accent4" accent5="accent5" accent6="accent6" hlink="hlink" folHlink="folHlink"/>
  <p:sldLayoutIdLst>
    <p:sldLayoutId id="2147483712" r:id="rId1"/>
    <p:sldLayoutId id="2147483778" r:id="rId2"/>
    <p:sldLayoutId id="2147483661" r:id="rId3"/>
    <p:sldLayoutId id="2147483672" r:id="rId4"/>
    <p:sldLayoutId id="2147483673" r:id="rId5"/>
    <p:sldLayoutId id="2147483674" r:id="rId6"/>
    <p:sldLayoutId id="2147483708" r:id="rId7"/>
    <p:sldLayoutId id="2147483709" r:id="rId8"/>
    <p:sldLayoutId id="2147483710" r:id="rId9"/>
    <p:sldLayoutId id="2147483711"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 id="2147483738" r:id="rId30"/>
    <p:sldLayoutId id="2147483739" r:id="rId31"/>
    <p:sldLayoutId id="2147483740" r:id="rId32"/>
    <p:sldLayoutId id="2147483741" r:id="rId33"/>
    <p:sldLayoutId id="2147483742" r:id="rId34"/>
    <p:sldLayoutId id="2147483743" r:id="rId35"/>
    <p:sldLayoutId id="2147483744" r:id="rId36"/>
    <p:sldLayoutId id="2147483780" r:id="rId37"/>
    <p:sldLayoutId id="2147483713" r:id="rId38"/>
    <p:sldLayoutId id="2147483677" r:id="rId39"/>
    <p:sldLayoutId id="2147483782" r:id="rId40"/>
    <p:sldLayoutId id="2147483781" r:id="rId41"/>
    <p:sldLayoutId id="2147483675" r:id="rId42"/>
    <p:sldLayoutId id="2147483775" r:id="rId43"/>
    <p:sldLayoutId id="2147483676" r:id="rId44"/>
    <p:sldLayoutId id="2147483685" r:id="rId45"/>
    <p:sldLayoutId id="2147483686" r:id="rId46"/>
    <p:sldLayoutId id="2147483687" r:id="rId47"/>
    <p:sldLayoutId id="2147483688" r:id="rId48"/>
    <p:sldLayoutId id="2147483689" r:id="rId49"/>
    <p:sldLayoutId id="2147483690" r:id="rId50"/>
    <p:sldLayoutId id="2147483692" r:id="rId51"/>
    <p:sldLayoutId id="2147483693" r:id="rId52"/>
    <p:sldLayoutId id="2147483695" r:id="rId53"/>
    <p:sldLayoutId id="2147483696" r:id="rId54"/>
    <p:sldLayoutId id="2147483697" r:id="rId55"/>
    <p:sldLayoutId id="2147483698" r:id="rId56"/>
    <p:sldLayoutId id="2147483716" r:id="rId57"/>
    <p:sldLayoutId id="2147483718" r:id="rId58"/>
    <p:sldLayoutId id="2147483704" r:id="rId59"/>
    <p:sldLayoutId id="2147483705" r:id="rId60"/>
    <p:sldLayoutId id="2147483776" r:id="rId61"/>
    <p:sldLayoutId id="2147483777" r:id="rId62"/>
    <p:sldLayoutId id="2147483706" r:id="rId63"/>
    <p:sldLayoutId id="2147483707" r:id="rId64"/>
    <p:sldLayoutId id="2147483714" r:id="rId65"/>
    <p:sldLayoutId id="2147483715" r:id="rId66"/>
    <p:sldLayoutId id="2147483745" r:id="rId67"/>
    <p:sldLayoutId id="2147483746" r:id="rId68"/>
    <p:sldLayoutId id="2147483747" r:id="rId69"/>
    <p:sldLayoutId id="2147483748" r:id="rId70"/>
    <p:sldLayoutId id="2147483749" r:id="rId71"/>
    <p:sldLayoutId id="2147483750" r:id="rId72"/>
    <p:sldLayoutId id="2147483751" r:id="rId73"/>
    <p:sldLayoutId id="2147483752" r:id="rId74"/>
    <p:sldLayoutId id="2147483753" r:id="rId75"/>
    <p:sldLayoutId id="2147483754" r:id="rId76"/>
    <p:sldLayoutId id="2147483755" r:id="rId77"/>
    <p:sldLayoutId id="2147483756" r:id="rId78"/>
    <p:sldLayoutId id="2147483683" r:id="rId79"/>
    <p:sldLayoutId id="2147483684" r:id="rId80"/>
    <p:sldLayoutId id="2147483757" r:id="rId81"/>
    <p:sldLayoutId id="2147483758" r:id="rId82"/>
    <p:sldLayoutId id="2147483759" r:id="rId83"/>
    <p:sldLayoutId id="2147483760" r:id="rId84"/>
    <p:sldLayoutId id="2147483761" r:id="rId85"/>
    <p:sldLayoutId id="2147483762" r:id="rId86"/>
    <p:sldLayoutId id="2147483763" r:id="rId87"/>
    <p:sldLayoutId id="2147483764" r:id="rId88"/>
    <p:sldLayoutId id="2147483765" r:id="rId89"/>
    <p:sldLayoutId id="2147483766" r:id="rId90"/>
    <p:sldLayoutId id="2147483767" r:id="rId91"/>
    <p:sldLayoutId id="2147483768" r:id="rId92"/>
    <p:sldLayoutId id="2147483769" r:id="rId93"/>
    <p:sldLayoutId id="2147483770" r:id="rId94"/>
    <p:sldLayoutId id="2147483771" r:id="rId95"/>
    <p:sldLayoutId id="2147483772" r:id="rId96"/>
    <p:sldLayoutId id="2147483717" r:id="rId97"/>
    <p:sldLayoutId id="2147483699" r:id="rId98"/>
    <p:sldLayoutId id="2147483773" r:id="rId99"/>
    <p:sldLayoutId id="2147483774" r:id="rId100"/>
    <p:sldLayoutId id="2147483700" r:id="rId101"/>
    <p:sldLayoutId id="2147483779" r:id="rId102"/>
    <p:sldLayoutId id="2147483701" r:id="rId103"/>
    <p:sldLayoutId id="2147483702" r:id="rId104"/>
  </p:sldLayoutIdLst>
  <p:hf hdr="0" dt="0"/>
  <p:txStyles>
    <p:titleStyle>
      <a:lvl1pPr algn="l" defTabSz="685800" rtl="0" eaLnBrk="1" latinLnBrk="0" hangingPunct="1">
        <a:lnSpc>
          <a:spcPts val="2400"/>
        </a:lnSpc>
        <a:spcBef>
          <a:spcPct val="0"/>
        </a:spcBef>
        <a:buNone/>
        <a:defRPr sz="2400" kern="1200" cap="all" baseline="0">
          <a:solidFill>
            <a:schemeClr val="accent1"/>
          </a:solidFill>
          <a:latin typeface="+mj-lt"/>
          <a:ea typeface="+mj-ea"/>
          <a:cs typeface="+mj-cs"/>
        </a:defRPr>
      </a:lvl1pPr>
    </p:titleStyle>
    <p:bodyStyle>
      <a:lvl1pPr marL="162000" indent="-162000" algn="l" defTabSz="685800" rtl="0" eaLnBrk="1" latinLnBrk="0" hangingPunct="1">
        <a:lnSpc>
          <a:spcPct val="114000"/>
        </a:lnSpc>
        <a:spcBef>
          <a:spcPts val="0"/>
        </a:spcBef>
        <a:spcAft>
          <a:spcPts val="1200"/>
        </a:spcAft>
        <a:buClr>
          <a:schemeClr val="accent1"/>
        </a:buClr>
        <a:buSzPct val="100000"/>
        <a:buFont typeface="Wingdings" panose="05000000000000000000" pitchFamily="2" charset="2"/>
        <a:buChar char="§"/>
        <a:defRPr sz="1200" kern="1200">
          <a:solidFill>
            <a:schemeClr val="tx1"/>
          </a:solidFill>
          <a:latin typeface="+mn-lt"/>
          <a:ea typeface="+mn-ea"/>
          <a:cs typeface="+mn-cs"/>
        </a:defRPr>
      </a:lvl1pPr>
      <a:lvl2pPr marL="522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2pPr>
      <a:lvl3pPr marL="990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3pPr>
      <a:lvl4pPr marL="1458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4pPr>
      <a:lvl5pPr marL="1926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9" userDrawn="1">
          <p15:clr>
            <a:srgbClr val="A4A3A4"/>
          </p15:clr>
        </p15:guide>
        <p15:guide id="5" orient="horz" pos="188" userDrawn="1">
          <p15:clr>
            <a:srgbClr val="A4A3A4"/>
          </p15:clr>
        </p15:guide>
        <p15:guide id="7" orient="horz" pos="3052" userDrawn="1">
          <p15:clr>
            <a:srgbClr val="A4A3A4"/>
          </p15:clr>
        </p15:guide>
        <p15:guide id="8" pos="549" userDrawn="1">
          <p15:clr>
            <a:srgbClr val="A4A3A4"/>
          </p15:clr>
        </p15:guide>
        <p15:guide id="9" pos="645" userDrawn="1">
          <p15:clr>
            <a:srgbClr val="A4A3A4"/>
          </p15:clr>
        </p15:guide>
        <p15:guide id="10" pos="1005" userDrawn="1">
          <p15:clr>
            <a:srgbClr val="A4A3A4"/>
          </p15:clr>
        </p15:guide>
        <p15:guide id="11" pos="1101" userDrawn="1">
          <p15:clr>
            <a:srgbClr val="A4A3A4"/>
          </p15:clr>
        </p15:guide>
        <p15:guide id="12" pos="1461" userDrawn="1">
          <p15:clr>
            <a:srgbClr val="A4A3A4"/>
          </p15:clr>
        </p15:guide>
        <p15:guide id="13" pos="1557" userDrawn="1">
          <p15:clr>
            <a:srgbClr val="A4A3A4"/>
          </p15:clr>
        </p15:guide>
        <p15:guide id="14" pos="1917" userDrawn="1">
          <p15:clr>
            <a:srgbClr val="A4A3A4"/>
          </p15:clr>
        </p15:guide>
        <p15:guide id="15" pos="2013" userDrawn="1">
          <p15:clr>
            <a:srgbClr val="A4A3A4"/>
          </p15:clr>
        </p15:guide>
        <p15:guide id="16" pos="2375" userDrawn="1">
          <p15:clr>
            <a:srgbClr val="A4A3A4"/>
          </p15:clr>
        </p15:guide>
        <p15:guide id="17" pos="2471" userDrawn="1">
          <p15:clr>
            <a:srgbClr val="A4A3A4"/>
          </p15:clr>
        </p15:guide>
        <p15:guide id="18" pos="2832" userDrawn="1">
          <p15:clr>
            <a:srgbClr val="A4A3A4"/>
          </p15:clr>
        </p15:guide>
        <p15:guide id="19" pos="2927" userDrawn="1">
          <p15:clr>
            <a:srgbClr val="A4A3A4"/>
          </p15:clr>
        </p15:guide>
        <p15:guide id="20" pos="3288" userDrawn="1">
          <p15:clr>
            <a:srgbClr val="A4A3A4"/>
          </p15:clr>
        </p15:guide>
        <p15:guide id="21" pos="3384" userDrawn="1">
          <p15:clr>
            <a:srgbClr val="A4A3A4"/>
          </p15:clr>
        </p15:guide>
        <p15:guide id="22" pos="3744" userDrawn="1">
          <p15:clr>
            <a:srgbClr val="A4A3A4"/>
          </p15:clr>
        </p15:guide>
        <p15:guide id="23" pos="3840" userDrawn="1">
          <p15:clr>
            <a:srgbClr val="A4A3A4"/>
          </p15:clr>
        </p15:guide>
        <p15:guide id="24" pos="4200" userDrawn="1">
          <p15:clr>
            <a:srgbClr val="A4A3A4"/>
          </p15:clr>
        </p15:guide>
        <p15:guide id="25" pos="4296" userDrawn="1">
          <p15:clr>
            <a:srgbClr val="A4A3A4"/>
          </p15:clr>
        </p15:guide>
        <p15:guide id="26" pos="4656" userDrawn="1">
          <p15:clr>
            <a:srgbClr val="A4A3A4"/>
          </p15:clr>
        </p15:guide>
        <p15:guide id="27" pos="4752" userDrawn="1">
          <p15:clr>
            <a:srgbClr val="A4A3A4"/>
          </p15:clr>
        </p15:guide>
        <p15:guide id="28" pos="5114" userDrawn="1">
          <p15:clr>
            <a:srgbClr val="A4A3A4"/>
          </p15:clr>
        </p15:guide>
        <p15:guide id="29" pos="5210" userDrawn="1">
          <p15:clr>
            <a:srgbClr val="A4A3A4"/>
          </p15:clr>
        </p15:guide>
        <p15:guide id="31" pos="5570" userDrawn="1">
          <p15:clr>
            <a:srgbClr val="A4A3A4"/>
          </p15:clr>
        </p15:guide>
        <p15:guide id="32" orient="horz" pos="940" userDrawn="1">
          <p15:clr>
            <a:srgbClr val="A4A3A4"/>
          </p15:clr>
        </p15:guide>
        <p15:guide id="33" orient="horz" pos="2754"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07.xml"/><Relationship Id="rId5" Type="http://schemas.openxmlformats.org/officeDocument/2006/relationships/image" Target="../media/image1.emf"/><Relationship Id="rId4" Type="http://schemas.openxmlformats.org/officeDocument/2006/relationships/oleObject" Target="../embeddings/oleObject99.bin"/></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2.xml"/><Relationship Id="rId7" Type="http://schemas.openxmlformats.org/officeDocument/2006/relationships/image" Target="../media/image7.png"/><Relationship Id="rId2" Type="http://schemas.openxmlformats.org/officeDocument/2006/relationships/slideLayout" Target="../slideLayouts/slideLayout44.xml"/><Relationship Id="rId1" Type="http://schemas.openxmlformats.org/officeDocument/2006/relationships/tags" Target="../tags/tag108.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100.bin"/></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AC383830-5B10-401A-BF10-E6E17448190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3" name="Objekt 2" hidden="1">
                        <a:extLst>
                          <a:ext uri="{FF2B5EF4-FFF2-40B4-BE49-F238E27FC236}">
                            <a16:creationId xmlns:a16="http://schemas.microsoft.com/office/drawing/2014/main" id="{AC383830-5B10-401A-BF10-E6E17448190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el 5">
            <a:extLst>
              <a:ext uri="{FF2B5EF4-FFF2-40B4-BE49-F238E27FC236}">
                <a16:creationId xmlns:a16="http://schemas.microsoft.com/office/drawing/2014/main" id="{47FAEEF0-36B7-4481-8228-07ECAE5665B2}"/>
              </a:ext>
            </a:extLst>
          </p:cNvPr>
          <p:cNvSpPr>
            <a:spLocks noGrp="1"/>
          </p:cNvSpPr>
          <p:nvPr>
            <p:ph type="ctrTitle"/>
          </p:nvPr>
        </p:nvSpPr>
        <p:spPr>
          <a:xfrm>
            <a:off x="398010" y="841301"/>
            <a:ext cx="6858000" cy="577081"/>
          </a:xfrm>
        </p:spPr>
        <p:txBody>
          <a:bodyPr vert="horz"/>
          <a:lstStyle/>
          <a:p>
            <a:r>
              <a:rPr lang="en-US" dirty="0"/>
              <a:t>Equipment calibration</a:t>
            </a:r>
          </a:p>
        </p:txBody>
      </p:sp>
    </p:spTree>
    <p:extLst>
      <p:ext uri="{BB962C8B-B14F-4D97-AF65-F5344CB8AC3E}">
        <p14:creationId xmlns:p14="http://schemas.microsoft.com/office/powerpoint/2010/main" val="1221361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5991E539-5EFE-4AED-872E-603B8D34AC88}"/>
              </a:ext>
            </a:extLst>
          </p:cNvPr>
          <p:cNvGraphicFramePr>
            <a:graphicFrameLocks noChangeAspect="1"/>
          </p:cNvGraphicFramePr>
          <p:nvPr>
            <p:custDataLst>
              <p:tags r:id="rId1"/>
            </p:custDataLst>
            <p:extLst>
              <p:ext uri="{D42A27DB-BD31-4B8C-83A1-F6EECF244321}">
                <p14:modId xmlns:p14="http://schemas.microsoft.com/office/powerpoint/2010/main" val="30584873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el 4">
            <a:extLst>
              <a:ext uri="{FF2B5EF4-FFF2-40B4-BE49-F238E27FC236}">
                <a16:creationId xmlns:a16="http://schemas.microsoft.com/office/drawing/2014/main" id="{3310CE0A-9AAD-4E7F-A2A7-EF175D65B632}"/>
              </a:ext>
            </a:extLst>
          </p:cNvPr>
          <p:cNvSpPr>
            <a:spLocks noGrp="1"/>
          </p:cNvSpPr>
          <p:nvPr>
            <p:ph type="title"/>
          </p:nvPr>
        </p:nvSpPr>
        <p:spPr/>
        <p:txBody>
          <a:bodyPr/>
          <a:lstStyle/>
          <a:p>
            <a:r>
              <a:rPr lang="en-US" dirty="0"/>
              <a:t>Calibration MASTER DATA</a:t>
            </a:r>
          </a:p>
        </p:txBody>
      </p:sp>
      <p:sp>
        <p:nvSpPr>
          <p:cNvPr id="3" name="Fußzeilenplatzhalter 2">
            <a:extLst>
              <a:ext uri="{FF2B5EF4-FFF2-40B4-BE49-F238E27FC236}">
                <a16:creationId xmlns:a16="http://schemas.microsoft.com/office/drawing/2014/main" id="{42C3F69D-D76D-4CFB-AD5F-C2A6D428E3D6}"/>
              </a:ext>
            </a:extLst>
          </p:cNvPr>
          <p:cNvSpPr>
            <a:spLocks noGrp="1"/>
          </p:cNvSpPr>
          <p:nvPr>
            <p:ph type="ftr" sz="quarter" idx="10"/>
          </p:nvPr>
        </p:nvSpPr>
        <p:spPr/>
        <p:txBody>
          <a:bodyPr/>
          <a:lstStyle/>
          <a:p>
            <a:r>
              <a:rPr lang="en-US" noProof="0" dirty="0"/>
              <a:t>Presentation title</a:t>
            </a:r>
          </a:p>
        </p:txBody>
      </p:sp>
      <p:sp>
        <p:nvSpPr>
          <p:cNvPr id="2" name="Foliennummernplatzhalter 1">
            <a:extLst>
              <a:ext uri="{FF2B5EF4-FFF2-40B4-BE49-F238E27FC236}">
                <a16:creationId xmlns:a16="http://schemas.microsoft.com/office/drawing/2014/main" id="{EDC0427A-C23D-481C-8E1B-1076EC28FDD3}"/>
              </a:ext>
            </a:extLst>
          </p:cNvPr>
          <p:cNvSpPr>
            <a:spLocks noGrp="1"/>
          </p:cNvSpPr>
          <p:nvPr>
            <p:ph type="sldNum" sz="quarter" idx="11"/>
          </p:nvPr>
        </p:nvSpPr>
        <p:spPr/>
        <p:txBody>
          <a:bodyPr/>
          <a:lstStyle/>
          <a:p>
            <a:fld id="{54413C03-D129-4B04-B289-283874789DC0}" type="slidenum">
              <a:rPr lang="en-US" noProof="0" smtClean="0"/>
              <a:pPr/>
              <a:t>2</a:t>
            </a:fld>
            <a:endParaRPr lang="en-US" noProof="0" dirty="0"/>
          </a:p>
        </p:txBody>
      </p:sp>
      <p:sp>
        <p:nvSpPr>
          <p:cNvPr id="8" name="Textplatzhalter 7">
            <a:extLst>
              <a:ext uri="{FF2B5EF4-FFF2-40B4-BE49-F238E27FC236}">
                <a16:creationId xmlns:a16="http://schemas.microsoft.com/office/drawing/2014/main" id="{B0B1E615-E944-47CD-AC27-55B477280C41}"/>
              </a:ext>
            </a:extLst>
          </p:cNvPr>
          <p:cNvSpPr>
            <a:spLocks noGrp="1"/>
          </p:cNvSpPr>
          <p:nvPr>
            <p:ph type="body" sz="quarter" idx="13"/>
          </p:nvPr>
        </p:nvSpPr>
        <p:spPr>
          <a:xfrm>
            <a:off x="153080" y="653144"/>
            <a:ext cx="8894276" cy="2902482"/>
          </a:xfrm>
        </p:spPr>
        <p:txBody>
          <a:bodyPr/>
          <a:lstStyle/>
          <a:p>
            <a:r>
              <a:rPr lang="en-US" dirty="0"/>
              <a:t>Master data –</a:t>
            </a:r>
          </a:p>
          <a:p>
            <a:pPr lvl="1"/>
            <a:r>
              <a:rPr lang="en-US" sz="800" dirty="0"/>
              <a:t>Analysis to be created specifying test parameters at equipment level. Need a provision to add the frequency of testing. Based on frequency of testing – test items should be added. If the frequency of testing is 2, all test items in the below table have to displayed twice, so that user can record it accordingly. Some of the test items needs to be calculated field like the average of first 2, test items results. We also need “Info field” an option for free text entry.</a:t>
            </a:r>
          </a:p>
          <a:p>
            <a:pPr marL="360000" lvl="1" indent="0">
              <a:buNone/>
            </a:pPr>
            <a:endParaRPr lang="en-US" sz="1000" dirty="0"/>
          </a:p>
          <a:p>
            <a:pPr lvl="1"/>
            <a:endParaRPr lang="en-US" sz="1000" dirty="0"/>
          </a:p>
          <a:p>
            <a:pPr lvl="1"/>
            <a:endParaRPr lang="en-US" sz="1000" dirty="0"/>
          </a:p>
          <a:p>
            <a:pPr lvl="1"/>
            <a:endParaRPr lang="en-US" sz="800" dirty="0"/>
          </a:p>
          <a:p>
            <a:pPr lvl="1"/>
            <a:r>
              <a:rPr lang="en-US" sz="800" dirty="0"/>
              <a:t>Map analysis with equipment. Modify MLP as “Analysis”. User has to do map the instrument to analysis. Enter the details of “Owner” and “Contractor” if we need to send email or auto task assignment is required.</a:t>
            </a:r>
          </a:p>
          <a:p>
            <a:pPr marL="360000" lvl="1" indent="0">
              <a:buNone/>
            </a:pPr>
            <a:endParaRPr lang="en-US" dirty="0"/>
          </a:p>
          <a:p>
            <a:pPr marL="360000" lvl="1" indent="0">
              <a:buNone/>
            </a:pPr>
            <a:endParaRPr lang="en-US" dirty="0"/>
          </a:p>
          <a:p>
            <a:endParaRPr lang="en-US" dirty="0"/>
          </a:p>
        </p:txBody>
      </p:sp>
      <p:pic>
        <p:nvPicPr>
          <p:cNvPr id="15" name="Picture 14">
            <a:extLst>
              <a:ext uri="{FF2B5EF4-FFF2-40B4-BE49-F238E27FC236}">
                <a16:creationId xmlns:a16="http://schemas.microsoft.com/office/drawing/2014/main" id="{C35E3E59-A3F8-8D88-B5C4-20C51A6C5FBB}"/>
              </a:ext>
            </a:extLst>
          </p:cNvPr>
          <p:cNvPicPr>
            <a:picLocks noChangeAspect="1"/>
          </p:cNvPicPr>
          <p:nvPr/>
        </p:nvPicPr>
        <p:blipFill>
          <a:blip r:embed="rId6"/>
          <a:stretch>
            <a:fillRect/>
          </a:stretch>
        </p:blipFill>
        <p:spPr>
          <a:xfrm>
            <a:off x="618649" y="3228982"/>
            <a:ext cx="2310671" cy="1353152"/>
          </a:xfrm>
          <a:prstGeom prst="rect">
            <a:avLst/>
          </a:prstGeom>
        </p:spPr>
      </p:pic>
      <p:pic>
        <p:nvPicPr>
          <p:cNvPr id="17" name="Picture 16">
            <a:extLst>
              <a:ext uri="{FF2B5EF4-FFF2-40B4-BE49-F238E27FC236}">
                <a16:creationId xmlns:a16="http://schemas.microsoft.com/office/drawing/2014/main" id="{AEEA05BE-FCAC-FB55-F7BF-998C6C133F5B}"/>
              </a:ext>
            </a:extLst>
          </p:cNvPr>
          <p:cNvPicPr>
            <a:picLocks noChangeAspect="1"/>
          </p:cNvPicPr>
          <p:nvPr/>
        </p:nvPicPr>
        <p:blipFill>
          <a:blip r:embed="rId7"/>
          <a:stretch>
            <a:fillRect/>
          </a:stretch>
        </p:blipFill>
        <p:spPr>
          <a:xfrm>
            <a:off x="3293530" y="1624671"/>
            <a:ext cx="5452809" cy="906355"/>
          </a:xfrm>
          <a:prstGeom prst="rect">
            <a:avLst/>
          </a:prstGeom>
        </p:spPr>
      </p:pic>
      <p:pic>
        <p:nvPicPr>
          <p:cNvPr id="19" name="Picture 18">
            <a:extLst>
              <a:ext uri="{FF2B5EF4-FFF2-40B4-BE49-F238E27FC236}">
                <a16:creationId xmlns:a16="http://schemas.microsoft.com/office/drawing/2014/main" id="{FDDE5BCC-D641-7268-3DBC-5BA8186B54B9}"/>
              </a:ext>
            </a:extLst>
          </p:cNvPr>
          <p:cNvPicPr>
            <a:picLocks noChangeAspect="1"/>
          </p:cNvPicPr>
          <p:nvPr/>
        </p:nvPicPr>
        <p:blipFill>
          <a:blip r:embed="rId8"/>
          <a:stretch>
            <a:fillRect/>
          </a:stretch>
        </p:blipFill>
        <p:spPr>
          <a:xfrm>
            <a:off x="96644" y="1556376"/>
            <a:ext cx="3140450" cy="1096017"/>
          </a:xfrm>
          <a:prstGeom prst="rect">
            <a:avLst/>
          </a:prstGeom>
        </p:spPr>
      </p:pic>
    </p:spTree>
    <p:extLst>
      <p:ext uri="{BB962C8B-B14F-4D97-AF65-F5344CB8AC3E}">
        <p14:creationId xmlns:p14="http://schemas.microsoft.com/office/powerpoint/2010/main" val="1085679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882E6-A176-F44B-1004-EE16871C2503}"/>
              </a:ext>
            </a:extLst>
          </p:cNvPr>
          <p:cNvSpPr>
            <a:spLocks noGrp="1"/>
          </p:cNvSpPr>
          <p:nvPr>
            <p:ph type="title"/>
          </p:nvPr>
        </p:nvSpPr>
        <p:spPr/>
        <p:txBody>
          <a:bodyPr/>
          <a:lstStyle/>
          <a:p>
            <a:r>
              <a:rPr lang="en-US" dirty="0"/>
              <a:t>Performing Internal calibration</a:t>
            </a:r>
          </a:p>
        </p:txBody>
      </p:sp>
      <p:sp>
        <p:nvSpPr>
          <p:cNvPr id="3" name="Footer Placeholder 2">
            <a:extLst>
              <a:ext uri="{FF2B5EF4-FFF2-40B4-BE49-F238E27FC236}">
                <a16:creationId xmlns:a16="http://schemas.microsoft.com/office/drawing/2014/main" id="{19091333-5986-4907-3066-1C1BC49555D0}"/>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3E67A9E8-06B4-8C90-1BFF-1870C3BE53C1}"/>
              </a:ext>
            </a:extLst>
          </p:cNvPr>
          <p:cNvSpPr>
            <a:spLocks noGrp="1"/>
          </p:cNvSpPr>
          <p:nvPr>
            <p:ph type="sldNum" sz="quarter" idx="11"/>
          </p:nvPr>
        </p:nvSpPr>
        <p:spPr/>
        <p:txBody>
          <a:bodyPr/>
          <a:lstStyle/>
          <a:p>
            <a:fld id="{54413C03-D129-4B04-B289-283874789DC0}" type="slidenum">
              <a:rPr lang="en-US" smtClean="0"/>
              <a:pPr/>
              <a:t>3</a:t>
            </a:fld>
            <a:endParaRPr lang="en-US" dirty="0"/>
          </a:p>
        </p:txBody>
      </p:sp>
      <p:sp>
        <p:nvSpPr>
          <p:cNvPr id="6" name="Text Placeholder 5">
            <a:extLst>
              <a:ext uri="{FF2B5EF4-FFF2-40B4-BE49-F238E27FC236}">
                <a16:creationId xmlns:a16="http://schemas.microsoft.com/office/drawing/2014/main" id="{57E4D6A3-6314-CCA6-ACC8-94D89F3C0FC7}"/>
              </a:ext>
            </a:extLst>
          </p:cNvPr>
          <p:cNvSpPr>
            <a:spLocks noGrp="1"/>
          </p:cNvSpPr>
          <p:nvPr>
            <p:ph type="body" sz="quarter" idx="13"/>
          </p:nvPr>
        </p:nvSpPr>
        <p:spPr>
          <a:xfrm>
            <a:off x="300038" y="767443"/>
            <a:ext cx="8721498" cy="3604533"/>
          </a:xfrm>
        </p:spPr>
        <p:txBody>
          <a:bodyPr/>
          <a:lstStyle/>
          <a:p>
            <a:r>
              <a:rPr lang="en-US" sz="800" dirty="0"/>
              <a:t>Task automatically created under “Internal calibration” folder of “Instruments” when the date of calibration arrives(in case there is a lead, it should also be considered). If a plant is configured to get an email need to send to operator who are configured at “Owner” in the maintenance master data.</a:t>
            </a:r>
          </a:p>
          <a:p>
            <a:endParaRPr lang="en-US" sz="900" dirty="0"/>
          </a:p>
          <a:p>
            <a:endParaRPr lang="en-US" sz="900" dirty="0"/>
          </a:p>
          <a:p>
            <a:pPr marL="0" indent="0">
              <a:buNone/>
            </a:pPr>
            <a:endParaRPr lang="en-US" sz="900" dirty="0"/>
          </a:p>
          <a:p>
            <a:endParaRPr lang="en-US" sz="900" dirty="0"/>
          </a:p>
          <a:p>
            <a:pPr>
              <a:lnSpc>
                <a:spcPct val="100000"/>
              </a:lnSpc>
              <a:spcAft>
                <a:spcPts val="600"/>
              </a:spcAft>
            </a:pPr>
            <a:r>
              <a:rPr lang="en-US" sz="800" dirty="0"/>
              <a:t>User has to right click the task and “Perform calibration” and the task to be assigned to operator.</a:t>
            </a:r>
          </a:p>
          <a:p>
            <a:pPr>
              <a:lnSpc>
                <a:spcPct val="100000"/>
              </a:lnSpc>
              <a:spcAft>
                <a:spcPts val="600"/>
              </a:spcAft>
            </a:pPr>
            <a:r>
              <a:rPr lang="en-US" sz="800" dirty="0"/>
              <a:t>On clicking, pop-up screen appears. Analysis get auto populated and test items, Info field are pulled from Analysis. User has to input the result and specification limits and click on “Submit”. </a:t>
            </a:r>
          </a:p>
          <a:p>
            <a:pPr>
              <a:lnSpc>
                <a:spcPct val="100000"/>
              </a:lnSpc>
              <a:spcAft>
                <a:spcPts val="600"/>
              </a:spcAft>
            </a:pPr>
            <a:r>
              <a:rPr lang="en-US" sz="800" dirty="0"/>
              <a:t>If user does not perform test item, there should be a provision to cancel it. </a:t>
            </a:r>
          </a:p>
          <a:p>
            <a:pPr>
              <a:lnSpc>
                <a:spcPct val="100000"/>
              </a:lnSpc>
              <a:spcAft>
                <a:spcPts val="600"/>
              </a:spcAft>
            </a:pPr>
            <a:r>
              <a:rPr lang="en-US" sz="800" dirty="0"/>
              <a:t>User submits and confirm whether the calibration is passed or failed. After submission, workflow to be continued as in slide 5. </a:t>
            </a:r>
            <a:endParaRPr lang="en-US" sz="900" dirty="0"/>
          </a:p>
        </p:txBody>
      </p:sp>
      <p:pic>
        <p:nvPicPr>
          <p:cNvPr id="13" name="Picture 12">
            <a:extLst>
              <a:ext uri="{FF2B5EF4-FFF2-40B4-BE49-F238E27FC236}">
                <a16:creationId xmlns:a16="http://schemas.microsoft.com/office/drawing/2014/main" id="{0D1961EA-2660-2B29-6FB9-683A54C72ACE}"/>
              </a:ext>
            </a:extLst>
          </p:cNvPr>
          <p:cNvPicPr>
            <a:picLocks noChangeAspect="1"/>
          </p:cNvPicPr>
          <p:nvPr/>
        </p:nvPicPr>
        <p:blipFill>
          <a:blip r:embed="rId2"/>
          <a:stretch>
            <a:fillRect/>
          </a:stretch>
        </p:blipFill>
        <p:spPr>
          <a:xfrm>
            <a:off x="459343" y="3406665"/>
            <a:ext cx="3453751" cy="838043"/>
          </a:xfrm>
          <a:prstGeom prst="rect">
            <a:avLst/>
          </a:prstGeom>
        </p:spPr>
      </p:pic>
      <p:pic>
        <p:nvPicPr>
          <p:cNvPr id="7" name="Picture 6">
            <a:extLst>
              <a:ext uri="{FF2B5EF4-FFF2-40B4-BE49-F238E27FC236}">
                <a16:creationId xmlns:a16="http://schemas.microsoft.com/office/drawing/2014/main" id="{EDBD7171-19C1-D108-C739-5BB166011F38}"/>
              </a:ext>
            </a:extLst>
          </p:cNvPr>
          <p:cNvPicPr>
            <a:picLocks noChangeAspect="1"/>
          </p:cNvPicPr>
          <p:nvPr/>
        </p:nvPicPr>
        <p:blipFill>
          <a:blip r:embed="rId3"/>
          <a:stretch>
            <a:fillRect/>
          </a:stretch>
        </p:blipFill>
        <p:spPr>
          <a:xfrm>
            <a:off x="1030379" y="1119704"/>
            <a:ext cx="2543401" cy="1307407"/>
          </a:xfrm>
          <a:prstGeom prst="rect">
            <a:avLst/>
          </a:prstGeom>
        </p:spPr>
      </p:pic>
    </p:spTree>
    <p:extLst>
      <p:ext uri="{BB962C8B-B14F-4D97-AF65-F5344CB8AC3E}">
        <p14:creationId xmlns:p14="http://schemas.microsoft.com/office/powerpoint/2010/main" val="4191158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47A97-8B66-345E-CA8D-B2FEBEE9DB90}"/>
              </a:ext>
            </a:extLst>
          </p:cNvPr>
          <p:cNvSpPr>
            <a:spLocks noGrp="1"/>
          </p:cNvSpPr>
          <p:nvPr>
            <p:ph type="title"/>
          </p:nvPr>
        </p:nvSpPr>
        <p:spPr>
          <a:xfrm>
            <a:off x="224632" y="278733"/>
            <a:ext cx="7091362" cy="615553"/>
          </a:xfrm>
        </p:spPr>
        <p:txBody>
          <a:bodyPr/>
          <a:lstStyle/>
          <a:p>
            <a:r>
              <a:rPr lang="en-US" dirty="0"/>
              <a:t>External calibration</a:t>
            </a:r>
          </a:p>
        </p:txBody>
      </p:sp>
      <p:sp>
        <p:nvSpPr>
          <p:cNvPr id="3" name="Footer Placeholder 2">
            <a:extLst>
              <a:ext uri="{FF2B5EF4-FFF2-40B4-BE49-F238E27FC236}">
                <a16:creationId xmlns:a16="http://schemas.microsoft.com/office/drawing/2014/main" id="{8D279768-CCA4-1B6A-7530-6B9FF0E0A566}"/>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0CDD3C4-C3F9-D8CB-BE04-E8226E80BCD9}"/>
              </a:ext>
            </a:extLst>
          </p:cNvPr>
          <p:cNvSpPr>
            <a:spLocks noGrp="1"/>
          </p:cNvSpPr>
          <p:nvPr>
            <p:ph type="sldNum" sz="quarter" idx="11"/>
          </p:nvPr>
        </p:nvSpPr>
        <p:spPr/>
        <p:txBody>
          <a:bodyPr/>
          <a:lstStyle/>
          <a:p>
            <a:fld id="{54413C03-D129-4B04-B289-283874789DC0}" type="slidenum">
              <a:rPr lang="en-US" smtClean="0"/>
              <a:pPr/>
              <a:t>4</a:t>
            </a:fld>
            <a:endParaRPr lang="en-US" dirty="0"/>
          </a:p>
        </p:txBody>
      </p:sp>
      <p:sp>
        <p:nvSpPr>
          <p:cNvPr id="6" name="Text Placeholder 5">
            <a:extLst>
              <a:ext uri="{FF2B5EF4-FFF2-40B4-BE49-F238E27FC236}">
                <a16:creationId xmlns:a16="http://schemas.microsoft.com/office/drawing/2014/main" id="{E23D8CD4-B6A3-14C5-2910-9B82E46AC954}"/>
              </a:ext>
            </a:extLst>
          </p:cNvPr>
          <p:cNvSpPr>
            <a:spLocks noGrp="1"/>
          </p:cNvSpPr>
          <p:nvPr>
            <p:ph type="body" sz="quarter" idx="13"/>
          </p:nvPr>
        </p:nvSpPr>
        <p:spPr>
          <a:xfrm>
            <a:off x="300038" y="770277"/>
            <a:ext cx="7913233" cy="3604533"/>
          </a:xfrm>
        </p:spPr>
        <p:txBody>
          <a:bodyPr/>
          <a:lstStyle/>
          <a:p>
            <a:r>
              <a:rPr lang="en-US" sz="900" dirty="0"/>
              <a:t>Task automatically created under “External calibration” folder of “Instruments” when the date of calibration arrives(in case there is a lead, it should also be considered)</a:t>
            </a:r>
          </a:p>
          <a:p>
            <a:r>
              <a:rPr lang="en-US" sz="900" dirty="0"/>
              <a:t>System needs to send out an email to “Contractor”  and “Owner” of calibration when the lead date is approached and task to be created in QCLAD and assigned to operator under “Owner”. This email sending should be configured at plant level. </a:t>
            </a:r>
          </a:p>
          <a:p>
            <a:pPr marL="0" indent="0">
              <a:buNone/>
            </a:pPr>
            <a:endParaRPr lang="en-US" sz="1050" dirty="0"/>
          </a:p>
          <a:p>
            <a:pPr marL="0" indent="0">
              <a:buNone/>
            </a:pPr>
            <a:endParaRPr lang="en-US" sz="1050" dirty="0"/>
          </a:p>
          <a:p>
            <a:pPr marL="0" indent="0">
              <a:buNone/>
            </a:pPr>
            <a:endParaRPr lang="en-US" sz="1050" dirty="0"/>
          </a:p>
          <a:p>
            <a:pPr marL="0" indent="0">
              <a:buNone/>
            </a:pPr>
            <a:endParaRPr lang="en-US" sz="1050" dirty="0"/>
          </a:p>
          <a:p>
            <a:pPr marL="0" indent="0">
              <a:buNone/>
            </a:pPr>
            <a:endParaRPr lang="en-US" sz="1050" dirty="0"/>
          </a:p>
          <a:p>
            <a:pPr marL="0" indent="0">
              <a:buNone/>
            </a:pPr>
            <a:endParaRPr lang="en-US" sz="1050" dirty="0"/>
          </a:p>
          <a:p>
            <a:r>
              <a:rPr lang="en-US" sz="900" dirty="0"/>
              <a:t>After external calibration, operator has to upload the external calibration results and follow the workflow as shown in next slide. </a:t>
            </a:r>
          </a:p>
          <a:p>
            <a:endParaRPr lang="en-US" sz="1000" dirty="0"/>
          </a:p>
        </p:txBody>
      </p:sp>
      <p:pic>
        <p:nvPicPr>
          <p:cNvPr id="9" name="Picture 8">
            <a:extLst>
              <a:ext uri="{FF2B5EF4-FFF2-40B4-BE49-F238E27FC236}">
                <a16:creationId xmlns:a16="http://schemas.microsoft.com/office/drawing/2014/main" id="{477D68AA-50DB-931D-343E-830AB2DCFBEA}"/>
              </a:ext>
            </a:extLst>
          </p:cNvPr>
          <p:cNvPicPr>
            <a:picLocks noChangeAspect="1"/>
          </p:cNvPicPr>
          <p:nvPr/>
        </p:nvPicPr>
        <p:blipFill>
          <a:blip r:embed="rId2"/>
          <a:stretch>
            <a:fillRect/>
          </a:stretch>
        </p:blipFill>
        <p:spPr>
          <a:xfrm>
            <a:off x="437072" y="1652841"/>
            <a:ext cx="3819582" cy="1963414"/>
          </a:xfrm>
          <a:prstGeom prst="rect">
            <a:avLst/>
          </a:prstGeom>
        </p:spPr>
      </p:pic>
    </p:spTree>
    <p:extLst>
      <p:ext uri="{BB962C8B-B14F-4D97-AF65-F5344CB8AC3E}">
        <p14:creationId xmlns:p14="http://schemas.microsoft.com/office/powerpoint/2010/main" val="1284333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CA29349-668D-4A3F-A325-DEE0871FE5A2}"/>
              </a:ext>
            </a:extLst>
          </p:cNvPr>
          <p:cNvSpPr/>
          <p:nvPr/>
        </p:nvSpPr>
        <p:spPr>
          <a:xfrm>
            <a:off x="5680149" y="310816"/>
            <a:ext cx="2401422" cy="723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180000" bIns="144000" rtlCol="0" anchor="t"/>
          <a:lstStyle/>
          <a:p>
            <a:pPr algn="l"/>
            <a:r>
              <a:rPr lang="en-US" sz="800" dirty="0">
                <a:solidFill>
                  <a:schemeClr val="accent1"/>
                </a:solidFill>
              </a:rPr>
              <a:t>Review should be configured at plant/calibration type(internal or external)</a:t>
            </a:r>
          </a:p>
        </p:txBody>
      </p:sp>
      <p:sp>
        <p:nvSpPr>
          <p:cNvPr id="3" name="Footer Placeholder 2">
            <a:extLst>
              <a:ext uri="{FF2B5EF4-FFF2-40B4-BE49-F238E27FC236}">
                <a16:creationId xmlns:a16="http://schemas.microsoft.com/office/drawing/2014/main" id="{FD4B4AA4-1225-2FAE-262B-88736C48C13C}"/>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9179A65F-36EB-C781-D294-3F5D6F470AF1}"/>
              </a:ext>
            </a:extLst>
          </p:cNvPr>
          <p:cNvSpPr>
            <a:spLocks noGrp="1"/>
          </p:cNvSpPr>
          <p:nvPr>
            <p:ph type="sldNum" sz="quarter" idx="11"/>
          </p:nvPr>
        </p:nvSpPr>
        <p:spPr/>
        <p:txBody>
          <a:bodyPr/>
          <a:lstStyle/>
          <a:p>
            <a:fld id="{54413C03-D129-4B04-B289-283874789DC0}" type="slidenum">
              <a:rPr lang="en-US" smtClean="0"/>
              <a:pPr/>
              <a:t>5</a:t>
            </a:fld>
            <a:endParaRPr lang="en-US" dirty="0"/>
          </a:p>
        </p:txBody>
      </p:sp>
      <p:sp>
        <p:nvSpPr>
          <p:cNvPr id="5" name="Text Placeholder 4">
            <a:extLst>
              <a:ext uri="{FF2B5EF4-FFF2-40B4-BE49-F238E27FC236}">
                <a16:creationId xmlns:a16="http://schemas.microsoft.com/office/drawing/2014/main" id="{4D9CC9B6-6511-FCEF-52D5-AC43BCCF30B3}"/>
              </a:ext>
            </a:extLst>
          </p:cNvPr>
          <p:cNvSpPr>
            <a:spLocks noGrp="1"/>
          </p:cNvSpPr>
          <p:nvPr>
            <p:ph type="body" sz="quarter" idx="12"/>
          </p:nvPr>
        </p:nvSpPr>
        <p:spPr/>
        <p:txBody>
          <a:bodyPr/>
          <a:lstStyle/>
          <a:p>
            <a:endParaRPr lang="en-US"/>
          </a:p>
        </p:txBody>
      </p:sp>
      <p:pic>
        <p:nvPicPr>
          <p:cNvPr id="8" name="Picture 7">
            <a:extLst>
              <a:ext uri="{FF2B5EF4-FFF2-40B4-BE49-F238E27FC236}">
                <a16:creationId xmlns:a16="http://schemas.microsoft.com/office/drawing/2014/main" id="{F07F9CE9-61F8-C188-185F-3043448E0070}"/>
              </a:ext>
            </a:extLst>
          </p:cNvPr>
          <p:cNvPicPr>
            <a:picLocks noChangeAspect="1"/>
          </p:cNvPicPr>
          <p:nvPr/>
        </p:nvPicPr>
        <p:blipFill>
          <a:blip r:embed="rId2"/>
          <a:stretch>
            <a:fillRect/>
          </a:stretch>
        </p:blipFill>
        <p:spPr>
          <a:xfrm>
            <a:off x="100852" y="718073"/>
            <a:ext cx="8310255" cy="2618777"/>
          </a:xfrm>
          <a:prstGeom prst="rect">
            <a:avLst/>
          </a:prstGeom>
        </p:spPr>
      </p:pic>
      <p:cxnSp>
        <p:nvCxnSpPr>
          <p:cNvPr id="6" name="Straight Connector 5">
            <a:extLst>
              <a:ext uri="{FF2B5EF4-FFF2-40B4-BE49-F238E27FC236}">
                <a16:creationId xmlns:a16="http://schemas.microsoft.com/office/drawing/2014/main" id="{742FE64A-5FF3-5BE9-452C-B89969940181}"/>
              </a:ext>
            </a:extLst>
          </p:cNvPr>
          <p:cNvCxnSpPr/>
          <p:nvPr/>
        </p:nvCxnSpPr>
        <p:spPr>
          <a:xfrm>
            <a:off x="1188720" y="1005840"/>
            <a:ext cx="777240" cy="232267"/>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9672D45-175B-258B-8329-8C9171F7F530}"/>
              </a:ext>
            </a:extLst>
          </p:cNvPr>
          <p:cNvCxnSpPr/>
          <p:nvPr/>
        </p:nvCxnSpPr>
        <p:spPr>
          <a:xfrm flipV="1">
            <a:off x="1226820" y="944880"/>
            <a:ext cx="571500" cy="293227"/>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A1E8F95-7CB0-E214-F0F4-088948163D31}"/>
              </a:ext>
            </a:extLst>
          </p:cNvPr>
          <p:cNvCxnSpPr/>
          <p:nvPr/>
        </p:nvCxnSpPr>
        <p:spPr>
          <a:xfrm>
            <a:off x="3802380" y="1577340"/>
            <a:ext cx="777240" cy="232267"/>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F6DA15C-5376-1070-1CE5-CCC7C1F0C838}"/>
              </a:ext>
            </a:extLst>
          </p:cNvPr>
          <p:cNvCxnSpPr/>
          <p:nvPr/>
        </p:nvCxnSpPr>
        <p:spPr>
          <a:xfrm flipV="1">
            <a:off x="3840480" y="1516380"/>
            <a:ext cx="571500" cy="293227"/>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AE185D8-D381-84C1-9CD9-14F7889595BA}"/>
              </a:ext>
            </a:extLst>
          </p:cNvPr>
          <p:cNvCxnSpPr>
            <a:cxnSpLocks/>
          </p:cNvCxnSpPr>
          <p:nvPr/>
        </p:nvCxnSpPr>
        <p:spPr>
          <a:xfrm>
            <a:off x="6880860" y="701040"/>
            <a:ext cx="0" cy="89299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BB2DC319-63EA-6C50-A0D4-0BBA8CD5562F}"/>
              </a:ext>
            </a:extLst>
          </p:cNvPr>
          <p:cNvSpPr/>
          <p:nvPr/>
        </p:nvSpPr>
        <p:spPr>
          <a:xfrm>
            <a:off x="1798320" y="178180"/>
            <a:ext cx="2065020" cy="571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180000" bIns="144000" rtlCol="0" anchor="t"/>
          <a:lstStyle/>
          <a:p>
            <a:pPr algn="l"/>
            <a:r>
              <a:rPr lang="en-US" sz="700" dirty="0">
                <a:solidFill>
                  <a:schemeClr val="accent1"/>
                </a:solidFill>
              </a:rPr>
              <a:t>Email sending for internal and external calibration initiation to be configured at plant level</a:t>
            </a:r>
          </a:p>
        </p:txBody>
      </p:sp>
      <p:sp>
        <p:nvSpPr>
          <p:cNvPr id="18" name="Left Brace 17">
            <a:extLst>
              <a:ext uri="{FF2B5EF4-FFF2-40B4-BE49-F238E27FC236}">
                <a16:creationId xmlns:a16="http://schemas.microsoft.com/office/drawing/2014/main" id="{A4936122-E8B7-73A9-DA93-45B51EB9BA6A}"/>
              </a:ext>
            </a:extLst>
          </p:cNvPr>
          <p:cNvSpPr/>
          <p:nvPr/>
        </p:nvSpPr>
        <p:spPr>
          <a:xfrm>
            <a:off x="1681776" y="1238107"/>
            <a:ext cx="442856" cy="1115128"/>
          </a:xfrm>
          <a:prstGeom prst="leftBrace">
            <a:avLst/>
          </a:prstGeom>
          <a:ln w="95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94E20C61-3B94-1313-BF23-51B1ABB95F2D}"/>
              </a:ext>
            </a:extLst>
          </p:cNvPr>
          <p:cNvCxnSpPr/>
          <p:nvPr/>
        </p:nvCxnSpPr>
        <p:spPr>
          <a:xfrm flipH="1">
            <a:off x="2124632" y="605118"/>
            <a:ext cx="591674" cy="632989"/>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0641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95DA5E-8D64-44D9-BE08-000C14FCB5F8}"/>
              </a:ext>
            </a:extLst>
          </p:cNvPr>
          <p:cNvSpPr>
            <a:spLocks noGrp="1"/>
          </p:cNvSpPr>
          <p:nvPr>
            <p:ph type="title"/>
          </p:nvPr>
        </p:nvSpPr>
        <p:spPr/>
        <p:txBody>
          <a:bodyPr/>
          <a:lstStyle/>
          <a:p>
            <a:r>
              <a:rPr lang="de-DE" dirty="0"/>
              <a:t>THANK YOU.</a:t>
            </a:r>
          </a:p>
        </p:txBody>
      </p:sp>
      <p:sp>
        <p:nvSpPr>
          <p:cNvPr id="3" name="Fußzeilenplatzhalter 2">
            <a:extLst>
              <a:ext uri="{FF2B5EF4-FFF2-40B4-BE49-F238E27FC236}">
                <a16:creationId xmlns:a16="http://schemas.microsoft.com/office/drawing/2014/main" id="{3B1064C9-EAE7-4807-BF06-D0D5C1725243}"/>
              </a:ext>
            </a:extLst>
          </p:cNvPr>
          <p:cNvSpPr>
            <a:spLocks noGrp="1"/>
          </p:cNvSpPr>
          <p:nvPr>
            <p:ph type="ftr" sz="quarter" idx="10"/>
          </p:nvPr>
        </p:nvSpPr>
        <p:spPr/>
        <p:txBody>
          <a:bodyPr/>
          <a:lstStyle/>
          <a:p>
            <a:r>
              <a:rPr lang="en-US"/>
              <a:t>Presentation title</a:t>
            </a:r>
            <a:endParaRPr lang="en-US" dirty="0"/>
          </a:p>
        </p:txBody>
      </p:sp>
      <p:sp>
        <p:nvSpPr>
          <p:cNvPr id="4" name="Foliennummernplatzhalter 3">
            <a:extLst>
              <a:ext uri="{FF2B5EF4-FFF2-40B4-BE49-F238E27FC236}">
                <a16:creationId xmlns:a16="http://schemas.microsoft.com/office/drawing/2014/main" id="{E5A2BFF9-A5DE-43C0-9413-F45BF4FDD1D0}"/>
              </a:ext>
            </a:extLst>
          </p:cNvPr>
          <p:cNvSpPr>
            <a:spLocks noGrp="1"/>
          </p:cNvSpPr>
          <p:nvPr>
            <p:ph type="sldNum" sz="quarter" idx="11"/>
          </p:nvPr>
        </p:nvSpPr>
        <p:spPr/>
        <p:txBody>
          <a:bodyPr/>
          <a:lstStyle/>
          <a:p>
            <a:fld id="{54413C03-D129-4B04-B289-283874789DC0}" type="slidenum">
              <a:rPr lang="en-US" smtClean="0"/>
              <a:pPr/>
              <a:t>6</a:t>
            </a:fld>
            <a:endParaRPr lang="en-US" dirty="0"/>
          </a:p>
        </p:txBody>
      </p:sp>
    </p:spTree>
    <p:extLst>
      <p:ext uri="{BB962C8B-B14F-4D97-AF65-F5344CB8AC3E}">
        <p14:creationId xmlns:p14="http://schemas.microsoft.com/office/powerpoint/2010/main" val="28548604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STYLE_ID" val="aff958d4-5f71-4e90-bfe1-a52ab6a9a6c8"/>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Henkel_Master_EN">
  <a:themeElements>
    <a:clrScheme name="Color_Henkel">
      <a:dk1>
        <a:sysClr val="windowText" lastClr="000000"/>
      </a:dk1>
      <a:lt1>
        <a:sysClr val="window" lastClr="FFFFFF"/>
      </a:lt1>
      <a:dk2>
        <a:srgbClr val="DED7D6"/>
      </a:dk2>
      <a:lt2>
        <a:srgbClr val="EFEBEA"/>
      </a:lt2>
      <a:accent1>
        <a:srgbClr val="E1000F"/>
      </a:accent1>
      <a:accent2>
        <a:srgbClr val="968282"/>
      </a:accent2>
      <a:accent3>
        <a:srgbClr val="56729F"/>
      </a:accent3>
      <a:accent4>
        <a:srgbClr val="BDCDDA"/>
      </a:accent4>
      <a:accent5>
        <a:srgbClr val="53846A"/>
      </a:accent5>
      <a:accent6>
        <a:srgbClr val="BFCFBE"/>
      </a:accent6>
      <a:hlink>
        <a:srgbClr val="000000"/>
      </a:hlink>
      <a:folHlink>
        <a:srgbClr val="000000"/>
      </a:folHlink>
    </a:clrScheme>
    <a:fontScheme name="Fonts Henkel Sego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80000" tIns="144000" rIns="180000" bIns="144000" rtlCol="0" anchor="t"/>
      <a:lstStyle>
        <a:defPPr algn="l">
          <a:defRPr sz="12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pPr>
      <a:bodyPr/>
      <a:lstStyle/>
      <a:style>
        <a:lnRef idx="1">
          <a:schemeClr val="accent1"/>
        </a:lnRef>
        <a:fillRef idx="0">
          <a:schemeClr val="accent1"/>
        </a:fillRef>
        <a:effectRef idx="0">
          <a:schemeClr val="accent1"/>
        </a:effectRef>
        <a:fontRef idx="minor">
          <a:schemeClr val="tx1"/>
        </a:fontRef>
      </a:style>
    </a:lnDef>
    <a:txDef>
      <a:spPr/>
      <a:bodyPr vert="horz" wrap="none" lIns="0" tIns="0" rIns="0" bIns="0" rtlCol="0">
        <a:noAutofit/>
      </a:bodyPr>
      <a:lstStyle>
        <a:defPPr marL="162000" indent="-162000" algn="l" defTabSz="685800">
          <a:lnSpc>
            <a:spcPct val="114000"/>
          </a:lnSpc>
          <a:spcAft>
            <a:spcPts val="1200"/>
          </a:spcAft>
          <a:buClr>
            <a:schemeClr val="accent1"/>
          </a:buClr>
          <a:buSzPct val="100000"/>
          <a:buFont typeface="Wingdings" panose="05000000000000000000" pitchFamily="2" charset="2"/>
          <a:buChar char="§"/>
          <a:defRPr sz="1200" dirty="0" err="1"/>
        </a:defPPr>
      </a:lstStyle>
    </a:txDef>
  </a:objectDefaults>
  <a:extraClrSchemeLst/>
  <a:extLst>
    <a:ext uri="{05A4C25C-085E-4340-85A3-A5531E510DB2}">
      <thm15:themeFamily xmlns:thm15="http://schemas.microsoft.com/office/thememl/2012/main" name="Henkel PPT Template.pptx" id="{53EEE8EB-EB05-4128-A489-5074B0BCE927}" vid="{042B78F7-4D3D-495E-A87C-6229CE44AAFA}"/>
    </a:ext>
  </a:extLst>
</a:theme>
</file>

<file path=ppt/theme/theme2.xml><?xml version="1.0" encoding="utf-8"?>
<a:theme xmlns:a="http://schemas.openxmlformats.org/drawingml/2006/main" name="Office">
  <a:themeElements>
    <a:clrScheme name="Color_Henkel">
      <a:dk1>
        <a:sysClr val="windowText" lastClr="000000"/>
      </a:dk1>
      <a:lt1>
        <a:sysClr val="window" lastClr="FFFFFF"/>
      </a:lt1>
      <a:dk2>
        <a:srgbClr val="DED7D6"/>
      </a:dk2>
      <a:lt2>
        <a:srgbClr val="EFEBEA"/>
      </a:lt2>
      <a:accent1>
        <a:srgbClr val="E1000F"/>
      </a:accent1>
      <a:accent2>
        <a:srgbClr val="968282"/>
      </a:accent2>
      <a:accent3>
        <a:srgbClr val="56729F"/>
      </a:accent3>
      <a:accent4>
        <a:srgbClr val="BDCDDA"/>
      </a:accent4>
      <a:accent5>
        <a:srgbClr val="53846A"/>
      </a:accent5>
      <a:accent6>
        <a:srgbClr val="BFCFBE"/>
      </a:accent6>
      <a:hlink>
        <a:srgbClr val="000000"/>
      </a:hlink>
      <a:folHlink>
        <a:srgbClr val="000000"/>
      </a:folHlink>
    </a:clrScheme>
    <a:fontScheme name="Fonts_Henkel">
      <a:majorFont>
        <a:latin typeface="GT Flexa Rg"/>
        <a:ea typeface=""/>
        <a:cs typeface=""/>
      </a:majorFont>
      <a:minorFont>
        <a:latin typeface="GT Flexa Rg"/>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Color_Henkel">
      <a:dk1>
        <a:sysClr val="windowText" lastClr="000000"/>
      </a:dk1>
      <a:lt1>
        <a:sysClr val="window" lastClr="FFFFFF"/>
      </a:lt1>
      <a:dk2>
        <a:srgbClr val="DED7D6"/>
      </a:dk2>
      <a:lt2>
        <a:srgbClr val="EFEBEA"/>
      </a:lt2>
      <a:accent1>
        <a:srgbClr val="E1000F"/>
      </a:accent1>
      <a:accent2>
        <a:srgbClr val="968282"/>
      </a:accent2>
      <a:accent3>
        <a:srgbClr val="56729F"/>
      </a:accent3>
      <a:accent4>
        <a:srgbClr val="BDCDDA"/>
      </a:accent4>
      <a:accent5>
        <a:srgbClr val="53846A"/>
      </a:accent5>
      <a:accent6>
        <a:srgbClr val="BFCFBE"/>
      </a:accent6>
      <a:hlink>
        <a:srgbClr val="000000"/>
      </a:hlink>
      <a:folHlink>
        <a:srgbClr val="000000"/>
      </a:folHlink>
    </a:clrScheme>
    <a:fontScheme name="Fonts_Henkel">
      <a:majorFont>
        <a:latin typeface="GT Flexa Rg"/>
        <a:ea typeface=""/>
        <a:cs typeface=""/>
      </a:majorFont>
      <a:minorFont>
        <a:latin typeface="GT Flexa Rg"/>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72f792e8-4dad-42c1-ad63-44982727bf4d" ContentTypeId="0x01" PreviousValue="false"/>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2A6694D2AC78A48A7C8E53FEF04F831" ma:contentTypeVersion="13" ma:contentTypeDescription="Create a new document." ma:contentTypeScope="" ma:versionID="5bd5ffd0d7f68b13ec4f6f677be58787">
  <xsd:schema xmlns:xsd="http://www.w3.org/2001/XMLSchema" xmlns:xs="http://www.w3.org/2001/XMLSchema" xmlns:p="http://schemas.microsoft.com/office/2006/metadata/properties" xmlns:ns2="afd156ce-c20c-4333-9016-100ff8d3ce5f" xmlns:ns3="e3de43da-a351-43e5-b7a1-980afc0d19d1" targetNamespace="http://schemas.microsoft.com/office/2006/metadata/properties" ma:root="true" ma:fieldsID="7510b1d9a5ba5c9f55a6b194411e8c21" ns2:_="" ns3:_="">
    <xsd:import namespace="afd156ce-c20c-4333-9016-100ff8d3ce5f"/>
    <xsd:import namespace="e3de43da-a351-43e5-b7a1-980afc0d19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d156ce-c20c-4333-9016-100ff8d3c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a21608a-12e9-46d7-aa35-d9915e8fc0e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3de43da-a351-43e5-b7a1-980afc0d19d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f82101b-7728-4906-b209-930a224fc08a}" ma:internalName="TaxCatchAll" ma:showField="CatchAllData" ma:web="e3de43da-a351-43e5-b7a1-980afc0d19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afd156ce-c20c-4333-9016-100ff8d3ce5f">
      <Terms xmlns="http://schemas.microsoft.com/office/infopath/2007/PartnerControls"/>
    </lcf76f155ced4ddcb4097134ff3c332f>
    <TaxCatchAll xmlns="e3de43da-a351-43e5-b7a1-980afc0d19d1" xsi:nil="true"/>
  </documentManagement>
</p:properties>
</file>

<file path=customXml/itemProps1.xml><?xml version="1.0" encoding="utf-8"?>
<ds:datastoreItem xmlns:ds="http://schemas.openxmlformats.org/officeDocument/2006/customXml" ds:itemID="{2916BC72-8BF2-437E-AAED-829A1B7442F7}">
  <ds:schemaRefs>
    <ds:schemaRef ds:uri="Microsoft.SharePoint.Taxonomy.ContentTypeSync"/>
  </ds:schemaRefs>
</ds:datastoreItem>
</file>

<file path=customXml/itemProps2.xml><?xml version="1.0" encoding="utf-8"?>
<ds:datastoreItem xmlns:ds="http://schemas.openxmlformats.org/officeDocument/2006/customXml" ds:itemID="{27CF7434-E26D-4085-9ED2-B86CC45AE79F}">
  <ds:schemaRefs>
    <ds:schemaRef ds:uri="http://schemas.microsoft.com/sharepoint/v3/contenttype/forms"/>
  </ds:schemaRefs>
</ds:datastoreItem>
</file>

<file path=customXml/itemProps3.xml><?xml version="1.0" encoding="utf-8"?>
<ds:datastoreItem xmlns:ds="http://schemas.openxmlformats.org/officeDocument/2006/customXml" ds:itemID="{A67CF51A-6FAB-4E4F-8057-93DFF571CF39}"/>
</file>

<file path=customXml/itemProps4.xml><?xml version="1.0" encoding="utf-8"?>
<ds:datastoreItem xmlns:ds="http://schemas.openxmlformats.org/officeDocument/2006/customXml" ds:itemID="{5CC2817D-4C97-4B64-8971-3B82218F0E7C}">
  <ds:schemaRefs>
    <ds:schemaRef ds:uri="41cfcdc3-71d6-4f22-98da-a03455e31e1e"/>
    <ds:schemaRef ds:uri="http://schemas.microsoft.com/office/2006/metadata/properties"/>
    <ds:schemaRef ds:uri="http://schemas.microsoft.com/office/2006/documentManagement/types"/>
    <ds:schemaRef ds:uri="http://www.w3.org/XML/1998/namespace"/>
    <ds:schemaRef ds:uri="http://purl.org/dc/dcmitype/"/>
    <ds:schemaRef ds:uri="http://schemas.openxmlformats.org/package/2006/metadata/core-properties"/>
    <ds:schemaRef ds:uri="f6c43736-06a3-4b01-9241-d507a38380c5"/>
    <ds:schemaRef ds:uri="http://schemas.microsoft.com/office/infopath/2007/PartnerControls"/>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Henkel PPT Template</Template>
  <TotalTime>0</TotalTime>
  <Words>464</Words>
  <Application>Microsoft Office PowerPoint</Application>
  <PresentationFormat>Custom</PresentationFormat>
  <Paragraphs>45</Paragraphs>
  <Slides>6</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2" baseType="lpstr">
      <vt:lpstr>Arial</vt:lpstr>
      <vt:lpstr>GT Flexa Rg</vt:lpstr>
      <vt:lpstr>Segoe UI</vt:lpstr>
      <vt:lpstr>Wingdings</vt:lpstr>
      <vt:lpstr>Henkel_Master_EN</vt:lpstr>
      <vt:lpstr>think-cell Folie</vt:lpstr>
      <vt:lpstr>Equipment calibration</vt:lpstr>
      <vt:lpstr>Calibration MASTER DATA</vt:lpstr>
      <vt:lpstr>Performing Internal calibration</vt:lpstr>
      <vt:lpstr>External calibration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Neelima Rajesh</dc:creator>
  <cp:lastModifiedBy>Neelima Rajesh</cp:lastModifiedBy>
  <cp:revision>11</cp:revision>
  <dcterms:created xsi:type="dcterms:W3CDTF">2025-07-04T03:57:15Z</dcterms:created>
  <dcterms:modified xsi:type="dcterms:W3CDTF">2025-07-09T04:44:40Z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0x01010092A6694D2AC78A48A7C8E53FEF04F831</vt:lpwstr>
  </property>
</Properties>
</file>