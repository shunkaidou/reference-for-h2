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7.xml" ContentType="application/vnd.openxmlformats-officedocument.presentationml.tags+xml"/>
  <Override PartName="/ppt/notesSlides/notesSlide1.xml" ContentType="application/vnd.openxmlformats-officedocument.presentationml.notesSlide+xml"/>
  <Override PartName="/ppt/tags/tag108.xml" ContentType="application/vnd.openxmlformats-officedocument.presentationml.tags+xml"/>
  <Override PartName="/ppt/notesSlides/notesSlide2.xml" ContentType="application/vnd.openxmlformats-officedocument.presentationml.notesSlide+xml"/>
  <Override PartName="/ppt/tags/tag109.xml" ContentType="application/vnd.openxmlformats-officedocument.presentationml.tags+xml"/>
  <Override PartName="/ppt/notesSlides/notesSlide3.xml" ContentType="application/vnd.openxmlformats-officedocument.presentationml.notesSlide+xml"/>
  <Override PartName="/ppt/tags/tag110.xml" ContentType="application/vnd.openxmlformats-officedocument.presentationml.tags+xml"/>
  <Override PartName="/ppt/notesSlides/notesSlide4.xml" ContentType="application/vnd.openxmlformats-officedocument.presentationml.notesSlide+xml"/>
  <Override PartName="/ppt/tags/tag111.xml" ContentType="application/vnd.openxmlformats-officedocument.presentationml.tags+xml"/>
  <Override PartName="/ppt/notesSlides/notesSlide5.xml" ContentType="application/vnd.openxmlformats-officedocument.presentationml.notesSlide+xml"/>
  <Override PartName="/ppt/tags/tag112.xml" ContentType="application/vnd.openxmlformats-officedocument.presentationml.tags+xml"/>
  <Override PartName="/ppt/notesSlides/notesSlide6.xml" ContentType="application/vnd.openxmlformats-officedocument.presentationml.notesSlide+xml"/>
  <Override PartName="/ppt/tags/tag113.xml" ContentType="application/vnd.openxmlformats-officedocument.presentationml.tags+xml"/>
  <Override PartName="/ppt/notesSlides/notesSlide7.xml" ContentType="application/vnd.openxmlformats-officedocument.presentationml.notesSlide+xml"/>
  <Override PartName="/ppt/tags/tag114.xml" ContentType="application/vnd.openxmlformats-officedocument.presentationml.tags+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handoutMasterIdLst>
    <p:handoutMasterId r:id="rId18"/>
  </p:handoutMasterIdLst>
  <p:sldIdLst>
    <p:sldId id="391" r:id="rId5"/>
    <p:sldId id="616" r:id="rId6"/>
    <p:sldId id="297" r:id="rId7"/>
    <p:sldId id="269" r:id="rId8"/>
    <p:sldId id="617" r:id="rId9"/>
    <p:sldId id="618" r:id="rId10"/>
    <p:sldId id="623" r:id="rId11"/>
    <p:sldId id="622" r:id="rId12"/>
    <p:sldId id="621" r:id="rId13"/>
    <p:sldId id="619" r:id="rId14"/>
    <p:sldId id="620" r:id="rId15"/>
    <p:sldId id="392" r:id="rId16"/>
  </p:sldIdLst>
  <p:sldSz cx="9144000" cy="5145088"/>
  <p:notesSz cx="6858000" cy="9144000"/>
  <p:custDataLst>
    <p:tags r:id="rId1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0AA601-EE04-4270-9921-CC9C8304FA2C}" v="1" dt="2025-06-10T03:56:39.148"/>
  </p1510:revLst>
</p1510:revInfo>
</file>

<file path=ppt/tableStyles.xml><?xml version="1.0" encoding="utf-8"?>
<a:tblStyleLst xmlns:a="http://schemas.openxmlformats.org/drawingml/2006/main" def="{0E3FDE45-AF77-4B5C-9715-49D594BDF05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Helle Formatvorlage 1 - Akz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9" autoAdjust="0"/>
  </p:normalViewPr>
  <p:slideViewPr>
    <p:cSldViewPr snapToGrid="0" showGuides="1">
      <p:cViewPr varScale="1">
        <p:scale>
          <a:sx n="84" d="100"/>
          <a:sy n="84" d="100"/>
        </p:scale>
        <p:origin x="804"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48" d="100"/>
          <a:sy n="48" d="100"/>
        </p:scale>
        <p:origin x="2684" y="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elima Rajesh" userId="e9b51af5-5a03-4d45-baba-6827527d3602" providerId="ADAL" clId="{3D6633D7-703B-4134-BC39-09EAF68A397F}"/>
    <pc:docChg chg="custSel modSld">
      <pc:chgData name="Neelima Rajesh" userId="e9b51af5-5a03-4d45-baba-6827527d3602" providerId="ADAL" clId="{3D6633D7-703B-4134-BC39-09EAF68A397F}" dt="2025-04-29T07:15:57.181" v="0" actId="313"/>
      <pc:docMkLst>
        <pc:docMk/>
      </pc:docMkLst>
      <pc:sldChg chg="modSp mod">
        <pc:chgData name="Neelima Rajesh" userId="e9b51af5-5a03-4d45-baba-6827527d3602" providerId="ADAL" clId="{3D6633D7-703B-4134-BC39-09EAF68A397F}" dt="2025-04-29T07:15:57.181" v="0" actId="313"/>
        <pc:sldMkLst>
          <pc:docMk/>
          <pc:sldMk cId="3097049886" sldId="620"/>
        </pc:sldMkLst>
        <pc:spChg chg="mod">
          <ac:chgData name="Neelima Rajesh" userId="e9b51af5-5a03-4d45-baba-6827527d3602" providerId="ADAL" clId="{3D6633D7-703B-4134-BC39-09EAF68A397F}" dt="2025-04-29T07:15:57.181" v="0" actId="313"/>
          <ac:spMkLst>
            <pc:docMk/>
            <pc:sldMk cId="3097049886" sldId="620"/>
            <ac:spMk id="8" creationId="{DC28AFF9-5127-890D-02C2-B7F07537DF70}"/>
          </ac:spMkLst>
        </pc:spChg>
      </pc:sldChg>
    </pc:docChg>
  </pc:docChgLst>
  <pc:docChgLst>
    <pc:chgData name="Neelima Rajesh" userId="e9b51af5-5a03-4d45-baba-6827527d3602" providerId="ADAL" clId="{900AA601-EE04-4270-9921-CC9C8304FA2C}"/>
    <pc:docChg chg="undo custSel addSld modSld">
      <pc:chgData name="Neelima Rajesh" userId="e9b51af5-5a03-4d45-baba-6827527d3602" providerId="ADAL" clId="{900AA601-EE04-4270-9921-CC9C8304FA2C}" dt="2025-06-10T03:57:10.235" v="1897" actId="20577"/>
      <pc:docMkLst>
        <pc:docMk/>
      </pc:docMkLst>
      <pc:sldChg chg="modSp mod">
        <pc:chgData name="Neelima Rajesh" userId="e9b51af5-5a03-4d45-baba-6827527d3602" providerId="ADAL" clId="{900AA601-EE04-4270-9921-CC9C8304FA2C}" dt="2025-06-10T03:55:22.134" v="1805" actId="14100"/>
        <pc:sldMkLst>
          <pc:docMk/>
          <pc:sldMk cId="3048601328" sldId="618"/>
        </pc:sldMkLst>
        <pc:spChg chg="mod">
          <ac:chgData name="Neelima Rajesh" userId="e9b51af5-5a03-4d45-baba-6827527d3602" providerId="ADAL" clId="{900AA601-EE04-4270-9921-CC9C8304FA2C}" dt="2025-06-10T03:24:24.002" v="5" actId="20577"/>
          <ac:spMkLst>
            <pc:docMk/>
            <pc:sldMk cId="3048601328" sldId="618"/>
            <ac:spMk id="5" creationId="{5A104A06-5390-971F-A38B-7EF4AA8DD865}"/>
          </ac:spMkLst>
        </pc:spChg>
        <pc:spChg chg="mod">
          <ac:chgData name="Neelima Rajesh" userId="e9b51af5-5a03-4d45-baba-6827527d3602" providerId="ADAL" clId="{900AA601-EE04-4270-9921-CC9C8304FA2C}" dt="2025-06-10T03:55:22.134" v="1805" actId="14100"/>
          <ac:spMkLst>
            <pc:docMk/>
            <pc:sldMk cId="3048601328" sldId="618"/>
            <ac:spMk id="8" creationId="{D5070707-9875-CDB8-6273-77900C3F73AC}"/>
          </ac:spMkLst>
        </pc:spChg>
      </pc:sldChg>
      <pc:sldChg chg="modSp mod">
        <pc:chgData name="Neelima Rajesh" userId="e9b51af5-5a03-4d45-baba-6827527d3602" providerId="ADAL" clId="{900AA601-EE04-4270-9921-CC9C8304FA2C}" dt="2025-06-10T03:56:13.018" v="1850" actId="20577"/>
        <pc:sldMkLst>
          <pc:docMk/>
          <pc:sldMk cId="3097049886" sldId="620"/>
        </pc:sldMkLst>
        <pc:spChg chg="mod">
          <ac:chgData name="Neelima Rajesh" userId="e9b51af5-5a03-4d45-baba-6827527d3602" providerId="ADAL" clId="{900AA601-EE04-4270-9921-CC9C8304FA2C}" dt="2025-06-10T03:56:13.018" v="1850" actId="20577"/>
          <ac:spMkLst>
            <pc:docMk/>
            <pc:sldMk cId="3097049886" sldId="620"/>
            <ac:spMk id="8" creationId="{DC28AFF9-5127-890D-02C2-B7F07537DF70}"/>
          </ac:spMkLst>
        </pc:spChg>
      </pc:sldChg>
      <pc:sldChg chg="delSp modSp new mod">
        <pc:chgData name="Neelima Rajesh" userId="e9b51af5-5a03-4d45-baba-6827527d3602" providerId="ADAL" clId="{900AA601-EE04-4270-9921-CC9C8304FA2C}" dt="2025-06-10T03:57:10.235" v="1897" actId="20577"/>
        <pc:sldMkLst>
          <pc:docMk/>
          <pc:sldMk cId="218708630" sldId="623"/>
        </pc:sldMkLst>
        <pc:spChg chg="mod">
          <ac:chgData name="Neelima Rajesh" userId="e9b51af5-5a03-4d45-baba-6827527d3602" providerId="ADAL" clId="{900AA601-EE04-4270-9921-CC9C8304FA2C}" dt="2025-06-10T03:24:45.315" v="46" actId="20577"/>
          <ac:spMkLst>
            <pc:docMk/>
            <pc:sldMk cId="218708630" sldId="623"/>
            <ac:spMk id="2" creationId="{F549D4F6-A188-7888-958A-9D9DC817AC5D}"/>
          </ac:spMkLst>
        </pc:spChg>
        <pc:spChg chg="del">
          <ac:chgData name="Neelima Rajesh" userId="e9b51af5-5a03-4d45-baba-6827527d3602" providerId="ADAL" clId="{900AA601-EE04-4270-9921-CC9C8304FA2C}" dt="2025-06-10T03:24:48.960" v="47" actId="478"/>
          <ac:spMkLst>
            <pc:docMk/>
            <pc:sldMk cId="218708630" sldId="623"/>
            <ac:spMk id="5" creationId="{E1F1E433-68FD-925B-78D7-2DED69E092F8}"/>
          </ac:spMkLst>
        </pc:spChg>
        <pc:spChg chg="mod">
          <ac:chgData name="Neelima Rajesh" userId="e9b51af5-5a03-4d45-baba-6827527d3602" providerId="ADAL" clId="{900AA601-EE04-4270-9921-CC9C8304FA2C}" dt="2025-06-10T03:57:10.235" v="1897" actId="20577"/>
          <ac:spMkLst>
            <pc:docMk/>
            <pc:sldMk cId="218708630" sldId="623"/>
            <ac:spMk id="6" creationId="{F44F9172-9290-0917-DFEF-1871AE8AAD39}"/>
          </ac:spMkLst>
        </pc:spChg>
      </pc:sldChg>
    </pc:docChg>
  </pc:docChgLst>
  <pc:docChgLst>
    <pc:chgData name="Neelima Rajesh" userId="e9b51af5-5a03-4d45-baba-6827527d3602" providerId="ADAL" clId="{3F0B67FB-4E2D-446E-91CD-2DB72365BF27}"/>
    <pc:docChg chg="modSld">
      <pc:chgData name="Neelima Rajesh" userId="e9b51af5-5a03-4d45-baba-6827527d3602" providerId="ADAL" clId="{3F0B67FB-4E2D-446E-91CD-2DB72365BF27}" dt="2025-06-09T02:28:11.736" v="221" actId="20577"/>
      <pc:docMkLst>
        <pc:docMk/>
      </pc:docMkLst>
      <pc:sldChg chg="modSp mod">
        <pc:chgData name="Neelima Rajesh" userId="e9b51af5-5a03-4d45-baba-6827527d3602" providerId="ADAL" clId="{3F0B67FB-4E2D-446E-91CD-2DB72365BF27}" dt="2025-06-09T02:27:08.575" v="20" actId="20577"/>
        <pc:sldMkLst>
          <pc:docMk/>
          <pc:sldMk cId="2924933890" sldId="616"/>
        </pc:sldMkLst>
        <pc:spChg chg="mod">
          <ac:chgData name="Neelima Rajesh" userId="e9b51af5-5a03-4d45-baba-6827527d3602" providerId="ADAL" clId="{3F0B67FB-4E2D-446E-91CD-2DB72365BF27}" dt="2025-06-09T02:27:08.575" v="20" actId="20577"/>
          <ac:spMkLst>
            <pc:docMk/>
            <pc:sldMk cId="2924933890" sldId="616"/>
            <ac:spMk id="5" creationId="{3329FD7B-4727-3C5E-6E75-85B153C32148}"/>
          </ac:spMkLst>
        </pc:spChg>
      </pc:sldChg>
      <pc:sldChg chg="modSp mod">
        <pc:chgData name="Neelima Rajesh" userId="e9b51af5-5a03-4d45-baba-6827527d3602" providerId="ADAL" clId="{3F0B67FB-4E2D-446E-91CD-2DB72365BF27}" dt="2025-06-09T02:28:11.736" v="221" actId="20577"/>
        <pc:sldMkLst>
          <pc:docMk/>
          <pc:sldMk cId="3048601328" sldId="618"/>
        </pc:sldMkLst>
        <pc:spChg chg="mod">
          <ac:chgData name="Neelima Rajesh" userId="e9b51af5-5a03-4d45-baba-6827527d3602" providerId="ADAL" clId="{3F0B67FB-4E2D-446E-91CD-2DB72365BF27}" dt="2025-06-09T02:28:11.736" v="221" actId="20577"/>
          <ac:spMkLst>
            <pc:docMk/>
            <pc:sldMk cId="3048601328" sldId="618"/>
            <ac:spMk id="8" creationId="{D5070707-9875-CDB8-6273-77900C3F73AC}"/>
          </ac:spMkLst>
        </pc:spChg>
      </pc:sldChg>
    </pc:docChg>
  </pc:docChgLst>
  <pc:docChgLst>
    <pc:chgData name="Neelima Rajesh" userId="e9b51af5-5a03-4d45-baba-6827527d3602" providerId="ADAL" clId="{EE373939-D729-4C9E-8B3C-EE4D06E493D3}"/>
    <pc:docChg chg="undo custSel addSld modSld sldOrd">
      <pc:chgData name="Neelima Rajesh" userId="e9b51af5-5a03-4d45-baba-6827527d3602" providerId="ADAL" clId="{EE373939-D729-4C9E-8B3C-EE4D06E493D3}" dt="2025-06-09T09:52:16.658" v="1547" actId="20577"/>
      <pc:docMkLst>
        <pc:docMk/>
      </pc:docMkLst>
      <pc:sldChg chg="addSp delSp modSp mod">
        <pc:chgData name="Neelima Rajesh" userId="e9b51af5-5a03-4d45-baba-6827527d3602" providerId="ADAL" clId="{EE373939-D729-4C9E-8B3C-EE4D06E493D3}" dt="2025-06-09T08:07:08.078" v="828" actId="478"/>
        <pc:sldMkLst>
          <pc:docMk/>
          <pc:sldMk cId="1311371785" sldId="297"/>
        </pc:sldMkLst>
        <pc:spChg chg="add del mod">
          <ac:chgData name="Neelima Rajesh" userId="e9b51af5-5a03-4d45-baba-6827527d3602" providerId="ADAL" clId="{EE373939-D729-4C9E-8B3C-EE4D06E493D3}" dt="2025-06-09T08:07:08.078" v="828" actId="478"/>
          <ac:spMkLst>
            <pc:docMk/>
            <pc:sldMk cId="1311371785" sldId="297"/>
            <ac:spMk id="7" creationId="{1200F425-88CE-6170-1E7A-C596F68B6B03}"/>
          </ac:spMkLst>
        </pc:spChg>
        <pc:picChg chg="del">
          <ac:chgData name="Neelima Rajesh" userId="e9b51af5-5a03-4d45-baba-6827527d3602" providerId="ADAL" clId="{EE373939-D729-4C9E-8B3C-EE4D06E493D3}" dt="2025-06-09T08:07:06.919" v="827" actId="478"/>
          <ac:picMkLst>
            <pc:docMk/>
            <pc:sldMk cId="1311371785" sldId="297"/>
            <ac:picMk id="16" creationId="{763F13F2-97AB-4CCD-98F2-14BBB81233C8}"/>
          </ac:picMkLst>
        </pc:picChg>
      </pc:sldChg>
      <pc:sldChg chg="addSp delSp modSp mod">
        <pc:chgData name="Neelima Rajesh" userId="e9b51af5-5a03-4d45-baba-6827527d3602" providerId="ADAL" clId="{EE373939-D729-4C9E-8B3C-EE4D06E493D3}" dt="2025-06-09T08:07:01.988" v="826" actId="478"/>
        <pc:sldMkLst>
          <pc:docMk/>
          <pc:sldMk cId="179922156" sldId="617"/>
        </pc:sldMkLst>
        <pc:spChg chg="add del mod">
          <ac:chgData name="Neelima Rajesh" userId="e9b51af5-5a03-4d45-baba-6827527d3602" providerId="ADAL" clId="{EE373939-D729-4C9E-8B3C-EE4D06E493D3}" dt="2025-06-09T08:07:01.988" v="826" actId="478"/>
          <ac:spMkLst>
            <pc:docMk/>
            <pc:sldMk cId="179922156" sldId="617"/>
            <ac:spMk id="7" creationId="{57210046-D4DB-EAE5-F16B-667A21894F81}"/>
          </ac:spMkLst>
        </pc:spChg>
        <pc:picChg chg="del">
          <ac:chgData name="Neelima Rajesh" userId="e9b51af5-5a03-4d45-baba-6827527d3602" providerId="ADAL" clId="{EE373939-D729-4C9E-8B3C-EE4D06E493D3}" dt="2025-06-09T08:07:00.390" v="825" actId="478"/>
          <ac:picMkLst>
            <pc:docMk/>
            <pc:sldMk cId="179922156" sldId="617"/>
            <ac:picMk id="16" creationId="{A1256636-FE0D-77C2-B14B-76D601D0AD5D}"/>
          </ac:picMkLst>
        </pc:picChg>
      </pc:sldChg>
      <pc:sldChg chg="addSp delSp modSp mod">
        <pc:chgData name="Neelima Rajesh" userId="e9b51af5-5a03-4d45-baba-6827527d3602" providerId="ADAL" clId="{EE373939-D729-4C9E-8B3C-EE4D06E493D3}" dt="2025-06-09T08:06:54.821" v="824" actId="478"/>
        <pc:sldMkLst>
          <pc:docMk/>
          <pc:sldMk cId="118292758" sldId="619"/>
        </pc:sldMkLst>
        <pc:spChg chg="add del mod">
          <ac:chgData name="Neelima Rajesh" userId="e9b51af5-5a03-4d45-baba-6827527d3602" providerId="ADAL" clId="{EE373939-D729-4C9E-8B3C-EE4D06E493D3}" dt="2025-06-09T08:06:54.821" v="824" actId="478"/>
          <ac:spMkLst>
            <pc:docMk/>
            <pc:sldMk cId="118292758" sldId="619"/>
            <ac:spMk id="7" creationId="{A8F7A268-A324-7EC6-D528-0DA90163E4FA}"/>
          </ac:spMkLst>
        </pc:spChg>
        <pc:picChg chg="del">
          <ac:chgData name="Neelima Rajesh" userId="e9b51af5-5a03-4d45-baba-6827527d3602" providerId="ADAL" clId="{EE373939-D729-4C9E-8B3C-EE4D06E493D3}" dt="2025-06-09T08:06:53.714" v="823" actId="478"/>
          <ac:picMkLst>
            <pc:docMk/>
            <pc:sldMk cId="118292758" sldId="619"/>
            <ac:picMk id="16" creationId="{4CBAAA51-0A91-FCDF-485F-7CB376B50982}"/>
          </ac:picMkLst>
        </pc:picChg>
      </pc:sldChg>
      <pc:sldChg chg="modSp mod">
        <pc:chgData name="Neelima Rajesh" userId="e9b51af5-5a03-4d45-baba-6827527d3602" providerId="ADAL" clId="{EE373939-D729-4C9E-8B3C-EE4D06E493D3}" dt="2025-06-09T09:52:16.658" v="1547" actId="20577"/>
        <pc:sldMkLst>
          <pc:docMk/>
          <pc:sldMk cId="3097049886" sldId="620"/>
        </pc:sldMkLst>
        <pc:spChg chg="mod">
          <ac:chgData name="Neelima Rajesh" userId="e9b51af5-5a03-4d45-baba-6827527d3602" providerId="ADAL" clId="{EE373939-D729-4C9E-8B3C-EE4D06E493D3}" dt="2025-06-09T09:52:16.658" v="1547" actId="20577"/>
          <ac:spMkLst>
            <pc:docMk/>
            <pc:sldMk cId="3097049886" sldId="620"/>
            <ac:spMk id="8" creationId="{DC28AFF9-5127-890D-02C2-B7F07537DF70}"/>
          </ac:spMkLst>
        </pc:spChg>
      </pc:sldChg>
      <pc:sldChg chg="delSp modSp new mod">
        <pc:chgData name="Neelima Rajesh" userId="e9b51af5-5a03-4d45-baba-6827527d3602" providerId="ADAL" clId="{EE373939-D729-4C9E-8B3C-EE4D06E493D3}" dt="2025-06-09T09:51:12.801" v="1429" actId="6549"/>
        <pc:sldMkLst>
          <pc:docMk/>
          <pc:sldMk cId="3490841122" sldId="621"/>
        </pc:sldMkLst>
        <pc:spChg chg="mod">
          <ac:chgData name="Neelima Rajesh" userId="e9b51af5-5a03-4d45-baba-6827527d3602" providerId="ADAL" clId="{EE373939-D729-4C9E-8B3C-EE4D06E493D3}" dt="2025-06-09T08:02:22.410" v="65" actId="20577"/>
          <ac:spMkLst>
            <pc:docMk/>
            <pc:sldMk cId="3490841122" sldId="621"/>
            <ac:spMk id="2" creationId="{B3C0D686-ECAE-94BD-EA6D-1CAF2DFB250E}"/>
          </ac:spMkLst>
        </pc:spChg>
        <pc:spChg chg="del">
          <ac:chgData name="Neelima Rajesh" userId="e9b51af5-5a03-4d45-baba-6827527d3602" providerId="ADAL" clId="{EE373939-D729-4C9E-8B3C-EE4D06E493D3}" dt="2025-06-09T08:02:25.923" v="66" actId="478"/>
          <ac:spMkLst>
            <pc:docMk/>
            <pc:sldMk cId="3490841122" sldId="621"/>
            <ac:spMk id="5" creationId="{1025544C-3558-B54E-CCD1-7C8360EC3736}"/>
          </ac:spMkLst>
        </pc:spChg>
        <pc:spChg chg="mod">
          <ac:chgData name="Neelima Rajesh" userId="e9b51af5-5a03-4d45-baba-6827527d3602" providerId="ADAL" clId="{EE373939-D729-4C9E-8B3C-EE4D06E493D3}" dt="2025-06-09T09:51:12.801" v="1429" actId="6549"/>
          <ac:spMkLst>
            <pc:docMk/>
            <pc:sldMk cId="3490841122" sldId="621"/>
            <ac:spMk id="6" creationId="{C74411D5-803C-20A5-0BF7-CB7D3111BF55}"/>
          </ac:spMkLst>
        </pc:spChg>
      </pc:sldChg>
      <pc:sldChg chg="addSp delSp modSp add mod ord">
        <pc:chgData name="Neelima Rajesh" userId="e9b51af5-5a03-4d45-baba-6827527d3602" providerId="ADAL" clId="{EE373939-D729-4C9E-8B3C-EE4D06E493D3}" dt="2025-06-09T08:06:50.831" v="822" actId="313"/>
        <pc:sldMkLst>
          <pc:docMk/>
          <pc:sldMk cId="1271984543" sldId="622"/>
        </pc:sldMkLst>
        <pc:spChg chg="mod">
          <ac:chgData name="Neelima Rajesh" userId="e9b51af5-5a03-4d45-baba-6827527d3602" providerId="ADAL" clId="{EE373939-D729-4C9E-8B3C-EE4D06E493D3}" dt="2025-06-09T08:06:50.831" v="822" actId="313"/>
          <ac:spMkLst>
            <pc:docMk/>
            <pc:sldMk cId="1271984543" sldId="622"/>
            <ac:spMk id="4" creationId="{DCB89685-91E8-C4AE-80BF-3F5D67BDAB18}"/>
          </ac:spMkLst>
        </pc:spChg>
        <pc:spChg chg="add del mod">
          <ac:chgData name="Neelima Rajesh" userId="e9b51af5-5a03-4d45-baba-6827527d3602" providerId="ADAL" clId="{EE373939-D729-4C9E-8B3C-EE4D06E493D3}" dt="2025-06-09T08:06:47.784" v="821" actId="478"/>
          <ac:spMkLst>
            <pc:docMk/>
            <pc:sldMk cId="1271984543" sldId="622"/>
            <ac:spMk id="7" creationId="{E4A1A680-55F8-48C0-2DDE-79A91A408780}"/>
          </ac:spMkLst>
        </pc:spChg>
        <pc:picChg chg="del">
          <ac:chgData name="Neelima Rajesh" userId="e9b51af5-5a03-4d45-baba-6827527d3602" providerId="ADAL" clId="{EE373939-D729-4C9E-8B3C-EE4D06E493D3}" dt="2025-06-09T08:06:46.050" v="820" actId="478"/>
          <ac:picMkLst>
            <pc:docMk/>
            <pc:sldMk cId="1271984543" sldId="622"/>
            <ac:picMk id="16" creationId="{15232A73-22A1-9659-C68E-E6D28BB102D4}"/>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2AD108A-B93D-476C-97D1-532FA7C8201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dirty="0">
              <a:latin typeface="Segoe UI" panose="020B0502040204020203" pitchFamily="34" charset="0"/>
            </a:endParaRPr>
          </a:p>
        </p:txBody>
      </p:sp>
      <p:sp>
        <p:nvSpPr>
          <p:cNvPr id="3" name="Datumsplatzhalter 2">
            <a:extLst>
              <a:ext uri="{FF2B5EF4-FFF2-40B4-BE49-F238E27FC236}">
                <a16:creationId xmlns:a16="http://schemas.microsoft.com/office/drawing/2014/main" id="{4B310D62-412C-410A-AAA0-4E5D49329F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174857-E93A-404B-BD8C-92A5C3CF863C}" type="datetimeFigureOut">
              <a:rPr lang="de-DE" smtClean="0">
                <a:latin typeface="Segoe UI" panose="020B0502040204020203" pitchFamily="34" charset="0"/>
              </a:rPr>
              <a:t>10.06.2025</a:t>
            </a:fld>
            <a:endParaRPr lang="de-DE" dirty="0">
              <a:latin typeface="Segoe UI" panose="020B0502040204020203" pitchFamily="34" charset="0"/>
            </a:endParaRPr>
          </a:p>
        </p:txBody>
      </p:sp>
      <p:sp>
        <p:nvSpPr>
          <p:cNvPr id="4" name="Fußzeilenplatzhalter 3">
            <a:extLst>
              <a:ext uri="{FF2B5EF4-FFF2-40B4-BE49-F238E27FC236}">
                <a16:creationId xmlns:a16="http://schemas.microsoft.com/office/drawing/2014/main" id="{1392DAE0-2311-4972-84AD-6A347CDE0E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dirty="0">
              <a:latin typeface="Segoe UI" panose="020B0502040204020203" pitchFamily="34" charset="0"/>
            </a:endParaRPr>
          </a:p>
        </p:txBody>
      </p:sp>
      <p:sp>
        <p:nvSpPr>
          <p:cNvPr id="5" name="Foliennummernplatzhalter 4">
            <a:extLst>
              <a:ext uri="{FF2B5EF4-FFF2-40B4-BE49-F238E27FC236}">
                <a16:creationId xmlns:a16="http://schemas.microsoft.com/office/drawing/2014/main" id="{111FF86D-3363-45E1-9048-5290E10CC3B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92B4E8B-BF1F-423A-AB25-E744821B17F8}" type="slidenum">
              <a:rPr lang="de-DE" smtClean="0">
                <a:latin typeface="Segoe UI" panose="020B0502040204020203" pitchFamily="34" charset="0"/>
              </a:rPr>
              <a:t>‹#›</a:t>
            </a:fld>
            <a:endParaRPr lang="de-DE" dirty="0">
              <a:latin typeface="Segoe UI" panose="020B0502040204020203" pitchFamily="34" charset="0"/>
            </a:endParaRPr>
          </a:p>
        </p:txBody>
      </p:sp>
    </p:spTree>
    <p:extLst>
      <p:ext uri="{BB962C8B-B14F-4D97-AF65-F5344CB8AC3E}">
        <p14:creationId xmlns:p14="http://schemas.microsoft.com/office/powerpoint/2010/main" val="13747093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Segoe UI" panose="020B0502040204020203" pitchFamily="34" charset="0"/>
              </a:defRPr>
            </a:lvl1pPr>
          </a:lstStyle>
          <a:p>
            <a:endParaRPr lang="en-US" noProof="0"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Segoe UI" panose="020B0502040204020203" pitchFamily="34" charset="0"/>
              </a:defRPr>
            </a:lvl1pPr>
          </a:lstStyle>
          <a:p>
            <a:fld id="{B0D8E98B-53F8-46DC-81BC-9BFFDEE194FB}" type="datetimeFigureOut">
              <a:rPr lang="en-US" noProof="0" smtClean="0"/>
              <a:pPr/>
              <a:t>6/10/2025</a:t>
            </a:fld>
            <a:endParaRPr lang="en-US" noProof="0" dirty="0"/>
          </a:p>
        </p:txBody>
      </p:sp>
      <p:sp>
        <p:nvSpPr>
          <p:cNvPr id="4" name="Folienbildplatzhalter 3"/>
          <p:cNvSpPr>
            <a:spLocks noGrp="1" noRot="1" noChangeAspect="1"/>
          </p:cNvSpPr>
          <p:nvPr>
            <p:ph type="sldImg" idx="2"/>
          </p:nvPr>
        </p:nvSpPr>
        <p:spPr>
          <a:xfrm>
            <a:off x="687388" y="630237"/>
            <a:ext cx="5483225" cy="3086100"/>
          </a:xfrm>
          <a:prstGeom prst="rect">
            <a:avLst/>
          </a:prstGeom>
          <a:noFill/>
          <a:ln w="12700">
            <a:solidFill>
              <a:schemeClr val="tx2"/>
            </a:solidFill>
          </a:ln>
        </p:spPr>
        <p:txBody>
          <a:bodyPr vert="horz" lIns="91440" tIns="45720" rIns="91440" bIns="45720" rtlCol="0" anchor="ctr"/>
          <a:lstStyle/>
          <a:p>
            <a:endParaRPr lang="en-US" noProof="0" dirty="0"/>
          </a:p>
        </p:txBody>
      </p:sp>
      <p:sp>
        <p:nvSpPr>
          <p:cNvPr id="5" name="Notizenplatzhalter 4"/>
          <p:cNvSpPr>
            <a:spLocks noGrp="1"/>
          </p:cNvSpPr>
          <p:nvPr>
            <p:ph type="body" sz="quarter" idx="3"/>
          </p:nvPr>
        </p:nvSpPr>
        <p:spPr>
          <a:xfrm>
            <a:off x="685800" y="3887785"/>
            <a:ext cx="5486400" cy="4625977"/>
          </a:xfrm>
          <a:prstGeom prst="rect">
            <a:avLst/>
          </a:prstGeom>
        </p:spPr>
        <p:txBody>
          <a:bodyPr vert="horz" lIns="0" tIns="0" rIns="0" bIns="0" rtlCol="0"/>
          <a:lstStyle/>
          <a:p>
            <a:pPr lvl="0"/>
            <a:r>
              <a:rPr lang="en-US" noProof="0" dirty="0"/>
              <a:t>First level, Segoe UI, 12pt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Segoe UI" panose="020B0502040204020203" pitchFamily="34" charset="0"/>
              </a:defRPr>
            </a:lvl1pPr>
          </a:lstStyle>
          <a:p>
            <a:endParaRPr lang="en-US" noProof="0"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Segoe UI" panose="020B0502040204020203" pitchFamily="34" charset="0"/>
              </a:defRPr>
            </a:lvl1pPr>
          </a:lstStyle>
          <a:p>
            <a:fld id="{7CBF4CD1-0CF9-4B7D-A16D-4B6EB45F6A4C}" type="slidenum">
              <a:rPr lang="en-US" noProof="0" smtClean="0"/>
              <a:pPr/>
              <a:t>‹#›</a:t>
            </a:fld>
            <a:endParaRPr lang="en-US" noProof="0" dirty="0"/>
          </a:p>
        </p:txBody>
      </p:sp>
    </p:spTree>
    <p:extLst>
      <p:ext uri="{BB962C8B-B14F-4D97-AF65-F5344CB8AC3E}">
        <p14:creationId xmlns:p14="http://schemas.microsoft.com/office/powerpoint/2010/main" val="314107869"/>
      </p:ext>
    </p:extLst>
  </p:cSld>
  <p:clrMap bg1="lt1" tx1="dk1" bg2="lt2" tx2="dk2" accent1="accent1" accent2="accent2" accent3="accent3" accent4="accent4" accent5="accent5" accent6="accent6" hlink="hlink" folHlink="folHlink"/>
  <p:notesStyle>
    <a:lvl1pPr marL="162000" indent="-162000" algn="l" defTabSz="914400" rtl="0" eaLnBrk="1" latinLnBrk="0" hangingPunct="1">
      <a:buClr>
        <a:schemeClr val="accent1"/>
      </a:buClr>
      <a:buSzPct val="100000"/>
      <a:buFont typeface="Wingdings" panose="05000000000000000000" pitchFamily="2" charset="2"/>
      <a:buChar char="§"/>
      <a:defRPr sz="1200" kern="1200">
        <a:solidFill>
          <a:schemeClr val="tx1"/>
        </a:solidFill>
        <a:latin typeface="Segoe UI" panose="020B0502040204020203" pitchFamily="34" charset="0"/>
        <a:ea typeface="+mn-ea"/>
        <a:cs typeface="+mn-cs"/>
      </a:defRPr>
    </a:lvl1pPr>
    <a:lvl2pPr marL="522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2pPr>
    <a:lvl3pPr marL="990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3pPr>
    <a:lvl4pPr marL="1458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4pPr>
    <a:lvl5pPr marL="1926000" indent="-162000" algn="l" defTabSz="914400" rtl="0" eaLnBrk="1" latinLnBrk="0" hangingPunct="1">
      <a:buClr>
        <a:schemeClr val="accent1"/>
      </a:buClr>
      <a:buSzPct val="100000"/>
      <a:buFont typeface="GT Flexa Rg" pitchFamily="2" charset="0"/>
      <a:buChar char="–"/>
      <a:defRPr sz="1200" kern="1200">
        <a:solidFill>
          <a:schemeClr val="tx1"/>
        </a:solidFill>
        <a:latin typeface="Segoe UI" panose="020B050204020402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7388" y="630238"/>
            <a:ext cx="5483225" cy="30861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CBF4CD1-0CF9-4B7D-A16D-4B6EB45F6A4C}" type="slidenum">
              <a:rPr lang="de-DE" smtClean="0"/>
              <a:pPr/>
              <a:t>1</a:t>
            </a:fld>
            <a:endParaRPr lang="de-DE" dirty="0"/>
          </a:p>
        </p:txBody>
      </p:sp>
    </p:spTree>
    <p:extLst>
      <p:ext uri="{BB962C8B-B14F-4D97-AF65-F5344CB8AC3E}">
        <p14:creationId xmlns:p14="http://schemas.microsoft.com/office/powerpoint/2010/main" val="996440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7388" y="630238"/>
            <a:ext cx="5483225" cy="30861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CBF4CD1-0CF9-4B7D-A16D-4B6EB45F6A4C}" type="slidenum">
              <a:rPr lang="de-DE" smtClean="0"/>
              <a:pPr/>
              <a:t>3</a:t>
            </a:fld>
            <a:endParaRPr lang="de-DE" dirty="0"/>
          </a:p>
        </p:txBody>
      </p:sp>
    </p:spTree>
    <p:extLst>
      <p:ext uri="{BB962C8B-B14F-4D97-AF65-F5344CB8AC3E}">
        <p14:creationId xmlns:p14="http://schemas.microsoft.com/office/powerpoint/2010/main" val="4277843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7388" y="630238"/>
            <a:ext cx="5483225" cy="30861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7CBF4CD1-0CF9-4B7D-A16D-4B6EB45F6A4C}" type="slidenum">
              <a:rPr lang="de-DE" smtClean="0"/>
              <a:pPr/>
              <a:t>4</a:t>
            </a:fld>
            <a:endParaRPr lang="de-DE" dirty="0"/>
          </a:p>
        </p:txBody>
      </p:sp>
    </p:spTree>
    <p:extLst>
      <p:ext uri="{BB962C8B-B14F-4D97-AF65-F5344CB8AC3E}">
        <p14:creationId xmlns:p14="http://schemas.microsoft.com/office/powerpoint/2010/main" val="2298474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04CDA-B23D-BB32-FD27-221C09E8E46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4778BDD-81E9-2FF6-6B4E-985A8CA78668}"/>
              </a:ext>
            </a:extLst>
          </p:cNvPr>
          <p:cNvSpPr>
            <a:spLocks noGrp="1" noRot="1" noChangeAspect="1"/>
          </p:cNvSpPr>
          <p:nvPr>
            <p:ph type="sldImg"/>
          </p:nvPr>
        </p:nvSpPr>
        <p:spPr>
          <a:xfrm>
            <a:off x="687388" y="630238"/>
            <a:ext cx="5483225" cy="3086100"/>
          </a:xfrm>
        </p:spPr>
      </p:sp>
      <p:sp>
        <p:nvSpPr>
          <p:cNvPr id="3" name="Notizenplatzhalter 2">
            <a:extLst>
              <a:ext uri="{FF2B5EF4-FFF2-40B4-BE49-F238E27FC236}">
                <a16:creationId xmlns:a16="http://schemas.microsoft.com/office/drawing/2014/main" id="{A8F2855E-487C-1464-B3C1-12D7B78E124E}"/>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581F443F-DD61-2DA7-83D2-5523B5FD40D2}"/>
              </a:ext>
            </a:extLst>
          </p:cNvPr>
          <p:cNvSpPr>
            <a:spLocks noGrp="1"/>
          </p:cNvSpPr>
          <p:nvPr>
            <p:ph type="sldNum" sz="quarter" idx="5"/>
          </p:nvPr>
        </p:nvSpPr>
        <p:spPr/>
        <p:txBody>
          <a:bodyPr/>
          <a:lstStyle/>
          <a:p>
            <a:fld id="{7CBF4CD1-0CF9-4B7D-A16D-4B6EB45F6A4C}" type="slidenum">
              <a:rPr lang="de-DE" smtClean="0"/>
              <a:pPr/>
              <a:t>5</a:t>
            </a:fld>
            <a:endParaRPr lang="de-DE" dirty="0"/>
          </a:p>
        </p:txBody>
      </p:sp>
    </p:spTree>
    <p:extLst>
      <p:ext uri="{BB962C8B-B14F-4D97-AF65-F5344CB8AC3E}">
        <p14:creationId xmlns:p14="http://schemas.microsoft.com/office/powerpoint/2010/main" val="204545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BD208-22E3-A4C0-B588-9C777CFB4F5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8077655-FCAC-7A70-039C-022E6D6C94B5}"/>
              </a:ext>
            </a:extLst>
          </p:cNvPr>
          <p:cNvSpPr>
            <a:spLocks noGrp="1" noRot="1" noChangeAspect="1"/>
          </p:cNvSpPr>
          <p:nvPr>
            <p:ph type="sldImg"/>
          </p:nvPr>
        </p:nvSpPr>
        <p:spPr>
          <a:xfrm>
            <a:off x="687388" y="630238"/>
            <a:ext cx="5483225" cy="3086100"/>
          </a:xfrm>
        </p:spPr>
      </p:sp>
      <p:sp>
        <p:nvSpPr>
          <p:cNvPr id="3" name="Notizenplatzhalter 2">
            <a:extLst>
              <a:ext uri="{FF2B5EF4-FFF2-40B4-BE49-F238E27FC236}">
                <a16:creationId xmlns:a16="http://schemas.microsoft.com/office/drawing/2014/main" id="{DC3F1D9D-C970-FCB5-B858-87A8F31C05B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D7A2F0CB-70EC-15A6-CAD1-61AEA899060D}"/>
              </a:ext>
            </a:extLst>
          </p:cNvPr>
          <p:cNvSpPr>
            <a:spLocks noGrp="1"/>
          </p:cNvSpPr>
          <p:nvPr>
            <p:ph type="sldNum" sz="quarter" idx="5"/>
          </p:nvPr>
        </p:nvSpPr>
        <p:spPr/>
        <p:txBody>
          <a:bodyPr/>
          <a:lstStyle/>
          <a:p>
            <a:fld id="{7CBF4CD1-0CF9-4B7D-A16D-4B6EB45F6A4C}" type="slidenum">
              <a:rPr lang="de-DE" smtClean="0"/>
              <a:pPr/>
              <a:t>6</a:t>
            </a:fld>
            <a:endParaRPr lang="de-DE" dirty="0"/>
          </a:p>
        </p:txBody>
      </p:sp>
    </p:spTree>
    <p:extLst>
      <p:ext uri="{BB962C8B-B14F-4D97-AF65-F5344CB8AC3E}">
        <p14:creationId xmlns:p14="http://schemas.microsoft.com/office/powerpoint/2010/main" val="2931888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BF074-0A55-B18D-E519-F82CCD217C5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59F5832-D442-7840-F555-EB8E61DE8775}"/>
              </a:ext>
            </a:extLst>
          </p:cNvPr>
          <p:cNvSpPr>
            <a:spLocks noGrp="1" noRot="1" noChangeAspect="1"/>
          </p:cNvSpPr>
          <p:nvPr>
            <p:ph type="sldImg"/>
          </p:nvPr>
        </p:nvSpPr>
        <p:spPr>
          <a:xfrm>
            <a:off x="687388" y="630238"/>
            <a:ext cx="5483225" cy="3086100"/>
          </a:xfrm>
        </p:spPr>
      </p:sp>
      <p:sp>
        <p:nvSpPr>
          <p:cNvPr id="3" name="Notizenplatzhalter 2">
            <a:extLst>
              <a:ext uri="{FF2B5EF4-FFF2-40B4-BE49-F238E27FC236}">
                <a16:creationId xmlns:a16="http://schemas.microsoft.com/office/drawing/2014/main" id="{DEF9A7A7-A22B-AA31-9C71-C5E3EFF7263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48DC5A0-052B-ED25-4FCF-98F4D3F0DE85}"/>
              </a:ext>
            </a:extLst>
          </p:cNvPr>
          <p:cNvSpPr>
            <a:spLocks noGrp="1"/>
          </p:cNvSpPr>
          <p:nvPr>
            <p:ph type="sldNum" sz="quarter" idx="5"/>
          </p:nvPr>
        </p:nvSpPr>
        <p:spPr/>
        <p:txBody>
          <a:bodyPr/>
          <a:lstStyle/>
          <a:p>
            <a:fld id="{7CBF4CD1-0CF9-4B7D-A16D-4B6EB45F6A4C}" type="slidenum">
              <a:rPr lang="de-DE" smtClean="0"/>
              <a:pPr/>
              <a:t>8</a:t>
            </a:fld>
            <a:endParaRPr lang="de-DE" dirty="0"/>
          </a:p>
        </p:txBody>
      </p:sp>
    </p:spTree>
    <p:extLst>
      <p:ext uri="{BB962C8B-B14F-4D97-AF65-F5344CB8AC3E}">
        <p14:creationId xmlns:p14="http://schemas.microsoft.com/office/powerpoint/2010/main" val="2018119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464A2-E916-0222-D849-4B8F6BA3460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237B5C7-61BA-37B7-CC1B-DBA54F0E4CB8}"/>
              </a:ext>
            </a:extLst>
          </p:cNvPr>
          <p:cNvSpPr>
            <a:spLocks noGrp="1" noRot="1" noChangeAspect="1"/>
          </p:cNvSpPr>
          <p:nvPr>
            <p:ph type="sldImg"/>
          </p:nvPr>
        </p:nvSpPr>
        <p:spPr>
          <a:xfrm>
            <a:off x="687388" y="630238"/>
            <a:ext cx="5483225" cy="3086100"/>
          </a:xfrm>
        </p:spPr>
      </p:sp>
      <p:sp>
        <p:nvSpPr>
          <p:cNvPr id="3" name="Notizenplatzhalter 2">
            <a:extLst>
              <a:ext uri="{FF2B5EF4-FFF2-40B4-BE49-F238E27FC236}">
                <a16:creationId xmlns:a16="http://schemas.microsoft.com/office/drawing/2014/main" id="{066E557E-3541-DABF-1C45-AECCB9896810}"/>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1574FE11-1CCA-5E52-4BF9-F7999AFBDB5F}"/>
              </a:ext>
            </a:extLst>
          </p:cNvPr>
          <p:cNvSpPr>
            <a:spLocks noGrp="1"/>
          </p:cNvSpPr>
          <p:nvPr>
            <p:ph type="sldNum" sz="quarter" idx="5"/>
          </p:nvPr>
        </p:nvSpPr>
        <p:spPr/>
        <p:txBody>
          <a:bodyPr/>
          <a:lstStyle/>
          <a:p>
            <a:fld id="{7CBF4CD1-0CF9-4B7D-A16D-4B6EB45F6A4C}" type="slidenum">
              <a:rPr lang="de-DE" smtClean="0"/>
              <a:pPr/>
              <a:t>10</a:t>
            </a:fld>
            <a:endParaRPr lang="de-DE" dirty="0"/>
          </a:p>
        </p:txBody>
      </p:sp>
    </p:spTree>
    <p:extLst>
      <p:ext uri="{BB962C8B-B14F-4D97-AF65-F5344CB8AC3E}">
        <p14:creationId xmlns:p14="http://schemas.microsoft.com/office/powerpoint/2010/main" val="2102918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EA85-F856-E5A1-AF1B-2E11DC2A3CC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9FD3050-00B4-438F-3908-D98C9A3C831E}"/>
              </a:ext>
            </a:extLst>
          </p:cNvPr>
          <p:cNvSpPr>
            <a:spLocks noGrp="1" noRot="1" noChangeAspect="1"/>
          </p:cNvSpPr>
          <p:nvPr>
            <p:ph type="sldImg"/>
          </p:nvPr>
        </p:nvSpPr>
        <p:spPr>
          <a:xfrm>
            <a:off x="687388" y="630238"/>
            <a:ext cx="5483225" cy="3086100"/>
          </a:xfrm>
        </p:spPr>
      </p:sp>
      <p:sp>
        <p:nvSpPr>
          <p:cNvPr id="3" name="Notizenplatzhalter 2">
            <a:extLst>
              <a:ext uri="{FF2B5EF4-FFF2-40B4-BE49-F238E27FC236}">
                <a16:creationId xmlns:a16="http://schemas.microsoft.com/office/drawing/2014/main" id="{6DC89961-9ABA-6849-BD0B-2D5625BF2596}"/>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C7089872-A1E3-B4C4-C12F-63EFD692640B}"/>
              </a:ext>
            </a:extLst>
          </p:cNvPr>
          <p:cNvSpPr>
            <a:spLocks noGrp="1"/>
          </p:cNvSpPr>
          <p:nvPr>
            <p:ph type="sldNum" sz="quarter" idx="5"/>
          </p:nvPr>
        </p:nvSpPr>
        <p:spPr/>
        <p:txBody>
          <a:bodyPr/>
          <a:lstStyle/>
          <a:p>
            <a:fld id="{7CBF4CD1-0CF9-4B7D-A16D-4B6EB45F6A4C}" type="slidenum">
              <a:rPr lang="de-DE" smtClean="0"/>
              <a:pPr/>
              <a:t>11</a:t>
            </a:fld>
            <a:endParaRPr lang="de-DE" dirty="0"/>
          </a:p>
        </p:txBody>
      </p:sp>
    </p:spTree>
    <p:extLst>
      <p:ext uri="{BB962C8B-B14F-4D97-AF65-F5344CB8AC3E}">
        <p14:creationId xmlns:p14="http://schemas.microsoft.com/office/powerpoint/2010/main" val="35142827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38.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xml"/><Relationship Id="rId1" Type="http://schemas.openxmlformats.org/officeDocument/2006/relationships/tags" Target="../tags/tag54.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xml"/><Relationship Id="rId1" Type="http://schemas.openxmlformats.org/officeDocument/2006/relationships/tags" Target="../tags/tag55.xml"/><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1.xml"/><Relationship Id="rId1" Type="http://schemas.openxmlformats.org/officeDocument/2006/relationships/tags" Target="../tags/tag56.xml"/><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xml"/><Relationship Id="rId1" Type="http://schemas.openxmlformats.org/officeDocument/2006/relationships/tags" Target="../tags/tag57.xml"/><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xml"/><Relationship Id="rId1" Type="http://schemas.openxmlformats.org/officeDocument/2006/relationships/tags" Target="../tags/tag58.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1.xml"/><Relationship Id="rId1" Type="http://schemas.openxmlformats.org/officeDocument/2006/relationships/tags" Target="../tags/tag59.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1.xml"/><Relationship Id="rId1" Type="http://schemas.openxmlformats.org/officeDocument/2006/relationships/tags" Target="../tags/tag60.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xml"/><Relationship Id="rId1" Type="http://schemas.openxmlformats.org/officeDocument/2006/relationships/tags" Target="../tags/tag61.xml"/><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xml"/><Relationship Id="rId1" Type="http://schemas.openxmlformats.org/officeDocument/2006/relationships/tags" Target="../tags/tag62.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xml"/><Relationship Id="rId1" Type="http://schemas.openxmlformats.org/officeDocument/2006/relationships/tags" Target="../tags/tag63.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1.xml"/><Relationship Id="rId1" Type="http://schemas.openxmlformats.org/officeDocument/2006/relationships/tags" Target="../tags/tag64.xml"/><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xml"/><Relationship Id="rId1" Type="http://schemas.openxmlformats.org/officeDocument/2006/relationships/tags" Target="../tags/tag65.xml"/><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1.xml"/><Relationship Id="rId1" Type="http://schemas.openxmlformats.org/officeDocument/2006/relationships/tags" Target="../tags/tag66.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1.xml"/><Relationship Id="rId1" Type="http://schemas.openxmlformats.org/officeDocument/2006/relationships/tags" Target="../tags/tag67.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1.xml"/><Relationship Id="rId1" Type="http://schemas.openxmlformats.org/officeDocument/2006/relationships/tags" Target="../tags/tag68.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1.xml"/><Relationship Id="rId1" Type="http://schemas.openxmlformats.org/officeDocument/2006/relationships/tags" Target="../tags/tag69.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1.xml"/><Relationship Id="rId1" Type="http://schemas.openxmlformats.org/officeDocument/2006/relationships/tags" Target="../tags/tag70.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1.xml"/><Relationship Id="rId1" Type="http://schemas.openxmlformats.org/officeDocument/2006/relationships/tags" Target="../tags/tag73.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1.xml"/><Relationship Id="rId1" Type="http://schemas.openxmlformats.org/officeDocument/2006/relationships/tags" Target="../tags/tag74.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1.xml"/><Relationship Id="rId1" Type="http://schemas.openxmlformats.org/officeDocument/2006/relationships/tags" Target="../tags/tag75.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1.xml"/><Relationship Id="rId1" Type="http://schemas.openxmlformats.org/officeDocument/2006/relationships/tags" Target="../tags/tag76.xml"/><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1.xml"/><Relationship Id="rId1" Type="http://schemas.openxmlformats.org/officeDocument/2006/relationships/tags" Target="../tags/tag79.xml"/><Relationship Id="rId4" Type="http://schemas.openxmlformats.org/officeDocument/2006/relationships/image" Target="../media/image1.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1.xml"/><Relationship Id="rId1" Type="http://schemas.openxmlformats.org/officeDocument/2006/relationships/tags" Target="../tags/tag80.xml"/><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Master" Target="../slideMasters/slideMaster1.xml"/><Relationship Id="rId1" Type="http://schemas.openxmlformats.org/officeDocument/2006/relationships/tags" Target="../tags/tag81.xml"/><Relationship Id="rId4" Type="http://schemas.openxmlformats.org/officeDocument/2006/relationships/image" Target="../media/image1.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Master" Target="../slideMasters/slideMaster1.xml"/><Relationship Id="rId1" Type="http://schemas.openxmlformats.org/officeDocument/2006/relationships/tags" Target="../tags/tag82.xml"/><Relationship Id="rId4" Type="http://schemas.openxmlformats.org/officeDocument/2006/relationships/image" Target="../media/image1.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Master" Target="../slideMasters/slideMaster1.xml"/><Relationship Id="rId1" Type="http://schemas.openxmlformats.org/officeDocument/2006/relationships/tags" Target="../tags/tag83.xml"/><Relationship Id="rId4" Type="http://schemas.openxmlformats.org/officeDocument/2006/relationships/image" Target="../media/image1.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Master" Target="../slideMasters/slideMaster1.xml"/><Relationship Id="rId1" Type="http://schemas.openxmlformats.org/officeDocument/2006/relationships/tags" Target="../tags/tag84.xml"/><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Master" Target="../slideMasters/slideMaster1.xml"/><Relationship Id="rId1" Type="http://schemas.openxmlformats.org/officeDocument/2006/relationships/tags" Target="../tags/tag85.xml"/><Relationship Id="rId4" Type="http://schemas.openxmlformats.org/officeDocument/2006/relationships/image" Target="../media/image1.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Master" Target="../slideMasters/slideMaster1.xml"/><Relationship Id="rId1" Type="http://schemas.openxmlformats.org/officeDocument/2006/relationships/tags" Target="../tags/tag86.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1.xml"/><Relationship Id="rId1" Type="http://schemas.openxmlformats.org/officeDocument/2006/relationships/tags" Target="../tags/tag87.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Master" Target="../slideMasters/slideMaster1.xml"/><Relationship Id="rId1" Type="http://schemas.openxmlformats.org/officeDocument/2006/relationships/tags" Target="../tags/tag88.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Master" Target="../slideMasters/slideMaster1.xml"/><Relationship Id="rId1" Type="http://schemas.openxmlformats.org/officeDocument/2006/relationships/tags" Target="../tags/tag89.xml"/><Relationship Id="rId4" Type="http://schemas.openxmlformats.org/officeDocument/2006/relationships/image" Target="../media/image1.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Master" Target="../slideMasters/slideMaster1.xml"/><Relationship Id="rId1" Type="http://schemas.openxmlformats.org/officeDocument/2006/relationships/tags" Target="../tags/tag90.xml"/><Relationship Id="rId4" Type="http://schemas.openxmlformats.org/officeDocument/2006/relationships/image" Target="../media/image1.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Master" Target="../slideMasters/slideMaster1.xml"/><Relationship Id="rId1" Type="http://schemas.openxmlformats.org/officeDocument/2006/relationships/tags" Target="../tags/tag91.xml"/><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Master" Target="../slideMasters/slideMaster1.xml"/><Relationship Id="rId1" Type="http://schemas.openxmlformats.org/officeDocument/2006/relationships/tags" Target="../tags/tag92.xml"/><Relationship Id="rId4" Type="http://schemas.openxmlformats.org/officeDocument/2006/relationships/image" Target="../media/image1.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Master" Target="../slideMasters/slideMaster1.xml"/><Relationship Id="rId1" Type="http://schemas.openxmlformats.org/officeDocument/2006/relationships/tags" Target="../tags/tag93.xml"/><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1.xml"/><Relationship Id="rId1" Type="http://schemas.openxmlformats.org/officeDocument/2006/relationships/tags" Target="../tags/tag94.xml"/><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Master" Target="../slideMasters/slideMaster1.xml"/><Relationship Id="rId1" Type="http://schemas.openxmlformats.org/officeDocument/2006/relationships/tags" Target="../tags/tag95.xml"/><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Master" Target="../slideMasters/slideMaster1.xml"/><Relationship Id="rId1" Type="http://schemas.openxmlformats.org/officeDocument/2006/relationships/tags" Target="../tags/tag96.xml"/><Relationship Id="rId4" Type="http://schemas.openxmlformats.org/officeDocument/2006/relationships/image" Target="../media/image1.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1.xml"/><Relationship Id="rId1" Type="http://schemas.openxmlformats.org/officeDocument/2006/relationships/tags" Target="../tags/tag97.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Master" Target="../slideMasters/slideMaster1.xml"/><Relationship Id="rId1" Type="http://schemas.openxmlformats.org/officeDocument/2006/relationships/tags" Target="../tags/tag98.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Master" Target="../slideMasters/slideMaster1.xml"/><Relationship Id="rId1" Type="http://schemas.openxmlformats.org/officeDocument/2006/relationships/tags" Target="../tags/tag99.xml"/><Relationship Id="rId4" Type="http://schemas.openxmlformats.org/officeDocument/2006/relationships/image" Target="../media/image1.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Master" Target="../slideMasters/slideMaster1.xml"/><Relationship Id="rId1" Type="http://schemas.openxmlformats.org/officeDocument/2006/relationships/tags" Target="../tags/tag100.xml"/><Relationship Id="rId4" Type="http://schemas.openxmlformats.org/officeDocument/2006/relationships/image" Target="../media/image1.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1.xml"/><Relationship Id="rId1" Type="http://schemas.openxmlformats.org/officeDocument/2006/relationships/tags" Target="../tags/tag101.xml"/><Relationship Id="rId4" Type="http://schemas.openxmlformats.org/officeDocument/2006/relationships/image" Target="../media/image1.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1.xml"/><Relationship Id="rId1" Type="http://schemas.openxmlformats.org/officeDocument/2006/relationships/tags" Target="../tags/tag102.xml"/><Relationship Id="rId4" Type="http://schemas.openxmlformats.org/officeDocument/2006/relationships/image" Target="../media/image1.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1.xml"/><Relationship Id="rId1" Type="http://schemas.openxmlformats.org/officeDocument/2006/relationships/tags" Target="../tags/tag103.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1.xml"/><Relationship Id="rId1" Type="http://schemas.openxmlformats.org/officeDocument/2006/relationships/tags" Target="../tags/tag104.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Master" Target="../slideMasters/slideMaster1.xml"/><Relationship Id="rId1" Type="http://schemas.openxmlformats.org/officeDocument/2006/relationships/tags" Target="../tags/tag105.xml"/><Relationship Id="rId4" Type="http://schemas.openxmlformats.org/officeDocument/2006/relationships/image" Target="../media/image1.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Master" Target="../slideMasters/slideMaster1.xml"/><Relationship Id="rId1" Type="http://schemas.openxmlformats.org/officeDocument/2006/relationships/tags" Target="../tags/tag106.xm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without picture, re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6752D80-65D7-41FB-9C4B-3947D0C436D1}"/>
              </a:ext>
            </a:extLst>
          </p:cNvPr>
          <p:cNvGraphicFramePr>
            <a:graphicFrameLocks noChangeAspect="1"/>
          </p:cNvGraphicFramePr>
          <p:nvPr userDrawn="1">
            <p:custDataLst>
              <p:tags r:id="rId1"/>
            </p:custDataLst>
            <p:extLst>
              <p:ext uri="{D42A27DB-BD31-4B8C-83A1-F6EECF244321}">
                <p14:modId xmlns:p14="http://schemas.microsoft.com/office/powerpoint/2010/main" val="2430796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16752D80-65D7-41FB-9C4B-3947D0C436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hteck 3">
            <a:extLst>
              <a:ext uri="{FF2B5EF4-FFF2-40B4-BE49-F238E27FC236}">
                <a16:creationId xmlns:a16="http://schemas.microsoft.com/office/drawing/2014/main" id="{89F91883-D766-4AAC-90B7-69A91534ED46}"/>
              </a:ext>
            </a:extLst>
          </p:cNvPr>
          <p:cNvSpPr/>
          <p:nvPr userDrawn="1"/>
        </p:nvSpPr>
        <p:spPr>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t"/>
          <a:lstStyle/>
          <a:p>
            <a:pPr algn="l"/>
            <a:endParaRPr lang="en-US" sz="1200" dirty="0"/>
          </a:p>
        </p:txBody>
      </p:sp>
      <p:sp>
        <p:nvSpPr>
          <p:cNvPr id="2" name="Title 1"/>
          <p:cNvSpPr>
            <a:spLocks noGrp="1"/>
          </p:cNvSpPr>
          <p:nvPr>
            <p:ph type="ctrTitle" hasCustomPrompt="1"/>
          </p:nvPr>
        </p:nvSpPr>
        <p:spPr bwMode="gray">
          <a:xfrm>
            <a:off x="300038" y="792000"/>
            <a:ext cx="6858000" cy="1731243"/>
          </a:xfrm>
        </p:spPr>
        <p:txBody>
          <a:bodyPr vert="horz" anchor="t">
            <a:spAutoFit/>
          </a:bodyPr>
          <a:lstStyle>
            <a:lvl1pPr algn="l" rtl="0">
              <a:lnSpc>
                <a:spcPts val="4500"/>
              </a:lnSpc>
              <a:defRPr sz="4500">
                <a:solidFill>
                  <a:schemeClr val="bg1"/>
                </a:solidFill>
              </a:defRPr>
            </a:lvl1pPr>
          </a:lstStyle>
          <a:p>
            <a:r>
              <a:rPr lang="en-US" dirty="0" err="1"/>
              <a:t>PrEsentation</a:t>
            </a:r>
            <a:r>
              <a:rPr lang="en-US" dirty="0"/>
              <a:t> title, Segoe UI, 45pt, </a:t>
            </a:r>
            <a:br>
              <a:rPr lang="en-US" dirty="0"/>
            </a:br>
            <a:r>
              <a:rPr lang="en-US" dirty="0"/>
              <a:t>max. three Lines</a:t>
            </a:r>
          </a:p>
        </p:txBody>
      </p:sp>
      <p:sp>
        <p:nvSpPr>
          <p:cNvPr id="3" name="Subtitle 2"/>
          <p:cNvSpPr>
            <a:spLocks noGrp="1"/>
          </p:cNvSpPr>
          <p:nvPr>
            <p:ph type="subTitle" idx="1" hasCustomPrompt="1"/>
          </p:nvPr>
        </p:nvSpPr>
        <p:spPr bwMode="gray">
          <a:xfrm>
            <a:off x="300038" y="2711435"/>
            <a:ext cx="2057681" cy="242122"/>
          </a:xfrm>
          <a:prstGeom prst="roundRect">
            <a:avLst>
              <a:gd name="adj" fmla="val 50000"/>
            </a:avLst>
          </a:prstGeom>
          <a:solidFill>
            <a:schemeClr val="bg1"/>
          </a:solidFill>
        </p:spPr>
        <p:txBody>
          <a:bodyPr wrap="none" lIns="198000" tIns="21600" rIns="198000" bIns="21600" anchor="ctr">
            <a:spAutoFit/>
          </a:bodyPr>
          <a:lstStyle>
            <a:lvl1pPr marL="0" indent="0" algn="l" rtl="0">
              <a:buNone/>
              <a:defRPr sz="800" cap="all" baseline="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D74BD4FA-483E-40DF-8079-45B5BE2F7DF2}"/>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4203882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without picture, white">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6752D80-65D7-41FB-9C4B-3947D0C436D1}"/>
              </a:ext>
            </a:extLst>
          </p:cNvPr>
          <p:cNvGraphicFramePr>
            <a:graphicFrameLocks noChangeAspect="1"/>
          </p:cNvGraphicFramePr>
          <p:nvPr userDrawn="1">
            <p:custDataLst>
              <p:tags r:id="rId1"/>
            </p:custDataLst>
            <p:extLst>
              <p:ext uri="{D42A27DB-BD31-4B8C-83A1-F6EECF244321}">
                <p14:modId xmlns:p14="http://schemas.microsoft.com/office/powerpoint/2010/main" val="25100236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16752D80-65D7-41FB-9C4B-3947D0C436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hteck 3">
            <a:extLst>
              <a:ext uri="{FF2B5EF4-FFF2-40B4-BE49-F238E27FC236}">
                <a16:creationId xmlns:a16="http://schemas.microsoft.com/office/drawing/2014/main" id="{89F91883-D766-4AAC-90B7-69A91534ED46}"/>
              </a:ext>
            </a:extLst>
          </p:cNvPr>
          <p:cNvSpPr/>
          <p:nvPr userDrawn="1"/>
        </p:nvSpPr>
        <p:spPr>
          <a:xfrm>
            <a:off x="0" y="0"/>
            <a:ext cx="9144000" cy="5145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44000" rIns="180000" bIns="144000" rtlCol="0" anchor="t"/>
          <a:lstStyle/>
          <a:p>
            <a:pPr algn="l"/>
            <a:endParaRPr lang="en-US" sz="1200" dirty="0"/>
          </a:p>
        </p:txBody>
      </p:sp>
      <p:sp>
        <p:nvSpPr>
          <p:cNvPr id="2" name="Title 1"/>
          <p:cNvSpPr>
            <a:spLocks noGrp="1"/>
          </p:cNvSpPr>
          <p:nvPr>
            <p:ph type="ctrTitle" hasCustomPrompt="1"/>
          </p:nvPr>
        </p:nvSpPr>
        <p:spPr bwMode="gray">
          <a:xfrm>
            <a:off x="300038" y="792000"/>
            <a:ext cx="6858000" cy="1731243"/>
          </a:xfrm>
        </p:spPr>
        <p:txBody>
          <a:bodyPr vert="horz" anchor="t">
            <a:spAutoFit/>
          </a:bodyPr>
          <a:lstStyle>
            <a:lvl1pPr algn="l" rtl="0">
              <a:lnSpc>
                <a:spcPts val="4500"/>
              </a:lnSpc>
              <a:defRPr sz="4500">
                <a:solidFill>
                  <a:schemeClr val="accent1"/>
                </a:solidFill>
              </a:defRPr>
            </a:lvl1pPr>
          </a:lstStyle>
          <a:p>
            <a:r>
              <a:rPr lang="en-US" dirty="0" err="1"/>
              <a:t>PrEsentation</a:t>
            </a:r>
            <a:r>
              <a:rPr lang="en-US" dirty="0"/>
              <a:t> title, Segoe UI, 45pt, </a:t>
            </a:r>
            <a:br>
              <a:rPr lang="en-US" dirty="0"/>
            </a:br>
            <a:r>
              <a:rPr lang="en-US" dirty="0"/>
              <a:t>max. three Lines</a:t>
            </a:r>
          </a:p>
        </p:txBody>
      </p:sp>
      <p:sp>
        <p:nvSpPr>
          <p:cNvPr id="12" name="Grafik 8">
            <a:extLst>
              <a:ext uri="{FF2B5EF4-FFF2-40B4-BE49-F238E27FC236}">
                <a16:creationId xmlns:a16="http://schemas.microsoft.com/office/drawing/2014/main" id="{D74BD4FA-483E-40DF-8079-45B5BE2F7DF2}"/>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7" name="Subtitle 2">
            <a:extLst>
              <a:ext uri="{FF2B5EF4-FFF2-40B4-BE49-F238E27FC236}">
                <a16:creationId xmlns:a16="http://schemas.microsoft.com/office/drawing/2014/main" id="{45B69B33-5E60-4C3B-AAD7-7D7122C27D4A}"/>
              </a:ext>
            </a:extLst>
          </p:cNvPr>
          <p:cNvSpPr>
            <a:spLocks noGrp="1"/>
          </p:cNvSpPr>
          <p:nvPr>
            <p:ph type="subTitle" idx="1" hasCustomPrompt="1"/>
          </p:nvPr>
        </p:nvSpPr>
        <p:spPr bwMode="gray">
          <a:xfrm>
            <a:off x="300038"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8" name="Textplatzhalter 16">
            <a:extLst>
              <a:ext uri="{FF2B5EF4-FFF2-40B4-BE49-F238E27FC236}">
                <a16:creationId xmlns:a16="http://schemas.microsoft.com/office/drawing/2014/main" id="{37E4806C-BD18-4D90-B0E2-E72442B67C92}"/>
              </a:ext>
            </a:extLst>
          </p:cNvPr>
          <p:cNvSpPr>
            <a:spLocks noGrp="1"/>
          </p:cNvSpPr>
          <p:nvPr>
            <p:ph type="body" sz="quarter" idx="11"/>
          </p:nvPr>
        </p:nvSpPr>
        <p:spPr bwMode="gray">
          <a:xfrm>
            <a:off x="8020050" y="4381363"/>
            <a:ext cx="822325" cy="458502"/>
          </a:xfrm>
          <a:blipFill dpi="0"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p:spPr>
        <p:txBody>
          <a:bodyPr>
            <a:normAutofit/>
          </a:bodyPr>
          <a:lstStyle>
            <a:lvl1pPr marL="0" indent="0" rtl="0">
              <a:buNone/>
              <a:defRPr sz="100">
                <a:noFill/>
              </a:defRPr>
            </a:lvl1pPr>
          </a:lstStyle>
          <a:p>
            <a:pPr lvl="0"/>
            <a:r>
              <a:rPr lang="en-US"/>
              <a:t>Click to edit Master text styles</a:t>
            </a:r>
          </a:p>
        </p:txBody>
      </p:sp>
    </p:spTree>
    <p:extLst>
      <p:ext uri="{BB962C8B-B14F-4D97-AF65-F5344CB8AC3E}">
        <p14:creationId xmlns:p14="http://schemas.microsoft.com/office/powerpoint/2010/main" val="369985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red writin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16752D80-65D7-41FB-9C4B-3947D0C436D1}"/>
              </a:ext>
            </a:extLst>
          </p:cNvPr>
          <p:cNvGraphicFramePr>
            <a:graphicFrameLocks noChangeAspect="1"/>
          </p:cNvGraphicFramePr>
          <p:nvPr userDrawn="1">
            <p:custDataLst>
              <p:tags r:id="rId1"/>
            </p:custDataLst>
            <p:extLst>
              <p:ext uri="{D42A27DB-BD31-4B8C-83A1-F6EECF244321}">
                <p14:modId xmlns:p14="http://schemas.microsoft.com/office/powerpoint/2010/main" val="299278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16752D80-65D7-41FB-9C4B-3947D0C436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Grafik 8">
            <a:extLst>
              <a:ext uri="{FF2B5EF4-FFF2-40B4-BE49-F238E27FC236}">
                <a16:creationId xmlns:a16="http://schemas.microsoft.com/office/drawing/2014/main" id="{FD4CCEA9-2FCB-4868-B0FB-5518BA95DE56}"/>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tx2"/>
          </a:solidFill>
          <a:ln w="9525" cap="flat">
            <a:noFill/>
            <a:prstDash val="solid"/>
            <a:miter/>
          </a:ln>
        </p:spPr>
        <p:txBody>
          <a:bodyPr rtlCol="0" anchor="ctr"/>
          <a:lstStyle/>
          <a:p>
            <a:pP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9144000" cy="5145088"/>
          </a:xfrm>
          <a:solidFill>
            <a:schemeClr val="bg1"/>
          </a:solidFill>
        </p:spPr>
        <p:txBody>
          <a:bodyPr/>
          <a:lstStyle>
            <a:lvl1pPr marL="0" indent="0" rtl="0">
              <a:buNone/>
              <a:defRPr/>
            </a:lvl1pPr>
          </a:lstStyle>
          <a:p>
            <a:r>
              <a:rPr lang="en-US" dirty="0"/>
              <a:t>Insert image from file by clicking on the icon</a:t>
            </a:r>
          </a:p>
        </p:txBody>
      </p:sp>
      <p:sp>
        <p:nvSpPr>
          <p:cNvPr id="17" name="Textplatzhalter 16">
            <a:extLst>
              <a:ext uri="{FF2B5EF4-FFF2-40B4-BE49-F238E27FC236}">
                <a16:creationId xmlns:a16="http://schemas.microsoft.com/office/drawing/2014/main" id="{D7A67207-ECFF-4FE5-8129-B630D87FA76A}"/>
              </a:ext>
            </a:extLst>
          </p:cNvPr>
          <p:cNvSpPr>
            <a:spLocks noGrp="1"/>
          </p:cNvSpPr>
          <p:nvPr>
            <p:ph type="body" sz="quarter" idx="11"/>
          </p:nvPr>
        </p:nvSpPr>
        <p:spPr bwMode="gray">
          <a:xfrm>
            <a:off x="8020050" y="4381363"/>
            <a:ext cx="822325" cy="458502"/>
          </a:xfrm>
          <a:blipFill dpi="0"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p:spPr>
        <p:txBody>
          <a:bodyPr>
            <a:normAutofit/>
          </a:bodyPr>
          <a:lstStyle>
            <a:lvl1pPr marL="0" indent="0" rtl="0">
              <a:buNone/>
              <a:defRPr sz="100">
                <a:noFill/>
              </a:defRPr>
            </a:lvl1pPr>
          </a:lstStyle>
          <a:p>
            <a:pPr lvl="0"/>
            <a:r>
              <a:rPr lang="en-US"/>
              <a:t>Click to edit Master text styles</a:t>
            </a:r>
          </a:p>
        </p:txBody>
      </p:sp>
      <p:sp>
        <p:nvSpPr>
          <p:cNvPr id="2" name="Title 1"/>
          <p:cNvSpPr>
            <a:spLocks noGrp="1"/>
          </p:cNvSpPr>
          <p:nvPr>
            <p:ph type="ctrTitle" hasCustomPrompt="1"/>
          </p:nvPr>
        </p:nvSpPr>
        <p:spPr bwMode="gray">
          <a:xfrm>
            <a:off x="300038" y="792000"/>
            <a:ext cx="6858000" cy="1731243"/>
          </a:xfrm>
        </p:spPr>
        <p:txBody>
          <a:bodyPr vert="horz" anchor="t">
            <a:spAutoFit/>
          </a:bodyPr>
          <a:lstStyle>
            <a:lvl1pPr algn="l" rtl="0">
              <a:lnSpc>
                <a:spcPts val="4500"/>
              </a:lnSpc>
              <a:defRPr sz="4500"/>
            </a:lvl1pPr>
          </a:lstStyle>
          <a:p>
            <a:r>
              <a:rPr lang="en-US" dirty="0"/>
              <a:t>Presentation title, Segoe UI, 45pt, </a:t>
            </a:r>
            <a:br>
              <a:rPr lang="en-US" dirty="0"/>
            </a:br>
            <a:r>
              <a:rPr lang="en-US" dirty="0"/>
              <a:t>max. three lines</a:t>
            </a:r>
          </a:p>
        </p:txBody>
      </p:sp>
      <p:sp>
        <p:nvSpPr>
          <p:cNvPr id="3" name="Subtitle 2"/>
          <p:cNvSpPr>
            <a:spLocks noGrp="1"/>
          </p:cNvSpPr>
          <p:nvPr>
            <p:ph type="subTitle" idx="1" hasCustomPrompt="1"/>
          </p:nvPr>
        </p:nvSpPr>
        <p:spPr bwMode="gray">
          <a:xfrm>
            <a:off x="300038"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Tree>
    <p:extLst>
      <p:ext uri="{BB962C8B-B14F-4D97-AF65-F5344CB8AC3E}">
        <p14:creationId xmlns:p14="http://schemas.microsoft.com/office/powerpoint/2010/main" val="1923790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white writing">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0389BCF4-C99D-48D8-9A74-2007D279C26C}"/>
              </a:ext>
            </a:extLst>
          </p:cNvPr>
          <p:cNvGraphicFramePr>
            <a:graphicFrameLocks noChangeAspect="1"/>
          </p:cNvGraphicFramePr>
          <p:nvPr userDrawn="1">
            <p:custDataLst>
              <p:tags r:id="rId1"/>
            </p:custDataLst>
            <p:extLst>
              <p:ext uri="{D42A27DB-BD31-4B8C-83A1-F6EECF244321}">
                <p14:modId xmlns:p14="http://schemas.microsoft.com/office/powerpoint/2010/main" val="16667673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0389BCF4-C99D-48D8-9A74-2007D279C2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Grafik 8">
            <a:extLst>
              <a:ext uri="{FF2B5EF4-FFF2-40B4-BE49-F238E27FC236}">
                <a16:creationId xmlns:a16="http://schemas.microsoft.com/office/drawing/2014/main" id="{FD4CCEA9-2FCB-4868-B0FB-5518BA95DE56}"/>
              </a:ext>
            </a:extLst>
          </p:cNvPr>
          <p:cNvSpPr/>
          <p:nvPr userDrawn="1"/>
        </p:nvSpPr>
        <p:spPr>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a:xfrm>
            <a:off x="0" y="0"/>
            <a:ext cx="9144000" cy="5145088"/>
          </a:xfrm>
          <a:solidFill>
            <a:schemeClr val="bg2"/>
          </a:solidFill>
        </p:spPr>
        <p:txBody>
          <a:bodyPr/>
          <a:lstStyle>
            <a:lvl1pPr marL="0" indent="0" rtl="0">
              <a:buNone/>
              <a:defRPr/>
            </a:lvl1pPr>
          </a:lstStyle>
          <a:p>
            <a:r>
              <a:rPr lang="en-US" dirty="0"/>
              <a:t>Insert image from file by clicking on the icon</a:t>
            </a:r>
          </a:p>
        </p:txBody>
      </p:sp>
      <p:sp>
        <p:nvSpPr>
          <p:cNvPr id="17" name="Textplatzhalter 16">
            <a:extLst>
              <a:ext uri="{FF2B5EF4-FFF2-40B4-BE49-F238E27FC236}">
                <a16:creationId xmlns:a16="http://schemas.microsoft.com/office/drawing/2014/main" id="{D7A67207-ECFF-4FE5-8129-B630D87FA76A}"/>
              </a:ext>
            </a:extLst>
          </p:cNvPr>
          <p:cNvSpPr>
            <a:spLocks noGrp="1"/>
          </p:cNvSpPr>
          <p:nvPr>
            <p:ph type="body" sz="quarter" idx="11"/>
          </p:nvPr>
        </p:nvSpPr>
        <p:spPr>
          <a:xfrm>
            <a:off x="8020050" y="4381363"/>
            <a:ext cx="822325" cy="458502"/>
          </a:xfrm>
          <a:blipFill dpi="0" rotWithShape="1">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p:spPr>
        <p:txBody>
          <a:bodyPr>
            <a:normAutofit/>
          </a:bodyPr>
          <a:lstStyle>
            <a:lvl1pPr marL="0" indent="0" rtl="0">
              <a:buNone/>
              <a:defRPr sz="100">
                <a:noFill/>
              </a:defRPr>
            </a:lvl1pPr>
          </a:lstStyle>
          <a:p>
            <a:pPr lvl="0"/>
            <a:r>
              <a:rPr lang="en-US"/>
              <a:t>Click to edit Master text styles</a:t>
            </a:r>
          </a:p>
        </p:txBody>
      </p:sp>
      <p:sp>
        <p:nvSpPr>
          <p:cNvPr id="2" name="Title 1"/>
          <p:cNvSpPr>
            <a:spLocks noGrp="1"/>
          </p:cNvSpPr>
          <p:nvPr>
            <p:ph type="ctrTitle" hasCustomPrompt="1"/>
          </p:nvPr>
        </p:nvSpPr>
        <p:spPr>
          <a:xfrm>
            <a:off x="300038" y="792000"/>
            <a:ext cx="6858000" cy="1731243"/>
          </a:xfrm>
        </p:spPr>
        <p:txBody>
          <a:bodyPr vert="horz" anchor="t">
            <a:spAutoFit/>
          </a:bodyPr>
          <a:lstStyle>
            <a:lvl1pPr algn="l" rtl="0">
              <a:lnSpc>
                <a:spcPts val="4500"/>
              </a:lnSpc>
              <a:defRPr sz="4500">
                <a:solidFill>
                  <a:schemeClr val="bg1"/>
                </a:solidFill>
              </a:defRPr>
            </a:lvl1pPr>
          </a:lstStyle>
          <a:p>
            <a:r>
              <a:rPr lang="en-US" dirty="0"/>
              <a:t>Presentation title, Segoe UI, 45pt, </a:t>
            </a:r>
            <a:br>
              <a:rPr lang="en-US" dirty="0"/>
            </a:br>
            <a:r>
              <a:rPr lang="en-US" dirty="0"/>
              <a:t>max. three lines</a:t>
            </a:r>
          </a:p>
        </p:txBody>
      </p:sp>
      <p:sp>
        <p:nvSpPr>
          <p:cNvPr id="3" name="Subtitle 2"/>
          <p:cNvSpPr>
            <a:spLocks noGrp="1"/>
          </p:cNvSpPr>
          <p:nvPr>
            <p:ph type="subTitle" idx="1" hasCustomPrompt="1"/>
          </p:nvPr>
        </p:nvSpPr>
        <p:spPr>
          <a:xfrm>
            <a:off x="300038"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Tree>
    <p:extLst>
      <p:ext uri="{BB962C8B-B14F-4D97-AF65-F5344CB8AC3E}">
        <p14:creationId xmlns:p14="http://schemas.microsoft.com/office/powerpoint/2010/main" val="1293678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 3:9, re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B2CD0F60-54F1-4706-9782-ECB2DFD90389}"/>
              </a:ext>
            </a:extLst>
          </p:cNvPr>
          <p:cNvGraphicFramePr>
            <a:graphicFrameLocks noChangeAspect="1"/>
          </p:cNvGraphicFramePr>
          <p:nvPr userDrawn="1">
            <p:custDataLst>
              <p:tags r:id="rId1"/>
            </p:custDataLst>
            <p:extLst>
              <p:ext uri="{D42A27DB-BD31-4B8C-83A1-F6EECF244321}">
                <p14:modId xmlns:p14="http://schemas.microsoft.com/office/powerpoint/2010/main" val="1724940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B2CD0F60-54F1-4706-9782-ECB2DFD903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5" name="Bildplatzhalter 4">
            <a:extLst>
              <a:ext uri="{FF2B5EF4-FFF2-40B4-BE49-F238E27FC236}">
                <a16:creationId xmlns:a16="http://schemas.microsoft.com/office/drawing/2014/main" id="{8FF86CBD-3364-4092-8856-8EC6D722C103}"/>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bg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bg1"/>
          </a:solidFill>
        </p:spPr>
        <p:txBody>
          <a:bodyPr wrap="none" lIns="198000" tIns="21600" rIns="198000" bIns="21600" anchor="ctr">
            <a:spAutoFit/>
          </a:bodyPr>
          <a:lstStyle>
            <a:lvl1pPr marL="0" indent="0" algn="l" rtl="0">
              <a:buNone/>
              <a:defRPr sz="800" cap="all" baseline="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257978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red">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72DB44EF-00C9-40A1-81CF-7324F4B990B2}"/>
              </a:ext>
            </a:extLst>
          </p:cNvPr>
          <p:cNvGraphicFramePr>
            <a:graphicFrameLocks noChangeAspect="1"/>
          </p:cNvGraphicFramePr>
          <p:nvPr userDrawn="1">
            <p:custDataLst>
              <p:tags r:id="rId1"/>
            </p:custDataLst>
            <p:extLst>
              <p:ext uri="{D42A27DB-BD31-4B8C-83A1-F6EECF244321}">
                <p14:modId xmlns:p14="http://schemas.microsoft.com/office/powerpoint/2010/main" val="10104223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72DB44EF-00C9-40A1-81CF-7324F4B990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bg1"/>
          </a:solidFill>
        </p:spPr>
        <p:txBody>
          <a:bodyPr wrap="none" lIns="198000" tIns="21600" rIns="198000" bIns="21600" anchor="ctr">
            <a:spAutoFit/>
          </a:bodyPr>
          <a:lstStyle>
            <a:lvl1pPr marL="0" indent="0" algn="l" rtl="0">
              <a:buNone/>
              <a:defRPr sz="800" cap="all" baseline="0">
                <a:solidFill>
                  <a:schemeClr val="accent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bg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40560338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05768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accent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3B413B13-55F7-41C0-B98C-8841607428B9}"/>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3E68A076-ECA3-4C3F-8ACE-FCDA132B0E2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462926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167560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accent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484768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2">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680305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accent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4CA9CA93-6B6D-4933-A4DB-3993CCDEF516}"/>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499F140C-09BF-423D-A0CC-184EF5A56DD9}"/>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5313651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2">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4260939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accent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244297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3">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424158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chemeClr val="accent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C7FC146F-8647-4DFB-A98F-1133452643AB}"/>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D01BF756-A092-4664-A90D-C8A1CD33A9C0}"/>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190666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3">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7786641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chemeClr val="accent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153884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4">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6114799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F6E67D"/>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AB3D9F52-0B6D-4547-AF18-EBEAA3D5E550}"/>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EDD65B7E-6040-41A8-A16D-05D3AEB068A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125718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4">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9175760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F6E67D"/>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3228674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5">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28573048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175641"/>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9E3449E0-CEB3-4C53-976C-0734C47EA55C}"/>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DB6C3185-E1E7-43BF-BD7C-7DF1B7768DE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254730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5">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939716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175641"/>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4098866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6">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11901439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DFEBC2"/>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5A4EA6A3-1751-425A-9487-70CE50288420}"/>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2277825A-FEB6-4466-BA6B-EBB1C70D3182}"/>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963552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6">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1015476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DFEBC2"/>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540501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7">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26850369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318096"/>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BA0DD509-B738-4671-8F78-20AAE2CDA5E8}"/>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1FAABEB8-81DC-419C-8394-06085D9E248D}"/>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718478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7">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5365306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318096"/>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083405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8">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990838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F4C59E"/>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A91B005A-8220-48D4-B553-056F8953FC2F}"/>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3CD252B3-C0F4-4966-ABC7-4D25D3A9CA41}"/>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1430032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8">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42673932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F4C59E"/>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7498704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9">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317592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871964"/>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8C3FDDC2-8DC2-466D-9F5C-90CA7A492345}"/>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77F7A5A2-C1FC-4B22-A850-FB8A5DF62351}"/>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1659820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9">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0107878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871964"/>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3337622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0">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4113614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69008C"/>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21BE8A37-8162-4CAE-BD0C-5619002136F8}"/>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8DDB3A38-E08B-4242-9771-6BD1A596F9FB}"/>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2378976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0">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9296660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69008C"/>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300998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1">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073281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A2ECBA"/>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9E0B457A-2C7B-4D8B-B0CE-5A239865D5CC}"/>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B0B4E035-3347-4C5E-8B56-4A09B3AF5AE6}"/>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1012184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1">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37910944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A2ECBA"/>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0718652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2">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536740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E8E200"/>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57DA8024-86D7-42BE-9453-625CDA9BDA4E}"/>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4EC617B1-073A-444A-AC02-4ADF3782DE5A}"/>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4520721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2">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7654661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E8E200"/>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25612899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3">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18564945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005FBE"/>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40616784-71D5-4539-BD85-050D2DF5C3B5}"/>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5814BA38-9E60-4374-ADCB-F7D6526F8137}"/>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7555411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3">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11433832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005FBE"/>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8047279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4">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32064106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28325A"/>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
        <p:nvSpPr>
          <p:cNvPr id="9" name="Bildplatzhalter 14">
            <a:extLst>
              <a:ext uri="{FF2B5EF4-FFF2-40B4-BE49-F238E27FC236}">
                <a16:creationId xmlns:a16="http://schemas.microsoft.com/office/drawing/2014/main" id="{2D539E2E-F4B3-4C70-ACF7-A9231130E36F}"/>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0" name="Bildplatzhalter 4">
            <a:extLst>
              <a:ext uri="{FF2B5EF4-FFF2-40B4-BE49-F238E27FC236}">
                <a16:creationId xmlns:a16="http://schemas.microsoft.com/office/drawing/2014/main" id="{D18D4241-549D-43A0-8E29-A01969CE9192}"/>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1240542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4">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2346394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28325A"/>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0972662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9, Variation 15">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3BD514C2-2A29-47C4-8020-4382A623DB88}"/>
              </a:ext>
            </a:extLst>
          </p:cNvPr>
          <p:cNvGraphicFramePr>
            <a:graphicFrameLocks noChangeAspect="1"/>
          </p:cNvGraphicFramePr>
          <p:nvPr userDrawn="1">
            <p:custDataLst>
              <p:tags r:id="rId1"/>
            </p:custDataLst>
            <p:extLst>
              <p:ext uri="{D42A27DB-BD31-4B8C-83A1-F6EECF244321}">
                <p14:modId xmlns:p14="http://schemas.microsoft.com/office/powerpoint/2010/main" val="957357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3BD514C2-2A29-47C4-8020-4382A623DB8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le 1"/>
          <p:cNvSpPr>
            <a:spLocks noGrp="1"/>
          </p:cNvSpPr>
          <p:nvPr>
            <p:ph type="ctrTitle" hasCustomPrompt="1"/>
          </p:nvPr>
        </p:nvSpPr>
        <p:spPr bwMode="gray">
          <a:xfrm>
            <a:off x="2636520" y="792000"/>
            <a:ext cx="5481955" cy="2051844"/>
          </a:xfrm>
        </p:spPr>
        <p:txBody>
          <a:bodyPr vert="horz" wrap="square" anchor="t">
            <a:noAutofit/>
          </a:bodyPr>
          <a:lstStyle>
            <a:lvl1pPr algn="l" rtl="0">
              <a:lnSpc>
                <a:spcPts val="4000"/>
              </a:lnSpc>
              <a:defRPr sz="4000">
                <a:solidFill>
                  <a:srgbClr val="FBA700"/>
                </a:solidFill>
              </a:defRPr>
            </a:lvl1pPr>
          </a:lstStyle>
          <a:p>
            <a:r>
              <a:rPr lang="en-US" dirty="0"/>
              <a:t>Presentation title, Segoe UI, 40pt, </a:t>
            </a:r>
            <a:br>
              <a:rPr lang="en-US" dirty="0"/>
            </a:br>
            <a:r>
              <a:rPr lang="en-US" dirty="0"/>
              <a:t>max. four lines</a:t>
            </a:r>
          </a:p>
        </p:txBody>
      </p:sp>
      <p:sp>
        <p:nvSpPr>
          <p:cNvPr id="3" name="Subtitle 2"/>
          <p:cNvSpPr>
            <a:spLocks noGrp="1"/>
          </p:cNvSpPr>
          <p:nvPr>
            <p:ph type="subTitle" idx="1" hasCustomPrompt="1"/>
          </p:nvPr>
        </p:nvSpPr>
        <p:spPr bwMode="gray">
          <a:xfrm>
            <a:off x="2636520" y="30162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12" name="Grafik 8">
            <a:extLst>
              <a:ext uri="{FF2B5EF4-FFF2-40B4-BE49-F238E27FC236}">
                <a16:creationId xmlns:a16="http://schemas.microsoft.com/office/drawing/2014/main" id="{C344AFA9-4A8E-44CF-8CAF-1B96E944876B}"/>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
        <p:nvSpPr>
          <p:cNvPr id="11" name="Bildplatzhalter 14">
            <a:extLst>
              <a:ext uri="{FF2B5EF4-FFF2-40B4-BE49-F238E27FC236}">
                <a16:creationId xmlns:a16="http://schemas.microsoft.com/office/drawing/2014/main" id="{D852C848-C659-49BA-8563-14F594D465F0}"/>
              </a:ext>
            </a:extLst>
          </p:cNvPr>
          <p:cNvSpPr>
            <a:spLocks noGrp="1"/>
          </p:cNvSpPr>
          <p:nvPr>
            <p:ph type="pic" sz="quarter" idx="10" hasCustomPrompt="1"/>
          </p:nvPr>
        </p:nvSpPr>
        <p:spPr bwMode="gray">
          <a:xfrm>
            <a:off x="0" y="3607068"/>
            <a:ext cx="2319338" cy="1538020"/>
          </a:xfrm>
          <a:solidFill>
            <a:schemeClr val="bg1"/>
          </a:solidFill>
        </p:spPr>
        <p:txBody>
          <a:bodyPr/>
          <a:lstStyle>
            <a:lvl1pPr marL="0" indent="0" rtl="0">
              <a:buNone/>
              <a:defRPr/>
            </a:lvl1pPr>
          </a:lstStyle>
          <a:p>
            <a:r>
              <a:rPr lang="en-US" dirty="0"/>
              <a:t>Insert image from file by clicking on the icon</a:t>
            </a:r>
          </a:p>
        </p:txBody>
      </p:sp>
      <p:sp>
        <p:nvSpPr>
          <p:cNvPr id="13" name="Bildplatzhalter 4">
            <a:extLst>
              <a:ext uri="{FF2B5EF4-FFF2-40B4-BE49-F238E27FC236}">
                <a16:creationId xmlns:a16="http://schemas.microsoft.com/office/drawing/2014/main" id="{54F89500-C6C2-41FE-9AB7-437D98899264}"/>
              </a:ext>
            </a:extLst>
          </p:cNvPr>
          <p:cNvSpPr>
            <a:spLocks noGrp="1"/>
          </p:cNvSpPr>
          <p:nvPr>
            <p:ph type="pic" sz="quarter" idx="12" hasCustomPrompt="1"/>
          </p:nvPr>
        </p:nvSpPr>
        <p:spPr bwMode="gray">
          <a:xfrm>
            <a:off x="0" y="-3075"/>
            <a:ext cx="2319338" cy="36114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6593516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0:50, Variation 15">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AF921CF9-B57B-416A-9497-3C9E70F21345}"/>
              </a:ext>
            </a:extLst>
          </p:cNvPr>
          <p:cNvGraphicFramePr>
            <a:graphicFrameLocks noChangeAspect="1"/>
          </p:cNvGraphicFramePr>
          <p:nvPr userDrawn="1">
            <p:custDataLst>
              <p:tags r:id="rId1"/>
            </p:custDataLst>
            <p:extLst>
              <p:ext uri="{D42A27DB-BD31-4B8C-83A1-F6EECF244321}">
                <p14:modId xmlns:p14="http://schemas.microsoft.com/office/powerpoint/2010/main" val="12536946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AF921CF9-B57B-416A-9497-3C9E70F213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hteck 5">
            <a:extLst>
              <a:ext uri="{FF2B5EF4-FFF2-40B4-BE49-F238E27FC236}">
                <a16:creationId xmlns:a16="http://schemas.microsoft.com/office/drawing/2014/main" id="{5E865B6C-B5C0-4F4A-8507-89C27AE9F334}"/>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5" name="Bildplatzhalter 14">
            <a:extLst>
              <a:ext uri="{FF2B5EF4-FFF2-40B4-BE49-F238E27FC236}">
                <a16:creationId xmlns:a16="http://schemas.microsoft.com/office/drawing/2014/main" id="{E4E5A178-E5DB-4533-A3EA-5BA2796023F9}"/>
              </a:ext>
            </a:extLst>
          </p:cNvPr>
          <p:cNvSpPr>
            <a:spLocks noGrp="1"/>
          </p:cNvSpPr>
          <p:nvPr>
            <p:ph type="pic" sz="quarter" idx="10" hasCustomPrompt="1"/>
          </p:nvPr>
        </p:nvSpPr>
        <p:spPr bwMode="gray">
          <a:xfrm>
            <a:off x="0" y="0"/>
            <a:ext cx="4572000" cy="5145088"/>
          </a:xfrm>
          <a:solidFill>
            <a:schemeClr val="bg1"/>
          </a:solidFill>
        </p:spPr>
        <p:txBody>
          <a:bodyPr/>
          <a:lstStyle>
            <a:lvl1pPr marL="0" indent="0" rtl="0">
              <a:buNone/>
              <a:defRPr/>
            </a:lvl1pPr>
          </a:lstStyle>
          <a:p>
            <a:r>
              <a:rPr lang="en-US" dirty="0"/>
              <a:t>Insert image from file by clicking on the icon</a:t>
            </a:r>
          </a:p>
        </p:txBody>
      </p:sp>
      <p:sp>
        <p:nvSpPr>
          <p:cNvPr id="3" name="Subtitle 2"/>
          <p:cNvSpPr>
            <a:spLocks noGrp="1"/>
          </p:cNvSpPr>
          <p:nvPr>
            <p:ph type="subTitle" idx="1" hasCustomPrompt="1"/>
          </p:nvPr>
        </p:nvSpPr>
        <p:spPr bwMode="gray">
          <a:xfrm>
            <a:off x="4922520" y="2711435"/>
            <a:ext cx="2146755" cy="242122"/>
          </a:xfrm>
          <a:prstGeom prst="roundRect">
            <a:avLst>
              <a:gd name="adj" fmla="val 50000"/>
            </a:avLst>
          </a:prstGeom>
          <a:solidFill>
            <a:schemeClr val="accent1"/>
          </a:solidFill>
        </p:spPr>
        <p:txBody>
          <a:bodyPr wrap="none" lIns="198000" tIns="21600" rIns="198000" bIns="21600" anchor="ctr">
            <a:spAutoFit/>
          </a:bodyPr>
          <a:lstStyle>
            <a:lvl1pPr marL="0" indent="0" algn="l" rtl="0">
              <a:buNone/>
              <a:defRPr sz="800"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Name surname, TT Month YYYY</a:t>
            </a:r>
          </a:p>
        </p:txBody>
      </p:sp>
      <p:sp>
        <p:nvSpPr>
          <p:cNvPr id="2" name="Title 1"/>
          <p:cNvSpPr>
            <a:spLocks noGrp="1"/>
          </p:cNvSpPr>
          <p:nvPr>
            <p:ph type="ctrTitle" hasCustomPrompt="1"/>
          </p:nvPr>
        </p:nvSpPr>
        <p:spPr bwMode="gray">
          <a:xfrm>
            <a:off x="4922520" y="792000"/>
            <a:ext cx="3919855" cy="1538883"/>
          </a:xfrm>
        </p:spPr>
        <p:txBody>
          <a:bodyPr vert="horz" wrap="square" anchor="t">
            <a:noAutofit/>
          </a:bodyPr>
          <a:lstStyle>
            <a:lvl1pPr algn="l" rtl="0">
              <a:lnSpc>
                <a:spcPts val="3000"/>
              </a:lnSpc>
              <a:defRPr sz="3000">
                <a:solidFill>
                  <a:srgbClr val="FBA700"/>
                </a:solidFill>
              </a:defRPr>
            </a:lvl1pPr>
          </a:lstStyle>
          <a:p>
            <a:r>
              <a:rPr lang="en-US" dirty="0"/>
              <a:t>Presentation title, Segoe UI, 30pt, </a:t>
            </a:r>
            <a:br>
              <a:rPr lang="en-US" dirty="0"/>
            </a:br>
            <a:r>
              <a:rPr lang="en-US" dirty="0"/>
              <a:t>max. four lines</a:t>
            </a:r>
          </a:p>
        </p:txBody>
      </p:sp>
      <p:sp>
        <p:nvSpPr>
          <p:cNvPr id="12" name="Grafik 8">
            <a:extLst>
              <a:ext uri="{FF2B5EF4-FFF2-40B4-BE49-F238E27FC236}">
                <a16:creationId xmlns:a16="http://schemas.microsoft.com/office/drawing/2014/main" id="{48ABBCCE-4884-469A-AF5A-A775CB4FE839}"/>
              </a:ext>
            </a:extLst>
          </p:cNvPr>
          <p:cNvSpPr/>
          <p:nvPr userDrawn="1"/>
        </p:nvSpPr>
        <p:spPr bwMode="gray">
          <a:xfrm>
            <a:off x="8020050" y="4381363"/>
            <a:ext cx="822325" cy="458501"/>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dirty="0"/>
          </a:p>
        </p:txBody>
      </p:sp>
    </p:spTree>
    <p:extLst>
      <p:ext uri="{BB962C8B-B14F-4D97-AF65-F5344CB8AC3E}">
        <p14:creationId xmlns:p14="http://schemas.microsoft.com/office/powerpoint/2010/main" val="1633859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red, 1 column">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3" name="Textplatzhalter 12">
            <a:extLst>
              <a:ext uri="{FF2B5EF4-FFF2-40B4-BE49-F238E27FC236}">
                <a16:creationId xmlns:a16="http://schemas.microsoft.com/office/drawing/2014/main" id="{193D90E7-A664-4226-8164-AD537C10FD21}"/>
              </a:ext>
            </a:extLst>
          </p:cNvPr>
          <p:cNvSpPr>
            <a:spLocks noGrp="1"/>
          </p:cNvSpPr>
          <p:nvPr>
            <p:ph type="body" sz="quarter" idx="12" hasCustomPrompt="1"/>
          </p:nvPr>
        </p:nvSpPr>
        <p:spPr bwMode="gray">
          <a:xfrm>
            <a:off x="300037" y="1492250"/>
            <a:ext cx="7091363"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1</a:t>
            </a:r>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7" y="1904999"/>
            <a:ext cx="7091363"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38399399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red, with picture">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7575580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a:xfrm>
            <a:off x="302420" y="303212"/>
            <a:ext cx="5641180" cy="615553"/>
          </a:xfrm>
        </p:spPr>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3" name="Textplatzhalter 12">
            <a:extLst>
              <a:ext uri="{FF2B5EF4-FFF2-40B4-BE49-F238E27FC236}">
                <a16:creationId xmlns:a16="http://schemas.microsoft.com/office/drawing/2014/main" id="{193D90E7-A664-4226-8164-AD537C10FD21}"/>
              </a:ext>
            </a:extLst>
          </p:cNvPr>
          <p:cNvSpPr>
            <a:spLocks noGrp="1"/>
          </p:cNvSpPr>
          <p:nvPr>
            <p:ph type="body" sz="quarter" idx="12" hasCustomPrompt="1"/>
          </p:nvPr>
        </p:nvSpPr>
        <p:spPr bwMode="gray">
          <a:xfrm>
            <a:off x="300038" y="1492250"/>
            <a:ext cx="2171700"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1</a:t>
            </a:r>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8" y="1904999"/>
            <a:ext cx="2171700"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19" name="Textplatzhalter 18">
            <a:extLst>
              <a:ext uri="{FF2B5EF4-FFF2-40B4-BE49-F238E27FC236}">
                <a16:creationId xmlns:a16="http://schemas.microsoft.com/office/drawing/2014/main" id="{CF7F08D6-CCB1-4EE6-B8BB-4FBC4A856901}"/>
              </a:ext>
            </a:extLst>
          </p:cNvPr>
          <p:cNvSpPr>
            <a:spLocks noGrp="1"/>
          </p:cNvSpPr>
          <p:nvPr>
            <p:ph type="body" sz="quarter" idx="14" hasCustomPrompt="1"/>
          </p:nvPr>
        </p:nvSpPr>
        <p:spPr bwMode="gray">
          <a:xfrm>
            <a:off x="3195638" y="1492250"/>
            <a:ext cx="2176462"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2</a:t>
            </a:r>
          </a:p>
        </p:txBody>
      </p:sp>
      <p:sp>
        <p:nvSpPr>
          <p:cNvPr id="21" name="Textplatzhalter 20">
            <a:extLst>
              <a:ext uri="{FF2B5EF4-FFF2-40B4-BE49-F238E27FC236}">
                <a16:creationId xmlns:a16="http://schemas.microsoft.com/office/drawing/2014/main" id="{91EE2EFD-A7A9-4EBA-AB73-3F7AC5BF723E}"/>
              </a:ext>
            </a:extLst>
          </p:cNvPr>
          <p:cNvSpPr>
            <a:spLocks noGrp="1"/>
          </p:cNvSpPr>
          <p:nvPr>
            <p:ph type="body" sz="quarter" idx="15" hasCustomPrompt="1"/>
          </p:nvPr>
        </p:nvSpPr>
        <p:spPr bwMode="gray">
          <a:xfrm>
            <a:off x="3195638" y="1904999"/>
            <a:ext cx="2176462"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lvl="0"/>
            <a:r>
              <a:rPr lang="en-US" dirty="0"/>
              <a:t>00	Topic</a:t>
            </a:r>
          </a:p>
        </p:txBody>
      </p:sp>
      <p:sp>
        <p:nvSpPr>
          <p:cNvPr id="7" name="Bildplatzhalter 6">
            <a:extLst>
              <a:ext uri="{FF2B5EF4-FFF2-40B4-BE49-F238E27FC236}">
                <a16:creationId xmlns:a16="http://schemas.microsoft.com/office/drawing/2014/main" id="{3F18E8CB-CD03-40C6-B7D1-87326F397AF3}"/>
              </a:ext>
            </a:extLst>
          </p:cNvPr>
          <p:cNvSpPr>
            <a:spLocks noGrp="1"/>
          </p:cNvSpPr>
          <p:nvPr>
            <p:ph type="pic" sz="quarter" idx="16" hasCustomPrompt="1"/>
          </p:nvPr>
        </p:nvSpPr>
        <p:spPr>
          <a:xfrm>
            <a:off x="6096000" y="0"/>
            <a:ext cx="3048000" cy="5145088"/>
          </a:xfrm>
          <a:solidFill>
            <a:schemeClr val="bg1"/>
          </a:solidFill>
        </p:spPr>
        <p:txBody>
          <a:bodyPr/>
          <a:lstStyle>
            <a:lvl1pPr marL="0" indent="0">
              <a:buNone/>
              <a:defRPr/>
            </a:lvl1pPr>
          </a:lstStyle>
          <a:p>
            <a:r>
              <a:rPr lang="en-US" dirty="0"/>
              <a:t>Insert image from file by clicking on the icon</a:t>
            </a:r>
          </a:p>
        </p:txBody>
      </p:sp>
    </p:spTree>
    <p:extLst>
      <p:ext uri="{BB962C8B-B14F-4D97-AF65-F5344CB8AC3E}">
        <p14:creationId xmlns:p14="http://schemas.microsoft.com/office/powerpoint/2010/main" val="20460794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genda red, 3 categorie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3" name="Textplatzhalter 12">
            <a:extLst>
              <a:ext uri="{FF2B5EF4-FFF2-40B4-BE49-F238E27FC236}">
                <a16:creationId xmlns:a16="http://schemas.microsoft.com/office/drawing/2014/main" id="{193D90E7-A664-4226-8164-AD537C10FD21}"/>
              </a:ext>
            </a:extLst>
          </p:cNvPr>
          <p:cNvSpPr>
            <a:spLocks noGrp="1"/>
          </p:cNvSpPr>
          <p:nvPr>
            <p:ph type="body" sz="quarter" idx="12" hasCustomPrompt="1"/>
          </p:nvPr>
        </p:nvSpPr>
        <p:spPr bwMode="gray">
          <a:xfrm>
            <a:off x="300038" y="1492250"/>
            <a:ext cx="2171700"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1</a:t>
            </a:r>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8" y="1904999"/>
            <a:ext cx="2171700"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19" name="Textplatzhalter 18">
            <a:extLst>
              <a:ext uri="{FF2B5EF4-FFF2-40B4-BE49-F238E27FC236}">
                <a16:creationId xmlns:a16="http://schemas.microsoft.com/office/drawing/2014/main" id="{CF7F08D6-CCB1-4EE6-B8BB-4FBC4A856901}"/>
              </a:ext>
            </a:extLst>
          </p:cNvPr>
          <p:cNvSpPr>
            <a:spLocks noGrp="1"/>
          </p:cNvSpPr>
          <p:nvPr>
            <p:ph type="body" sz="quarter" idx="14" hasCustomPrompt="1"/>
          </p:nvPr>
        </p:nvSpPr>
        <p:spPr bwMode="gray">
          <a:xfrm>
            <a:off x="3195638" y="1492250"/>
            <a:ext cx="2176462"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2</a:t>
            </a:r>
          </a:p>
        </p:txBody>
      </p:sp>
      <p:sp>
        <p:nvSpPr>
          <p:cNvPr id="21" name="Textplatzhalter 20">
            <a:extLst>
              <a:ext uri="{FF2B5EF4-FFF2-40B4-BE49-F238E27FC236}">
                <a16:creationId xmlns:a16="http://schemas.microsoft.com/office/drawing/2014/main" id="{91EE2EFD-A7A9-4EBA-AB73-3F7AC5BF723E}"/>
              </a:ext>
            </a:extLst>
          </p:cNvPr>
          <p:cNvSpPr>
            <a:spLocks noGrp="1"/>
          </p:cNvSpPr>
          <p:nvPr>
            <p:ph type="body" sz="quarter" idx="15" hasCustomPrompt="1"/>
          </p:nvPr>
        </p:nvSpPr>
        <p:spPr bwMode="gray">
          <a:xfrm>
            <a:off x="3195638" y="1904999"/>
            <a:ext cx="2176462"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3" name="Textplatzhalter 22">
            <a:extLst>
              <a:ext uri="{FF2B5EF4-FFF2-40B4-BE49-F238E27FC236}">
                <a16:creationId xmlns:a16="http://schemas.microsoft.com/office/drawing/2014/main" id="{36528EAF-06EF-4E10-9756-97CCFAF21530}"/>
              </a:ext>
            </a:extLst>
          </p:cNvPr>
          <p:cNvSpPr>
            <a:spLocks noGrp="1"/>
          </p:cNvSpPr>
          <p:nvPr>
            <p:ph type="body" sz="quarter" idx="16" hasCustomPrompt="1"/>
          </p:nvPr>
        </p:nvSpPr>
        <p:spPr bwMode="gray">
          <a:xfrm>
            <a:off x="6096000" y="1492250"/>
            <a:ext cx="2174876" cy="251094"/>
          </a:xfrm>
        </p:spPr>
        <p:txBody>
          <a:bodyPr>
            <a:noAutofit/>
          </a:bodyPr>
          <a:lstStyle>
            <a:lvl1pPr marL="0" indent="0" rtl="0">
              <a:lnSpc>
                <a:spcPct val="100000"/>
              </a:lnSpc>
              <a:buNone/>
              <a:defRPr sz="1600" b="1" cap="all" baseline="0">
                <a:solidFill>
                  <a:schemeClr val="bg1"/>
                </a:solidFill>
              </a:defRPr>
            </a:lvl1pPr>
          </a:lstStyle>
          <a:p>
            <a:pPr lvl="0"/>
            <a:r>
              <a:rPr lang="en-US" dirty="0"/>
              <a:t>Category 3</a:t>
            </a:r>
          </a:p>
        </p:txBody>
      </p:sp>
      <p:sp>
        <p:nvSpPr>
          <p:cNvPr id="25" name="Textplatzhalter 24">
            <a:extLst>
              <a:ext uri="{FF2B5EF4-FFF2-40B4-BE49-F238E27FC236}">
                <a16:creationId xmlns:a16="http://schemas.microsoft.com/office/drawing/2014/main" id="{66E84559-1973-4240-B47D-733F095B8706}"/>
              </a:ext>
            </a:extLst>
          </p:cNvPr>
          <p:cNvSpPr>
            <a:spLocks noGrp="1"/>
          </p:cNvSpPr>
          <p:nvPr>
            <p:ph type="body" sz="quarter" idx="17" hasCustomPrompt="1"/>
          </p:nvPr>
        </p:nvSpPr>
        <p:spPr bwMode="gray">
          <a:xfrm>
            <a:off x="6096000" y="1904999"/>
            <a:ext cx="2174875" cy="2466975"/>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30307560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genda red, 5 columns">
    <p:spTree>
      <p:nvGrpSpPr>
        <p:cNvPr id="1" name=""/>
        <p:cNvGrpSpPr/>
        <p:nvPr/>
      </p:nvGrpSpPr>
      <p:grpSpPr>
        <a:xfrm>
          <a:off x="0" y="0"/>
          <a:ext cx="0" cy="0"/>
          <a:chOff x="0" y="0"/>
          <a:chExt cx="0" cy="0"/>
        </a:xfrm>
      </p:grpSpPr>
      <p:sp>
        <p:nvSpPr>
          <p:cNvPr id="17" name="Rechteck 8">
            <a:extLst>
              <a:ext uri="{FF2B5EF4-FFF2-40B4-BE49-F238E27FC236}">
                <a16:creationId xmlns:a16="http://schemas.microsoft.com/office/drawing/2014/main" id="{681CA2B5-B3EC-EFD0-0165-287FB94747FE}"/>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5" name="Textplatzhalter 12">
            <a:extLst>
              <a:ext uri="{FF2B5EF4-FFF2-40B4-BE49-F238E27FC236}">
                <a16:creationId xmlns:a16="http://schemas.microsoft.com/office/drawing/2014/main" id="{E9C5768F-A271-0CD9-016B-E33207FD3651}"/>
              </a:ext>
            </a:extLst>
          </p:cNvPr>
          <p:cNvSpPr>
            <a:spLocks noGrp="1"/>
          </p:cNvSpPr>
          <p:nvPr>
            <p:ph type="body" sz="quarter" idx="12" hasCustomPrompt="1"/>
          </p:nvPr>
        </p:nvSpPr>
        <p:spPr bwMode="gray">
          <a:xfrm>
            <a:off x="300038" y="149225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1</a:t>
            </a:r>
          </a:p>
        </p:txBody>
      </p:sp>
      <p:sp>
        <p:nvSpPr>
          <p:cNvPr id="7" name="Textplatzhalter 16">
            <a:extLst>
              <a:ext uri="{FF2B5EF4-FFF2-40B4-BE49-F238E27FC236}">
                <a16:creationId xmlns:a16="http://schemas.microsoft.com/office/drawing/2014/main" id="{51BC0A0F-BCA0-884E-FEC9-058147DBD280}"/>
              </a:ext>
            </a:extLst>
          </p:cNvPr>
          <p:cNvSpPr>
            <a:spLocks noGrp="1"/>
          </p:cNvSpPr>
          <p:nvPr>
            <p:ph type="body" sz="quarter" idx="13" hasCustomPrompt="1"/>
          </p:nvPr>
        </p:nvSpPr>
        <p:spPr bwMode="gray">
          <a:xfrm>
            <a:off x="300038" y="190499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3" name="Textplatzhalter 12">
            <a:extLst>
              <a:ext uri="{FF2B5EF4-FFF2-40B4-BE49-F238E27FC236}">
                <a16:creationId xmlns:a16="http://schemas.microsoft.com/office/drawing/2014/main" id="{30BF5F6B-6587-BDA8-247B-5561F18202AC}"/>
              </a:ext>
            </a:extLst>
          </p:cNvPr>
          <p:cNvSpPr>
            <a:spLocks noGrp="1"/>
          </p:cNvSpPr>
          <p:nvPr>
            <p:ph type="body" sz="quarter" idx="14" hasCustomPrompt="1"/>
          </p:nvPr>
        </p:nvSpPr>
        <p:spPr bwMode="gray">
          <a:xfrm>
            <a:off x="2069108" y="149225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2</a:t>
            </a:r>
          </a:p>
        </p:txBody>
      </p:sp>
      <p:sp>
        <p:nvSpPr>
          <p:cNvPr id="24" name="Textplatzhalter 16">
            <a:extLst>
              <a:ext uri="{FF2B5EF4-FFF2-40B4-BE49-F238E27FC236}">
                <a16:creationId xmlns:a16="http://schemas.microsoft.com/office/drawing/2014/main" id="{A2E040A5-7BEB-D530-C6AA-370B415C841D}"/>
              </a:ext>
            </a:extLst>
          </p:cNvPr>
          <p:cNvSpPr>
            <a:spLocks noGrp="1"/>
          </p:cNvSpPr>
          <p:nvPr>
            <p:ph type="body" sz="quarter" idx="15" hasCustomPrompt="1"/>
          </p:nvPr>
        </p:nvSpPr>
        <p:spPr bwMode="gray">
          <a:xfrm>
            <a:off x="2069108" y="190499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5" name="Textplatzhalter 12">
            <a:extLst>
              <a:ext uri="{FF2B5EF4-FFF2-40B4-BE49-F238E27FC236}">
                <a16:creationId xmlns:a16="http://schemas.microsoft.com/office/drawing/2014/main" id="{9D549421-13D5-1A97-7588-7756D665CBDA}"/>
              </a:ext>
            </a:extLst>
          </p:cNvPr>
          <p:cNvSpPr>
            <a:spLocks noGrp="1"/>
          </p:cNvSpPr>
          <p:nvPr>
            <p:ph type="body" sz="quarter" idx="16" hasCustomPrompt="1"/>
          </p:nvPr>
        </p:nvSpPr>
        <p:spPr bwMode="gray">
          <a:xfrm>
            <a:off x="3850878" y="1498601"/>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3</a:t>
            </a:r>
          </a:p>
        </p:txBody>
      </p:sp>
      <p:sp>
        <p:nvSpPr>
          <p:cNvPr id="26" name="Textplatzhalter 16">
            <a:extLst>
              <a:ext uri="{FF2B5EF4-FFF2-40B4-BE49-F238E27FC236}">
                <a16:creationId xmlns:a16="http://schemas.microsoft.com/office/drawing/2014/main" id="{EBC5DC18-F45D-484B-99C2-E4D52B69F658}"/>
              </a:ext>
            </a:extLst>
          </p:cNvPr>
          <p:cNvSpPr>
            <a:spLocks noGrp="1"/>
          </p:cNvSpPr>
          <p:nvPr>
            <p:ph type="body" sz="quarter" idx="17" hasCustomPrompt="1"/>
          </p:nvPr>
        </p:nvSpPr>
        <p:spPr bwMode="gray">
          <a:xfrm>
            <a:off x="3850878" y="1911350"/>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30" name="Textplatzhalter 12">
            <a:extLst>
              <a:ext uri="{FF2B5EF4-FFF2-40B4-BE49-F238E27FC236}">
                <a16:creationId xmlns:a16="http://schemas.microsoft.com/office/drawing/2014/main" id="{3CE7AE54-6D0D-3CE5-41E0-4CC80C24434D}"/>
              </a:ext>
            </a:extLst>
          </p:cNvPr>
          <p:cNvSpPr>
            <a:spLocks noGrp="1"/>
          </p:cNvSpPr>
          <p:nvPr>
            <p:ph type="body" sz="quarter" idx="18" hasCustomPrompt="1"/>
          </p:nvPr>
        </p:nvSpPr>
        <p:spPr bwMode="gray">
          <a:xfrm>
            <a:off x="5619254" y="149860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4</a:t>
            </a:r>
          </a:p>
        </p:txBody>
      </p:sp>
      <p:sp>
        <p:nvSpPr>
          <p:cNvPr id="31" name="Textplatzhalter 16">
            <a:extLst>
              <a:ext uri="{FF2B5EF4-FFF2-40B4-BE49-F238E27FC236}">
                <a16:creationId xmlns:a16="http://schemas.microsoft.com/office/drawing/2014/main" id="{86F0B5B2-D93A-A803-4782-3186BCD252CE}"/>
              </a:ext>
            </a:extLst>
          </p:cNvPr>
          <p:cNvSpPr>
            <a:spLocks noGrp="1"/>
          </p:cNvSpPr>
          <p:nvPr>
            <p:ph type="body" sz="quarter" idx="19" hasCustomPrompt="1"/>
          </p:nvPr>
        </p:nvSpPr>
        <p:spPr bwMode="gray">
          <a:xfrm>
            <a:off x="5619254" y="191134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32" name="Textplatzhalter 12">
            <a:extLst>
              <a:ext uri="{FF2B5EF4-FFF2-40B4-BE49-F238E27FC236}">
                <a16:creationId xmlns:a16="http://schemas.microsoft.com/office/drawing/2014/main" id="{C2FD2604-576A-5D04-1FC5-EC6651924818}"/>
              </a:ext>
            </a:extLst>
          </p:cNvPr>
          <p:cNvSpPr>
            <a:spLocks noGrp="1"/>
          </p:cNvSpPr>
          <p:nvPr>
            <p:ph type="body" sz="quarter" idx="20" hasCustomPrompt="1"/>
          </p:nvPr>
        </p:nvSpPr>
        <p:spPr bwMode="gray">
          <a:xfrm>
            <a:off x="7393633" y="1498600"/>
            <a:ext cx="1447800" cy="251094"/>
          </a:xfrm>
        </p:spPr>
        <p:txBody>
          <a:bodyPr>
            <a:noAutofit/>
          </a:bodyPr>
          <a:lstStyle>
            <a:lvl1pPr marL="0" indent="0" rtl="0">
              <a:lnSpc>
                <a:spcPct val="100000"/>
              </a:lnSpc>
              <a:buNone/>
              <a:defRPr sz="1400" b="1" cap="all" baseline="0">
                <a:solidFill>
                  <a:schemeClr val="bg1"/>
                </a:solidFill>
              </a:defRPr>
            </a:lvl1pPr>
          </a:lstStyle>
          <a:p>
            <a:pPr lvl="0"/>
            <a:r>
              <a:rPr lang="en-US" dirty="0"/>
              <a:t>Category 5</a:t>
            </a:r>
          </a:p>
        </p:txBody>
      </p:sp>
      <p:sp>
        <p:nvSpPr>
          <p:cNvPr id="33" name="Textplatzhalter 16">
            <a:extLst>
              <a:ext uri="{FF2B5EF4-FFF2-40B4-BE49-F238E27FC236}">
                <a16:creationId xmlns:a16="http://schemas.microsoft.com/office/drawing/2014/main" id="{DFF3E3DD-53BE-A21A-0CC1-229C83FF6F89}"/>
              </a:ext>
            </a:extLst>
          </p:cNvPr>
          <p:cNvSpPr>
            <a:spLocks noGrp="1"/>
          </p:cNvSpPr>
          <p:nvPr>
            <p:ph type="body" sz="quarter" idx="21" hasCustomPrompt="1"/>
          </p:nvPr>
        </p:nvSpPr>
        <p:spPr bwMode="gray">
          <a:xfrm>
            <a:off x="7393633" y="1911349"/>
            <a:ext cx="1447800" cy="2466975"/>
          </a:xfrm>
        </p:spPr>
        <p:txBody>
          <a:bodyPr>
            <a:noAutofit/>
          </a:bodyPr>
          <a:lstStyle>
            <a:lvl1pPr marL="0" indent="0" rtl="0">
              <a:spcAft>
                <a:spcPts val="900"/>
              </a:spcAft>
              <a:buNone/>
              <a:tabLst>
                <a:tab pos="723900" algn="l"/>
              </a:tabLst>
              <a:defRPr sz="14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17334899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genda red, 3 columns">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2E814652-240D-4F3F-B8D8-CF0E1C51C876}"/>
              </a:ext>
            </a:extLst>
          </p:cNvPr>
          <p:cNvGraphicFramePr>
            <a:graphicFrameLocks noChangeAspect="1"/>
          </p:cNvGraphicFramePr>
          <p:nvPr userDrawn="1">
            <p:custDataLst>
              <p:tags r:id="rId1"/>
            </p:custDataLst>
            <p:extLst>
              <p:ext uri="{D42A27DB-BD31-4B8C-83A1-F6EECF244321}">
                <p14:modId xmlns:p14="http://schemas.microsoft.com/office/powerpoint/2010/main" val="302244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2E814652-240D-4F3F-B8D8-CF0E1C51C87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hteck 8">
            <a:extLst>
              <a:ext uri="{FF2B5EF4-FFF2-40B4-BE49-F238E27FC236}">
                <a16:creationId xmlns:a16="http://schemas.microsoft.com/office/drawing/2014/main" id="{4F31E03E-0B84-42DF-96D6-866220F9066A}"/>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887A679F-C7D2-4BA6-A63E-287E73B66795}"/>
              </a:ext>
            </a:extLst>
          </p:cNvPr>
          <p:cNvSpPr>
            <a:spLocks noGrp="1"/>
          </p:cNvSpPr>
          <p:nvPr>
            <p:ph type="title" hasCustomPrompt="1"/>
          </p:nvPr>
        </p:nvSpPr>
        <p:spPr bwMode="gray"/>
        <p:txBody>
          <a:bodyPr vert="horz"/>
          <a:lstStyle>
            <a:lvl1pPr rtl="0">
              <a:defRPr>
                <a:solidFill>
                  <a:schemeClr val="bg1"/>
                </a:solidFill>
              </a:defRPr>
            </a:lvl1pPr>
          </a:lstStyle>
          <a:p>
            <a:r>
              <a:rPr lang="en-US" noProof="0" dirty="0"/>
              <a:t>Agenda, Segoe UI, 24pt</a:t>
            </a:r>
            <a:endParaRPr lang="en-US" dirty="0"/>
          </a:p>
        </p:txBody>
      </p:sp>
      <p:sp>
        <p:nvSpPr>
          <p:cNvPr id="3" name="Fußzeilenplatzhalter 2">
            <a:extLst>
              <a:ext uri="{FF2B5EF4-FFF2-40B4-BE49-F238E27FC236}">
                <a16:creationId xmlns:a16="http://schemas.microsoft.com/office/drawing/2014/main" id="{0DF1B3BC-E1C5-495F-B01F-658F5D13A248}"/>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3C9B6B11-6DED-47D3-B608-B7871E838D7D}"/>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84B4407D-2B3F-4077-A520-E90EBFC11948}"/>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7" name="Textplatzhalter 16">
            <a:extLst>
              <a:ext uri="{FF2B5EF4-FFF2-40B4-BE49-F238E27FC236}">
                <a16:creationId xmlns:a16="http://schemas.microsoft.com/office/drawing/2014/main" id="{E27D352A-1990-4E23-B2FC-3A6ECBA037F3}"/>
              </a:ext>
            </a:extLst>
          </p:cNvPr>
          <p:cNvSpPr>
            <a:spLocks noGrp="1"/>
          </p:cNvSpPr>
          <p:nvPr>
            <p:ph type="body" sz="quarter" idx="13" hasCustomPrompt="1"/>
          </p:nvPr>
        </p:nvSpPr>
        <p:spPr bwMode="gray">
          <a:xfrm>
            <a:off x="300038" y="1492251"/>
            <a:ext cx="2171700" cy="2879724"/>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1" name="Textplatzhalter 20">
            <a:extLst>
              <a:ext uri="{FF2B5EF4-FFF2-40B4-BE49-F238E27FC236}">
                <a16:creationId xmlns:a16="http://schemas.microsoft.com/office/drawing/2014/main" id="{91EE2EFD-A7A9-4EBA-AB73-3F7AC5BF723E}"/>
              </a:ext>
            </a:extLst>
          </p:cNvPr>
          <p:cNvSpPr>
            <a:spLocks noGrp="1"/>
          </p:cNvSpPr>
          <p:nvPr>
            <p:ph type="body" sz="quarter" idx="15" hasCustomPrompt="1"/>
          </p:nvPr>
        </p:nvSpPr>
        <p:spPr bwMode="gray">
          <a:xfrm>
            <a:off x="3195638" y="1492251"/>
            <a:ext cx="2176462" cy="2879724"/>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
        <p:nvSpPr>
          <p:cNvPr id="25" name="Textplatzhalter 24">
            <a:extLst>
              <a:ext uri="{FF2B5EF4-FFF2-40B4-BE49-F238E27FC236}">
                <a16:creationId xmlns:a16="http://schemas.microsoft.com/office/drawing/2014/main" id="{66E84559-1973-4240-B47D-733F095B8706}"/>
              </a:ext>
            </a:extLst>
          </p:cNvPr>
          <p:cNvSpPr>
            <a:spLocks noGrp="1"/>
          </p:cNvSpPr>
          <p:nvPr>
            <p:ph type="body" sz="quarter" idx="17" hasCustomPrompt="1"/>
          </p:nvPr>
        </p:nvSpPr>
        <p:spPr bwMode="gray">
          <a:xfrm>
            <a:off x="6096000" y="1492251"/>
            <a:ext cx="2174875" cy="2879724"/>
          </a:xfrm>
        </p:spPr>
        <p:txBody>
          <a:bodyPr>
            <a:noAutofit/>
          </a:bodyPr>
          <a:lstStyle>
            <a:lvl1pPr marL="0" indent="0" rtl="0">
              <a:spcAft>
                <a:spcPts val="900"/>
              </a:spcAft>
              <a:buNone/>
              <a:tabLst>
                <a:tab pos="723900" algn="l"/>
              </a:tabLst>
              <a:defRPr sz="1600">
                <a:solidFill>
                  <a:schemeClr val="bg1"/>
                </a:solidFill>
              </a:defRPr>
            </a:lvl1pPr>
            <a:lvl2pPr>
              <a:defRPr sz="1600"/>
            </a:lvl2pPr>
            <a:lvl3pPr>
              <a:defRPr sz="1600"/>
            </a:lvl3pPr>
            <a:lvl4pPr>
              <a:defRPr sz="1600"/>
            </a:lvl4pPr>
            <a:lvl5pPr>
              <a:defRPr sz="1600"/>
            </a:lvl5pPr>
          </a:lstStyle>
          <a:p>
            <a:pPr marL="0" marR="0" lvl="0" indent="0" algn="l" defTabSz="685800" rtl="0" eaLnBrk="1" fontAlgn="auto" latinLnBrk="0" hangingPunct="1">
              <a:lnSpc>
                <a:spcPct val="114000"/>
              </a:lnSpc>
              <a:spcBef>
                <a:spcPts val="0"/>
              </a:spcBef>
              <a:spcAft>
                <a:spcPts val="900"/>
              </a:spcAft>
              <a:buClr>
                <a:schemeClr val="tx2"/>
              </a:buClr>
              <a:buSzPct val="100000"/>
              <a:buFont typeface="GT Flexa Rg" pitchFamily="2" charset="0"/>
              <a:buNone/>
              <a:tabLst>
                <a:tab pos="723900" algn="l"/>
              </a:tabLst>
              <a:defRPr/>
            </a:pPr>
            <a:r>
              <a:rPr lang="en-US" dirty="0"/>
              <a:t>00	Topic</a:t>
            </a:r>
          </a:p>
          <a:p>
            <a:pPr lvl="0"/>
            <a:endParaRPr lang="en-US" dirty="0"/>
          </a:p>
        </p:txBody>
      </p:sp>
    </p:spTree>
    <p:extLst>
      <p:ext uri="{BB962C8B-B14F-4D97-AF65-F5344CB8AC3E}">
        <p14:creationId xmlns:p14="http://schemas.microsoft.com/office/powerpoint/2010/main" val="15350109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AB7100B-7991-48A5-9EB9-E14CDAF8858C}"/>
              </a:ext>
            </a:extLst>
          </p:cNvPr>
          <p:cNvGraphicFramePr>
            <a:graphicFrameLocks noChangeAspect="1"/>
          </p:cNvGraphicFramePr>
          <p:nvPr userDrawn="1">
            <p:custDataLst>
              <p:tags r:id="rId1"/>
            </p:custDataLst>
            <p:extLst>
              <p:ext uri="{D42A27DB-BD31-4B8C-83A1-F6EECF244321}">
                <p14:modId xmlns:p14="http://schemas.microsoft.com/office/powerpoint/2010/main" val="2907486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0AB7100B-7991-48A5-9EB9-E14CDAF885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itel 6">
            <a:extLst>
              <a:ext uri="{FF2B5EF4-FFF2-40B4-BE49-F238E27FC236}">
                <a16:creationId xmlns:a16="http://schemas.microsoft.com/office/drawing/2014/main" id="{FAEC7E7D-A48B-4845-9B3C-BCF4ED6EBA7E}"/>
              </a:ext>
            </a:extLst>
          </p:cNvPr>
          <p:cNvSpPr>
            <a:spLocks noGrp="1"/>
          </p:cNvSpPr>
          <p:nvPr>
            <p:ph type="title" hasCustomPrompt="1"/>
          </p:nvPr>
        </p:nvSpPr>
        <p:spPr/>
        <p:txBody>
          <a:bodyPr/>
          <a:lstStyle>
            <a:lvl1pPr>
              <a:defRPr/>
            </a:lvl1pPr>
          </a:lstStyle>
          <a:p>
            <a:r>
              <a:rPr lang="en-US" dirty="0"/>
              <a:t>Slide Title, Segoe UI, 24pt</a:t>
            </a:r>
            <a:br>
              <a:rPr lang="en-US" dirty="0"/>
            </a:br>
            <a:r>
              <a:rPr lang="en-US" dirty="0"/>
              <a:t>Max. 2 Lines</a:t>
            </a:r>
          </a:p>
        </p:txBody>
      </p:sp>
    </p:spTree>
    <p:extLst>
      <p:ext uri="{BB962C8B-B14F-4D97-AF65-F5344CB8AC3E}">
        <p14:creationId xmlns:p14="http://schemas.microsoft.com/office/powerpoint/2010/main" val="18389829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re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0AB7100B-7991-48A5-9EB9-E14CDAF8858C}"/>
              </a:ext>
            </a:extLst>
          </p:cNvPr>
          <p:cNvGraphicFramePr>
            <a:graphicFrameLocks noChangeAspect="1"/>
          </p:cNvGraphicFramePr>
          <p:nvPr userDrawn="1">
            <p:custDataLst>
              <p:tags r:id="rId1"/>
            </p:custDataLst>
            <p:extLst>
              <p:ext uri="{D42A27DB-BD31-4B8C-83A1-F6EECF244321}">
                <p14:modId xmlns:p14="http://schemas.microsoft.com/office/powerpoint/2010/main" val="2854248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0AB7100B-7991-48A5-9EB9-E14CDAF885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hteck 7">
            <a:extLst>
              <a:ext uri="{FF2B5EF4-FFF2-40B4-BE49-F238E27FC236}">
                <a16:creationId xmlns:a16="http://schemas.microsoft.com/office/drawing/2014/main" id="{4A0FEDB5-55F9-4E87-8B03-149544ABDF68}"/>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7" name="Titel 6">
            <a:extLst>
              <a:ext uri="{FF2B5EF4-FFF2-40B4-BE49-F238E27FC236}">
                <a16:creationId xmlns:a16="http://schemas.microsoft.com/office/drawing/2014/main" id="{FAEC7E7D-A48B-4845-9B3C-BCF4ED6EBA7E}"/>
              </a:ext>
            </a:extLst>
          </p:cNvPr>
          <p:cNvSpPr>
            <a:spLocks noGrp="1"/>
          </p:cNvSpPr>
          <p:nvPr>
            <p:ph type="title" hasCustomPrompt="1"/>
          </p:nvPr>
        </p:nvSpPr>
        <p:spPr/>
        <p:txBody>
          <a:bodyPr vert="horz"/>
          <a:lstStyle>
            <a:lvl1pPr>
              <a:defRPr>
                <a:solidFill>
                  <a:schemeClr val="bg1"/>
                </a:solidFill>
              </a:defRPr>
            </a:lvl1pPr>
          </a:lstStyle>
          <a:p>
            <a:r>
              <a:rPr lang="en-US" dirty="0"/>
              <a:t>Slide Title, Segoe UI, 24pt</a:t>
            </a:r>
            <a:br>
              <a:rPr lang="en-US" dirty="0"/>
            </a:br>
            <a:r>
              <a:rPr lang="en-US" dirty="0"/>
              <a:t>Max. 2 Lines</a:t>
            </a:r>
          </a:p>
        </p:txBody>
      </p:sp>
      <p:sp>
        <p:nvSpPr>
          <p:cNvPr id="9" name="Grafik 8">
            <a:extLst>
              <a:ext uri="{FF2B5EF4-FFF2-40B4-BE49-F238E27FC236}">
                <a16:creationId xmlns:a16="http://schemas.microsoft.com/office/drawing/2014/main" id="{E090A17D-1ADA-4C44-BB80-67CAA3C46B3E}"/>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4390086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1 column">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1ABC2A01-E2BE-4156-8757-2C2BD7738EA8}"/>
              </a:ext>
            </a:extLst>
          </p:cNvPr>
          <p:cNvGraphicFramePr>
            <a:graphicFrameLocks noChangeAspect="1"/>
          </p:cNvGraphicFramePr>
          <p:nvPr userDrawn="1">
            <p:custDataLst>
              <p:tags r:id="rId1"/>
            </p:custDataLst>
            <p:extLst>
              <p:ext uri="{D42A27DB-BD31-4B8C-83A1-F6EECF244321}">
                <p14:modId xmlns:p14="http://schemas.microsoft.com/office/powerpoint/2010/main" val="39591688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1ABC2A01-E2BE-4156-8757-2C2BD7738E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7091362" cy="188321"/>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1832971"/>
            <a:ext cx="7091362" cy="253900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70872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1 column+ margin column">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1C2AE64E-F763-43E8-B948-FA922006A362}"/>
              </a:ext>
            </a:extLst>
          </p:cNvPr>
          <p:cNvGraphicFramePr>
            <a:graphicFrameLocks noChangeAspect="1"/>
          </p:cNvGraphicFramePr>
          <p:nvPr userDrawn="1">
            <p:custDataLst>
              <p:tags r:id="rId1"/>
            </p:custDataLst>
            <p:extLst>
              <p:ext uri="{D42A27DB-BD31-4B8C-83A1-F6EECF244321}">
                <p14:modId xmlns:p14="http://schemas.microsoft.com/office/powerpoint/2010/main" val="11444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1C2AE64E-F763-43E8-B948-FA922006A3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eck 11">
            <a:extLst>
              <a:ext uri="{FF2B5EF4-FFF2-40B4-BE49-F238E27FC236}">
                <a16:creationId xmlns:a16="http://schemas.microsoft.com/office/drawing/2014/main" id="{27E887E9-8CA6-4D4B-A36A-AC353E536CE1}"/>
              </a:ext>
            </a:extLst>
          </p:cNvPr>
          <p:cNvSpPr/>
          <p:nvPr userDrawn="1"/>
        </p:nvSpPr>
        <p:spPr bwMode="gray">
          <a:xfrm>
            <a:off x="6096000" y="0"/>
            <a:ext cx="3048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bwMode="gray">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bwMode="gray">
          <a:xfrm>
            <a:off x="300038" y="2040340"/>
            <a:ext cx="564118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6366681" y="275904"/>
            <a:ext cx="2474107" cy="188321"/>
          </a:xfrm>
        </p:spPr>
        <p:txBody>
          <a:bodyPr>
            <a:noAutofit/>
          </a:bodyPr>
          <a:lstStyle>
            <a:lvl1pPr marL="0" indent="0" rtl="0">
              <a:buClr>
                <a:schemeClr val="bg1"/>
              </a:buClr>
              <a:buNone/>
              <a:defRPr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Subtitle, Segoe UI, 12pt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6366681" y="642938"/>
            <a:ext cx="2475694" cy="3729038"/>
          </a:xfrm>
        </p:spPr>
        <p:txBody>
          <a:bodyPr/>
          <a:lstStyle>
            <a:lvl1pPr marL="162000" indent="-162000" rtl="0">
              <a:buClr>
                <a:schemeClr val="bg1"/>
              </a:buClr>
              <a:buFont typeface="Wingdings" panose="05000000000000000000" pitchFamily="2" charset="2"/>
              <a:buChar cha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12pt </a:t>
            </a:r>
          </a:p>
          <a:p>
            <a:pPr lvl="1"/>
            <a:r>
              <a:rPr lang="en-US" dirty="0"/>
              <a:t>Second Level</a:t>
            </a:r>
          </a:p>
          <a:p>
            <a:pPr lvl="2"/>
            <a:r>
              <a:rPr lang="en-US" dirty="0"/>
              <a:t>Third Level</a:t>
            </a:r>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9453567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1 column+ margin column with pictur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D3AA824B-4E89-41EC-8BF6-3AD4211A37FF}"/>
              </a:ext>
            </a:extLst>
          </p:cNvPr>
          <p:cNvGraphicFramePr>
            <a:graphicFrameLocks noChangeAspect="1"/>
          </p:cNvGraphicFramePr>
          <p:nvPr userDrawn="1">
            <p:custDataLst>
              <p:tags r:id="rId1"/>
            </p:custDataLst>
            <p:extLst>
              <p:ext uri="{D42A27DB-BD31-4B8C-83A1-F6EECF244321}">
                <p14:modId xmlns:p14="http://schemas.microsoft.com/office/powerpoint/2010/main" val="4810875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D3AA824B-4E89-41EC-8BF6-3AD4211A37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eck 11">
            <a:extLst>
              <a:ext uri="{FF2B5EF4-FFF2-40B4-BE49-F238E27FC236}">
                <a16:creationId xmlns:a16="http://schemas.microsoft.com/office/drawing/2014/main" id="{27E887E9-8CA6-4D4B-A36A-AC353E536CE1}"/>
              </a:ext>
            </a:extLst>
          </p:cNvPr>
          <p:cNvSpPr/>
          <p:nvPr userDrawn="1"/>
        </p:nvSpPr>
        <p:spPr bwMode="gray">
          <a:xfrm>
            <a:off x="6096000" y="0"/>
            <a:ext cx="3048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bwMode="gray">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bwMode="gray">
          <a:xfrm>
            <a:off x="300038" y="2040340"/>
            <a:ext cx="564118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6" name="Bildplatzhalter 5">
            <a:extLst>
              <a:ext uri="{FF2B5EF4-FFF2-40B4-BE49-F238E27FC236}">
                <a16:creationId xmlns:a16="http://schemas.microsoft.com/office/drawing/2014/main" id="{CA6A4363-F616-4407-B686-AA221CB705E8}"/>
              </a:ext>
            </a:extLst>
          </p:cNvPr>
          <p:cNvSpPr>
            <a:spLocks noGrp="1"/>
          </p:cNvSpPr>
          <p:nvPr>
            <p:ph type="pic" sz="quarter" idx="16" hasCustomPrompt="1"/>
          </p:nvPr>
        </p:nvSpPr>
        <p:spPr bwMode="gray">
          <a:xfrm>
            <a:off x="6096000" y="0"/>
            <a:ext cx="3048000" cy="2572544"/>
          </a:xfrm>
          <a:solidFill>
            <a:schemeClr val="bg1"/>
          </a:solidFill>
        </p:spPr>
        <p:txBody>
          <a:bodyPr/>
          <a:lstStyle>
            <a:lvl1pPr marL="0" indent="0" rtl="0">
              <a:buNone/>
              <a:defRPr/>
            </a:lvl1pPr>
          </a:lstStyle>
          <a:p>
            <a:r>
              <a:rPr lang="en-US" dirty="0"/>
              <a:t>Insert image from file by clicking on the icon</a:t>
            </a:r>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6366681" y="2816698"/>
            <a:ext cx="2474107" cy="188321"/>
          </a:xfrm>
        </p:spPr>
        <p:txBody>
          <a:bodyPr>
            <a:noAutofit/>
          </a:bodyPr>
          <a:lstStyle>
            <a:lvl1pPr marL="0" indent="0" rtl="0">
              <a:buClr>
                <a:schemeClr val="bg1"/>
              </a:buClr>
              <a:buNone/>
              <a:defRPr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Subtitle, Segoe UI, 12pt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6366681" y="3183732"/>
            <a:ext cx="2475694" cy="1188244"/>
          </a:xfrm>
        </p:spPr>
        <p:txBody>
          <a:bodyPr/>
          <a:lstStyle>
            <a:lvl1pPr marL="162000" indent="-162000" rtl="0">
              <a:buClr>
                <a:schemeClr val="bg1"/>
              </a:buClr>
              <a:buFont typeface="Wingdings" panose="05000000000000000000" pitchFamily="2" charset="2"/>
              <a:buChar cha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12pt </a:t>
            </a:r>
          </a:p>
          <a:p>
            <a:pPr lvl="1"/>
            <a:r>
              <a:rPr lang="en-US" dirty="0"/>
              <a:t>Second Level</a:t>
            </a:r>
          </a:p>
          <a:p>
            <a:pPr lvl="2"/>
            <a:r>
              <a:rPr lang="en-US" dirty="0"/>
              <a:t>Third Level</a:t>
            </a:r>
          </a:p>
        </p:txBody>
      </p:sp>
    </p:spTree>
    <p:extLst>
      <p:ext uri="{BB962C8B-B14F-4D97-AF65-F5344CB8AC3E}">
        <p14:creationId xmlns:p14="http://schemas.microsoft.com/office/powerpoint/2010/main" val="2992656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2 columns + picture">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02337D2E-40FD-4DFC-A64D-11F24C4DE632}"/>
              </a:ext>
            </a:extLst>
          </p:cNvPr>
          <p:cNvGraphicFramePr>
            <a:graphicFrameLocks noChangeAspect="1"/>
          </p:cNvGraphicFramePr>
          <p:nvPr userDrawn="1">
            <p:custDataLst>
              <p:tags r:id="rId1"/>
            </p:custDataLst>
            <p:extLst>
              <p:ext uri="{D42A27DB-BD31-4B8C-83A1-F6EECF244321}">
                <p14:modId xmlns:p14="http://schemas.microsoft.com/office/powerpoint/2010/main" val="2872956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10" name="Objekt 9" hidden="1">
                        <a:extLst>
                          <a:ext uri="{FF2B5EF4-FFF2-40B4-BE49-F238E27FC236}">
                            <a16:creationId xmlns:a16="http://schemas.microsoft.com/office/drawing/2014/main" id="{02337D2E-40FD-4DFC-A64D-11F24C4DE63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274320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Bildplatzhalter 5">
            <a:extLst>
              <a:ext uri="{FF2B5EF4-FFF2-40B4-BE49-F238E27FC236}">
                <a16:creationId xmlns:a16="http://schemas.microsoft.com/office/drawing/2014/main" id="{CA6A4363-F616-4407-B686-AA221CB705E8}"/>
              </a:ext>
            </a:extLst>
          </p:cNvPr>
          <p:cNvSpPr>
            <a:spLocks noGrp="1"/>
          </p:cNvSpPr>
          <p:nvPr>
            <p:ph type="pic" sz="quarter" idx="16" hasCustomPrompt="1"/>
          </p:nvPr>
        </p:nvSpPr>
        <p:spPr>
          <a:xfrm>
            <a:off x="6819900" y="0"/>
            <a:ext cx="2324100" cy="5145088"/>
          </a:xfrm>
          <a:solidFill>
            <a:schemeClr val="bg1"/>
          </a:solidFill>
        </p:spPr>
        <p:txBody>
          <a:bodyPr/>
          <a:lstStyle>
            <a:lvl1pPr marL="0" indent="0" rtl="0">
              <a:buNone/>
              <a:defRPr/>
            </a:lvl1pPr>
          </a:lstStyle>
          <a:p>
            <a:r>
              <a:rPr lang="en-US" dirty="0"/>
              <a:t>Insert image from file by clicking on the icon</a:t>
            </a:r>
          </a:p>
        </p:txBody>
      </p:sp>
      <p:sp>
        <p:nvSpPr>
          <p:cNvPr id="8" name="Textplatzhalter 7">
            <a:extLst>
              <a:ext uri="{FF2B5EF4-FFF2-40B4-BE49-F238E27FC236}">
                <a16:creationId xmlns:a16="http://schemas.microsoft.com/office/drawing/2014/main" id="{F457BE55-A82C-43C5-BC22-EC149179F210}"/>
              </a:ext>
            </a:extLst>
          </p:cNvPr>
          <p:cNvSpPr>
            <a:spLocks noGrp="1"/>
          </p:cNvSpPr>
          <p:nvPr>
            <p:ph type="body" sz="quarter" idx="17" hasCustomPrompt="1"/>
          </p:nvPr>
        </p:nvSpPr>
        <p:spPr>
          <a:xfrm>
            <a:off x="3195638" y="2040339"/>
            <a:ext cx="2743200" cy="233163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Ebene</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15174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1 column + pictur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B2BA29D9-2E45-4D20-9CC6-912FB35995D3}"/>
              </a:ext>
            </a:extLst>
          </p:cNvPr>
          <p:cNvGraphicFramePr>
            <a:graphicFrameLocks noChangeAspect="1"/>
          </p:cNvGraphicFramePr>
          <p:nvPr userDrawn="1">
            <p:custDataLst>
              <p:tags r:id="rId1"/>
            </p:custDataLst>
            <p:extLst>
              <p:ext uri="{D42A27DB-BD31-4B8C-83A1-F6EECF244321}">
                <p14:modId xmlns:p14="http://schemas.microsoft.com/office/powerpoint/2010/main" val="2144451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B2BA29D9-2E45-4D20-9CC6-912FB35995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1B1C7942-B3D3-4A92-ADA0-4EE61A866B61}"/>
              </a:ext>
            </a:extLst>
          </p:cNvPr>
          <p:cNvSpPr>
            <a:spLocks noGrp="1"/>
          </p:cNvSpPr>
          <p:nvPr>
            <p:ph type="pic" sz="quarter" idx="14" hasCustomPrompt="1"/>
          </p:nvPr>
        </p:nvSpPr>
        <p:spPr>
          <a:xfrm>
            <a:off x="4646612" y="0"/>
            <a:ext cx="4497387" cy="5145088"/>
          </a:xfrm>
          <a:solidFill>
            <a:schemeClr val="bg1"/>
          </a:solidFill>
        </p:spPr>
        <p:txBody>
          <a:bodyPr/>
          <a:lstStyle>
            <a:lvl1pPr marL="0" indent="0" rtl="0">
              <a:buNone/>
              <a:defRPr/>
            </a:lvl1pPr>
          </a:lstStyle>
          <a:p>
            <a:r>
              <a:rPr lang="en-US" dirty="0"/>
              <a:t>Insert image from file by clicking on the icon</a:t>
            </a:r>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391906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3919060" cy="188321"/>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1832971"/>
            <a:ext cx="3919060" cy="253900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653926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icture full size">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558230CB-E2F4-40C5-9C78-3586D0387AE5}"/>
              </a:ext>
            </a:extLst>
          </p:cNvPr>
          <p:cNvGraphicFramePr>
            <a:graphicFrameLocks noChangeAspect="1"/>
          </p:cNvGraphicFramePr>
          <p:nvPr userDrawn="1">
            <p:custDataLst>
              <p:tags r:id="rId1"/>
            </p:custDataLst>
            <p:extLst>
              <p:ext uri="{D42A27DB-BD31-4B8C-83A1-F6EECF244321}">
                <p14:modId xmlns:p14="http://schemas.microsoft.com/office/powerpoint/2010/main" val="28010748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558230CB-E2F4-40C5-9C78-3586D0387A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92061ABB-95F0-4F98-908C-BBEE7A944E81}"/>
              </a:ext>
            </a:extLst>
          </p:cNvPr>
          <p:cNvSpPr>
            <a:spLocks noGrp="1"/>
          </p:cNvSpPr>
          <p:nvPr>
            <p:ph type="pic" sz="quarter" idx="12" hasCustomPrompt="1"/>
          </p:nvPr>
        </p:nvSpPr>
        <p:spPr>
          <a:xfrm>
            <a:off x="0" y="0"/>
            <a:ext cx="9144000" cy="5145088"/>
          </a:xfrm>
          <a:solidFill>
            <a:schemeClr val="bg2"/>
          </a:solidFill>
        </p:spPr>
        <p:txBody>
          <a:bodyPr/>
          <a:lstStyle>
            <a:lvl1pPr marL="0" indent="0" rtl="0">
              <a:buNone/>
              <a:defRPr/>
            </a:lvl1pPr>
          </a:lstStyle>
          <a:p>
            <a:r>
              <a:rPr lang="en-US" dirty="0"/>
              <a:t>Insert image from file by clicking on the icon</a:t>
            </a:r>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p:txBody>
          <a:bodyPr vert="horz"/>
          <a:lstStyle>
            <a:lvl1pPr rtl="0">
              <a:defRPr>
                <a:solidFill>
                  <a:schemeClr val="bg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Tree>
    <p:extLst>
      <p:ext uri="{BB962C8B-B14F-4D97-AF65-F5344CB8AC3E}">
        <p14:creationId xmlns:p14="http://schemas.microsoft.com/office/powerpoint/2010/main" val="42936972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pictures, 9:3">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7C1BA4EA-FFD8-48F8-8F25-E109FBD2465C}"/>
              </a:ext>
            </a:extLst>
          </p:cNvPr>
          <p:cNvGraphicFramePr>
            <a:graphicFrameLocks noChangeAspect="1"/>
          </p:cNvGraphicFramePr>
          <p:nvPr userDrawn="1">
            <p:custDataLst>
              <p:tags r:id="rId1"/>
            </p:custDataLst>
            <p:extLst>
              <p:ext uri="{D42A27DB-BD31-4B8C-83A1-F6EECF244321}">
                <p14:modId xmlns:p14="http://schemas.microsoft.com/office/powerpoint/2010/main" val="613965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7C1BA4EA-FFD8-48F8-8F25-E109FBD246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92061ABB-95F0-4F98-908C-BBEE7A944E81}"/>
              </a:ext>
            </a:extLst>
          </p:cNvPr>
          <p:cNvSpPr>
            <a:spLocks noGrp="1"/>
          </p:cNvSpPr>
          <p:nvPr>
            <p:ph type="pic" sz="quarter" idx="12" hasCustomPrompt="1"/>
          </p:nvPr>
        </p:nvSpPr>
        <p:spPr>
          <a:xfrm>
            <a:off x="0" y="0"/>
            <a:ext cx="6667500" cy="5145088"/>
          </a:xfrm>
          <a:solidFill>
            <a:schemeClr val="bg2"/>
          </a:solidFill>
        </p:spPr>
        <p:txBody>
          <a:bodyPr/>
          <a:lstStyle>
            <a:lvl1pPr marL="0" indent="0" rtl="0">
              <a:buNone/>
              <a:defRPr/>
            </a:lvl1pPr>
          </a:lstStyle>
          <a:p>
            <a:r>
              <a:rPr lang="en-US" dirty="0"/>
              <a:t>Insert image from file by clicking on the icon</a:t>
            </a:r>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5641180" cy="615553"/>
          </a:xfrm>
        </p:spPr>
        <p:txBody>
          <a:bodyPr vert="horz"/>
          <a:lstStyle>
            <a:lvl1pPr rtl="0">
              <a:defRPr>
                <a:solidFill>
                  <a:schemeClr val="bg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5" name="Bildplatzhalter 4">
            <a:extLst>
              <a:ext uri="{FF2B5EF4-FFF2-40B4-BE49-F238E27FC236}">
                <a16:creationId xmlns:a16="http://schemas.microsoft.com/office/drawing/2014/main" id="{0EBA6552-EDE0-43A1-872A-5D55F492E507}"/>
              </a:ext>
            </a:extLst>
          </p:cNvPr>
          <p:cNvSpPr>
            <a:spLocks noGrp="1"/>
          </p:cNvSpPr>
          <p:nvPr>
            <p:ph type="pic" sz="quarter" idx="13" hasCustomPrompt="1"/>
          </p:nvPr>
        </p:nvSpPr>
        <p:spPr>
          <a:xfrm>
            <a:off x="6667500" y="0"/>
            <a:ext cx="2476500" cy="5145088"/>
          </a:xfrm>
          <a:solidFill>
            <a:schemeClr val="bg2"/>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8181369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 margin colum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2ED29FA0-F976-4260-84A2-6CE203644F74}"/>
              </a:ext>
            </a:extLst>
          </p:cNvPr>
          <p:cNvGraphicFramePr>
            <a:graphicFrameLocks noChangeAspect="1"/>
          </p:cNvGraphicFramePr>
          <p:nvPr userDrawn="1">
            <p:custDataLst>
              <p:tags r:id="rId1"/>
            </p:custDataLst>
            <p:extLst>
              <p:ext uri="{D42A27DB-BD31-4B8C-83A1-F6EECF244321}">
                <p14:modId xmlns:p14="http://schemas.microsoft.com/office/powerpoint/2010/main" val="2049217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2ED29FA0-F976-4260-84A2-6CE203644F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Bildplatzhalter 5">
            <a:extLst>
              <a:ext uri="{FF2B5EF4-FFF2-40B4-BE49-F238E27FC236}">
                <a16:creationId xmlns:a16="http://schemas.microsoft.com/office/drawing/2014/main" id="{0B63E13F-EA80-4906-83BE-4F928DDD7D22}"/>
              </a:ext>
            </a:extLst>
          </p:cNvPr>
          <p:cNvSpPr>
            <a:spLocks noGrp="1"/>
          </p:cNvSpPr>
          <p:nvPr>
            <p:ph type="pic" sz="quarter" idx="16" hasCustomPrompt="1"/>
          </p:nvPr>
        </p:nvSpPr>
        <p:spPr bwMode="gray">
          <a:xfrm>
            <a:off x="0" y="0"/>
            <a:ext cx="6668306" cy="5145088"/>
          </a:xfrm>
          <a:solidFill>
            <a:schemeClr val="bg2"/>
          </a:solidFill>
        </p:spPr>
        <p:txBody>
          <a:bodyPr/>
          <a:lstStyle>
            <a:lvl1pPr marL="0" indent="0" rtl="0">
              <a:buNone/>
              <a:defRPr/>
            </a:lvl1pPr>
          </a:lstStyle>
          <a:p>
            <a:r>
              <a:rPr lang="en-US" dirty="0"/>
              <a:t>Insert image from file by clicking on the icon</a:t>
            </a:r>
          </a:p>
        </p:txBody>
      </p:sp>
      <p:sp>
        <p:nvSpPr>
          <p:cNvPr id="12" name="Rechteck 11">
            <a:extLst>
              <a:ext uri="{FF2B5EF4-FFF2-40B4-BE49-F238E27FC236}">
                <a16:creationId xmlns:a16="http://schemas.microsoft.com/office/drawing/2014/main" id="{27E887E9-8CA6-4D4B-A36A-AC353E536CE1}"/>
              </a:ext>
            </a:extLst>
          </p:cNvPr>
          <p:cNvSpPr/>
          <p:nvPr userDrawn="1"/>
        </p:nvSpPr>
        <p:spPr bwMode="gray">
          <a:xfrm>
            <a:off x="6668306" y="0"/>
            <a:ext cx="2475694"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solidFill>
                  <a:schemeClr val="bg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6971912" y="275904"/>
            <a:ext cx="1868876" cy="188321"/>
          </a:xfrm>
        </p:spPr>
        <p:txBody>
          <a:bodyPr>
            <a:noAutofit/>
          </a:bodyPr>
          <a:lstStyle>
            <a:lvl1pPr marL="0" indent="0" rtl="0">
              <a:buClr>
                <a:schemeClr val="bg1"/>
              </a:buClr>
              <a:buNone/>
              <a:defRPr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Title, Segoe UI, 12pt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6972299" y="642938"/>
            <a:ext cx="1870075" cy="3729038"/>
          </a:xfrm>
        </p:spPr>
        <p:txBody>
          <a:bodyPr/>
          <a:lstStyle>
            <a:lvl1pPr marL="162000" indent="-162000" rtl="0">
              <a:buClr>
                <a:schemeClr val="bg1"/>
              </a:buClr>
              <a:buFont typeface="Wingdings" panose="05000000000000000000" pitchFamily="2" charset="2"/>
              <a:buChar char="§"/>
              <a:defRPr>
                <a:solidFill>
                  <a:schemeClr val="bg1"/>
                </a:solidFill>
              </a:defRPr>
            </a:lvl1pPr>
            <a:lvl2pPr rtl="0">
              <a:buClr>
                <a:schemeClr val="bg1"/>
              </a:buClr>
              <a:defRPr>
                <a:solidFill>
                  <a:schemeClr val="bg1"/>
                </a:solidFill>
              </a:defRPr>
            </a:lvl2pPr>
            <a:lvl3pPr rtl="0">
              <a:buClr>
                <a:schemeClr val="bg1"/>
              </a:buClr>
              <a:defRPr>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12pt </a:t>
            </a:r>
          </a:p>
          <a:p>
            <a:pPr lvl="1"/>
            <a:r>
              <a:rPr lang="en-US" dirty="0"/>
              <a:t>Second Level</a:t>
            </a:r>
          </a:p>
          <a:p>
            <a:pPr lvl="2"/>
            <a:r>
              <a:rPr lang="en-US" dirty="0"/>
              <a:t>Third Level</a:t>
            </a:r>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05578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2 columns + 2 pictures">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0E3FC7EB-ADE5-443B-9A42-367A15378C9A}"/>
              </a:ext>
            </a:extLst>
          </p:cNvPr>
          <p:cNvGraphicFramePr>
            <a:graphicFrameLocks noChangeAspect="1"/>
          </p:cNvGraphicFramePr>
          <p:nvPr userDrawn="1">
            <p:custDataLst>
              <p:tags r:id="rId1"/>
            </p:custDataLst>
            <p:extLst>
              <p:ext uri="{D42A27DB-BD31-4B8C-83A1-F6EECF244321}">
                <p14:modId xmlns:p14="http://schemas.microsoft.com/office/powerpoint/2010/main" val="22102385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10" name="Objekt 9" hidden="1">
                        <a:extLst>
                          <a:ext uri="{FF2B5EF4-FFF2-40B4-BE49-F238E27FC236}">
                            <a16:creationId xmlns:a16="http://schemas.microsoft.com/office/drawing/2014/main" id="{0E3FC7EB-ADE5-443B-9A42-367A15378C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5641180"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5641180"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2743200"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Bildplatzhalter 5">
            <a:extLst>
              <a:ext uri="{FF2B5EF4-FFF2-40B4-BE49-F238E27FC236}">
                <a16:creationId xmlns:a16="http://schemas.microsoft.com/office/drawing/2014/main" id="{CA6A4363-F616-4407-B686-AA221CB705E8}"/>
              </a:ext>
            </a:extLst>
          </p:cNvPr>
          <p:cNvSpPr>
            <a:spLocks noGrp="1"/>
          </p:cNvSpPr>
          <p:nvPr>
            <p:ph type="pic" sz="quarter" idx="16" hasCustomPrompt="1"/>
          </p:nvPr>
        </p:nvSpPr>
        <p:spPr>
          <a:xfrm>
            <a:off x="6819900" y="0"/>
            <a:ext cx="2324100" cy="3429000"/>
          </a:xfrm>
          <a:solidFill>
            <a:schemeClr val="bg1"/>
          </a:solidFill>
        </p:spPr>
        <p:txBody>
          <a:bodyPr/>
          <a:lstStyle>
            <a:lvl1pPr marL="0" indent="0" rtl="0">
              <a:buNone/>
              <a:defRPr/>
            </a:lvl1pPr>
          </a:lstStyle>
          <a:p>
            <a:r>
              <a:rPr lang="en-US" dirty="0"/>
              <a:t>Insert image from file by clicking on the icon</a:t>
            </a:r>
          </a:p>
        </p:txBody>
      </p:sp>
      <p:sp>
        <p:nvSpPr>
          <p:cNvPr id="8" name="Textplatzhalter 7">
            <a:extLst>
              <a:ext uri="{FF2B5EF4-FFF2-40B4-BE49-F238E27FC236}">
                <a16:creationId xmlns:a16="http://schemas.microsoft.com/office/drawing/2014/main" id="{F457BE55-A82C-43C5-BC22-EC149179F210}"/>
              </a:ext>
            </a:extLst>
          </p:cNvPr>
          <p:cNvSpPr>
            <a:spLocks noGrp="1"/>
          </p:cNvSpPr>
          <p:nvPr>
            <p:ph type="body" sz="quarter" idx="17" hasCustomPrompt="1"/>
          </p:nvPr>
        </p:nvSpPr>
        <p:spPr>
          <a:xfrm>
            <a:off x="3195638" y="2040339"/>
            <a:ext cx="2743200" cy="2331635"/>
          </a:xfrm>
        </p:spPr>
        <p:txBody>
          <a:bodyPr/>
          <a:lstStyle>
            <a:lvl1pPr marL="162000" indent="-162000" rtl="0">
              <a:buFont typeface="Wingdings" panose="05000000000000000000" pitchFamily="2" charset="2"/>
              <a:buChar char="§"/>
              <a:defRPr/>
            </a:lvl1pPr>
            <a:lvl2pPr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Bildplatzhalter 11">
            <a:extLst>
              <a:ext uri="{FF2B5EF4-FFF2-40B4-BE49-F238E27FC236}">
                <a16:creationId xmlns:a16="http://schemas.microsoft.com/office/drawing/2014/main" id="{B4AD7E66-3095-412B-BE5D-B315C13255B1}"/>
              </a:ext>
            </a:extLst>
          </p:cNvPr>
          <p:cNvSpPr>
            <a:spLocks noGrp="1"/>
          </p:cNvSpPr>
          <p:nvPr>
            <p:ph type="pic" sz="quarter" idx="18" hasCustomPrompt="1"/>
          </p:nvPr>
        </p:nvSpPr>
        <p:spPr>
          <a:xfrm>
            <a:off x="6819900" y="3429000"/>
            <a:ext cx="2324100" cy="1716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40215527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1 column + diagram ">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63AC4753-D114-477D-A7FB-1390A24947D6}"/>
              </a:ext>
            </a:extLst>
          </p:cNvPr>
          <p:cNvGraphicFramePr>
            <a:graphicFrameLocks noChangeAspect="1"/>
          </p:cNvGraphicFramePr>
          <p:nvPr userDrawn="1">
            <p:custDataLst>
              <p:tags r:id="rId1"/>
            </p:custDataLst>
            <p:extLst>
              <p:ext uri="{D42A27DB-BD31-4B8C-83A1-F6EECF244321}">
                <p14:modId xmlns:p14="http://schemas.microsoft.com/office/powerpoint/2010/main" val="27654868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63AC4753-D114-477D-A7FB-1390A24947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hteck 9">
            <a:extLst>
              <a:ext uri="{FF2B5EF4-FFF2-40B4-BE49-F238E27FC236}">
                <a16:creationId xmlns:a16="http://schemas.microsoft.com/office/drawing/2014/main" id="{2DFC6AEF-AFA5-48E1-B0A3-DACBC3757E16}"/>
              </a:ext>
            </a:extLst>
          </p:cNvPr>
          <p:cNvSpPr/>
          <p:nvPr userDrawn="1"/>
        </p:nvSpPr>
        <p:spPr>
          <a:xfrm>
            <a:off x="4572001" y="0"/>
            <a:ext cx="4572000" cy="5145088"/>
          </a:xfrm>
          <a:prstGeom prst="rect">
            <a:avLst/>
          </a:prstGeom>
          <a:solidFill>
            <a:srgbClr val="FA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4194968"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4194968"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4194968"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platzhalter 10">
            <a:extLst>
              <a:ext uri="{FF2B5EF4-FFF2-40B4-BE49-F238E27FC236}">
                <a16:creationId xmlns:a16="http://schemas.microsoft.com/office/drawing/2014/main" id="{754E4E41-C1A8-4AFE-89E9-54339DC33066}"/>
              </a:ext>
            </a:extLst>
          </p:cNvPr>
          <p:cNvSpPr>
            <a:spLocks noGrp="1"/>
          </p:cNvSpPr>
          <p:nvPr>
            <p:ph type="body" sz="quarter" idx="14" hasCustomPrompt="1"/>
          </p:nvPr>
        </p:nvSpPr>
        <p:spPr>
          <a:xfrm>
            <a:off x="4991101" y="306387"/>
            <a:ext cx="3851274" cy="188321"/>
          </a:xfrm>
        </p:spPr>
        <p:txBody>
          <a:bodyPr>
            <a:noAutofit/>
          </a:bodyPr>
          <a:lstStyle>
            <a:lvl1pPr marL="0" indent="0" rtl="0">
              <a:buNone/>
              <a:defRPr cap="all" baseline="0">
                <a:solidFill>
                  <a:schemeClr val="accent1"/>
                </a:solidFill>
              </a:defRPr>
            </a:lvl1pPr>
          </a:lstStyle>
          <a:p>
            <a:pPr lvl="0"/>
            <a:r>
              <a:rPr lang="en-US" dirty="0"/>
              <a:t>Diagram title, Segoe UI, 12pt</a:t>
            </a:r>
          </a:p>
        </p:txBody>
      </p:sp>
      <p:sp>
        <p:nvSpPr>
          <p:cNvPr id="13" name="Textplatzhalter 12">
            <a:extLst>
              <a:ext uri="{FF2B5EF4-FFF2-40B4-BE49-F238E27FC236}">
                <a16:creationId xmlns:a16="http://schemas.microsoft.com/office/drawing/2014/main" id="{F44D4C68-FDFC-4FE6-A3A0-24378231ACB6}"/>
              </a:ext>
            </a:extLst>
          </p:cNvPr>
          <p:cNvSpPr>
            <a:spLocks noGrp="1"/>
          </p:cNvSpPr>
          <p:nvPr>
            <p:ph type="body" sz="quarter" idx="15" hasCustomPrompt="1"/>
          </p:nvPr>
        </p:nvSpPr>
        <p:spPr>
          <a:xfrm>
            <a:off x="4991101" y="652858"/>
            <a:ext cx="3851274" cy="265907"/>
          </a:xfrm>
        </p:spPr>
        <p:txBody>
          <a:bodyPr>
            <a:noAutofit/>
          </a:bodyPr>
          <a:lstStyle>
            <a:lvl1pPr marL="0" indent="0" rtl="0">
              <a:buNone/>
              <a:defRPr sz="800"/>
            </a:lvl1pPr>
          </a:lstStyle>
          <a:p>
            <a:pPr lvl="0"/>
            <a:r>
              <a:rPr lang="en-US" dirty="0"/>
              <a:t>Description Diagram, Segoe UI, 8pt</a:t>
            </a:r>
          </a:p>
        </p:txBody>
      </p:sp>
      <p:sp>
        <p:nvSpPr>
          <p:cNvPr id="15" name="Diagrammplatzhalter 14">
            <a:extLst>
              <a:ext uri="{FF2B5EF4-FFF2-40B4-BE49-F238E27FC236}">
                <a16:creationId xmlns:a16="http://schemas.microsoft.com/office/drawing/2014/main" id="{20B37BD7-45FF-41A0-AB59-B76A319E6D94}"/>
              </a:ext>
            </a:extLst>
          </p:cNvPr>
          <p:cNvSpPr>
            <a:spLocks noGrp="1"/>
          </p:cNvSpPr>
          <p:nvPr>
            <p:ph type="chart" sz="quarter" idx="16" hasCustomPrompt="1"/>
          </p:nvPr>
        </p:nvSpPr>
        <p:spPr>
          <a:xfrm>
            <a:off x="4991100" y="1076916"/>
            <a:ext cx="3851273" cy="3295060"/>
          </a:xfrm>
        </p:spPr>
        <p:txBody>
          <a:bodyPr/>
          <a:lstStyle>
            <a:lvl1pPr marL="0" indent="0" rtl="0">
              <a:buNone/>
              <a:defRPr sz="800"/>
            </a:lvl1pPr>
          </a:lstStyle>
          <a:p>
            <a:r>
              <a:rPr lang="en-US" dirty="0"/>
              <a:t>Create diagram by clicking on the icon</a:t>
            </a:r>
          </a:p>
        </p:txBody>
      </p:sp>
      <p:sp>
        <p:nvSpPr>
          <p:cNvPr id="12" name="Grafik 8">
            <a:extLst>
              <a:ext uri="{FF2B5EF4-FFF2-40B4-BE49-F238E27FC236}">
                <a16:creationId xmlns:a16="http://schemas.microsoft.com/office/drawing/2014/main" id="{13D4DFC2-F6C7-49FF-AB28-76635678DC07}"/>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7907513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 Diagrams">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F165371-590F-40AB-9425-F5684413E18D}"/>
              </a:ext>
            </a:extLst>
          </p:cNvPr>
          <p:cNvGraphicFramePr>
            <a:graphicFrameLocks noChangeAspect="1"/>
          </p:cNvGraphicFramePr>
          <p:nvPr userDrawn="1">
            <p:custDataLst>
              <p:tags r:id="rId1"/>
            </p:custDataLst>
            <p:extLst>
              <p:ext uri="{D42A27DB-BD31-4B8C-83A1-F6EECF244321}">
                <p14:modId xmlns:p14="http://schemas.microsoft.com/office/powerpoint/2010/main" val="684118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EF165371-590F-40AB-9425-F5684413E18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3618DC39-80CC-4F5E-8FB8-24DAE4535FF4}"/>
              </a:ext>
            </a:extLst>
          </p:cNvPr>
          <p:cNvSpPr>
            <a:spLocks noGrp="1"/>
          </p:cNvSpPr>
          <p:nvPr>
            <p:ph type="title" hasCustomPrompt="1"/>
          </p:nvPr>
        </p:nvSpPr>
        <p:spPr bwMode="gray"/>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647A86BD-6A47-4B6A-BA1B-DCCC0C012FFC}"/>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9B879D3C-EBE0-4AE4-8301-1247E1CF7D54}"/>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Diagrammplatzhalter 5">
            <a:extLst>
              <a:ext uri="{FF2B5EF4-FFF2-40B4-BE49-F238E27FC236}">
                <a16:creationId xmlns:a16="http://schemas.microsoft.com/office/drawing/2014/main" id="{518B60FF-2FC8-470D-A7A3-EC2AD45DA3B1}"/>
              </a:ext>
            </a:extLst>
          </p:cNvPr>
          <p:cNvSpPr>
            <a:spLocks noGrp="1"/>
          </p:cNvSpPr>
          <p:nvPr>
            <p:ph type="chart" sz="quarter" idx="12" hasCustomPrompt="1"/>
          </p:nvPr>
        </p:nvSpPr>
        <p:spPr bwMode="gray">
          <a:xfrm>
            <a:off x="300038" y="1492250"/>
            <a:ext cx="2743200" cy="2879725"/>
          </a:xfrm>
        </p:spPr>
        <p:txBody>
          <a:bodyPr/>
          <a:lstStyle>
            <a:lvl1pPr marL="0" indent="0" rtl="0">
              <a:buNone/>
              <a:defRPr/>
            </a:lvl1pPr>
          </a:lstStyle>
          <a:p>
            <a:r>
              <a:rPr lang="en-US" dirty="0"/>
              <a:t>Create diagram by clicking on the icon</a:t>
            </a:r>
          </a:p>
        </p:txBody>
      </p:sp>
      <p:sp>
        <p:nvSpPr>
          <p:cNvPr id="8" name="Diagrammplatzhalter 7">
            <a:extLst>
              <a:ext uri="{FF2B5EF4-FFF2-40B4-BE49-F238E27FC236}">
                <a16:creationId xmlns:a16="http://schemas.microsoft.com/office/drawing/2014/main" id="{F3C30865-6727-4E30-BE8D-6E3CE051C0A7}"/>
              </a:ext>
            </a:extLst>
          </p:cNvPr>
          <p:cNvSpPr>
            <a:spLocks noGrp="1"/>
          </p:cNvSpPr>
          <p:nvPr>
            <p:ph type="chart" sz="quarter" idx="13" hasCustomPrompt="1"/>
          </p:nvPr>
        </p:nvSpPr>
        <p:spPr bwMode="gray">
          <a:xfrm>
            <a:off x="3195638" y="1492250"/>
            <a:ext cx="2743200" cy="2879725"/>
          </a:xfrm>
        </p:spPr>
        <p:txBody>
          <a:bodyPr/>
          <a:lstStyle>
            <a:lvl1pPr marL="0" indent="0" rtl="0">
              <a:buNone/>
              <a:defRPr/>
            </a:lvl1pPr>
          </a:lstStyle>
          <a:p>
            <a:r>
              <a:rPr lang="en-US" dirty="0"/>
              <a:t>Create diagram by clicking on the icon</a:t>
            </a:r>
          </a:p>
        </p:txBody>
      </p:sp>
      <p:sp>
        <p:nvSpPr>
          <p:cNvPr id="10" name="Diagrammplatzhalter 9">
            <a:extLst>
              <a:ext uri="{FF2B5EF4-FFF2-40B4-BE49-F238E27FC236}">
                <a16:creationId xmlns:a16="http://schemas.microsoft.com/office/drawing/2014/main" id="{0A7EB19F-EEBD-412C-AC27-DD00650D0913}"/>
              </a:ext>
            </a:extLst>
          </p:cNvPr>
          <p:cNvSpPr>
            <a:spLocks noGrp="1"/>
          </p:cNvSpPr>
          <p:nvPr>
            <p:ph type="chart" sz="quarter" idx="14" hasCustomPrompt="1"/>
          </p:nvPr>
        </p:nvSpPr>
        <p:spPr bwMode="gray">
          <a:xfrm>
            <a:off x="6100763" y="1492250"/>
            <a:ext cx="2743200" cy="2879725"/>
          </a:xfrm>
        </p:spPr>
        <p:txBody>
          <a:bodyPr/>
          <a:lstStyle>
            <a:lvl1pPr marL="0" indent="0" rtl="0">
              <a:buNone/>
              <a:defRPr/>
            </a:lvl1pPr>
          </a:lstStyle>
          <a:p>
            <a:r>
              <a:rPr lang="en-US" dirty="0"/>
              <a:t>Create diagram by clicking on the icon</a:t>
            </a:r>
          </a:p>
        </p:txBody>
      </p:sp>
    </p:spTree>
    <p:extLst>
      <p:ext uri="{BB962C8B-B14F-4D97-AF65-F5344CB8AC3E}">
        <p14:creationId xmlns:p14="http://schemas.microsoft.com/office/powerpoint/2010/main" val="1270171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68CB916D-D210-4BC5-AA19-30E94CD9E5A1}"/>
              </a:ext>
            </a:extLst>
          </p:cNvPr>
          <p:cNvGraphicFramePr>
            <a:graphicFrameLocks noChangeAspect="1"/>
          </p:cNvGraphicFramePr>
          <p:nvPr userDrawn="1">
            <p:custDataLst>
              <p:tags r:id="rId1"/>
            </p:custDataLst>
            <p:extLst>
              <p:ext uri="{D42A27DB-BD31-4B8C-83A1-F6EECF244321}">
                <p14:modId xmlns:p14="http://schemas.microsoft.com/office/powerpoint/2010/main" val="11863299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68CB916D-D210-4BC5-AA19-30E94CD9E5A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B0CFC28F-EC47-4DDB-8C5D-03309FB39665}"/>
              </a:ext>
            </a:extLst>
          </p:cNvPr>
          <p:cNvSpPr>
            <a:spLocks noGrp="1"/>
          </p:cNvSpPr>
          <p:nvPr>
            <p:ph type="title" hasCustomPrompt="1"/>
          </p:nvPr>
        </p:nvSpPr>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75EFA14A-D6E7-47FF-924E-E4CB9098037E}"/>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830A9710-C66C-461A-BEF7-CAD1B717F322}"/>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Tabellenplatzhalter 5">
            <a:extLst>
              <a:ext uri="{FF2B5EF4-FFF2-40B4-BE49-F238E27FC236}">
                <a16:creationId xmlns:a16="http://schemas.microsoft.com/office/drawing/2014/main" id="{B7A2A10A-2613-4F52-86A9-C634AD0C4E6E}"/>
              </a:ext>
            </a:extLst>
          </p:cNvPr>
          <p:cNvSpPr>
            <a:spLocks noGrp="1"/>
          </p:cNvSpPr>
          <p:nvPr>
            <p:ph type="tbl" sz="quarter" idx="12" hasCustomPrompt="1"/>
          </p:nvPr>
        </p:nvSpPr>
        <p:spPr>
          <a:xfrm>
            <a:off x="300038" y="1492250"/>
            <a:ext cx="8542337" cy="2879725"/>
          </a:xfrm>
        </p:spPr>
        <p:txBody>
          <a:bodyPr/>
          <a:lstStyle>
            <a:lvl1pPr marL="0" indent="0" rtl="0">
              <a:buNone/>
              <a:defRPr/>
            </a:lvl1pPr>
          </a:lstStyle>
          <a:p>
            <a:r>
              <a:rPr lang="en-US" dirty="0"/>
              <a:t>Create table by clicking on the icon</a:t>
            </a:r>
          </a:p>
        </p:txBody>
      </p:sp>
    </p:spTree>
    <p:extLst>
      <p:ext uri="{BB962C8B-B14F-4D97-AF65-F5344CB8AC3E}">
        <p14:creationId xmlns:p14="http://schemas.microsoft.com/office/powerpoint/2010/main" val="31511595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1 column + graphic">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C17D092-076B-4C8E-ACAE-CBD429D29683}"/>
              </a:ext>
            </a:extLst>
          </p:cNvPr>
          <p:cNvGraphicFramePr>
            <a:graphicFrameLocks noChangeAspect="1"/>
          </p:cNvGraphicFramePr>
          <p:nvPr userDrawn="1">
            <p:custDataLst>
              <p:tags r:id="rId1"/>
            </p:custDataLst>
            <p:extLst>
              <p:ext uri="{D42A27DB-BD31-4B8C-83A1-F6EECF244321}">
                <p14:modId xmlns:p14="http://schemas.microsoft.com/office/powerpoint/2010/main" val="19991644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5C17D092-076B-4C8E-ACAE-CBD429D296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hteck 9">
            <a:extLst>
              <a:ext uri="{FF2B5EF4-FFF2-40B4-BE49-F238E27FC236}">
                <a16:creationId xmlns:a16="http://schemas.microsoft.com/office/drawing/2014/main" id="{2DFC6AEF-AFA5-48E1-B0A3-DACBC3757E16}"/>
              </a:ext>
            </a:extLst>
          </p:cNvPr>
          <p:cNvSpPr/>
          <p:nvPr userDrawn="1"/>
        </p:nvSpPr>
        <p:spPr>
          <a:xfrm>
            <a:off x="4572001" y="0"/>
            <a:ext cx="4572000" cy="5145088"/>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20" y="303212"/>
            <a:ext cx="4194968" cy="615553"/>
          </a:xfrm>
        </p:spPr>
        <p:txBody>
          <a:bodyPr vert="horz"/>
          <a:lstStyle>
            <a:lvl1pPr rtl="0">
              <a:defRPr/>
            </a:lvl1pPr>
          </a:lstStyle>
          <a:p>
            <a:r>
              <a:rPr lang="en-US" dirty="0"/>
              <a:t>Slide Title, Segoe UI, 24pt</a:t>
            </a:r>
            <a:br>
              <a:rPr lang="en-US" dirty="0"/>
            </a:br>
            <a:r>
              <a:rPr lang="en-US" dirty="0"/>
              <a:t>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7" name="Textplatzhalter 6">
            <a:extLst>
              <a:ext uri="{FF2B5EF4-FFF2-40B4-BE49-F238E27FC236}">
                <a16:creationId xmlns:a16="http://schemas.microsoft.com/office/drawing/2014/main" id="{F9007340-05A2-41EA-A606-71FD79D2BC77}"/>
              </a:ext>
            </a:extLst>
          </p:cNvPr>
          <p:cNvSpPr>
            <a:spLocks noGrp="1"/>
          </p:cNvSpPr>
          <p:nvPr>
            <p:ph type="body" sz="quarter" idx="12" hasCustomPrompt="1"/>
          </p:nvPr>
        </p:nvSpPr>
        <p:spPr>
          <a:xfrm>
            <a:off x="300038" y="1492250"/>
            <a:ext cx="4194968" cy="398827"/>
          </a:xfrm>
        </p:spPr>
        <p:txBody>
          <a:bodyPr>
            <a:noAutofit/>
          </a:bodyPr>
          <a:lstStyle>
            <a:lvl1pPr marL="0" indent="0" rtl="0">
              <a:buNone/>
              <a:defRPr b="1">
                <a:solidFill>
                  <a:schemeClr val="accent1"/>
                </a:solidFill>
                <a:latin typeface="+mj-lt"/>
                <a:ea typeface="GT Flexa Bl" pitchFamily="2" charset="0"/>
                <a:cs typeface="GT Flexa Bl" pitchFamily="2" charset="0"/>
              </a:defRPr>
            </a:lvl1pPr>
          </a:lstStyle>
          <a:p>
            <a:pPr lvl="0"/>
            <a:r>
              <a:rPr lang="en-US" dirty="0"/>
              <a:t>Subtitle, Segoe UI, 12pt</a:t>
            </a:r>
          </a:p>
        </p:txBody>
      </p:sp>
      <p:sp>
        <p:nvSpPr>
          <p:cNvPr id="9" name="Textplatzhalter 8">
            <a:extLst>
              <a:ext uri="{FF2B5EF4-FFF2-40B4-BE49-F238E27FC236}">
                <a16:creationId xmlns:a16="http://schemas.microsoft.com/office/drawing/2014/main" id="{E7EFB9F6-5AEB-4EF1-B28C-A7BCCA8417E5}"/>
              </a:ext>
            </a:extLst>
          </p:cNvPr>
          <p:cNvSpPr>
            <a:spLocks noGrp="1"/>
          </p:cNvSpPr>
          <p:nvPr>
            <p:ph type="body" sz="quarter" idx="13" hasCustomPrompt="1"/>
          </p:nvPr>
        </p:nvSpPr>
        <p:spPr>
          <a:xfrm>
            <a:off x="300038" y="2040340"/>
            <a:ext cx="4194968" cy="2331636"/>
          </a:xfrm>
        </p:spPr>
        <p:txBody>
          <a:bodyPr/>
          <a:lstStyle>
            <a:lvl1pPr marL="162000" indent="-162000" rtl="0">
              <a:buFont typeface="Wingdings" panose="05000000000000000000" pitchFamily="2" charset="2"/>
              <a:buChar char="§"/>
              <a:defRPr/>
            </a:lvl1pPr>
            <a:lvl2pPr algn="l" rtl="0">
              <a:defRPr/>
            </a:lvl2pPr>
            <a:lvl3pPr rtl="0">
              <a:defRPr/>
            </a:lvl3pPr>
            <a:lvl4pPr rtl="0">
              <a:defRPr/>
            </a:lvl4pPr>
            <a:lvl5pPr rtl="0">
              <a:defRPr/>
            </a:lvl5pPr>
          </a:lstStyle>
          <a:p>
            <a:pPr lvl="0"/>
            <a:r>
              <a:rPr lang="en-US" dirty="0"/>
              <a:t>First Level, Segoe UI, 12pt </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Grafik 8">
            <a:extLst>
              <a:ext uri="{FF2B5EF4-FFF2-40B4-BE49-F238E27FC236}">
                <a16:creationId xmlns:a16="http://schemas.microsoft.com/office/drawing/2014/main" id="{7559CB0D-6B98-425D-BF5E-BB01C79AC836}"/>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2317000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 graphic">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C17D092-076B-4C8E-ACAE-CBD429D29683}"/>
              </a:ext>
            </a:extLst>
          </p:cNvPr>
          <p:cNvGraphicFramePr>
            <a:graphicFrameLocks noChangeAspect="1"/>
          </p:cNvGraphicFramePr>
          <p:nvPr userDrawn="1">
            <p:custDataLst>
              <p:tags r:id="rId1"/>
            </p:custDataLst>
            <p:extLst>
              <p:ext uri="{D42A27DB-BD31-4B8C-83A1-F6EECF244321}">
                <p14:modId xmlns:p14="http://schemas.microsoft.com/office/powerpoint/2010/main" val="31534087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6" name="Objekt 5" hidden="1">
                        <a:extLst>
                          <a:ext uri="{FF2B5EF4-FFF2-40B4-BE49-F238E27FC236}">
                            <a16:creationId xmlns:a16="http://schemas.microsoft.com/office/drawing/2014/main" id="{5C17D092-076B-4C8E-ACAE-CBD429D2968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Rechteck 9">
            <a:extLst>
              <a:ext uri="{FF2B5EF4-FFF2-40B4-BE49-F238E27FC236}">
                <a16:creationId xmlns:a16="http://schemas.microsoft.com/office/drawing/2014/main" id="{2DFC6AEF-AFA5-48E1-B0A3-DACBC3757E16}"/>
              </a:ext>
            </a:extLst>
          </p:cNvPr>
          <p:cNvSpPr/>
          <p:nvPr userDrawn="1"/>
        </p:nvSpPr>
        <p:spPr>
          <a:xfrm>
            <a:off x="0" y="0"/>
            <a:ext cx="9144001" cy="5145088"/>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a:xfrm>
            <a:off x="302419" y="303212"/>
            <a:ext cx="8539955" cy="615553"/>
          </a:xfrm>
        </p:spPr>
        <p:txBody>
          <a:bodyPr vert="horz"/>
          <a:lstStyle>
            <a:lvl1pPr rtl="0">
              <a:defRPr/>
            </a:lvl1pPr>
          </a:lstStyle>
          <a:p>
            <a:r>
              <a:rPr lang="en-US" dirty="0"/>
              <a:t>Slide Title, Segoe UI, 24pt, Max. 2 Lines</a:t>
            </a:r>
          </a:p>
        </p:txBody>
      </p:sp>
      <p:sp>
        <p:nvSpPr>
          <p:cNvPr id="3" name="Fußzeilenplatzhalter 2">
            <a:extLst>
              <a:ext uri="{FF2B5EF4-FFF2-40B4-BE49-F238E27FC236}">
                <a16:creationId xmlns:a16="http://schemas.microsoft.com/office/drawing/2014/main" id="{BE7859EA-314D-49E2-A15A-FC28AC31BCED}"/>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11" name="Grafik 8">
            <a:extLst>
              <a:ext uri="{FF2B5EF4-FFF2-40B4-BE49-F238E27FC236}">
                <a16:creationId xmlns:a16="http://schemas.microsoft.com/office/drawing/2014/main" id="{39CB7AFC-62B1-4A25-AE97-E2B9062BF220}"/>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51867438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aphic + margin column">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2ED29FA0-F976-4260-84A2-6CE203644F74}"/>
              </a:ext>
            </a:extLst>
          </p:cNvPr>
          <p:cNvGraphicFramePr>
            <a:graphicFrameLocks noChangeAspect="1"/>
          </p:cNvGraphicFramePr>
          <p:nvPr userDrawn="1">
            <p:custDataLst>
              <p:tags r:id="rId1"/>
            </p:custDataLst>
            <p:extLst>
              <p:ext uri="{D42A27DB-BD31-4B8C-83A1-F6EECF244321}">
                <p14:modId xmlns:p14="http://schemas.microsoft.com/office/powerpoint/2010/main" val="16387822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5" name="Objekt 4" hidden="1">
                        <a:extLst>
                          <a:ext uri="{FF2B5EF4-FFF2-40B4-BE49-F238E27FC236}">
                            <a16:creationId xmlns:a16="http://schemas.microsoft.com/office/drawing/2014/main" id="{2ED29FA0-F976-4260-84A2-6CE203644F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Rechteck 12">
            <a:extLst>
              <a:ext uri="{FF2B5EF4-FFF2-40B4-BE49-F238E27FC236}">
                <a16:creationId xmlns:a16="http://schemas.microsoft.com/office/drawing/2014/main" id="{FEAF814B-61FB-4BA3-A28A-7985FCA4803E}"/>
              </a:ext>
            </a:extLst>
          </p:cNvPr>
          <p:cNvSpPr/>
          <p:nvPr userDrawn="1"/>
        </p:nvSpPr>
        <p:spPr>
          <a:xfrm>
            <a:off x="0" y="0"/>
            <a:ext cx="9144001" cy="5145088"/>
          </a:xfrm>
          <a:prstGeom prst="rect">
            <a:avLst/>
          </a:prstGeom>
          <a:solidFill>
            <a:srgbClr val="F9F9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12" name="Rechteck 11">
            <a:extLst>
              <a:ext uri="{FF2B5EF4-FFF2-40B4-BE49-F238E27FC236}">
                <a16:creationId xmlns:a16="http://schemas.microsoft.com/office/drawing/2014/main" id="{27E887E9-8CA6-4D4B-A36A-AC353E536CE1}"/>
              </a:ext>
            </a:extLst>
          </p:cNvPr>
          <p:cNvSpPr/>
          <p:nvPr userDrawn="1"/>
        </p:nvSpPr>
        <p:spPr bwMode="gray">
          <a:xfrm>
            <a:off x="6819900" y="0"/>
            <a:ext cx="23241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2D39AB3A-BB42-4127-A080-2F2121576D68}"/>
              </a:ext>
            </a:extLst>
          </p:cNvPr>
          <p:cNvSpPr>
            <a:spLocks noGrp="1"/>
          </p:cNvSpPr>
          <p:nvPr>
            <p:ph type="title" hasCustomPrompt="1"/>
          </p:nvPr>
        </p:nvSpPr>
        <p:spPr bwMode="gray">
          <a:xfrm>
            <a:off x="302420" y="303212"/>
            <a:ext cx="5641180" cy="615553"/>
          </a:xfrm>
        </p:spPr>
        <p:txBody>
          <a:bodyPr vert="horz"/>
          <a:lstStyle>
            <a:lvl1pPr rtl="0">
              <a:defRPr>
                <a:solidFill>
                  <a:schemeClr val="accent1"/>
                </a:solidFill>
              </a:defRPr>
            </a:lvl1pPr>
          </a:lstStyle>
          <a:p>
            <a:r>
              <a:rPr lang="en-US" dirty="0"/>
              <a:t>Slide Title, Segoe UI, 24pt</a:t>
            </a:r>
            <a:br>
              <a:rPr lang="en-US" dirty="0"/>
            </a:br>
            <a:r>
              <a:rPr lang="en-US" dirty="0"/>
              <a:t>Max. 2 Lines</a:t>
            </a:r>
          </a:p>
        </p:txBody>
      </p:sp>
      <p:sp>
        <p:nvSpPr>
          <p:cNvPr id="4" name="Foliennummernplatzhalter 3">
            <a:extLst>
              <a:ext uri="{FF2B5EF4-FFF2-40B4-BE49-F238E27FC236}">
                <a16:creationId xmlns:a16="http://schemas.microsoft.com/office/drawing/2014/main" id="{15EF0FD3-B6E1-4E0A-B30D-B364E5C00D7F}"/>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17" name="Grafik 8">
            <a:extLst>
              <a:ext uri="{FF2B5EF4-FFF2-40B4-BE49-F238E27FC236}">
                <a16:creationId xmlns:a16="http://schemas.microsoft.com/office/drawing/2014/main" id="{F64AAAB0-FA74-4B39-A2A7-034416132C8D}"/>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7" name="Fußzeilenplatzhalter 6">
            <a:extLst>
              <a:ext uri="{FF2B5EF4-FFF2-40B4-BE49-F238E27FC236}">
                <a16:creationId xmlns:a16="http://schemas.microsoft.com/office/drawing/2014/main" id="{9F6167EC-44E4-4CBB-914D-65AC12E79FF0}"/>
              </a:ext>
            </a:extLst>
          </p:cNvPr>
          <p:cNvSpPr>
            <a:spLocks noGrp="1"/>
          </p:cNvSpPr>
          <p:nvPr>
            <p:ph type="ftr" sz="quarter" idx="16"/>
          </p:nvPr>
        </p:nvSpPr>
        <p:spPr/>
        <p:txBody>
          <a:bodyPr/>
          <a:lstStyle>
            <a:lvl1pPr>
              <a:defRPr>
                <a:solidFill>
                  <a:schemeClr val="accent1"/>
                </a:solidFill>
              </a:defRPr>
            </a:lvl1pPr>
          </a:lstStyle>
          <a:p>
            <a:r>
              <a:rPr lang="en-US"/>
              <a:t>Presentation title</a:t>
            </a:r>
            <a:endParaRPr lang="en-US" dirty="0"/>
          </a:p>
        </p:txBody>
      </p:sp>
      <p:sp>
        <p:nvSpPr>
          <p:cNvPr id="14" name="Textplatzhalter 13">
            <a:extLst>
              <a:ext uri="{FF2B5EF4-FFF2-40B4-BE49-F238E27FC236}">
                <a16:creationId xmlns:a16="http://schemas.microsoft.com/office/drawing/2014/main" id="{C82EFB41-8EA9-455E-8500-4970A8B8DB19}"/>
              </a:ext>
            </a:extLst>
          </p:cNvPr>
          <p:cNvSpPr>
            <a:spLocks noGrp="1"/>
          </p:cNvSpPr>
          <p:nvPr>
            <p:ph type="body" sz="quarter" idx="14" hasCustomPrompt="1"/>
          </p:nvPr>
        </p:nvSpPr>
        <p:spPr bwMode="gray">
          <a:xfrm>
            <a:off x="7057696" y="275904"/>
            <a:ext cx="1783333" cy="156902"/>
          </a:xfrm>
        </p:spPr>
        <p:txBody>
          <a:bodyPr>
            <a:noAutofit/>
          </a:bodyPr>
          <a:lstStyle>
            <a:lvl1pPr marL="0" indent="0" rtl="0">
              <a:buClr>
                <a:schemeClr val="bg1"/>
              </a:buClr>
              <a:buNone/>
              <a:defRPr sz="1000" b="1">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Title, Segoe UI, 10pt</a:t>
            </a:r>
          </a:p>
        </p:txBody>
      </p:sp>
      <p:sp>
        <p:nvSpPr>
          <p:cNvPr id="16" name="Textplatzhalter 15">
            <a:extLst>
              <a:ext uri="{FF2B5EF4-FFF2-40B4-BE49-F238E27FC236}">
                <a16:creationId xmlns:a16="http://schemas.microsoft.com/office/drawing/2014/main" id="{9DD6B41F-29EB-4B6E-8D5E-4D58DDEE9769}"/>
              </a:ext>
            </a:extLst>
          </p:cNvPr>
          <p:cNvSpPr>
            <a:spLocks noGrp="1"/>
          </p:cNvSpPr>
          <p:nvPr>
            <p:ph type="body" sz="quarter" idx="15" hasCustomPrompt="1"/>
          </p:nvPr>
        </p:nvSpPr>
        <p:spPr bwMode="gray">
          <a:xfrm>
            <a:off x="7057103" y="585788"/>
            <a:ext cx="1784477" cy="3786188"/>
          </a:xfrm>
        </p:spPr>
        <p:txBody>
          <a:bodyPr/>
          <a:lstStyle>
            <a:lvl1pPr marL="162000" indent="-162000" rtl="0">
              <a:buClr>
                <a:schemeClr val="bg1"/>
              </a:buClr>
              <a:buFont typeface="Wingdings" panose="05000000000000000000" pitchFamily="2" charset="2"/>
              <a:buChar char="§"/>
              <a:defRPr sz="1000">
                <a:solidFill>
                  <a:schemeClr val="bg1"/>
                </a:solidFill>
              </a:defRPr>
            </a:lvl1pPr>
            <a:lvl2pPr rtl="0">
              <a:buClr>
                <a:schemeClr val="bg1"/>
              </a:buClr>
              <a:defRPr sz="1000">
                <a:solidFill>
                  <a:schemeClr val="bg1"/>
                </a:solidFill>
              </a:defRPr>
            </a:lvl2pPr>
            <a:lvl3pPr rtl="0">
              <a:buClr>
                <a:schemeClr val="bg1"/>
              </a:buClr>
              <a:defRPr sz="1000">
                <a:solidFill>
                  <a:schemeClr val="bg1"/>
                </a:solidFill>
              </a:defRPr>
            </a:lvl3pPr>
            <a:lvl4pPr marL="1296000" indent="0">
              <a:buClr>
                <a:schemeClr val="bg1"/>
              </a:buClr>
              <a:buNone/>
              <a:defRPr>
                <a:solidFill>
                  <a:schemeClr val="bg1"/>
                </a:solidFill>
              </a:defRPr>
            </a:lvl4pPr>
            <a:lvl5pPr>
              <a:buClr>
                <a:schemeClr val="bg1"/>
              </a:buClr>
              <a:defRPr>
                <a:solidFill>
                  <a:schemeClr val="bg1"/>
                </a:solidFill>
              </a:defRPr>
            </a:lvl5pPr>
          </a:lstStyle>
          <a:p>
            <a:pPr lvl="0"/>
            <a:r>
              <a:rPr lang="en-US" dirty="0"/>
              <a:t>First Level, Segoe UI, 10pt </a:t>
            </a:r>
          </a:p>
          <a:p>
            <a:pPr lvl="1"/>
            <a:r>
              <a:rPr lang="en-US" dirty="0"/>
              <a:t>Second Level</a:t>
            </a:r>
          </a:p>
          <a:p>
            <a:pPr lvl="2"/>
            <a:r>
              <a:rPr lang="en-US" dirty="0"/>
              <a:t>Third Level</a:t>
            </a:r>
          </a:p>
        </p:txBody>
      </p:sp>
    </p:spTree>
    <p:extLst>
      <p:ext uri="{BB962C8B-B14F-4D97-AF65-F5344CB8AC3E}">
        <p14:creationId xmlns:p14="http://schemas.microsoft.com/office/powerpoint/2010/main" val="23703691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pictures + fact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7C0F9577-92F1-475C-BAC8-4DAA145E77F3}"/>
              </a:ext>
            </a:extLst>
          </p:cNvPr>
          <p:cNvGraphicFramePr>
            <a:graphicFrameLocks noChangeAspect="1"/>
          </p:cNvGraphicFramePr>
          <p:nvPr userDrawn="1">
            <p:custDataLst>
              <p:tags r:id="rId1"/>
            </p:custDataLst>
            <p:extLst>
              <p:ext uri="{D42A27DB-BD31-4B8C-83A1-F6EECF244321}">
                <p14:modId xmlns:p14="http://schemas.microsoft.com/office/powerpoint/2010/main" val="191827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7C0F9577-92F1-475C-BAC8-4DAA145E77F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Rechteck 12">
            <a:extLst>
              <a:ext uri="{FF2B5EF4-FFF2-40B4-BE49-F238E27FC236}">
                <a16:creationId xmlns:a16="http://schemas.microsoft.com/office/drawing/2014/main" id="{30D59A4B-5427-4613-A316-5C5C738B1B49}"/>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6" name="Bildplatzhalter 5">
            <a:extLst>
              <a:ext uri="{FF2B5EF4-FFF2-40B4-BE49-F238E27FC236}">
                <a16:creationId xmlns:a16="http://schemas.microsoft.com/office/drawing/2014/main" id="{3E177734-E4F2-4A8B-8528-BFC692A79919}"/>
              </a:ext>
            </a:extLst>
          </p:cNvPr>
          <p:cNvSpPr>
            <a:spLocks noGrp="1"/>
          </p:cNvSpPr>
          <p:nvPr>
            <p:ph type="pic" sz="quarter" idx="12" hasCustomPrompt="1"/>
          </p:nvPr>
        </p:nvSpPr>
        <p:spPr bwMode="gray">
          <a:xfrm>
            <a:off x="0" y="0"/>
            <a:ext cx="2689860" cy="5145088"/>
          </a:xfrm>
          <a:solidFill>
            <a:schemeClr val="bg1"/>
          </a:solidFill>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9AE4D0E1-24BE-4A9F-9B0C-319E32F754E8}"/>
              </a:ext>
            </a:extLst>
          </p:cNvPr>
          <p:cNvSpPr>
            <a:spLocks noGrp="1"/>
          </p:cNvSpPr>
          <p:nvPr>
            <p:ph type="pic" sz="quarter" idx="13" hasCustomPrompt="1"/>
          </p:nvPr>
        </p:nvSpPr>
        <p:spPr bwMode="gray">
          <a:xfrm>
            <a:off x="2689860" y="0"/>
            <a:ext cx="2689860" cy="5145088"/>
          </a:xfrm>
          <a:solidFill>
            <a:schemeClr val="bg1"/>
          </a:solidFill>
        </p:spPr>
        <p:txBody>
          <a:bodyPr/>
          <a:lstStyle>
            <a:lvl1pPr marL="0" indent="0" rtl="0">
              <a:buNone/>
              <a:defRPr/>
            </a:lvl1pPr>
          </a:lstStyle>
          <a:p>
            <a:r>
              <a:rPr lang="en-US" dirty="0"/>
              <a:t>Insert image from file by clicking on the icon</a:t>
            </a:r>
          </a:p>
        </p:txBody>
      </p:sp>
      <p:sp>
        <p:nvSpPr>
          <p:cNvPr id="14" name="Grafik 8">
            <a:extLst>
              <a:ext uri="{FF2B5EF4-FFF2-40B4-BE49-F238E27FC236}">
                <a16:creationId xmlns:a16="http://schemas.microsoft.com/office/drawing/2014/main" id="{179908B5-EFBF-44AE-B5F4-6524DE4D1D24}"/>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6" name="Textplatzhalter 15">
            <a:extLst>
              <a:ext uri="{FF2B5EF4-FFF2-40B4-BE49-F238E27FC236}">
                <a16:creationId xmlns:a16="http://schemas.microsoft.com/office/drawing/2014/main" id="{FAAA1064-7CA0-4E22-9F40-41A638ADFDB2}"/>
              </a:ext>
            </a:extLst>
          </p:cNvPr>
          <p:cNvSpPr>
            <a:spLocks noGrp="1"/>
          </p:cNvSpPr>
          <p:nvPr>
            <p:ph type="body" sz="quarter" idx="14" hasCustomPrompt="1"/>
          </p:nvPr>
        </p:nvSpPr>
        <p:spPr bwMode="gray">
          <a:xfrm>
            <a:off x="5684837" y="298450"/>
            <a:ext cx="3157537" cy="156902"/>
          </a:xfrm>
        </p:spPr>
        <p:txBody>
          <a:bodyPr>
            <a:noAutofit/>
          </a:bodyPr>
          <a:lstStyle>
            <a:lvl1pPr marL="0" indent="0" rtl="0">
              <a:buNone/>
              <a:defRPr sz="1000" cap="all" baseline="0">
                <a:solidFill>
                  <a:schemeClr val="bg1"/>
                </a:solidFill>
              </a:defRPr>
            </a:lvl1pPr>
          </a:lstStyle>
          <a:p>
            <a:pPr lvl="0"/>
            <a:r>
              <a:rPr lang="en-US" dirty="0"/>
              <a:t>Topic, Segoe UI, 10pt</a:t>
            </a:r>
          </a:p>
        </p:txBody>
      </p:sp>
      <p:sp>
        <p:nvSpPr>
          <p:cNvPr id="18" name="Textplatzhalter 17">
            <a:extLst>
              <a:ext uri="{FF2B5EF4-FFF2-40B4-BE49-F238E27FC236}">
                <a16:creationId xmlns:a16="http://schemas.microsoft.com/office/drawing/2014/main" id="{FE6E806F-FE68-4081-AE5C-2EB33C38C4F4}"/>
              </a:ext>
            </a:extLst>
          </p:cNvPr>
          <p:cNvSpPr>
            <a:spLocks noGrp="1"/>
          </p:cNvSpPr>
          <p:nvPr>
            <p:ph type="body" sz="quarter" idx="15" hasCustomPrompt="1"/>
          </p:nvPr>
        </p:nvSpPr>
        <p:spPr bwMode="gray">
          <a:xfrm>
            <a:off x="5684838" y="487045"/>
            <a:ext cx="3157538" cy="3884930"/>
          </a:xfrm>
        </p:spPr>
        <p:txBody>
          <a:bodyPr/>
          <a:lstStyle>
            <a:lvl1pPr marL="0" indent="0" rtl="0">
              <a:lnSpc>
                <a:spcPts val="5200"/>
              </a:lnSpc>
              <a:buNone/>
              <a:defRPr sz="5200" cap="all" baseline="0">
                <a:solidFill>
                  <a:schemeClr val="bg1"/>
                </a:solidFill>
              </a:defRPr>
            </a:lvl1pPr>
          </a:lstStyle>
          <a:p>
            <a:pPr lvl="0"/>
            <a:r>
              <a:rPr lang="en-US" dirty="0"/>
              <a:t>Sum Or Number</a:t>
            </a:r>
          </a:p>
        </p:txBody>
      </p:sp>
      <p:sp>
        <p:nvSpPr>
          <p:cNvPr id="4" name="Foliennummernplatzhalter 3">
            <a:extLst>
              <a:ext uri="{FF2B5EF4-FFF2-40B4-BE49-F238E27FC236}">
                <a16:creationId xmlns:a16="http://schemas.microsoft.com/office/drawing/2014/main" id="{7240EF66-897B-4BCE-8D84-2CEB6D04C659}"/>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Tree>
    <p:extLst>
      <p:ext uri="{BB962C8B-B14F-4D97-AF65-F5344CB8AC3E}">
        <p14:creationId xmlns:p14="http://schemas.microsoft.com/office/powerpoint/2010/main" val="13352555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pictures + fact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E891FA5F-078F-4117-A495-CF038903B84E}"/>
              </a:ext>
            </a:extLst>
          </p:cNvPr>
          <p:cNvGraphicFramePr>
            <a:graphicFrameLocks noChangeAspect="1"/>
          </p:cNvGraphicFramePr>
          <p:nvPr userDrawn="1">
            <p:custDataLst>
              <p:tags r:id="rId1"/>
            </p:custDataLst>
            <p:extLst>
              <p:ext uri="{D42A27DB-BD31-4B8C-83A1-F6EECF244321}">
                <p14:modId xmlns:p14="http://schemas.microsoft.com/office/powerpoint/2010/main" val="242776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E891FA5F-078F-4117-A495-CF038903B8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hteck 11">
            <a:extLst>
              <a:ext uri="{FF2B5EF4-FFF2-40B4-BE49-F238E27FC236}">
                <a16:creationId xmlns:a16="http://schemas.microsoft.com/office/drawing/2014/main" id="{7969D756-CEC2-4FF9-80B5-C0874EA7AC56}"/>
              </a:ext>
            </a:extLst>
          </p:cNvPr>
          <p:cNvSpPr/>
          <p:nvPr userDrawn="1"/>
        </p:nvSpPr>
        <p:spPr bwMode="gray">
          <a:xfrm>
            <a:off x="300039" y="2286000"/>
            <a:ext cx="2019299" cy="2085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1" name="Rechteck 10">
            <a:extLst>
              <a:ext uri="{FF2B5EF4-FFF2-40B4-BE49-F238E27FC236}">
                <a16:creationId xmlns:a16="http://schemas.microsoft.com/office/drawing/2014/main" id="{EDA71EEB-5E99-46AD-A947-C6E176BC18E0}"/>
              </a:ext>
            </a:extLst>
          </p:cNvPr>
          <p:cNvSpPr/>
          <p:nvPr userDrawn="1"/>
        </p:nvSpPr>
        <p:spPr bwMode="gray">
          <a:xfrm>
            <a:off x="2319337" y="298448"/>
            <a:ext cx="3052763" cy="15712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bwMode="gray">
          <a:xfrm>
            <a:off x="300038" y="298449"/>
            <a:ext cx="2019298" cy="1987551"/>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bwMode="gray">
          <a:xfrm>
            <a:off x="2319338" y="1869743"/>
            <a:ext cx="3052762" cy="2502232"/>
          </a:xfrm>
        </p:spPr>
        <p:txBody>
          <a:bodyPr/>
          <a:lstStyle>
            <a:lvl1pPr marL="0" indent="0" rtl="0">
              <a:buNone/>
              <a:defRPr/>
            </a:lvl1pPr>
          </a:lstStyle>
          <a:p>
            <a:r>
              <a:rPr lang="en-US" dirty="0"/>
              <a:t>Insert image from file by clicking on the icon</a:t>
            </a:r>
          </a:p>
        </p:txBody>
      </p:sp>
      <p:sp>
        <p:nvSpPr>
          <p:cNvPr id="10" name="Bildplatzhalter 9">
            <a:extLst>
              <a:ext uri="{FF2B5EF4-FFF2-40B4-BE49-F238E27FC236}">
                <a16:creationId xmlns:a16="http://schemas.microsoft.com/office/drawing/2014/main" id="{20D74127-2F9F-4278-A92B-109CD06EFE79}"/>
              </a:ext>
            </a:extLst>
          </p:cNvPr>
          <p:cNvSpPr>
            <a:spLocks noGrp="1"/>
          </p:cNvSpPr>
          <p:nvPr>
            <p:ph type="pic" sz="quarter" idx="14" hasCustomPrompt="1"/>
          </p:nvPr>
        </p:nvSpPr>
        <p:spPr bwMode="gray">
          <a:xfrm>
            <a:off x="5372100" y="298449"/>
            <a:ext cx="3470275" cy="4073525"/>
          </a:xfrm>
        </p:spPr>
        <p:txBody>
          <a:bodyPr/>
          <a:lstStyle>
            <a:lvl1pPr marL="0" indent="0" rtl="0">
              <a:buNone/>
              <a:defRPr/>
            </a:lvl1pPr>
          </a:lstStyle>
          <a:p>
            <a:r>
              <a:rPr lang="en-US" dirty="0"/>
              <a:t>Insert image from file by clicking on the icon</a:t>
            </a:r>
          </a:p>
        </p:txBody>
      </p:sp>
      <p:sp>
        <p:nvSpPr>
          <p:cNvPr id="16" name="Textplatzhalter 15">
            <a:extLst>
              <a:ext uri="{FF2B5EF4-FFF2-40B4-BE49-F238E27FC236}">
                <a16:creationId xmlns:a16="http://schemas.microsoft.com/office/drawing/2014/main" id="{44EBAAAC-9B94-4A0A-859E-57BC1C5229EA}"/>
              </a:ext>
            </a:extLst>
          </p:cNvPr>
          <p:cNvSpPr>
            <a:spLocks noGrp="1"/>
          </p:cNvSpPr>
          <p:nvPr>
            <p:ph type="body" sz="quarter" idx="15" hasCustomPrompt="1"/>
          </p:nvPr>
        </p:nvSpPr>
        <p:spPr bwMode="gray">
          <a:xfrm>
            <a:off x="451882" y="2437606"/>
            <a:ext cx="1715612" cy="156902"/>
          </a:xfrm>
        </p:spPr>
        <p:txBody>
          <a:bodyPr>
            <a:noAutofit/>
          </a:bodyPr>
          <a:lstStyle>
            <a:lvl1pPr marL="0" indent="0" rtl="0">
              <a:buNone/>
              <a:defRPr sz="1000" cap="all" baseline="0">
                <a:solidFill>
                  <a:schemeClr val="accent1"/>
                </a:solidFill>
              </a:defRPr>
            </a:lvl1pPr>
          </a:lstStyle>
          <a:p>
            <a:pPr lvl="0"/>
            <a:r>
              <a:rPr lang="en-US" dirty="0"/>
              <a:t>Headline, 10pt</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bwMode="gray">
          <a:xfrm>
            <a:off x="451882" y="2741616"/>
            <a:ext cx="1715612" cy="1506534"/>
          </a:xfrm>
        </p:spPr>
        <p:txBody>
          <a:bodyPr/>
          <a:lstStyle>
            <a:lvl1pPr marL="162000" indent="-162000" rtl="0">
              <a:buFont typeface="Wingdings" panose="05000000000000000000" pitchFamily="2" charset="2"/>
              <a:buChar char="§"/>
              <a:defRPr sz="1000"/>
            </a:lvl1pPr>
            <a:lvl2pPr rtl="0">
              <a:defRPr sz="1000"/>
            </a:lvl2pPr>
          </a:lstStyle>
          <a:p>
            <a:pPr lvl="0"/>
            <a:r>
              <a:rPr lang="en-US" dirty="0"/>
              <a:t>First Level, Segoe UI, 10pt </a:t>
            </a:r>
          </a:p>
          <a:p>
            <a:pPr lvl="1"/>
            <a:r>
              <a:rPr lang="en-US" dirty="0"/>
              <a:t>Second Level</a:t>
            </a:r>
          </a:p>
        </p:txBody>
      </p:sp>
      <p:sp>
        <p:nvSpPr>
          <p:cNvPr id="20" name="Textplatzhalter 19">
            <a:extLst>
              <a:ext uri="{FF2B5EF4-FFF2-40B4-BE49-F238E27FC236}">
                <a16:creationId xmlns:a16="http://schemas.microsoft.com/office/drawing/2014/main" id="{CE3EC1BC-B6DD-43BD-AD6F-A77313948A24}"/>
              </a:ext>
            </a:extLst>
          </p:cNvPr>
          <p:cNvSpPr>
            <a:spLocks noGrp="1"/>
          </p:cNvSpPr>
          <p:nvPr>
            <p:ph type="body" sz="quarter" idx="17" hasCustomPrompt="1"/>
          </p:nvPr>
        </p:nvSpPr>
        <p:spPr bwMode="gray">
          <a:xfrm>
            <a:off x="2601872" y="571134"/>
            <a:ext cx="2487693" cy="1025922"/>
          </a:xfrm>
        </p:spPr>
        <p:txBody>
          <a:bodyPr anchor="ctr">
            <a:noAutofit/>
          </a:bodyPr>
          <a:lstStyle>
            <a:lvl1pPr marL="0" indent="0" rtl="0">
              <a:lnSpc>
                <a:spcPts val="4000"/>
              </a:lnSpc>
              <a:buNone/>
              <a:defRPr sz="4000" cap="all" baseline="0">
                <a:solidFill>
                  <a:schemeClr val="bg1"/>
                </a:solidFill>
              </a:defRPr>
            </a:lvl1pPr>
          </a:lstStyle>
          <a:p>
            <a:pPr lvl="0"/>
            <a:r>
              <a:rPr lang="en-US" dirty="0"/>
              <a:t>Sum/ Number</a:t>
            </a:r>
          </a:p>
        </p:txBody>
      </p:sp>
    </p:spTree>
    <p:extLst>
      <p:ext uri="{BB962C8B-B14F-4D97-AF65-F5344CB8AC3E}">
        <p14:creationId xmlns:p14="http://schemas.microsoft.com/office/powerpoint/2010/main" val="13405106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3 pictures + 3 textboxes + title">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A22DC763-7C98-4BF7-8076-872F267E180F}"/>
              </a:ext>
            </a:extLst>
          </p:cNvPr>
          <p:cNvGraphicFramePr>
            <a:graphicFrameLocks noChangeAspect="1"/>
          </p:cNvGraphicFramePr>
          <p:nvPr userDrawn="1">
            <p:custDataLst>
              <p:tags r:id="rId1"/>
            </p:custDataLst>
            <p:extLst>
              <p:ext uri="{D42A27DB-BD31-4B8C-83A1-F6EECF244321}">
                <p14:modId xmlns:p14="http://schemas.microsoft.com/office/powerpoint/2010/main" val="41400423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A22DC763-7C98-4BF7-8076-872F267E18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3145805" y="1151887"/>
            <a:ext cx="2847600" cy="15227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4" name="Rechteck 13">
            <a:extLst>
              <a:ext uri="{FF2B5EF4-FFF2-40B4-BE49-F238E27FC236}">
                <a16:creationId xmlns:a16="http://schemas.microsoft.com/office/drawing/2014/main" id="{684D0BC2-2BEA-4984-8BCC-B42A4DD96ABE}"/>
              </a:ext>
            </a:extLst>
          </p:cNvPr>
          <p:cNvSpPr>
            <a:spLocks/>
          </p:cNvSpPr>
          <p:nvPr userDrawn="1"/>
        </p:nvSpPr>
        <p:spPr>
          <a:xfrm>
            <a:off x="5991579" y="2849246"/>
            <a:ext cx="2850796" cy="152273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8" y="2849244"/>
            <a:ext cx="2845769" cy="15227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7" y="1151887"/>
            <a:ext cx="2845770" cy="1697354"/>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3145805" y="2674620"/>
            <a:ext cx="2847600" cy="1697354"/>
          </a:xfrm>
        </p:spPr>
        <p:txBody>
          <a:bodyPr/>
          <a:lstStyle>
            <a:lvl1pPr marL="0" indent="0" rtl="0">
              <a:buNone/>
              <a:defRPr/>
            </a:lvl1pPr>
          </a:lstStyle>
          <a:p>
            <a:r>
              <a:rPr lang="en-US" dirty="0"/>
              <a:t>Insert image from file by clicking on the icon</a:t>
            </a:r>
          </a:p>
        </p:txBody>
      </p:sp>
      <p:sp>
        <p:nvSpPr>
          <p:cNvPr id="10" name="Bildplatzhalter 9">
            <a:extLst>
              <a:ext uri="{FF2B5EF4-FFF2-40B4-BE49-F238E27FC236}">
                <a16:creationId xmlns:a16="http://schemas.microsoft.com/office/drawing/2014/main" id="{20D74127-2F9F-4278-A92B-109CD06EFE79}"/>
              </a:ext>
            </a:extLst>
          </p:cNvPr>
          <p:cNvSpPr>
            <a:spLocks noGrp="1"/>
          </p:cNvSpPr>
          <p:nvPr>
            <p:ph type="pic" sz="quarter" idx="14" hasCustomPrompt="1"/>
          </p:nvPr>
        </p:nvSpPr>
        <p:spPr>
          <a:xfrm>
            <a:off x="5992813" y="1151887"/>
            <a:ext cx="2849562" cy="1697354"/>
          </a:xfrm>
        </p:spPr>
        <p:txBody>
          <a:bodyPr/>
          <a:lstStyle>
            <a:lvl1pPr marL="0" indent="0" rtl="0">
              <a:buNone/>
              <a:defRPr/>
            </a:lvl1pPr>
          </a:lstStyle>
          <a:p>
            <a:r>
              <a:rPr lang="en-US" dirty="0"/>
              <a:t>Insert image from file by clicking on the icon</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9" y="3070224"/>
            <a:ext cx="2281590" cy="1106845"/>
          </a:xfrm>
        </p:spPr>
        <p:txBody>
          <a:bodyPr/>
          <a:lstStyle>
            <a:lvl1pPr marL="162000" indent="-162000" rtl="0">
              <a:buFont typeface="Wingdings" panose="05000000000000000000" pitchFamily="2" charset="2"/>
              <a:buChar char="§"/>
              <a:defRPr sz="1200"/>
            </a:lvl1pPr>
            <a:lvl2pPr rtl="0">
              <a:defRPr sz="1200"/>
            </a:lvl2pPr>
          </a:lstStyle>
          <a:p>
            <a:pPr lvl="0"/>
            <a:r>
              <a:rPr lang="en-US" dirty="0"/>
              <a:t>First Level, Segoe UI, 12pt </a:t>
            </a:r>
          </a:p>
          <a:p>
            <a:pPr lvl="1"/>
            <a:r>
              <a:rPr lang="en-US" dirty="0"/>
              <a:t>Second Level</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3427746" y="1372866"/>
            <a:ext cx="2281896" cy="1107657"/>
          </a:xfrm>
        </p:spPr>
        <p:txBody>
          <a:bodyPr/>
          <a:lstStyle>
            <a:lvl1pPr marL="162000" indent="-162000" rtl="0">
              <a:buFont typeface="Wingdings" panose="05000000000000000000" pitchFamily="2" charset="2"/>
              <a:buChar char="§"/>
              <a:defRPr sz="1200"/>
            </a:lvl1pPr>
            <a:lvl2pPr rtl="0">
              <a:defRPr sz="1200"/>
            </a:lvl2pPr>
            <a:lvl3pPr>
              <a:defRPr sz="1000"/>
            </a:lvl3pPr>
            <a:lvl4pPr>
              <a:defRPr sz="1000"/>
            </a:lvl4pPr>
            <a:lvl5pPr>
              <a:defRPr sz="1000"/>
            </a:lvl5pPr>
          </a:lstStyle>
          <a:p>
            <a:pPr lvl="0"/>
            <a:r>
              <a:rPr lang="en-US" dirty="0"/>
              <a:t>First Level, Segoe UI, 12pt </a:t>
            </a:r>
          </a:p>
          <a:p>
            <a:pPr lvl="1"/>
            <a:r>
              <a:rPr lang="en-US" dirty="0"/>
              <a:t>Second Level</a:t>
            </a:r>
          </a:p>
        </p:txBody>
      </p:sp>
      <p:sp>
        <p:nvSpPr>
          <p:cNvPr id="22" name="Textplatzhalter 21">
            <a:extLst>
              <a:ext uri="{FF2B5EF4-FFF2-40B4-BE49-F238E27FC236}">
                <a16:creationId xmlns:a16="http://schemas.microsoft.com/office/drawing/2014/main" id="{095A11F8-0E42-4080-B86D-63341C6F3C2B}"/>
              </a:ext>
            </a:extLst>
          </p:cNvPr>
          <p:cNvSpPr>
            <a:spLocks noGrp="1"/>
          </p:cNvSpPr>
          <p:nvPr>
            <p:ph type="body" sz="quarter" idx="20" hasCustomPrompt="1"/>
          </p:nvPr>
        </p:nvSpPr>
        <p:spPr>
          <a:xfrm>
            <a:off x="6273516" y="3070226"/>
            <a:ext cx="2281896" cy="1108868"/>
          </a:xfrm>
        </p:spPr>
        <p:txBody>
          <a:bodyPr/>
          <a:lstStyle>
            <a:lvl1pPr marL="162000" indent="-162000" rtl="0">
              <a:buFont typeface="Wingdings" panose="05000000000000000000" pitchFamily="2" charset="2"/>
              <a:buChar char="§"/>
              <a:defRPr sz="1200"/>
            </a:lvl1pPr>
            <a:lvl2pPr rtl="0">
              <a:defRPr sz="1200"/>
            </a:lvl2pPr>
            <a:lvl3pPr>
              <a:defRPr sz="1000"/>
            </a:lvl3pPr>
            <a:lvl4pPr>
              <a:defRPr sz="1000"/>
            </a:lvl4pPr>
            <a:lvl5pPr>
              <a:defRPr sz="1000"/>
            </a:lvl5pPr>
          </a:lstStyle>
          <a:p>
            <a:pPr lvl="0"/>
            <a:r>
              <a:rPr lang="en-US" dirty="0"/>
              <a:t>First Level, Segoe UI, 12pt </a:t>
            </a:r>
          </a:p>
          <a:p>
            <a:pPr lvl="1"/>
            <a:r>
              <a:rPr lang="en-US" dirty="0"/>
              <a:t>Second Level</a:t>
            </a:r>
          </a:p>
        </p:txBody>
      </p:sp>
      <p:sp>
        <p:nvSpPr>
          <p:cNvPr id="5" name="Titel 4">
            <a:extLst>
              <a:ext uri="{FF2B5EF4-FFF2-40B4-BE49-F238E27FC236}">
                <a16:creationId xmlns:a16="http://schemas.microsoft.com/office/drawing/2014/main" id="{A6D664C7-0545-4A14-9DCB-BE8E2F69308D}"/>
              </a:ext>
            </a:extLst>
          </p:cNvPr>
          <p:cNvSpPr>
            <a:spLocks noGrp="1"/>
          </p:cNvSpPr>
          <p:nvPr>
            <p:ph type="title" hasCustomPrompt="1"/>
          </p:nvPr>
        </p:nvSpPr>
        <p:spPr/>
        <p:txBody>
          <a:bodyPr vert="horz"/>
          <a:lstStyle/>
          <a:p>
            <a:r>
              <a:rPr lang="en-US" dirty="0"/>
              <a:t>Slide Title, Segoe UI, 24pt</a:t>
            </a:r>
            <a:br>
              <a:rPr lang="en-US" dirty="0"/>
            </a:br>
            <a:r>
              <a:rPr lang="en-US" dirty="0"/>
              <a:t>Max. 2 Lines</a:t>
            </a:r>
          </a:p>
        </p:txBody>
      </p:sp>
    </p:spTree>
    <p:extLst>
      <p:ext uri="{BB962C8B-B14F-4D97-AF65-F5344CB8AC3E}">
        <p14:creationId xmlns:p14="http://schemas.microsoft.com/office/powerpoint/2010/main" val="125488509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 pictures + 2 textboxes + title">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86BEC144-9259-411C-8919-2BAF1C6F11CF}"/>
              </a:ext>
            </a:extLst>
          </p:cNvPr>
          <p:cNvGraphicFramePr>
            <a:graphicFrameLocks noChangeAspect="1"/>
          </p:cNvGraphicFramePr>
          <p:nvPr userDrawn="1">
            <p:custDataLst>
              <p:tags r:id="rId1"/>
            </p:custDataLst>
            <p:extLst>
              <p:ext uri="{D42A27DB-BD31-4B8C-83A1-F6EECF244321}">
                <p14:modId xmlns:p14="http://schemas.microsoft.com/office/powerpoint/2010/main" val="19977611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86BEC144-9259-411C-8919-2BAF1C6F11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4577746" y="1151887"/>
            <a:ext cx="4264629" cy="15127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9" y="2858284"/>
            <a:ext cx="4277707" cy="151369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6" y="1151884"/>
            <a:ext cx="4277710" cy="1706400"/>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4577746" y="2664619"/>
            <a:ext cx="4264629" cy="1707355"/>
          </a:xfrm>
        </p:spPr>
        <p:txBody>
          <a:bodyPr/>
          <a:lstStyle>
            <a:lvl1pPr marL="0" indent="0" rtl="0">
              <a:buNone/>
              <a:defRPr/>
            </a:lvl1pPr>
          </a:lstStyle>
          <a:p>
            <a:r>
              <a:rPr lang="en-US" dirty="0"/>
              <a:t>Insert image from file by clicking on the icon</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8" y="3086884"/>
            <a:ext cx="3707066" cy="1048947"/>
          </a:xfrm>
        </p:spPr>
        <p:txBody>
          <a:bodyPr/>
          <a:lstStyle>
            <a:lvl1pPr marL="162000" indent="-162000" rtl="0">
              <a:buFont typeface="Wingdings" panose="05000000000000000000" pitchFamily="2" charset="2"/>
              <a:buChar char="§"/>
              <a:defRPr sz="1200"/>
            </a:lvl1pPr>
            <a:lvl2pPr rtl="0">
              <a:defRPr sz="1200"/>
            </a:lvl2pPr>
          </a:lstStyle>
          <a:p>
            <a:pPr lvl="0"/>
            <a:r>
              <a:rPr lang="en-US" dirty="0"/>
              <a:t>First Level, Segoe UI, 12pt </a:t>
            </a:r>
          </a:p>
          <a:p>
            <a:pPr lvl="1"/>
            <a:r>
              <a:rPr lang="en-US" dirty="0"/>
              <a:t>Second Level</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4851034" y="1380487"/>
            <a:ext cx="3708000" cy="1048388"/>
          </a:xfrm>
        </p:spPr>
        <p:txBody>
          <a:bodyPr/>
          <a:lstStyle>
            <a:lvl1pPr marL="162000" indent="-162000" rtl="0">
              <a:buFont typeface="Wingdings" panose="05000000000000000000" pitchFamily="2" charset="2"/>
              <a:buChar char="§"/>
              <a:defRPr sz="1200"/>
            </a:lvl1pPr>
            <a:lvl2pPr rtl="0">
              <a:defRPr sz="1200"/>
            </a:lvl2pPr>
            <a:lvl3pPr>
              <a:defRPr sz="1000"/>
            </a:lvl3pPr>
            <a:lvl4pPr>
              <a:defRPr sz="1000"/>
            </a:lvl4pPr>
            <a:lvl5pPr>
              <a:defRPr sz="1000"/>
            </a:lvl5pPr>
          </a:lstStyle>
          <a:p>
            <a:pPr lvl="0"/>
            <a:r>
              <a:rPr lang="en-US" dirty="0"/>
              <a:t>First Level, Segoe UI, 12pt </a:t>
            </a:r>
          </a:p>
          <a:p>
            <a:pPr lvl="1"/>
            <a:r>
              <a:rPr lang="en-US" dirty="0"/>
              <a:t>Second Level</a:t>
            </a:r>
          </a:p>
        </p:txBody>
      </p:sp>
      <p:sp>
        <p:nvSpPr>
          <p:cNvPr id="10" name="Titel 9">
            <a:extLst>
              <a:ext uri="{FF2B5EF4-FFF2-40B4-BE49-F238E27FC236}">
                <a16:creationId xmlns:a16="http://schemas.microsoft.com/office/drawing/2014/main" id="{E947B689-263C-46D8-BD1A-F32003D467FF}"/>
              </a:ext>
            </a:extLst>
          </p:cNvPr>
          <p:cNvSpPr>
            <a:spLocks noGrp="1"/>
          </p:cNvSpPr>
          <p:nvPr>
            <p:ph type="title" hasCustomPrompt="1"/>
          </p:nvPr>
        </p:nvSpPr>
        <p:spPr/>
        <p:txBody>
          <a:bodyPr vert="horz"/>
          <a:lstStyle/>
          <a:p>
            <a:r>
              <a:rPr lang="en-US" dirty="0"/>
              <a:t>Slide Title, Segoe UI, 24pt</a:t>
            </a:r>
            <a:br>
              <a:rPr lang="en-US" dirty="0"/>
            </a:br>
            <a:r>
              <a:rPr lang="en-US" dirty="0"/>
              <a:t>Max. 2 Lines</a:t>
            </a:r>
          </a:p>
        </p:txBody>
      </p:sp>
    </p:spTree>
    <p:extLst>
      <p:ext uri="{BB962C8B-B14F-4D97-AF65-F5344CB8AC3E}">
        <p14:creationId xmlns:p14="http://schemas.microsoft.com/office/powerpoint/2010/main" val="10121260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pictures + 3 textboxe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A22DC763-7C98-4BF7-8076-872F267E180F}"/>
              </a:ext>
            </a:extLst>
          </p:cNvPr>
          <p:cNvGraphicFramePr>
            <a:graphicFrameLocks noChangeAspect="1"/>
          </p:cNvGraphicFramePr>
          <p:nvPr userDrawn="1">
            <p:custDataLst>
              <p:tags r:id="rId1"/>
            </p:custDataLst>
            <p:extLst>
              <p:ext uri="{D42A27DB-BD31-4B8C-83A1-F6EECF244321}">
                <p14:modId xmlns:p14="http://schemas.microsoft.com/office/powerpoint/2010/main" val="11317753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A22DC763-7C98-4BF7-8076-872F267E180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3145805" y="298447"/>
            <a:ext cx="2847600" cy="191931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4" name="Rechteck 13">
            <a:extLst>
              <a:ext uri="{FF2B5EF4-FFF2-40B4-BE49-F238E27FC236}">
                <a16:creationId xmlns:a16="http://schemas.microsoft.com/office/drawing/2014/main" id="{684D0BC2-2BEA-4984-8BCC-B42A4DD96ABE}"/>
              </a:ext>
            </a:extLst>
          </p:cNvPr>
          <p:cNvSpPr>
            <a:spLocks/>
          </p:cNvSpPr>
          <p:nvPr userDrawn="1"/>
        </p:nvSpPr>
        <p:spPr>
          <a:xfrm>
            <a:off x="5991579" y="2490716"/>
            <a:ext cx="2850796" cy="1881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8" y="2490716"/>
            <a:ext cx="2845769" cy="1881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7" y="298449"/>
            <a:ext cx="2845770" cy="2192267"/>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3145805" y="2217759"/>
            <a:ext cx="2847600" cy="2154215"/>
          </a:xfrm>
        </p:spPr>
        <p:txBody>
          <a:bodyPr/>
          <a:lstStyle>
            <a:lvl1pPr marL="0" indent="0" rtl="0">
              <a:buNone/>
              <a:defRPr/>
            </a:lvl1pPr>
          </a:lstStyle>
          <a:p>
            <a:r>
              <a:rPr lang="en-US" dirty="0"/>
              <a:t>Insert image from file by clicking on the icon</a:t>
            </a:r>
          </a:p>
        </p:txBody>
      </p:sp>
      <p:sp>
        <p:nvSpPr>
          <p:cNvPr id="10" name="Bildplatzhalter 9">
            <a:extLst>
              <a:ext uri="{FF2B5EF4-FFF2-40B4-BE49-F238E27FC236}">
                <a16:creationId xmlns:a16="http://schemas.microsoft.com/office/drawing/2014/main" id="{20D74127-2F9F-4278-A92B-109CD06EFE79}"/>
              </a:ext>
            </a:extLst>
          </p:cNvPr>
          <p:cNvSpPr>
            <a:spLocks noGrp="1"/>
          </p:cNvSpPr>
          <p:nvPr>
            <p:ph type="pic" sz="quarter" idx="14" hasCustomPrompt="1"/>
          </p:nvPr>
        </p:nvSpPr>
        <p:spPr>
          <a:xfrm>
            <a:off x="5992813" y="298450"/>
            <a:ext cx="2849562" cy="2192267"/>
          </a:xfrm>
        </p:spPr>
        <p:txBody>
          <a:bodyPr/>
          <a:lstStyle>
            <a:lvl1pPr marL="0" indent="0" rtl="0">
              <a:buNone/>
              <a:defRPr/>
            </a:lvl1pPr>
          </a:lstStyle>
          <a:p>
            <a:r>
              <a:rPr lang="en-US" dirty="0"/>
              <a:t>Insert image from file by clicking on the icon</a:t>
            </a:r>
          </a:p>
        </p:txBody>
      </p:sp>
      <p:sp>
        <p:nvSpPr>
          <p:cNvPr id="16" name="Textplatzhalter 15">
            <a:extLst>
              <a:ext uri="{FF2B5EF4-FFF2-40B4-BE49-F238E27FC236}">
                <a16:creationId xmlns:a16="http://schemas.microsoft.com/office/drawing/2014/main" id="{44EBAAAC-9B94-4A0A-859E-57BC1C5229EA}"/>
              </a:ext>
            </a:extLst>
          </p:cNvPr>
          <p:cNvSpPr>
            <a:spLocks noGrp="1"/>
          </p:cNvSpPr>
          <p:nvPr>
            <p:ph type="body" sz="quarter" idx="15" hasCustomPrompt="1"/>
          </p:nvPr>
        </p:nvSpPr>
        <p:spPr>
          <a:xfrm>
            <a:off x="582130" y="2717054"/>
            <a:ext cx="2281590" cy="498598"/>
          </a:xfrm>
        </p:spPr>
        <p:txBody>
          <a:bodyPr>
            <a:noAutofit/>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9" y="3302000"/>
            <a:ext cx="2281590" cy="784225"/>
          </a:xfrm>
        </p:spPr>
        <p:txBody>
          <a:bodyPr/>
          <a:lstStyle>
            <a:lvl1pPr marL="162000" indent="-162000" rtl="0">
              <a:buFont typeface="Wingdings" panose="05000000000000000000" pitchFamily="2" charset="2"/>
              <a:buChar char="§"/>
              <a:defRPr sz="1000"/>
            </a:lvl1pPr>
            <a:lvl2pPr rtl="0">
              <a:defRPr sz="1000"/>
            </a:lvl2pPr>
          </a:lstStyle>
          <a:p>
            <a:pPr lvl="0"/>
            <a:r>
              <a:rPr lang="en-US" dirty="0"/>
              <a:t>First Level, Segoe UI, 10pt </a:t>
            </a:r>
          </a:p>
          <a:p>
            <a:pPr lvl="1"/>
            <a:r>
              <a:rPr lang="en-US" dirty="0"/>
              <a:t>Second Level</a:t>
            </a:r>
          </a:p>
        </p:txBody>
      </p:sp>
      <p:sp>
        <p:nvSpPr>
          <p:cNvPr id="9" name="Textplatzhalter 8">
            <a:extLst>
              <a:ext uri="{FF2B5EF4-FFF2-40B4-BE49-F238E27FC236}">
                <a16:creationId xmlns:a16="http://schemas.microsoft.com/office/drawing/2014/main" id="{60F7FBCD-4838-4858-9B02-5770B636AC3D}"/>
              </a:ext>
            </a:extLst>
          </p:cNvPr>
          <p:cNvSpPr>
            <a:spLocks noGrp="1"/>
          </p:cNvSpPr>
          <p:nvPr>
            <p:ph type="body" sz="quarter" idx="17" hasCustomPrompt="1"/>
          </p:nvPr>
        </p:nvSpPr>
        <p:spPr>
          <a:xfrm>
            <a:off x="3427746" y="552096"/>
            <a:ext cx="2281896" cy="500400"/>
          </a:xfrm>
        </p:spPr>
        <p:txBody>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3427746" y="1124390"/>
            <a:ext cx="2281896" cy="784800"/>
          </a:xfrm>
        </p:spPr>
        <p:txBody>
          <a:bodyPr/>
          <a:lstStyle>
            <a:lvl1pPr marL="162000" indent="-162000" rtl="0">
              <a:buFont typeface="Wingdings" panose="05000000000000000000" pitchFamily="2" charset="2"/>
              <a:buChar char="§"/>
              <a:defRPr sz="1000"/>
            </a:lvl1pPr>
            <a:lvl2pPr rtl="0">
              <a:defRPr sz="1000"/>
            </a:lvl2pPr>
            <a:lvl3pPr>
              <a:defRPr sz="1000"/>
            </a:lvl3pPr>
            <a:lvl4pPr>
              <a:defRPr sz="1000"/>
            </a:lvl4pPr>
            <a:lvl5pPr>
              <a:defRPr sz="1000"/>
            </a:lvl5pPr>
          </a:lstStyle>
          <a:p>
            <a:pPr lvl="0"/>
            <a:r>
              <a:rPr lang="en-US" dirty="0"/>
              <a:t>First Level, Segoe UI, 10pt </a:t>
            </a:r>
          </a:p>
          <a:p>
            <a:pPr lvl="1"/>
            <a:r>
              <a:rPr lang="en-US" dirty="0"/>
              <a:t>Second Level</a:t>
            </a:r>
          </a:p>
        </p:txBody>
      </p:sp>
      <p:sp>
        <p:nvSpPr>
          <p:cNvPr id="19" name="Textplatzhalter 18">
            <a:extLst>
              <a:ext uri="{FF2B5EF4-FFF2-40B4-BE49-F238E27FC236}">
                <a16:creationId xmlns:a16="http://schemas.microsoft.com/office/drawing/2014/main" id="{34410347-E07E-4B83-8D69-8A994CBA34B7}"/>
              </a:ext>
            </a:extLst>
          </p:cNvPr>
          <p:cNvSpPr>
            <a:spLocks noGrp="1"/>
          </p:cNvSpPr>
          <p:nvPr>
            <p:ph type="body" sz="quarter" idx="19" hasCustomPrompt="1"/>
          </p:nvPr>
        </p:nvSpPr>
        <p:spPr>
          <a:xfrm>
            <a:off x="6273516" y="2717054"/>
            <a:ext cx="2281896" cy="500400"/>
          </a:xfrm>
        </p:spPr>
        <p:txBody>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22" name="Textplatzhalter 21">
            <a:extLst>
              <a:ext uri="{FF2B5EF4-FFF2-40B4-BE49-F238E27FC236}">
                <a16:creationId xmlns:a16="http://schemas.microsoft.com/office/drawing/2014/main" id="{095A11F8-0E42-4080-B86D-63341C6F3C2B}"/>
              </a:ext>
            </a:extLst>
          </p:cNvPr>
          <p:cNvSpPr>
            <a:spLocks noGrp="1"/>
          </p:cNvSpPr>
          <p:nvPr>
            <p:ph type="body" sz="quarter" idx="20" hasCustomPrompt="1"/>
          </p:nvPr>
        </p:nvSpPr>
        <p:spPr>
          <a:xfrm>
            <a:off x="6273516" y="3300567"/>
            <a:ext cx="2281896" cy="785658"/>
          </a:xfrm>
        </p:spPr>
        <p:txBody>
          <a:bodyPr/>
          <a:lstStyle>
            <a:lvl1pPr marL="162000" indent="-162000" rtl="0">
              <a:buFont typeface="Wingdings" panose="05000000000000000000" pitchFamily="2" charset="2"/>
              <a:buChar char="§"/>
              <a:defRPr sz="1000"/>
            </a:lvl1pPr>
            <a:lvl2pPr rtl="0">
              <a:defRPr sz="1000"/>
            </a:lvl2pPr>
            <a:lvl3pPr>
              <a:defRPr sz="1000"/>
            </a:lvl3pPr>
            <a:lvl4pPr>
              <a:defRPr sz="1000"/>
            </a:lvl4pPr>
            <a:lvl5pPr>
              <a:defRPr sz="1000"/>
            </a:lvl5pPr>
          </a:lstStyle>
          <a:p>
            <a:pPr lvl="0"/>
            <a:r>
              <a:rPr lang="en-US" dirty="0"/>
              <a:t>First Level, Segoe UI, 10pt </a:t>
            </a:r>
          </a:p>
          <a:p>
            <a:pPr lvl="1"/>
            <a:r>
              <a:rPr lang="en-US" dirty="0"/>
              <a:t>Second Level</a:t>
            </a:r>
          </a:p>
        </p:txBody>
      </p:sp>
    </p:spTree>
    <p:extLst>
      <p:ext uri="{BB962C8B-B14F-4D97-AF65-F5344CB8AC3E}">
        <p14:creationId xmlns:p14="http://schemas.microsoft.com/office/powerpoint/2010/main" val="105967012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 pictures + 2 textboxes">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86BEC144-9259-411C-8919-2BAF1C6F11CF}"/>
              </a:ext>
            </a:extLst>
          </p:cNvPr>
          <p:cNvGraphicFramePr>
            <a:graphicFrameLocks noChangeAspect="1"/>
          </p:cNvGraphicFramePr>
          <p:nvPr userDrawn="1">
            <p:custDataLst>
              <p:tags r:id="rId1"/>
            </p:custDataLst>
            <p:extLst>
              <p:ext uri="{D42A27DB-BD31-4B8C-83A1-F6EECF244321}">
                <p14:modId xmlns:p14="http://schemas.microsoft.com/office/powerpoint/2010/main" val="39549050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86BEC144-9259-411C-8919-2BAF1C6F11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Rechteck 10">
            <a:extLst>
              <a:ext uri="{FF2B5EF4-FFF2-40B4-BE49-F238E27FC236}">
                <a16:creationId xmlns:a16="http://schemas.microsoft.com/office/drawing/2014/main" id="{EDA71EEB-5E99-46AD-A947-C6E176BC18E0}"/>
              </a:ext>
            </a:extLst>
          </p:cNvPr>
          <p:cNvSpPr>
            <a:spLocks/>
          </p:cNvSpPr>
          <p:nvPr userDrawn="1"/>
        </p:nvSpPr>
        <p:spPr>
          <a:xfrm>
            <a:off x="4577746" y="298447"/>
            <a:ext cx="4264629" cy="18335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12" name="Rechteck 11">
            <a:extLst>
              <a:ext uri="{FF2B5EF4-FFF2-40B4-BE49-F238E27FC236}">
                <a16:creationId xmlns:a16="http://schemas.microsoft.com/office/drawing/2014/main" id="{7969D756-CEC2-4FF9-80B5-C0874EA7AC56}"/>
              </a:ext>
            </a:extLst>
          </p:cNvPr>
          <p:cNvSpPr>
            <a:spLocks/>
          </p:cNvSpPr>
          <p:nvPr userDrawn="1"/>
        </p:nvSpPr>
        <p:spPr>
          <a:xfrm>
            <a:off x="300039" y="2538414"/>
            <a:ext cx="4277707" cy="18335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rtl="0"/>
            <a:endParaRPr lang="en-US" dirty="0"/>
          </a:p>
        </p:txBody>
      </p:sp>
      <p:sp>
        <p:nvSpPr>
          <p:cNvPr id="3" name="Fußzeilenplatzhalter 2">
            <a:extLst>
              <a:ext uri="{FF2B5EF4-FFF2-40B4-BE49-F238E27FC236}">
                <a16:creationId xmlns:a16="http://schemas.microsoft.com/office/drawing/2014/main" id="{EB95F812-C8DA-4443-B6FB-3D0F7B0BA0FA}"/>
              </a:ext>
            </a:extLst>
          </p:cNvPr>
          <p:cNvSpPr>
            <a:spLocks noGrp="1"/>
          </p:cNvSpPr>
          <p:nvPr>
            <p:ph type="ftr" sz="quarter" idx="10"/>
          </p:nvPr>
        </p:nvSpPr>
        <p:spPr/>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EE2CAEF-25CC-4015-9DE2-7AE7C2A71D80}"/>
              </a:ext>
            </a:extLst>
          </p:cNvPr>
          <p:cNvSpPr>
            <a:spLocks noGrp="1"/>
          </p:cNvSpPr>
          <p:nvPr>
            <p:ph type="sldNum" sz="quarter" idx="11"/>
          </p:nvPr>
        </p:nvSpPr>
        <p:spPr/>
        <p:txBody>
          <a:bodyPr/>
          <a:lstStyle>
            <a:lvl1pPr rtl="0">
              <a:defRPr/>
            </a:lvl1pPr>
          </a:lstStyle>
          <a:p>
            <a:fld id="{54413C03-D129-4B04-B289-283874789DC0}" type="slidenum">
              <a:rPr lang="en-US" smtClean="0"/>
              <a:pPr/>
              <a:t>‹#›</a:t>
            </a:fld>
            <a:endParaRPr lang="en-US" dirty="0"/>
          </a:p>
        </p:txBody>
      </p:sp>
      <p:sp>
        <p:nvSpPr>
          <p:cNvPr id="6" name="Bildplatzhalter 5">
            <a:extLst>
              <a:ext uri="{FF2B5EF4-FFF2-40B4-BE49-F238E27FC236}">
                <a16:creationId xmlns:a16="http://schemas.microsoft.com/office/drawing/2014/main" id="{996F566D-2A4A-4013-AA0B-632F665A661E}"/>
              </a:ext>
            </a:extLst>
          </p:cNvPr>
          <p:cNvSpPr>
            <a:spLocks noGrp="1"/>
          </p:cNvSpPr>
          <p:nvPr>
            <p:ph type="pic" sz="quarter" idx="12" hasCustomPrompt="1"/>
          </p:nvPr>
        </p:nvSpPr>
        <p:spPr>
          <a:xfrm>
            <a:off x="300036" y="298449"/>
            <a:ext cx="4277710" cy="2239965"/>
          </a:xfrm>
        </p:spPr>
        <p:txBody>
          <a:bodyPr/>
          <a:lstStyle>
            <a:lvl1pPr marL="0" indent="0" rtl="0">
              <a:buNone/>
              <a:defRPr/>
            </a:lvl1pPr>
          </a:lstStyle>
          <a:p>
            <a:r>
              <a:rPr lang="en-US" dirty="0"/>
              <a:t>Insert image from file by clicking on the icon</a:t>
            </a:r>
          </a:p>
        </p:txBody>
      </p:sp>
      <p:sp>
        <p:nvSpPr>
          <p:cNvPr id="8" name="Bildplatzhalter 7">
            <a:extLst>
              <a:ext uri="{FF2B5EF4-FFF2-40B4-BE49-F238E27FC236}">
                <a16:creationId xmlns:a16="http://schemas.microsoft.com/office/drawing/2014/main" id="{69F2D387-9A87-4B98-80C0-8CD6B9184DF1}"/>
              </a:ext>
            </a:extLst>
          </p:cNvPr>
          <p:cNvSpPr>
            <a:spLocks noGrp="1"/>
          </p:cNvSpPr>
          <p:nvPr>
            <p:ph type="pic" sz="quarter" idx="13" hasCustomPrompt="1"/>
          </p:nvPr>
        </p:nvSpPr>
        <p:spPr>
          <a:xfrm>
            <a:off x="4577746" y="2132009"/>
            <a:ext cx="4264629" cy="2239965"/>
          </a:xfrm>
        </p:spPr>
        <p:txBody>
          <a:bodyPr/>
          <a:lstStyle>
            <a:lvl1pPr marL="0" indent="0" rtl="0">
              <a:buNone/>
              <a:defRPr/>
            </a:lvl1pPr>
          </a:lstStyle>
          <a:p>
            <a:r>
              <a:rPr lang="en-US" dirty="0"/>
              <a:t>Insert image from file by clicking on the icon</a:t>
            </a:r>
          </a:p>
        </p:txBody>
      </p:sp>
      <p:sp>
        <p:nvSpPr>
          <p:cNvPr id="16" name="Textplatzhalter 15">
            <a:extLst>
              <a:ext uri="{FF2B5EF4-FFF2-40B4-BE49-F238E27FC236}">
                <a16:creationId xmlns:a16="http://schemas.microsoft.com/office/drawing/2014/main" id="{44EBAAAC-9B94-4A0A-859E-57BC1C5229EA}"/>
              </a:ext>
            </a:extLst>
          </p:cNvPr>
          <p:cNvSpPr>
            <a:spLocks noGrp="1"/>
          </p:cNvSpPr>
          <p:nvPr>
            <p:ph type="body" sz="quarter" idx="15" hasCustomPrompt="1"/>
          </p:nvPr>
        </p:nvSpPr>
        <p:spPr>
          <a:xfrm>
            <a:off x="582128" y="2807547"/>
            <a:ext cx="3707066" cy="249299"/>
          </a:xfrm>
        </p:spPr>
        <p:txBody>
          <a:bodyPr>
            <a:noAutofit/>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8" name="Textplatzhalter 17">
            <a:extLst>
              <a:ext uri="{FF2B5EF4-FFF2-40B4-BE49-F238E27FC236}">
                <a16:creationId xmlns:a16="http://schemas.microsoft.com/office/drawing/2014/main" id="{F4CF401C-DE73-4E05-B8D1-DB50DE944C2E}"/>
              </a:ext>
            </a:extLst>
          </p:cNvPr>
          <p:cNvSpPr>
            <a:spLocks noGrp="1"/>
          </p:cNvSpPr>
          <p:nvPr>
            <p:ph type="body" sz="quarter" idx="16" hasCustomPrompt="1"/>
          </p:nvPr>
        </p:nvSpPr>
        <p:spPr>
          <a:xfrm>
            <a:off x="582128" y="3154368"/>
            <a:ext cx="3707066" cy="950907"/>
          </a:xfrm>
        </p:spPr>
        <p:txBody>
          <a:bodyPr/>
          <a:lstStyle>
            <a:lvl1pPr marL="162000" indent="-162000" rtl="0">
              <a:buFont typeface="Wingdings" panose="05000000000000000000" pitchFamily="2" charset="2"/>
              <a:buChar char="§"/>
              <a:defRPr sz="1000"/>
            </a:lvl1pPr>
            <a:lvl2pPr rtl="0">
              <a:defRPr sz="1000"/>
            </a:lvl2pPr>
          </a:lstStyle>
          <a:p>
            <a:pPr lvl="0"/>
            <a:r>
              <a:rPr lang="en-US" dirty="0"/>
              <a:t>First Level, Segoe UI, 10pt </a:t>
            </a:r>
          </a:p>
          <a:p>
            <a:pPr lvl="1"/>
            <a:r>
              <a:rPr lang="en-US" dirty="0"/>
              <a:t>Second Level</a:t>
            </a:r>
          </a:p>
        </p:txBody>
      </p:sp>
      <p:sp>
        <p:nvSpPr>
          <p:cNvPr id="9" name="Textplatzhalter 8">
            <a:extLst>
              <a:ext uri="{FF2B5EF4-FFF2-40B4-BE49-F238E27FC236}">
                <a16:creationId xmlns:a16="http://schemas.microsoft.com/office/drawing/2014/main" id="{60F7FBCD-4838-4858-9B02-5770B636AC3D}"/>
              </a:ext>
            </a:extLst>
          </p:cNvPr>
          <p:cNvSpPr>
            <a:spLocks noGrp="1"/>
          </p:cNvSpPr>
          <p:nvPr>
            <p:ph type="body" sz="quarter" idx="17" hasCustomPrompt="1"/>
          </p:nvPr>
        </p:nvSpPr>
        <p:spPr>
          <a:xfrm>
            <a:off x="4851034" y="606687"/>
            <a:ext cx="3708000" cy="249299"/>
          </a:xfrm>
        </p:spPr>
        <p:txBody>
          <a:bodyPr>
            <a:noAutofit/>
          </a:bodyPr>
          <a:lstStyle>
            <a:lvl1pPr marL="0" indent="0" rtl="0">
              <a:lnSpc>
                <a:spcPct val="90000"/>
              </a:lnSpc>
              <a:buNone/>
              <a:defRPr sz="1800" cap="all" baseline="0">
                <a:solidFill>
                  <a:schemeClr val="accent1"/>
                </a:solidFill>
              </a:defRPr>
            </a:lvl1pPr>
          </a:lstStyle>
          <a:p>
            <a:pPr lvl="0"/>
            <a:r>
              <a:rPr lang="en-US" dirty="0"/>
              <a:t>Headline, Segoe UI, 18pt</a:t>
            </a:r>
          </a:p>
        </p:txBody>
      </p:sp>
      <p:sp>
        <p:nvSpPr>
          <p:cNvPr id="15" name="Textplatzhalter 14">
            <a:extLst>
              <a:ext uri="{FF2B5EF4-FFF2-40B4-BE49-F238E27FC236}">
                <a16:creationId xmlns:a16="http://schemas.microsoft.com/office/drawing/2014/main" id="{5F00088E-BD27-4075-9D51-FDAB7868F927}"/>
              </a:ext>
            </a:extLst>
          </p:cNvPr>
          <p:cNvSpPr>
            <a:spLocks noGrp="1"/>
          </p:cNvSpPr>
          <p:nvPr>
            <p:ph type="body" sz="quarter" idx="18" hasCustomPrompt="1"/>
          </p:nvPr>
        </p:nvSpPr>
        <p:spPr>
          <a:xfrm>
            <a:off x="4851034" y="943794"/>
            <a:ext cx="3708000" cy="950400"/>
          </a:xfrm>
        </p:spPr>
        <p:txBody>
          <a:bodyPr/>
          <a:lstStyle>
            <a:lvl1pPr marL="162000" indent="-162000" rtl="0">
              <a:buFont typeface="Wingdings" panose="05000000000000000000" pitchFamily="2" charset="2"/>
              <a:buChar char="§"/>
              <a:defRPr sz="1000"/>
            </a:lvl1pPr>
            <a:lvl2pPr rtl="0">
              <a:defRPr sz="1000"/>
            </a:lvl2pPr>
            <a:lvl3pPr>
              <a:defRPr sz="1000"/>
            </a:lvl3pPr>
            <a:lvl4pPr>
              <a:defRPr sz="1000"/>
            </a:lvl4pPr>
            <a:lvl5pPr>
              <a:defRPr sz="1000"/>
            </a:lvl5pPr>
          </a:lstStyle>
          <a:p>
            <a:pPr lvl="0"/>
            <a:r>
              <a:rPr lang="en-US" dirty="0"/>
              <a:t>First Level, Segoe UI, 10pt </a:t>
            </a:r>
          </a:p>
          <a:p>
            <a:pPr lvl="1"/>
            <a:r>
              <a:rPr lang="en-US" dirty="0"/>
              <a:t>Second Level</a:t>
            </a:r>
          </a:p>
        </p:txBody>
      </p:sp>
    </p:spTree>
    <p:extLst>
      <p:ext uri="{BB962C8B-B14F-4D97-AF65-F5344CB8AC3E}">
        <p14:creationId xmlns:p14="http://schemas.microsoft.com/office/powerpoint/2010/main" val="411357613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hapter, re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4291718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bg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5372912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hapter with picture, red ">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8222660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5619" cy="1538883"/>
          </a:xfrm>
        </p:spPr>
        <p:txBody>
          <a:bodyPr vert="horz">
            <a:noAutofit/>
          </a:bodyPr>
          <a:lstStyle>
            <a:lvl1pPr rtl="0">
              <a:lnSpc>
                <a:spcPts val="3000"/>
              </a:lnSpc>
              <a:defRPr sz="3000">
                <a:solidFill>
                  <a:schemeClr val="bg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17" name="Bildplatzhalter 16">
            <a:extLst>
              <a:ext uri="{FF2B5EF4-FFF2-40B4-BE49-F238E27FC236}">
                <a16:creationId xmlns:a16="http://schemas.microsoft.com/office/drawing/2014/main" id="{58167987-BC69-4A2B-82A3-6F7D3BE68232}"/>
              </a:ext>
            </a:extLst>
          </p:cNvPr>
          <p:cNvSpPr>
            <a:spLocks noGrp="1"/>
          </p:cNvSpPr>
          <p:nvPr>
            <p:ph type="pic" sz="quarter" idx="12" hasCustomPrompt="1"/>
          </p:nvPr>
        </p:nvSpPr>
        <p:spPr>
          <a:xfrm>
            <a:off x="4646613" y="0"/>
            <a:ext cx="2744787" cy="5145088"/>
          </a:xfrm>
          <a:solidFill>
            <a:schemeClr val="bg1"/>
          </a:solidFill>
        </p:spPr>
        <p:txBody>
          <a:bodyPr/>
          <a:lstStyle>
            <a:lvl1pPr marL="0" indent="0">
              <a:buNone/>
              <a:defRPr/>
            </a:lvl1pPr>
          </a:lstStyle>
          <a:p>
            <a:r>
              <a:rPr lang="en-US" dirty="0"/>
              <a:t>Insert image from file by clicking on the icon</a:t>
            </a:r>
          </a:p>
        </p:txBody>
      </p:sp>
    </p:spTree>
    <p:extLst>
      <p:ext uri="{BB962C8B-B14F-4D97-AF65-F5344CB8AC3E}">
        <p14:creationId xmlns:p14="http://schemas.microsoft.com/office/powerpoint/2010/main" val="236684041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hapter, Variation 1">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6645895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accent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715721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hapter with picture, Variation 1">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988293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chemeClr val="accent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41333979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hapter, Variation 2">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772632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accent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096050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hapter with picture, Variation 2">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22114823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chemeClr val="accent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6432899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hapter, Variation 3">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4414759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chemeClr val="accent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341122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hapter with picture, Variation 3">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27154992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chemeClr val="accent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6280174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hapter, Variation 4">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7701052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F6E67D"/>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2628789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hapter with picture, Variation 4">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9062879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1756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F6E67D"/>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5814220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hapter, Variation 5">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658707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175641"/>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6694923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hapter with picture, Variation 5">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0981437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6E6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175641"/>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8625145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hapter, Variation 6">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6433919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DFEBC2"/>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7667383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hapter with picture, Variation 6">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39549104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3180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DFEBC2"/>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3975046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hapter, Variation 7">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26167754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318096"/>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11134234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hapter with picture, Variation 7">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9208433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DFEB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318096"/>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4656826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Variation 8">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2294463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F4C59E"/>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66044491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pter with picture, Variation 8">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9662393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8719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F4C59E"/>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55078600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hapter, Variation 9">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18557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871964"/>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88592619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hapter with picture, Variation 9">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2442466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4C59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871964"/>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9985836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hapter, Variation 10">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0545314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69008C"/>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72332525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hapter with picture, Variation 10">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34135054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A2EC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69008C"/>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79325444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hapter, Variation 11">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119575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A2ECBA"/>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7258472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hapter with picture, Variation 11">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463959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69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A2ECBA"/>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396917329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hapter, Variation 12">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728439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E8E200"/>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22556964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hapter with picture Variation 12">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887616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005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E8E200"/>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40473585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hapter, Variation 13">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1191523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005FBE"/>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a:noFill/>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a:noFill/>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14476150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hapter with picture, Variation 13">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5281852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E8E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005FBE"/>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7323888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hapter, Variation 14">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5754934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28325A"/>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a:noFill/>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a:noFill/>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43114531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hapter with picture, Variation 14">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10910315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FBA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28325A"/>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115543978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hapter, Variation 15">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D19DD26-04B7-4B16-9000-2856C5C7E37B}"/>
              </a:ext>
            </a:extLst>
          </p:cNvPr>
          <p:cNvGraphicFramePr>
            <a:graphicFrameLocks noChangeAspect="1"/>
          </p:cNvGraphicFramePr>
          <p:nvPr userDrawn="1">
            <p:custDataLst>
              <p:tags r:id="rId1"/>
            </p:custDataLst>
            <p:extLst>
              <p:ext uri="{D42A27DB-BD31-4B8C-83A1-F6EECF244321}">
                <p14:modId xmlns:p14="http://schemas.microsoft.com/office/powerpoint/2010/main" val="38667424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8" name="Objekt 7" hidden="1">
                        <a:extLst>
                          <a:ext uri="{FF2B5EF4-FFF2-40B4-BE49-F238E27FC236}">
                            <a16:creationId xmlns:a16="http://schemas.microsoft.com/office/drawing/2014/main" id="{FD19DD26-04B7-4B16-9000-2856C5C7E3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1538883"/>
          </a:xfrm>
        </p:spPr>
        <p:txBody>
          <a:bodyPr vert="horz">
            <a:noAutofit/>
          </a:bodyPr>
          <a:lstStyle>
            <a:lvl1pPr rtl="0">
              <a:lnSpc>
                <a:spcPts val="4000"/>
              </a:lnSpc>
              <a:defRPr sz="4000">
                <a:solidFill>
                  <a:srgbClr val="FBA700"/>
                </a:solidFill>
              </a:defRPr>
            </a:lvl1pPr>
          </a:lstStyle>
          <a:p>
            <a:r>
              <a:rPr lang="en-US" dirty="0"/>
              <a:t>Chapter Divider, </a:t>
            </a:r>
            <a:br>
              <a:rPr lang="en-US" dirty="0"/>
            </a:br>
            <a:r>
              <a:rPr lang="en-US" dirty="0"/>
              <a:t>Segoe UI, 40pt,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a:noFill/>
        </p:spPr>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a:noFill/>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56528808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hapter with picture, Variation 15">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25E8F81-FE39-46BE-ABD8-B4CE401D84C0}"/>
              </a:ext>
            </a:extLst>
          </p:cNvPr>
          <p:cNvGraphicFramePr>
            <a:graphicFrameLocks noChangeAspect="1"/>
          </p:cNvGraphicFramePr>
          <p:nvPr userDrawn="1">
            <p:custDataLst>
              <p:tags r:id="rId1"/>
            </p:custDataLst>
            <p:extLst>
              <p:ext uri="{D42A27DB-BD31-4B8C-83A1-F6EECF244321}">
                <p14:modId xmlns:p14="http://schemas.microsoft.com/office/powerpoint/2010/main" val="6834807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25E8F81-FE39-46BE-ABD8-B4CE401D84C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rgbClr val="2832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3914738" cy="1154162"/>
          </a:xfrm>
        </p:spPr>
        <p:txBody>
          <a:bodyPr vert="horz">
            <a:noAutofit/>
          </a:bodyPr>
          <a:lstStyle>
            <a:lvl1pPr rtl="0">
              <a:lnSpc>
                <a:spcPts val="3000"/>
              </a:lnSpc>
              <a:defRPr sz="3000">
                <a:solidFill>
                  <a:srgbClr val="FBA700"/>
                </a:solidFill>
              </a:defRPr>
            </a:lvl1pPr>
          </a:lstStyle>
          <a:p>
            <a:r>
              <a:rPr lang="en-US" dirty="0"/>
              <a:t>Chapter Divider, </a:t>
            </a:r>
            <a:br>
              <a:rPr lang="en-US" dirty="0"/>
            </a:br>
            <a:r>
              <a:rPr lang="en-US" dirty="0"/>
              <a:t>Segoe UI, 30pt, </a:t>
            </a:r>
            <a:br>
              <a:rPr lang="en-US" dirty="0"/>
            </a:br>
            <a:r>
              <a:rPr lang="en-US" dirty="0"/>
              <a:t>max. 3 Lines</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2EC03FA2-C5E9-46FF-A82B-4CBFAD863B41}"/>
              </a:ext>
            </a:extLst>
          </p:cNvPr>
          <p:cNvSpPr>
            <a:spLocks noGrp="1"/>
          </p:cNvSpPr>
          <p:nvPr>
            <p:ph type="pic" sz="quarter" idx="12" hasCustomPrompt="1"/>
          </p:nvPr>
        </p:nvSpPr>
        <p:spPr bwMode="gray">
          <a:xfrm>
            <a:off x="4646613" y="0"/>
            <a:ext cx="2744787"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255317691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red">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3596054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noProof="0"/>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noProof="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noProof="0" smtClean="0"/>
              <a:pPr/>
              <a:t>‹#›</a:t>
            </a:fld>
            <a:endParaRPr lang="en-US" noProof="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bwMode="gray">
          <a:xfrm>
            <a:off x="300037" y="3741420"/>
            <a:ext cx="8539955" cy="188321"/>
          </a:xfrm>
        </p:spPr>
        <p:txBody>
          <a:bodyPr>
            <a:noAutofit/>
          </a:bodyPr>
          <a:lstStyle>
            <a:lvl1pPr marL="0" indent="0" rtl="0">
              <a:buNone/>
              <a:defRPr cap="all" baseline="0">
                <a:solidFill>
                  <a:schemeClr val="bg1"/>
                </a:solidFill>
              </a:defRPr>
            </a:lvl1pPr>
          </a:lstStyle>
          <a:p>
            <a:pPr lvl="0"/>
            <a:r>
              <a:rPr lang="en-US" noProof="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19" y="524192"/>
            <a:ext cx="8539955" cy="3077766"/>
          </a:xfrm>
        </p:spPr>
        <p:txBody>
          <a:bodyPr vert="horz">
            <a:noAutofit/>
          </a:bodyPr>
          <a:lstStyle>
            <a:lvl1pPr rtl="0">
              <a:lnSpc>
                <a:spcPts val="4000"/>
              </a:lnSpc>
              <a:defRPr sz="4000">
                <a:solidFill>
                  <a:schemeClr val="bg1"/>
                </a:solidFill>
              </a:defRPr>
            </a:lvl1pPr>
          </a:lstStyle>
          <a:p>
            <a:r>
              <a:rPr lang="en-US" noProof="0"/>
              <a:t>Quote, </a:t>
            </a:r>
            <a:br>
              <a:rPr lang="en-US" noProof="0"/>
            </a:br>
            <a:r>
              <a:rPr lang="en-US" noProof="0"/>
              <a:t>Segoe UI, 40pt, </a:t>
            </a:r>
            <a:br>
              <a:rPr lang="en-US" noProof="0"/>
            </a:br>
            <a:r>
              <a:rPr lang="en-US" noProof="0"/>
              <a:t>max. 6 Lines</a:t>
            </a:r>
          </a:p>
        </p:txBody>
      </p:sp>
    </p:spTree>
    <p:extLst>
      <p:ext uri="{BB962C8B-B14F-4D97-AF65-F5344CB8AC3E}">
        <p14:creationId xmlns:p14="http://schemas.microsoft.com/office/powerpoint/2010/main" val="179905265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Variation 1">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22505870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bwMode="gray">
          <a:xfrm>
            <a:off x="300037" y="3741420"/>
            <a:ext cx="8539955" cy="188321"/>
          </a:xfrm>
        </p:spPr>
        <p:txBody>
          <a:bodyPr>
            <a:noAutofit/>
          </a:bodyPr>
          <a:lstStyle>
            <a:lvl1pPr marL="0" indent="0" rtl="0">
              <a:buNone/>
              <a:defRPr cap="all" baseline="0">
                <a:solidFill>
                  <a:schemeClr val="accent1"/>
                </a:solidFill>
              </a:defRPr>
            </a:lvl1pPr>
          </a:lstStyle>
          <a:p>
            <a:pPr lvl="0"/>
            <a:r>
              <a:rPr lang="en-US" dirty="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19" y="524192"/>
            <a:ext cx="8539955" cy="3077766"/>
          </a:xfrm>
        </p:spPr>
        <p:txBody>
          <a:bodyPr vert="horz">
            <a:noAutofit/>
          </a:bodyPr>
          <a:lstStyle>
            <a:lvl1pPr rtl="0">
              <a:lnSpc>
                <a:spcPts val="4000"/>
              </a:lnSpc>
              <a:defRPr sz="4000">
                <a:solidFill>
                  <a:schemeClr val="accent1"/>
                </a:solidFill>
              </a:defRPr>
            </a:lvl1pPr>
          </a:lstStyle>
          <a:p>
            <a:r>
              <a:rPr lang="en-US" dirty="0"/>
              <a:t>Quote, </a:t>
            </a:r>
            <a:br>
              <a:rPr lang="en-US" dirty="0"/>
            </a:br>
            <a:r>
              <a:rPr lang="en-US" dirty="0"/>
              <a:t>Segoe UI, 40pt, </a:t>
            </a:r>
            <a:br>
              <a:rPr lang="en-US" dirty="0"/>
            </a:br>
            <a:r>
              <a:rPr lang="en-US" dirty="0"/>
              <a:t>max. 6 Lines</a:t>
            </a:r>
          </a:p>
        </p:txBody>
      </p:sp>
    </p:spTree>
    <p:extLst>
      <p:ext uri="{BB962C8B-B14F-4D97-AF65-F5344CB8AC3E}">
        <p14:creationId xmlns:p14="http://schemas.microsoft.com/office/powerpoint/2010/main" val="3828239377"/>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Variation 2">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6043091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a:xfrm>
            <a:off x="0" y="0"/>
            <a:ext cx="9144000" cy="514508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a:xfrm>
            <a:off x="300037" y="3741420"/>
            <a:ext cx="8539955" cy="188321"/>
          </a:xfrm>
        </p:spPr>
        <p:txBody>
          <a:bodyPr>
            <a:noAutofit/>
          </a:bodyPr>
          <a:lstStyle>
            <a:lvl1pPr marL="0" indent="0" rtl="0">
              <a:buNone/>
              <a:defRPr cap="all" baseline="0">
                <a:solidFill>
                  <a:schemeClr val="accent1"/>
                </a:solidFill>
              </a:defRPr>
            </a:lvl1pPr>
          </a:lstStyle>
          <a:p>
            <a:pPr lvl="0"/>
            <a:r>
              <a:rPr lang="en-US" dirty="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a:xfrm>
            <a:off x="302419" y="524192"/>
            <a:ext cx="8539955" cy="3077766"/>
          </a:xfrm>
        </p:spPr>
        <p:txBody>
          <a:bodyPr vert="horz">
            <a:noAutofit/>
          </a:bodyPr>
          <a:lstStyle>
            <a:lvl1pPr rtl="0">
              <a:lnSpc>
                <a:spcPts val="4000"/>
              </a:lnSpc>
              <a:defRPr sz="4000">
                <a:solidFill>
                  <a:schemeClr val="accent1"/>
                </a:solidFill>
              </a:defRPr>
            </a:lvl1pPr>
          </a:lstStyle>
          <a:p>
            <a:r>
              <a:rPr lang="en-US" dirty="0"/>
              <a:t>Quote, </a:t>
            </a:r>
            <a:br>
              <a:rPr lang="en-US" dirty="0"/>
            </a:br>
            <a:r>
              <a:rPr lang="en-US" dirty="0"/>
              <a:t>Segoe UI, 40pt, </a:t>
            </a:r>
            <a:br>
              <a:rPr lang="en-US" dirty="0"/>
            </a:br>
            <a:r>
              <a:rPr lang="en-US" dirty="0"/>
              <a:t>max. 6 Lines</a:t>
            </a:r>
          </a:p>
        </p:txBody>
      </p:sp>
    </p:spTree>
    <p:extLst>
      <p:ext uri="{BB962C8B-B14F-4D97-AF65-F5344CB8AC3E}">
        <p14:creationId xmlns:p14="http://schemas.microsoft.com/office/powerpoint/2010/main" val="2290412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Variation 3">
    <p:spTree>
      <p:nvGrpSpPr>
        <p:cNvPr id="1" name=""/>
        <p:cNvGrpSpPr/>
        <p:nvPr/>
      </p:nvGrpSpPr>
      <p:grpSpPr>
        <a:xfrm>
          <a:off x="0" y="0"/>
          <a:ext cx="0" cy="0"/>
          <a:chOff x="0" y="0"/>
          <a:chExt cx="0" cy="0"/>
        </a:xfrm>
      </p:grpSpPr>
      <p:graphicFrame>
        <p:nvGraphicFramePr>
          <p:cNvPr id="9" name="Objekt 8" hidden="1">
            <a:extLst>
              <a:ext uri="{FF2B5EF4-FFF2-40B4-BE49-F238E27FC236}">
                <a16:creationId xmlns:a16="http://schemas.microsoft.com/office/drawing/2014/main" id="{6A633ECB-07AD-44A7-8EF2-1B6401B444EE}"/>
              </a:ext>
            </a:extLst>
          </p:cNvPr>
          <p:cNvGraphicFramePr>
            <a:graphicFrameLocks noChangeAspect="1"/>
          </p:cNvGraphicFramePr>
          <p:nvPr userDrawn="1">
            <p:custDataLst>
              <p:tags r:id="rId1"/>
            </p:custDataLst>
            <p:extLst>
              <p:ext uri="{D42A27DB-BD31-4B8C-83A1-F6EECF244321}">
                <p14:modId xmlns:p14="http://schemas.microsoft.com/office/powerpoint/2010/main" val="40571782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9" name="Objekt 8" hidden="1">
                        <a:extLst>
                          <a:ext uri="{FF2B5EF4-FFF2-40B4-BE49-F238E27FC236}">
                            <a16:creationId xmlns:a16="http://schemas.microsoft.com/office/drawing/2014/main" id="{6A633ECB-07AD-44A7-8EF2-1B6401B444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a:xfrm>
            <a:off x="0" y="0"/>
            <a:ext cx="9144000" cy="5145088"/>
          </a:xfrm>
          <a:prstGeom prst="rect">
            <a:avLst/>
          </a:prstGeom>
          <a:solidFill>
            <a:srgbClr val="DED7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solidFill>
                <a:schemeClr val="accent1"/>
              </a:solidFill>
            </a:endParaRP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p:txBody>
          <a:bodyPr/>
          <a:lstStyle>
            <a:lvl1pPr rtl="0">
              <a:defRPr>
                <a:solidFill>
                  <a:schemeClr val="accent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solidFill>
                <a:schemeClr val="accent1"/>
              </a:solidFill>
            </a:endParaRPr>
          </a:p>
        </p:txBody>
      </p:sp>
      <p:sp>
        <p:nvSpPr>
          <p:cNvPr id="8" name="Textplatzhalter 7">
            <a:extLst>
              <a:ext uri="{FF2B5EF4-FFF2-40B4-BE49-F238E27FC236}">
                <a16:creationId xmlns:a16="http://schemas.microsoft.com/office/drawing/2014/main" id="{ABE4E586-88CE-494B-9DF4-3093DED30381}"/>
              </a:ext>
            </a:extLst>
          </p:cNvPr>
          <p:cNvSpPr>
            <a:spLocks noGrp="1"/>
          </p:cNvSpPr>
          <p:nvPr>
            <p:ph type="body" sz="quarter" idx="12" hasCustomPrompt="1"/>
          </p:nvPr>
        </p:nvSpPr>
        <p:spPr>
          <a:xfrm>
            <a:off x="300037" y="3741420"/>
            <a:ext cx="8539955" cy="188321"/>
          </a:xfrm>
        </p:spPr>
        <p:txBody>
          <a:bodyPr>
            <a:noAutofit/>
          </a:bodyPr>
          <a:lstStyle>
            <a:lvl1pPr marL="0" indent="0" rtl="0">
              <a:buNone/>
              <a:defRPr cap="all" baseline="0">
                <a:solidFill>
                  <a:schemeClr val="accent1"/>
                </a:solidFill>
              </a:defRPr>
            </a:lvl1pPr>
          </a:lstStyle>
          <a:p>
            <a:pPr lvl="0"/>
            <a:r>
              <a:rPr lang="en-US" dirty="0"/>
              <a:t>Author, Segoe UI, 12pt</a:t>
            </a:r>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a:xfrm>
            <a:off x="302419" y="524192"/>
            <a:ext cx="8539955" cy="3077766"/>
          </a:xfrm>
        </p:spPr>
        <p:txBody>
          <a:bodyPr vert="horz">
            <a:noAutofit/>
          </a:bodyPr>
          <a:lstStyle>
            <a:lvl1pPr rtl="0">
              <a:lnSpc>
                <a:spcPts val="4000"/>
              </a:lnSpc>
              <a:defRPr sz="4000">
                <a:solidFill>
                  <a:schemeClr val="accent1"/>
                </a:solidFill>
              </a:defRPr>
            </a:lvl1pPr>
          </a:lstStyle>
          <a:p>
            <a:r>
              <a:rPr lang="en-US" dirty="0"/>
              <a:t>Quote, </a:t>
            </a:r>
            <a:br>
              <a:rPr lang="en-US" dirty="0"/>
            </a:br>
            <a:r>
              <a:rPr lang="en-US" dirty="0"/>
              <a:t>Segoe UI, 40pt, </a:t>
            </a:r>
            <a:br>
              <a:rPr lang="en-US" dirty="0"/>
            </a:br>
            <a:r>
              <a:rPr lang="en-US" dirty="0"/>
              <a:t>max. 6 Lines</a:t>
            </a:r>
          </a:p>
        </p:txBody>
      </p:sp>
    </p:spTree>
    <p:extLst>
      <p:ext uri="{BB962C8B-B14F-4D97-AF65-F5344CB8AC3E}">
        <p14:creationId xmlns:p14="http://schemas.microsoft.com/office/powerpoint/2010/main" val="199771726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ank you, red">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848DF53-2AA0-4D9F-A482-C8247EE218BB}"/>
              </a:ext>
            </a:extLst>
          </p:cNvPr>
          <p:cNvGraphicFramePr>
            <a:graphicFrameLocks noChangeAspect="1"/>
          </p:cNvGraphicFramePr>
          <p:nvPr userDrawn="1">
            <p:custDataLst>
              <p:tags r:id="rId1"/>
            </p:custDataLst>
            <p:extLst>
              <p:ext uri="{D42A27DB-BD31-4B8C-83A1-F6EECF244321}">
                <p14:modId xmlns:p14="http://schemas.microsoft.com/office/powerpoint/2010/main" val="1900585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5848DF53-2AA0-4D9F-A482-C8247EE218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512961"/>
          </a:xfrm>
        </p:spPr>
        <p:txBody>
          <a:bodyPr vert="horz">
            <a:noAutofit/>
          </a:bodyPr>
          <a:lstStyle>
            <a:lvl1pPr rtl="0">
              <a:lnSpc>
                <a:spcPts val="4000"/>
              </a:lnSpc>
              <a:defRPr sz="4000">
                <a:solidFill>
                  <a:schemeClr val="bg1"/>
                </a:solidFill>
              </a:defRPr>
            </a:lvl1pPr>
          </a:lstStyle>
          <a:p>
            <a:r>
              <a:rPr lang="en-US" dirty="0"/>
              <a:t>Thank You.</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304414463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ank you, whit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848DF53-2AA0-4D9F-A482-C8247EE218BB}"/>
              </a:ext>
            </a:extLst>
          </p:cNvPr>
          <p:cNvGraphicFramePr>
            <a:graphicFrameLocks noChangeAspect="1"/>
          </p:cNvGraphicFramePr>
          <p:nvPr userDrawn="1">
            <p:custDataLst>
              <p:tags r:id="rId1"/>
            </p:custDataLst>
            <p:extLst>
              <p:ext uri="{D42A27DB-BD31-4B8C-83A1-F6EECF244321}">
                <p14:modId xmlns:p14="http://schemas.microsoft.com/office/powerpoint/2010/main" val="1900585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5848DF53-2AA0-4D9F-A482-C8247EE218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bwMode="gray">
          <a:xfrm>
            <a:off x="302420" y="303212"/>
            <a:ext cx="7091362" cy="512961"/>
          </a:xfrm>
        </p:spPr>
        <p:txBody>
          <a:bodyPr vert="horz">
            <a:noAutofit/>
          </a:bodyPr>
          <a:lstStyle>
            <a:lvl1pPr rtl="0">
              <a:lnSpc>
                <a:spcPts val="4000"/>
              </a:lnSpc>
              <a:defRPr sz="4000">
                <a:solidFill>
                  <a:schemeClr val="accent1"/>
                </a:solidFill>
              </a:defRPr>
            </a:lvl1pPr>
          </a:lstStyle>
          <a:p>
            <a:r>
              <a:rPr lang="en-US" dirty="0"/>
              <a:t>Thank You.</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bwMode="gray"/>
        <p:txBody>
          <a:bodyPr/>
          <a:lstStyle>
            <a:lvl1pPr rtl="0">
              <a:defRPr>
                <a:solidFill>
                  <a:schemeClr val="accent1"/>
                </a:solidFill>
              </a:defRPr>
            </a:lvl1pPr>
          </a:lstStyle>
          <a:p>
            <a:r>
              <a:rPr lang="en-US"/>
              <a:t>Presentation title</a:t>
            </a:r>
            <a:endParaRPr lang="en-US" dirty="0"/>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bwMode="gray"/>
        <p:txBody>
          <a:bodyPr/>
          <a:lstStyle>
            <a:lvl1pPr rtl="0">
              <a:defRPr>
                <a:solidFill>
                  <a:schemeClr val="accent1"/>
                </a:solidFill>
              </a:defRPr>
            </a:lvl1pPr>
          </a:lstStyle>
          <a:p>
            <a:fld id="{54413C03-D129-4B04-B289-283874789DC0}" type="slidenum">
              <a:rPr lang="en-US" smtClean="0"/>
              <a:pPr/>
              <a:t>‹#›</a:t>
            </a:fld>
            <a:endParaRPr lang="en-US" dirty="0"/>
          </a:p>
        </p:txBody>
      </p:sp>
      <p:sp>
        <p:nvSpPr>
          <p:cNvPr id="8" name="Grafik 8">
            <a:extLst>
              <a:ext uri="{FF2B5EF4-FFF2-40B4-BE49-F238E27FC236}">
                <a16:creationId xmlns:a16="http://schemas.microsoft.com/office/drawing/2014/main" id="{EC2333C9-7C64-4C37-8085-3482C25F21FB}"/>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solidFill>
                <a:schemeClr val="accent1"/>
              </a:solidFill>
            </a:endParaRPr>
          </a:p>
        </p:txBody>
      </p:sp>
    </p:spTree>
    <p:extLst>
      <p:ext uri="{BB962C8B-B14F-4D97-AF65-F5344CB8AC3E}">
        <p14:creationId xmlns:p14="http://schemas.microsoft.com/office/powerpoint/2010/main" val="167255341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ank you + picture">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E0DE717E-46C1-446C-AC0A-112EF61AB882}"/>
              </a:ext>
            </a:extLst>
          </p:cNvPr>
          <p:cNvGraphicFramePr>
            <a:graphicFrameLocks noChangeAspect="1"/>
          </p:cNvGraphicFramePr>
          <p:nvPr userDrawn="1">
            <p:custDataLst>
              <p:tags r:id="rId1"/>
            </p:custDataLst>
            <p:extLst>
              <p:ext uri="{D42A27DB-BD31-4B8C-83A1-F6EECF244321}">
                <p14:modId xmlns:p14="http://schemas.microsoft.com/office/powerpoint/2010/main" val="1464759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7" name="Objekt 6" hidden="1">
                        <a:extLst>
                          <a:ext uri="{FF2B5EF4-FFF2-40B4-BE49-F238E27FC236}">
                            <a16:creationId xmlns:a16="http://schemas.microsoft.com/office/drawing/2014/main" id="{E0DE717E-46C1-446C-AC0A-112EF61AB8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2" name="Titel 1">
            <a:extLst>
              <a:ext uri="{FF2B5EF4-FFF2-40B4-BE49-F238E27FC236}">
                <a16:creationId xmlns:a16="http://schemas.microsoft.com/office/drawing/2014/main" id="{19EB4BA0-9C02-48FF-8B95-89D7C6F95520}"/>
              </a:ext>
            </a:extLst>
          </p:cNvPr>
          <p:cNvSpPr>
            <a:spLocks noGrp="1"/>
          </p:cNvSpPr>
          <p:nvPr>
            <p:ph type="title" hasCustomPrompt="1"/>
          </p:nvPr>
        </p:nvSpPr>
        <p:spPr>
          <a:xfrm>
            <a:off x="302420" y="303212"/>
            <a:ext cx="3919060" cy="512961"/>
          </a:xfrm>
        </p:spPr>
        <p:txBody>
          <a:bodyPr vert="horz">
            <a:noAutofit/>
          </a:bodyPr>
          <a:lstStyle>
            <a:lvl1pPr rtl="0">
              <a:lnSpc>
                <a:spcPts val="4000"/>
              </a:lnSpc>
              <a:defRPr sz="4000">
                <a:solidFill>
                  <a:schemeClr val="bg1"/>
                </a:solidFill>
              </a:defRPr>
            </a:lvl1pPr>
          </a:lstStyle>
          <a:p>
            <a:r>
              <a:rPr lang="en-US" dirty="0"/>
              <a:t>Thank You.</a:t>
            </a:r>
          </a:p>
        </p:txBody>
      </p:sp>
      <p:sp>
        <p:nvSpPr>
          <p:cNvPr id="3" name="Fußzeilenplatzhalter 2">
            <a:extLst>
              <a:ext uri="{FF2B5EF4-FFF2-40B4-BE49-F238E27FC236}">
                <a16:creationId xmlns:a16="http://schemas.microsoft.com/office/drawing/2014/main" id="{BC1F8751-E3F5-4C4D-92C0-A3F2D2D17E5E}"/>
              </a:ext>
            </a:extLst>
          </p:cNvPr>
          <p:cNvSpPr>
            <a:spLocks noGrp="1"/>
          </p:cNvSpPr>
          <p:nvPr>
            <p:ph type="ftr" sz="quarter" idx="10"/>
          </p:nvPr>
        </p:nvSpPr>
        <p:spPr/>
        <p:txBody>
          <a:bodyPr/>
          <a:lstStyle>
            <a:lvl1pPr rtl="0">
              <a:defRPr>
                <a:solidFill>
                  <a:schemeClr val="bg1"/>
                </a:solidFill>
              </a:defRPr>
            </a:lvl1pPr>
          </a:lstStyle>
          <a:p>
            <a:r>
              <a:rPr lang="en-US" dirty="0"/>
              <a:t>Presentation title</a:t>
            </a:r>
          </a:p>
        </p:txBody>
      </p:sp>
      <p:sp>
        <p:nvSpPr>
          <p:cNvPr id="4" name="Foliennummernplatzhalter 3">
            <a:extLst>
              <a:ext uri="{FF2B5EF4-FFF2-40B4-BE49-F238E27FC236}">
                <a16:creationId xmlns:a16="http://schemas.microsoft.com/office/drawing/2014/main" id="{01C2F14D-BC3F-405F-B8C1-EA8821C04BFA}"/>
              </a:ext>
            </a:extLst>
          </p:cNvPr>
          <p:cNvSpPr>
            <a:spLocks noGrp="1"/>
          </p:cNvSpPr>
          <p:nvPr>
            <p:ph type="sldNum" sz="quarter" idx="11"/>
          </p:nvPr>
        </p:nvSpPr>
        <p:spPr/>
        <p:txBody>
          <a:bodyPr/>
          <a:lstStyle>
            <a:lvl1pPr rtl="0">
              <a:defRPr>
                <a:solidFill>
                  <a:schemeClr val="bg1"/>
                </a:solidFill>
              </a:defRPr>
            </a:lvl1pPr>
          </a:lstStyle>
          <a:p>
            <a:fld id="{54413C03-D129-4B04-B289-283874789DC0}" type="slidenum">
              <a:rPr lang="en-US" smtClean="0"/>
              <a:pPr/>
              <a:t>‹#›</a:t>
            </a:fld>
            <a:endParaRPr lang="en-US" dirty="0"/>
          </a:p>
        </p:txBody>
      </p:sp>
      <p:sp>
        <p:nvSpPr>
          <p:cNvPr id="6" name="Grafik 8">
            <a:extLst>
              <a:ext uri="{FF2B5EF4-FFF2-40B4-BE49-F238E27FC236}">
                <a16:creationId xmlns:a16="http://schemas.microsoft.com/office/drawing/2014/main" id="{0DF332BC-A006-4A31-9203-1BB4237E2F72}"/>
              </a:ext>
            </a:extLst>
          </p:cNvPr>
          <p:cNvSpPr/>
          <p:nvPr userDrawn="1"/>
        </p:nvSpPr>
        <p:spPr>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
        <p:nvSpPr>
          <p:cNvPr id="8" name="Bildplatzhalter 7">
            <a:extLst>
              <a:ext uri="{FF2B5EF4-FFF2-40B4-BE49-F238E27FC236}">
                <a16:creationId xmlns:a16="http://schemas.microsoft.com/office/drawing/2014/main" id="{3A18A666-963B-452E-AD8E-146C9F2ACCD3}"/>
              </a:ext>
            </a:extLst>
          </p:cNvPr>
          <p:cNvSpPr>
            <a:spLocks noGrp="1"/>
          </p:cNvSpPr>
          <p:nvPr>
            <p:ph type="pic" sz="quarter" idx="12" hasCustomPrompt="1"/>
          </p:nvPr>
        </p:nvSpPr>
        <p:spPr>
          <a:xfrm>
            <a:off x="4572000" y="0"/>
            <a:ext cx="4572000" cy="5145088"/>
          </a:xfrm>
          <a:solidFill>
            <a:schemeClr val="bg1"/>
          </a:solidFill>
        </p:spPr>
        <p:txBody>
          <a:bodyPr/>
          <a:lstStyle>
            <a:lvl1pPr marL="0" indent="0" rtl="0">
              <a:buNone/>
              <a:defRPr/>
            </a:lvl1pPr>
          </a:lstStyle>
          <a:p>
            <a:r>
              <a:rPr lang="en-US" dirty="0"/>
              <a:t>Insert image from file by clicking on the icon</a:t>
            </a:r>
          </a:p>
        </p:txBody>
      </p:sp>
    </p:spTree>
    <p:extLst>
      <p:ext uri="{BB962C8B-B14F-4D97-AF65-F5344CB8AC3E}">
        <p14:creationId xmlns:p14="http://schemas.microsoft.com/office/powerpoint/2010/main" val="77738894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C04FCD6D-FEBB-4B98-A8C4-8431CC99C510}"/>
              </a:ext>
            </a:extLst>
          </p:cNvPr>
          <p:cNvGraphicFramePr>
            <a:graphicFrameLocks noChangeAspect="1"/>
          </p:cNvGraphicFramePr>
          <p:nvPr userDrawn="1">
            <p:custDataLst>
              <p:tags r:id="rId1"/>
            </p:custDataLst>
            <p:extLst>
              <p:ext uri="{D42A27DB-BD31-4B8C-83A1-F6EECF244321}">
                <p14:modId xmlns:p14="http://schemas.microsoft.com/office/powerpoint/2010/main" val="169690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06" imgH="306" progId="TCLayout.ActiveDocument.1">
                  <p:embed/>
                </p:oleObj>
              </mc:Choice>
              <mc:Fallback>
                <p:oleObj name="think-cell Folie" r:id="rId3" imgW="306" imgH="306" progId="TCLayout.ActiveDocument.1">
                  <p:embed/>
                  <p:pic>
                    <p:nvPicPr>
                      <p:cNvPr id="2" name="Objekt 1" hidden="1">
                        <a:extLst>
                          <a:ext uri="{FF2B5EF4-FFF2-40B4-BE49-F238E27FC236}">
                            <a16:creationId xmlns:a16="http://schemas.microsoft.com/office/drawing/2014/main" id="{C04FCD6D-FEBB-4B98-A8C4-8431CC99C51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hteck 4">
            <a:extLst>
              <a:ext uri="{FF2B5EF4-FFF2-40B4-BE49-F238E27FC236}">
                <a16:creationId xmlns:a16="http://schemas.microsoft.com/office/drawing/2014/main" id="{D65D5692-E96A-46EE-8E1E-DB2BDCD3FDBC}"/>
              </a:ext>
            </a:extLst>
          </p:cNvPr>
          <p:cNvSpPr/>
          <p:nvPr userDrawn="1"/>
        </p:nvSpPr>
        <p:spPr bwMode="gray">
          <a:xfrm>
            <a:off x="0" y="0"/>
            <a:ext cx="9144000" cy="5145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dirty="0"/>
          </a:p>
        </p:txBody>
      </p:sp>
      <p:sp>
        <p:nvSpPr>
          <p:cNvPr id="4" name="Textplatzhalter 3">
            <a:extLst>
              <a:ext uri="{FF2B5EF4-FFF2-40B4-BE49-F238E27FC236}">
                <a16:creationId xmlns:a16="http://schemas.microsoft.com/office/drawing/2014/main" id="{984AB2A2-5C36-4389-B017-BFC52E120872}"/>
              </a:ext>
            </a:extLst>
          </p:cNvPr>
          <p:cNvSpPr>
            <a:spLocks noGrp="1"/>
          </p:cNvSpPr>
          <p:nvPr>
            <p:ph type="body" sz="quarter" idx="10" hasCustomPrompt="1"/>
          </p:nvPr>
        </p:nvSpPr>
        <p:spPr>
          <a:xfrm>
            <a:off x="3345180" y="3485339"/>
            <a:ext cx="2446020" cy="326004"/>
          </a:xfrm>
          <a:prstGeom prst="roundRect">
            <a:avLst>
              <a:gd name="adj" fmla="val 50000"/>
            </a:avLst>
          </a:prstGeom>
          <a:solidFill>
            <a:schemeClr val="bg1"/>
          </a:solidFill>
        </p:spPr>
        <p:txBody>
          <a:bodyPr wrap="square" lIns="90000" tIns="43200" rIns="90000" bIns="43200" anchor="ctr">
            <a:spAutoFit/>
          </a:bodyPr>
          <a:lstStyle>
            <a:lvl1pPr marL="0" indent="0" algn="ctr">
              <a:buNone/>
              <a:defRPr sz="900" cap="all" baseline="0">
                <a:solidFill>
                  <a:schemeClr val="accent1"/>
                </a:solidFill>
              </a:defRPr>
            </a:lvl1pPr>
          </a:lstStyle>
          <a:p>
            <a:pPr lvl="0"/>
            <a:r>
              <a:rPr lang="en-US" dirty="0"/>
              <a:t>Find Out more on henkel.com</a:t>
            </a:r>
          </a:p>
        </p:txBody>
      </p:sp>
      <p:sp>
        <p:nvSpPr>
          <p:cNvPr id="9" name="Grafik 8">
            <a:extLst>
              <a:ext uri="{FF2B5EF4-FFF2-40B4-BE49-F238E27FC236}">
                <a16:creationId xmlns:a16="http://schemas.microsoft.com/office/drawing/2014/main" id="{8C3A2EF6-6C94-4211-862D-30B55989F42C}"/>
              </a:ext>
            </a:extLst>
          </p:cNvPr>
          <p:cNvSpPr/>
          <p:nvPr userDrawn="1"/>
        </p:nvSpPr>
        <p:spPr bwMode="gray">
          <a:xfrm>
            <a:off x="3552350" y="1677370"/>
            <a:ext cx="2017870" cy="1125096"/>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bg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256695239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07" Type="http://schemas.openxmlformats.org/officeDocument/2006/relationships/oleObject" Target="../embeddings/oleObject1.bin"/><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image" Target="../media/image1.emf"/><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tags" Target="../tags/tag2.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kt 6" hidden="1">
            <a:extLst>
              <a:ext uri="{FF2B5EF4-FFF2-40B4-BE49-F238E27FC236}">
                <a16:creationId xmlns:a16="http://schemas.microsoft.com/office/drawing/2014/main" id="{573C7373-B062-49D1-95CD-2D40ADE59312}"/>
              </a:ext>
            </a:extLst>
          </p:cNvPr>
          <p:cNvGraphicFramePr>
            <a:graphicFrameLocks noChangeAspect="1"/>
          </p:cNvGraphicFramePr>
          <p:nvPr userDrawn="1">
            <p:custDataLst>
              <p:tags r:id="rId106"/>
            </p:custDataLst>
            <p:extLst>
              <p:ext uri="{D42A27DB-BD31-4B8C-83A1-F6EECF244321}">
                <p14:modId xmlns:p14="http://schemas.microsoft.com/office/powerpoint/2010/main" val="25056524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07" imgW="306" imgH="306" progId="TCLayout.ActiveDocument.1">
                  <p:embed/>
                </p:oleObj>
              </mc:Choice>
              <mc:Fallback>
                <p:oleObj name="think-cell Folie" r:id="rId107" imgW="306" imgH="306" progId="TCLayout.ActiveDocument.1">
                  <p:embed/>
                  <p:pic>
                    <p:nvPicPr>
                      <p:cNvPr id="7" name="Objekt 6" hidden="1">
                        <a:extLst>
                          <a:ext uri="{FF2B5EF4-FFF2-40B4-BE49-F238E27FC236}">
                            <a16:creationId xmlns:a16="http://schemas.microsoft.com/office/drawing/2014/main" id="{573C7373-B062-49D1-95CD-2D40ADE59312}"/>
                          </a:ext>
                        </a:extLst>
                      </p:cNvPr>
                      <p:cNvPicPr/>
                      <p:nvPr/>
                    </p:nvPicPr>
                    <p:blipFill>
                      <a:blip r:embed="rId108"/>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302420" y="303212"/>
            <a:ext cx="7091362" cy="615553"/>
          </a:xfrm>
          <a:prstGeom prst="rect">
            <a:avLst/>
          </a:prstGeom>
        </p:spPr>
        <p:txBody>
          <a:bodyPr vert="horz" lIns="0" tIns="0" rIns="0" bIns="0" rtlCol="0" anchor="t" anchorCtr="0">
            <a:noAutofit/>
          </a:bodyPr>
          <a:lstStyle/>
          <a:p>
            <a:r>
              <a:rPr lang="en-US" noProof="0" dirty="0"/>
              <a:t>Slide Title, Segoe UI, 24pt</a:t>
            </a:r>
            <a:br>
              <a:rPr lang="en-US" noProof="0" dirty="0"/>
            </a:br>
            <a:r>
              <a:rPr lang="en-US" noProof="0" dirty="0"/>
              <a:t>Max. 2 Lines</a:t>
            </a:r>
          </a:p>
        </p:txBody>
      </p:sp>
      <p:sp>
        <p:nvSpPr>
          <p:cNvPr id="3" name="Text Placeholder 2"/>
          <p:cNvSpPr>
            <a:spLocks noGrp="1"/>
          </p:cNvSpPr>
          <p:nvPr>
            <p:ph type="body" idx="1"/>
          </p:nvPr>
        </p:nvSpPr>
        <p:spPr bwMode="gray">
          <a:xfrm>
            <a:off x="302420" y="1492251"/>
            <a:ext cx="7088980" cy="2879724"/>
          </a:xfrm>
          <a:prstGeom prst="rect">
            <a:avLst/>
          </a:prstGeom>
        </p:spPr>
        <p:txBody>
          <a:bodyPr vert="horz" lIns="0" tIns="0" rIns="0" bIns="0" rtlCol="0">
            <a:noAutofit/>
          </a:bodyPr>
          <a:lstStyle/>
          <a:p>
            <a:pPr lvl="0"/>
            <a:r>
              <a:rPr lang="en-US" noProof="0" dirty="0"/>
              <a:t>First Level, Segoe UI, 12pt </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p:cNvSpPr>
            <a:spLocks noGrp="1"/>
          </p:cNvSpPr>
          <p:nvPr>
            <p:ph type="ftr" sz="quarter" idx="3"/>
          </p:nvPr>
        </p:nvSpPr>
        <p:spPr bwMode="gray">
          <a:xfrm>
            <a:off x="618649" y="4733844"/>
            <a:ext cx="3151664" cy="123111"/>
          </a:xfrm>
          <a:prstGeom prst="rect">
            <a:avLst/>
          </a:prstGeom>
        </p:spPr>
        <p:txBody>
          <a:bodyPr vert="horz" lIns="0" tIns="0" rIns="0" bIns="0" rtlCol="0" anchor="ctr">
            <a:noAutofit/>
          </a:bodyPr>
          <a:lstStyle>
            <a:lvl1pPr algn="l" rtl="0">
              <a:defRPr sz="800" cap="all" baseline="0">
                <a:solidFill>
                  <a:schemeClr val="accent1"/>
                </a:solidFill>
              </a:defRPr>
            </a:lvl1pPr>
          </a:lstStyle>
          <a:p>
            <a:r>
              <a:rPr lang="en-US"/>
              <a:t>Presentation title</a:t>
            </a:r>
            <a:endParaRPr lang="en-US" dirty="0"/>
          </a:p>
        </p:txBody>
      </p:sp>
      <p:sp>
        <p:nvSpPr>
          <p:cNvPr id="6" name="Slide Number Placeholder 5"/>
          <p:cNvSpPr>
            <a:spLocks noGrp="1"/>
          </p:cNvSpPr>
          <p:nvPr>
            <p:ph type="sldNum" sz="quarter" idx="4"/>
          </p:nvPr>
        </p:nvSpPr>
        <p:spPr bwMode="gray">
          <a:xfrm>
            <a:off x="300038" y="4733844"/>
            <a:ext cx="318611" cy="123111"/>
          </a:xfrm>
          <a:prstGeom prst="rect">
            <a:avLst/>
          </a:prstGeom>
        </p:spPr>
        <p:txBody>
          <a:bodyPr vert="horz" lIns="0" tIns="0" rIns="0" bIns="0" rtlCol="0" anchor="ctr">
            <a:noAutofit/>
          </a:bodyPr>
          <a:lstStyle>
            <a:lvl1pPr algn="l" rtl="0">
              <a:defRPr sz="800">
                <a:solidFill>
                  <a:schemeClr val="accent1"/>
                </a:solidFill>
              </a:defRPr>
            </a:lvl1pPr>
          </a:lstStyle>
          <a:p>
            <a:fld id="{54413C03-D129-4B04-B289-283874789DC0}" type="slidenum">
              <a:rPr lang="en-US" smtClean="0"/>
              <a:pPr/>
              <a:t>‹#›</a:t>
            </a:fld>
            <a:endParaRPr lang="en-US" dirty="0"/>
          </a:p>
        </p:txBody>
      </p:sp>
      <p:sp>
        <p:nvSpPr>
          <p:cNvPr id="10" name="Grafik 8">
            <a:extLst>
              <a:ext uri="{FF2B5EF4-FFF2-40B4-BE49-F238E27FC236}">
                <a16:creationId xmlns:a16="http://schemas.microsoft.com/office/drawing/2014/main" id="{7BF37C91-00E2-47BD-94A0-102999D00519}"/>
              </a:ext>
            </a:extLst>
          </p:cNvPr>
          <p:cNvSpPr/>
          <p:nvPr/>
        </p:nvSpPr>
        <p:spPr bwMode="gray">
          <a:xfrm>
            <a:off x="8284370" y="4616326"/>
            <a:ext cx="614456" cy="342600"/>
          </a:xfrm>
          <a:custGeom>
            <a:avLst/>
            <a:gdLst>
              <a:gd name="connsiteX0" fmla="*/ 363160 w 726376"/>
              <a:gd name="connsiteY0" fmla="*/ -28 h 405003"/>
              <a:gd name="connsiteX1" fmla="*/ 726348 w 726376"/>
              <a:gd name="connsiteY1" fmla="*/ 202473 h 405003"/>
              <a:gd name="connsiteX2" fmla="*/ 363160 w 726376"/>
              <a:gd name="connsiteY2" fmla="*/ 404975 h 405003"/>
              <a:gd name="connsiteX3" fmla="*/ -28 w 726376"/>
              <a:gd name="connsiteY3" fmla="*/ 202473 h 405003"/>
              <a:gd name="connsiteX4" fmla="*/ 363160 w 726376"/>
              <a:gd name="connsiteY4" fmla="*/ -28 h 405003"/>
              <a:gd name="connsiteX5" fmla="*/ 363160 w 726376"/>
              <a:gd name="connsiteY5" fmla="*/ 18164 h 405003"/>
              <a:gd name="connsiteX6" fmla="*/ 18355 w 726376"/>
              <a:gd name="connsiteY6" fmla="*/ 202473 h 405003"/>
              <a:gd name="connsiteX7" fmla="*/ 363160 w 726376"/>
              <a:gd name="connsiteY7" fmla="*/ 386496 h 405003"/>
              <a:gd name="connsiteX8" fmla="*/ 708060 w 726376"/>
              <a:gd name="connsiteY8" fmla="*/ 202473 h 405003"/>
              <a:gd name="connsiteX9" fmla="*/ 363160 w 726376"/>
              <a:gd name="connsiteY9" fmla="*/ 18164 h 405003"/>
              <a:gd name="connsiteX10" fmla="*/ 299342 w 726376"/>
              <a:gd name="connsiteY10" fmla="*/ 221904 h 405003"/>
              <a:gd name="connsiteX11" fmla="*/ 227905 w 726376"/>
              <a:gd name="connsiteY11" fmla="*/ 221904 h 405003"/>
              <a:gd name="connsiteX12" fmla="*/ 249312 w 726376"/>
              <a:gd name="connsiteY12" fmla="*/ 247725 h 405003"/>
              <a:gd name="connsiteX13" fmla="*/ 253813 w 726376"/>
              <a:gd name="connsiteY13" fmla="*/ 247717 h 405003"/>
              <a:gd name="connsiteX14" fmla="*/ 274292 w 726376"/>
              <a:gd name="connsiteY14" fmla="*/ 235239 h 405003"/>
              <a:gd name="connsiteX15" fmla="*/ 297723 w 726376"/>
              <a:gd name="connsiteY15" fmla="*/ 235239 h 405003"/>
              <a:gd name="connsiteX16" fmla="*/ 252860 w 726376"/>
              <a:gd name="connsiteY16" fmla="*/ 266386 h 405003"/>
              <a:gd name="connsiteX17" fmla="*/ 203521 w 726376"/>
              <a:gd name="connsiteY17" fmla="*/ 215522 h 405003"/>
              <a:gd name="connsiteX18" fmla="*/ 249354 w 726376"/>
              <a:gd name="connsiteY18" fmla="*/ 164528 h 405003"/>
              <a:gd name="connsiteX19" fmla="*/ 252860 w 726376"/>
              <a:gd name="connsiteY19" fmla="*/ 164468 h 405003"/>
              <a:gd name="connsiteX20" fmla="*/ 299342 w 726376"/>
              <a:gd name="connsiteY20" fmla="*/ 221904 h 405003"/>
              <a:gd name="connsiteX21" fmla="*/ 251717 w 726376"/>
              <a:gd name="connsiteY21" fmla="*/ 182756 h 405003"/>
              <a:gd name="connsiteX22" fmla="*/ 228115 w 726376"/>
              <a:gd name="connsiteY22" fmla="*/ 204453 h 405003"/>
              <a:gd name="connsiteX23" fmla="*/ 228095 w 726376"/>
              <a:gd name="connsiteY23" fmla="*/ 205331 h 405003"/>
              <a:gd name="connsiteX24" fmla="*/ 274482 w 726376"/>
              <a:gd name="connsiteY24" fmla="*/ 205331 h 405003"/>
              <a:gd name="connsiteX25" fmla="*/ 251622 w 726376"/>
              <a:gd name="connsiteY25" fmla="*/ 182756 h 405003"/>
              <a:gd name="connsiteX26" fmla="*/ 608905 w 726376"/>
              <a:gd name="connsiteY26" fmla="*/ 221904 h 405003"/>
              <a:gd name="connsiteX27" fmla="*/ 537467 w 726376"/>
              <a:gd name="connsiteY27" fmla="*/ 221904 h 405003"/>
              <a:gd name="connsiteX28" fmla="*/ 558921 w 726376"/>
              <a:gd name="connsiteY28" fmla="*/ 247687 h 405003"/>
              <a:gd name="connsiteX29" fmla="*/ 562899 w 726376"/>
              <a:gd name="connsiteY29" fmla="*/ 247717 h 405003"/>
              <a:gd name="connsiteX30" fmla="*/ 583378 w 726376"/>
              <a:gd name="connsiteY30" fmla="*/ 235239 h 405003"/>
              <a:gd name="connsiteX31" fmla="*/ 606809 w 726376"/>
              <a:gd name="connsiteY31" fmla="*/ 235239 h 405003"/>
              <a:gd name="connsiteX32" fmla="*/ 562042 w 726376"/>
              <a:gd name="connsiteY32" fmla="*/ 266386 h 405003"/>
              <a:gd name="connsiteX33" fmla="*/ 512454 w 726376"/>
              <a:gd name="connsiteY33" fmla="*/ 220809 h 405003"/>
              <a:gd name="connsiteX34" fmla="*/ 512512 w 726376"/>
              <a:gd name="connsiteY34" fmla="*/ 215713 h 405003"/>
              <a:gd name="connsiteX35" fmla="*/ 558342 w 726376"/>
              <a:gd name="connsiteY35" fmla="*/ 164717 h 405003"/>
              <a:gd name="connsiteX36" fmla="*/ 561947 w 726376"/>
              <a:gd name="connsiteY36" fmla="*/ 164659 h 405003"/>
              <a:gd name="connsiteX37" fmla="*/ 608810 w 726376"/>
              <a:gd name="connsiteY37" fmla="*/ 221904 h 405003"/>
              <a:gd name="connsiteX38" fmla="*/ 561280 w 726376"/>
              <a:gd name="connsiteY38" fmla="*/ 182756 h 405003"/>
              <a:gd name="connsiteX39" fmla="*/ 537582 w 726376"/>
              <a:gd name="connsiteY39" fmla="*/ 204548 h 405003"/>
              <a:gd name="connsiteX40" fmla="*/ 537563 w 726376"/>
              <a:gd name="connsiteY40" fmla="*/ 205331 h 405003"/>
              <a:gd name="connsiteX41" fmla="*/ 584045 w 726376"/>
              <a:gd name="connsiteY41" fmla="*/ 205331 h 405003"/>
              <a:gd name="connsiteX42" fmla="*/ 561185 w 726376"/>
              <a:gd name="connsiteY42" fmla="*/ 182756 h 405003"/>
              <a:gd name="connsiteX43" fmla="*/ 77981 w 726376"/>
              <a:gd name="connsiteY43" fmla="*/ 263338 h 405003"/>
              <a:gd name="connsiteX44" fmla="*/ 104461 w 726376"/>
              <a:gd name="connsiteY44" fmla="*/ 263338 h 405003"/>
              <a:gd name="connsiteX45" fmla="*/ 104461 w 726376"/>
              <a:gd name="connsiteY45" fmla="*/ 206188 h 405003"/>
              <a:gd name="connsiteX46" fmla="*/ 161611 w 726376"/>
              <a:gd name="connsiteY46" fmla="*/ 206188 h 405003"/>
              <a:gd name="connsiteX47" fmla="*/ 161611 w 726376"/>
              <a:gd name="connsiteY47" fmla="*/ 263338 h 405003"/>
              <a:gd name="connsiteX48" fmla="*/ 188186 w 726376"/>
              <a:gd name="connsiteY48" fmla="*/ 263338 h 405003"/>
              <a:gd name="connsiteX49" fmla="*/ 188186 w 726376"/>
              <a:gd name="connsiteY49" fmla="*/ 129988 h 405003"/>
              <a:gd name="connsiteX50" fmla="*/ 161801 w 726376"/>
              <a:gd name="connsiteY50" fmla="*/ 129988 h 405003"/>
              <a:gd name="connsiteX51" fmla="*/ 161801 w 726376"/>
              <a:gd name="connsiteY51" fmla="*/ 184757 h 405003"/>
              <a:gd name="connsiteX52" fmla="*/ 104651 w 726376"/>
              <a:gd name="connsiteY52" fmla="*/ 184757 h 405003"/>
              <a:gd name="connsiteX53" fmla="*/ 104651 w 726376"/>
              <a:gd name="connsiteY53" fmla="*/ 129988 h 405003"/>
              <a:gd name="connsiteX54" fmla="*/ 77981 w 726376"/>
              <a:gd name="connsiteY54" fmla="*/ 129988 h 405003"/>
              <a:gd name="connsiteX55" fmla="*/ 314011 w 726376"/>
              <a:gd name="connsiteY55" fmla="*/ 263338 h 405003"/>
              <a:gd name="connsiteX56" fmla="*/ 338966 w 726376"/>
              <a:gd name="connsiteY56" fmla="*/ 263338 h 405003"/>
              <a:gd name="connsiteX57" fmla="*/ 338966 w 726376"/>
              <a:gd name="connsiteY57" fmla="*/ 211522 h 405003"/>
              <a:gd name="connsiteX58" fmla="*/ 360302 w 726376"/>
              <a:gd name="connsiteY58" fmla="*/ 183804 h 405003"/>
              <a:gd name="connsiteX59" fmla="*/ 378114 w 726376"/>
              <a:gd name="connsiteY59" fmla="*/ 207521 h 405003"/>
              <a:gd name="connsiteX60" fmla="*/ 378114 w 726376"/>
              <a:gd name="connsiteY60" fmla="*/ 263338 h 405003"/>
              <a:gd name="connsiteX61" fmla="*/ 403070 w 726376"/>
              <a:gd name="connsiteY61" fmla="*/ 263338 h 405003"/>
              <a:gd name="connsiteX62" fmla="*/ 403070 w 726376"/>
              <a:gd name="connsiteY62" fmla="*/ 204283 h 405003"/>
              <a:gd name="connsiteX63" fmla="*/ 367732 w 726376"/>
              <a:gd name="connsiteY63" fmla="*/ 164468 h 405003"/>
              <a:gd name="connsiteX64" fmla="*/ 338204 w 726376"/>
              <a:gd name="connsiteY64" fmla="*/ 180566 h 405003"/>
              <a:gd name="connsiteX65" fmla="*/ 337633 w 726376"/>
              <a:gd name="connsiteY65" fmla="*/ 180566 h 405003"/>
              <a:gd name="connsiteX66" fmla="*/ 337633 w 726376"/>
              <a:gd name="connsiteY66" fmla="*/ 167135 h 405003"/>
              <a:gd name="connsiteX67" fmla="*/ 314011 w 726376"/>
              <a:gd name="connsiteY67" fmla="*/ 167135 h 405003"/>
              <a:gd name="connsiteX68" fmla="*/ 424406 w 726376"/>
              <a:gd name="connsiteY68" fmla="*/ 263338 h 405003"/>
              <a:gd name="connsiteX69" fmla="*/ 449361 w 726376"/>
              <a:gd name="connsiteY69" fmla="*/ 263338 h 405003"/>
              <a:gd name="connsiteX70" fmla="*/ 449361 w 726376"/>
              <a:gd name="connsiteY70" fmla="*/ 211427 h 405003"/>
              <a:gd name="connsiteX71" fmla="*/ 486128 w 726376"/>
              <a:gd name="connsiteY71" fmla="*/ 263338 h 405003"/>
              <a:gd name="connsiteX72" fmla="*/ 517179 w 726376"/>
              <a:gd name="connsiteY72" fmla="*/ 263338 h 405003"/>
              <a:gd name="connsiteX73" fmla="*/ 476603 w 726376"/>
              <a:gd name="connsiteY73" fmla="*/ 209141 h 405003"/>
              <a:gd name="connsiteX74" fmla="*/ 512607 w 726376"/>
              <a:gd name="connsiteY74" fmla="*/ 166754 h 405003"/>
              <a:gd name="connsiteX75" fmla="*/ 482413 w 726376"/>
              <a:gd name="connsiteY75" fmla="*/ 166754 h 405003"/>
              <a:gd name="connsiteX76" fmla="*/ 448980 w 726376"/>
              <a:gd name="connsiteY76" fmla="*/ 208379 h 405003"/>
              <a:gd name="connsiteX77" fmla="*/ 448980 w 726376"/>
              <a:gd name="connsiteY77" fmla="*/ 129988 h 405003"/>
              <a:gd name="connsiteX78" fmla="*/ 424406 w 726376"/>
              <a:gd name="connsiteY78" fmla="*/ 129988 h 405003"/>
              <a:gd name="connsiteX79" fmla="*/ 623478 w 726376"/>
              <a:gd name="connsiteY79" fmla="*/ 263338 h 405003"/>
              <a:gd name="connsiteX80" fmla="*/ 648434 w 726376"/>
              <a:gd name="connsiteY80" fmla="*/ 263338 h 405003"/>
              <a:gd name="connsiteX81" fmla="*/ 648434 w 726376"/>
              <a:gd name="connsiteY81" fmla="*/ 129988 h 405003"/>
              <a:gd name="connsiteX82" fmla="*/ 623478 w 726376"/>
              <a:gd name="connsiteY82" fmla="*/ 129988 h 405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726376" h="405003">
                <a:moveTo>
                  <a:pt x="363160" y="-28"/>
                </a:moveTo>
                <a:cubicBezTo>
                  <a:pt x="563185" y="-28"/>
                  <a:pt x="726348" y="90650"/>
                  <a:pt x="726348" y="202473"/>
                </a:cubicBezTo>
                <a:cubicBezTo>
                  <a:pt x="726348" y="314297"/>
                  <a:pt x="563661" y="404975"/>
                  <a:pt x="363160" y="404975"/>
                </a:cubicBezTo>
                <a:cubicBezTo>
                  <a:pt x="162659" y="404975"/>
                  <a:pt x="-28" y="314201"/>
                  <a:pt x="-28" y="202473"/>
                </a:cubicBezTo>
                <a:cubicBezTo>
                  <a:pt x="-28" y="90745"/>
                  <a:pt x="162659" y="-28"/>
                  <a:pt x="363160" y="-28"/>
                </a:cubicBezTo>
                <a:close/>
                <a:moveTo>
                  <a:pt x="363160" y="18164"/>
                </a:moveTo>
                <a:cubicBezTo>
                  <a:pt x="172660" y="18164"/>
                  <a:pt x="18355" y="100841"/>
                  <a:pt x="18355" y="202473"/>
                </a:cubicBezTo>
                <a:cubicBezTo>
                  <a:pt x="18355" y="304105"/>
                  <a:pt x="172850" y="386496"/>
                  <a:pt x="363160" y="386496"/>
                </a:cubicBezTo>
                <a:cubicBezTo>
                  <a:pt x="553469" y="386496"/>
                  <a:pt x="708060" y="304010"/>
                  <a:pt x="708060" y="202473"/>
                </a:cubicBezTo>
                <a:cubicBezTo>
                  <a:pt x="708060" y="100937"/>
                  <a:pt x="553469" y="18164"/>
                  <a:pt x="363160" y="18164"/>
                </a:cubicBezTo>
                <a:close/>
                <a:moveTo>
                  <a:pt x="299342" y="221904"/>
                </a:moveTo>
                <a:lnTo>
                  <a:pt x="227905" y="221904"/>
                </a:lnTo>
                <a:cubicBezTo>
                  <a:pt x="226687" y="234946"/>
                  <a:pt x="236271" y="246506"/>
                  <a:pt x="249312" y="247725"/>
                </a:cubicBezTo>
                <a:cubicBezTo>
                  <a:pt x="250810" y="247865"/>
                  <a:pt x="252317" y="247863"/>
                  <a:pt x="253813" y="247717"/>
                </a:cubicBezTo>
                <a:cubicBezTo>
                  <a:pt x="262601" y="248347"/>
                  <a:pt x="270823" y="243338"/>
                  <a:pt x="274292" y="235239"/>
                </a:cubicBezTo>
                <a:lnTo>
                  <a:pt x="297723" y="235239"/>
                </a:lnTo>
                <a:cubicBezTo>
                  <a:pt x="292208" y="255062"/>
                  <a:pt x="273360" y="268147"/>
                  <a:pt x="252860" y="266386"/>
                </a:cubicBezTo>
                <a:cubicBezTo>
                  <a:pt x="222380" y="266386"/>
                  <a:pt x="203521" y="245431"/>
                  <a:pt x="203521" y="215522"/>
                </a:cubicBezTo>
                <a:cubicBezTo>
                  <a:pt x="202096" y="188785"/>
                  <a:pt x="222616" y="165953"/>
                  <a:pt x="249354" y="164528"/>
                </a:cubicBezTo>
                <a:cubicBezTo>
                  <a:pt x="250522" y="164467"/>
                  <a:pt x="251691" y="164446"/>
                  <a:pt x="252860" y="164468"/>
                </a:cubicBezTo>
                <a:cubicBezTo>
                  <a:pt x="285341" y="164468"/>
                  <a:pt x="301438" y="192186"/>
                  <a:pt x="299342" y="221904"/>
                </a:cubicBezTo>
                <a:close/>
                <a:moveTo>
                  <a:pt x="251717" y="182756"/>
                </a:moveTo>
                <a:cubicBezTo>
                  <a:pt x="239208" y="182231"/>
                  <a:pt x="228641" y="191944"/>
                  <a:pt x="228115" y="204453"/>
                </a:cubicBezTo>
                <a:cubicBezTo>
                  <a:pt x="228103" y="204746"/>
                  <a:pt x="228096" y="205038"/>
                  <a:pt x="228095" y="205331"/>
                </a:cubicBezTo>
                <a:lnTo>
                  <a:pt x="274482" y="205331"/>
                </a:lnTo>
                <a:cubicBezTo>
                  <a:pt x="272863" y="191805"/>
                  <a:pt x="266957" y="182756"/>
                  <a:pt x="251622" y="182756"/>
                </a:cubicBezTo>
                <a:close/>
                <a:moveTo>
                  <a:pt x="608905" y="221904"/>
                </a:moveTo>
                <a:lnTo>
                  <a:pt x="537467" y="221904"/>
                </a:lnTo>
                <a:cubicBezTo>
                  <a:pt x="536272" y="234949"/>
                  <a:pt x="545877" y="246492"/>
                  <a:pt x="558921" y="247687"/>
                </a:cubicBezTo>
                <a:cubicBezTo>
                  <a:pt x="560244" y="247808"/>
                  <a:pt x="561574" y="247819"/>
                  <a:pt x="562899" y="247717"/>
                </a:cubicBezTo>
                <a:cubicBezTo>
                  <a:pt x="571687" y="248347"/>
                  <a:pt x="579909" y="243338"/>
                  <a:pt x="583378" y="235239"/>
                </a:cubicBezTo>
                <a:lnTo>
                  <a:pt x="606809" y="235239"/>
                </a:lnTo>
                <a:cubicBezTo>
                  <a:pt x="601334" y="255046"/>
                  <a:pt x="582518" y="268138"/>
                  <a:pt x="562042" y="266386"/>
                </a:cubicBezTo>
                <a:cubicBezTo>
                  <a:pt x="535762" y="267494"/>
                  <a:pt x="513562" y="247087"/>
                  <a:pt x="512454" y="220809"/>
                </a:cubicBezTo>
                <a:cubicBezTo>
                  <a:pt x="512382" y="219110"/>
                  <a:pt x="512401" y="217409"/>
                  <a:pt x="512512" y="215713"/>
                </a:cubicBezTo>
                <a:cubicBezTo>
                  <a:pt x="511086" y="188975"/>
                  <a:pt x="531605" y="166143"/>
                  <a:pt x="558342" y="164717"/>
                </a:cubicBezTo>
                <a:cubicBezTo>
                  <a:pt x="559543" y="164653"/>
                  <a:pt x="560746" y="164633"/>
                  <a:pt x="561947" y="164659"/>
                </a:cubicBezTo>
                <a:cubicBezTo>
                  <a:pt x="594808" y="164468"/>
                  <a:pt x="610715" y="192186"/>
                  <a:pt x="608810" y="221904"/>
                </a:cubicBezTo>
                <a:close/>
                <a:moveTo>
                  <a:pt x="561280" y="182756"/>
                </a:moveTo>
                <a:cubicBezTo>
                  <a:pt x="548718" y="182230"/>
                  <a:pt x="538108" y="191986"/>
                  <a:pt x="537582" y="204548"/>
                </a:cubicBezTo>
                <a:cubicBezTo>
                  <a:pt x="537571" y="204809"/>
                  <a:pt x="537565" y="205070"/>
                  <a:pt x="537563" y="205331"/>
                </a:cubicBezTo>
                <a:lnTo>
                  <a:pt x="584045" y="205331"/>
                </a:lnTo>
                <a:cubicBezTo>
                  <a:pt x="582140" y="191805"/>
                  <a:pt x="576425" y="182756"/>
                  <a:pt x="561185" y="182756"/>
                </a:cubicBezTo>
                <a:close/>
                <a:moveTo>
                  <a:pt x="77981" y="263338"/>
                </a:moveTo>
                <a:lnTo>
                  <a:pt x="104461" y="263338"/>
                </a:lnTo>
                <a:lnTo>
                  <a:pt x="104461" y="206188"/>
                </a:lnTo>
                <a:lnTo>
                  <a:pt x="161611" y="206188"/>
                </a:lnTo>
                <a:lnTo>
                  <a:pt x="161611" y="263338"/>
                </a:lnTo>
                <a:lnTo>
                  <a:pt x="188186" y="263338"/>
                </a:lnTo>
                <a:lnTo>
                  <a:pt x="188186" y="129988"/>
                </a:lnTo>
                <a:lnTo>
                  <a:pt x="161801" y="129988"/>
                </a:lnTo>
                <a:lnTo>
                  <a:pt x="161801" y="184757"/>
                </a:lnTo>
                <a:lnTo>
                  <a:pt x="104651" y="184757"/>
                </a:lnTo>
                <a:lnTo>
                  <a:pt x="104651" y="129988"/>
                </a:lnTo>
                <a:lnTo>
                  <a:pt x="77981" y="129988"/>
                </a:lnTo>
                <a:close/>
                <a:moveTo>
                  <a:pt x="314011" y="263338"/>
                </a:moveTo>
                <a:lnTo>
                  <a:pt x="338966" y="263338"/>
                </a:lnTo>
                <a:lnTo>
                  <a:pt x="338966" y="211522"/>
                </a:lnTo>
                <a:cubicBezTo>
                  <a:pt x="338966" y="191805"/>
                  <a:pt x="345824" y="183804"/>
                  <a:pt x="360302" y="183804"/>
                </a:cubicBezTo>
                <a:cubicBezTo>
                  <a:pt x="372590" y="183804"/>
                  <a:pt x="378114" y="191710"/>
                  <a:pt x="378114" y="207521"/>
                </a:cubicBezTo>
                <a:lnTo>
                  <a:pt x="378114" y="263338"/>
                </a:lnTo>
                <a:lnTo>
                  <a:pt x="403070" y="263338"/>
                </a:lnTo>
                <a:lnTo>
                  <a:pt x="403070" y="204283"/>
                </a:lnTo>
                <a:cubicBezTo>
                  <a:pt x="403070" y="180375"/>
                  <a:pt x="396021" y="164468"/>
                  <a:pt x="367732" y="164468"/>
                </a:cubicBezTo>
                <a:cubicBezTo>
                  <a:pt x="355758" y="164326"/>
                  <a:pt x="344573" y="170424"/>
                  <a:pt x="338204" y="180566"/>
                </a:cubicBezTo>
                <a:lnTo>
                  <a:pt x="337633" y="180566"/>
                </a:lnTo>
                <a:lnTo>
                  <a:pt x="337633" y="167135"/>
                </a:lnTo>
                <a:lnTo>
                  <a:pt x="314011" y="167135"/>
                </a:lnTo>
                <a:close/>
                <a:moveTo>
                  <a:pt x="424406" y="263338"/>
                </a:moveTo>
                <a:lnTo>
                  <a:pt x="449361" y="263338"/>
                </a:lnTo>
                <a:lnTo>
                  <a:pt x="449361" y="211427"/>
                </a:lnTo>
                <a:lnTo>
                  <a:pt x="486128" y="263338"/>
                </a:lnTo>
                <a:lnTo>
                  <a:pt x="517179" y="263338"/>
                </a:lnTo>
                <a:lnTo>
                  <a:pt x="476603" y="209141"/>
                </a:lnTo>
                <a:lnTo>
                  <a:pt x="512607" y="166754"/>
                </a:lnTo>
                <a:lnTo>
                  <a:pt x="482413" y="166754"/>
                </a:lnTo>
                <a:lnTo>
                  <a:pt x="448980" y="208379"/>
                </a:lnTo>
                <a:lnTo>
                  <a:pt x="448980" y="129988"/>
                </a:lnTo>
                <a:lnTo>
                  <a:pt x="424406" y="129988"/>
                </a:lnTo>
                <a:close/>
                <a:moveTo>
                  <a:pt x="623478" y="263338"/>
                </a:moveTo>
                <a:lnTo>
                  <a:pt x="648434" y="263338"/>
                </a:lnTo>
                <a:lnTo>
                  <a:pt x="648434" y="129988"/>
                </a:lnTo>
                <a:lnTo>
                  <a:pt x="623478" y="129988"/>
                </a:lnTo>
                <a:close/>
              </a:path>
            </a:pathLst>
          </a:custGeom>
          <a:solidFill>
            <a:schemeClr val="accent1"/>
          </a:solidFill>
          <a:ln w="9525" cap="flat">
            <a:noFill/>
            <a:prstDash val="solid"/>
            <a:miter/>
          </a:ln>
        </p:spPr>
        <p:txBody>
          <a:bodyPr rtlCol="0" anchor="ctr"/>
          <a:lstStyle/>
          <a:p>
            <a:pPr rtl="0"/>
            <a:endParaRPr lang="en-US" noProof="0" dirty="0"/>
          </a:p>
        </p:txBody>
      </p:sp>
    </p:spTree>
    <p:extLst>
      <p:ext uri="{BB962C8B-B14F-4D97-AF65-F5344CB8AC3E}">
        <p14:creationId xmlns:p14="http://schemas.microsoft.com/office/powerpoint/2010/main" val="901074324"/>
      </p:ext>
    </p:extLst>
  </p:cSld>
  <p:clrMap bg1="lt1" tx1="dk1" bg2="lt2" tx2="dk2" accent1="accent1" accent2="accent2" accent3="accent3" accent4="accent4" accent5="accent5" accent6="accent6" hlink="hlink" folHlink="folHlink"/>
  <p:sldLayoutIdLst>
    <p:sldLayoutId id="2147483712" r:id="rId1"/>
    <p:sldLayoutId id="2147483778" r:id="rId2"/>
    <p:sldLayoutId id="2147483661" r:id="rId3"/>
    <p:sldLayoutId id="2147483672" r:id="rId4"/>
    <p:sldLayoutId id="2147483673" r:id="rId5"/>
    <p:sldLayoutId id="2147483674" r:id="rId6"/>
    <p:sldLayoutId id="2147483708" r:id="rId7"/>
    <p:sldLayoutId id="2147483709" r:id="rId8"/>
    <p:sldLayoutId id="2147483710" r:id="rId9"/>
    <p:sldLayoutId id="2147483711" r:id="rId10"/>
    <p:sldLayoutId id="2147483719" r:id="rId11"/>
    <p:sldLayoutId id="2147483720" r:id="rId12"/>
    <p:sldLayoutId id="2147483721" r:id="rId13"/>
    <p:sldLayoutId id="2147483722" r:id="rId14"/>
    <p:sldLayoutId id="2147483723" r:id="rId15"/>
    <p:sldLayoutId id="2147483724" r:id="rId16"/>
    <p:sldLayoutId id="2147483725" r:id="rId17"/>
    <p:sldLayoutId id="2147483726" r:id="rId18"/>
    <p:sldLayoutId id="2147483727" r:id="rId19"/>
    <p:sldLayoutId id="2147483728" r:id="rId20"/>
    <p:sldLayoutId id="2147483729" r:id="rId21"/>
    <p:sldLayoutId id="2147483730" r:id="rId22"/>
    <p:sldLayoutId id="2147483731" r:id="rId23"/>
    <p:sldLayoutId id="2147483732" r:id="rId24"/>
    <p:sldLayoutId id="2147483733" r:id="rId25"/>
    <p:sldLayoutId id="2147483734" r:id="rId26"/>
    <p:sldLayoutId id="2147483735" r:id="rId27"/>
    <p:sldLayoutId id="2147483736" r:id="rId28"/>
    <p:sldLayoutId id="2147483737" r:id="rId29"/>
    <p:sldLayoutId id="2147483738" r:id="rId30"/>
    <p:sldLayoutId id="2147483739" r:id="rId31"/>
    <p:sldLayoutId id="2147483740" r:id="rId32"/>
    <p:sldLayoutId id="2147483741" r:id="rId33"/>
    <p:sldLayoutId id="2147483742" r:id="rId34"/>
    <p:sldLayoutId id="2147483743" r:id="rId35"/>
    <p:sldLayoutId id="2147483744" r:id="rId36"/>
    <p:sldLayoutId id="2147483780" r:id="rId37"/>
    <p:sldLayoutId id="2147483713" r:id="rId38"/>
    <p:sldLayoutId id="2147483677" r:id="rId39"/>
    <p:sldLayoutId id="2147483782" r:id="rId40"/>
    <p:sldLayoutId id="2147483781" r:id="rId41"/>
    <p:sldLayoutId id="2147483675" r:id="rId42"/>
    <p:sldLayoutId id="2147483775" r:id="rId43"/>
    <p:sldLayoutId id="2147483676" r:id="rId44"/>
    <p:sldLayoutId id="2147483685" r:id="rId45"/>
    <p:sldLayoutId id="2147483686" r:id="rId46"/>
    <p:sldLayoutId id="2147483687" r:id="rId47"/>
    <p:sldLayoutId id="2147483688" r:id="rId48"/>
    <p:sldLayoutId id="2147483689" r:id="rId49"/>
    <p:sldLayoutId id="2147483690" r:id="rId50"/>
    <p:sldLayoutId id="2147483692" r:id="rId51"/>
    <p:sldLayoutId id="2147483693" r:id="rId52"/>
    <p:sldLayoutId id="2147483695" r:id="rId53"/>
    <p:sldLayoutId id="2147483696" r:id="rId54"/>
    <p:sldLayoutId id="2147483697" r:id="rId55"/>
    <p:sldLayoutId id="2147483698" r:id="rId56"/>
    <p:sldLayoutId id="2147483716" r:id="rId57"/>
    <p:sldLayoutId id="2147483718" r:id="rId58"/>
    <p:sldLayoutId id="2147483704" r:id="rId59"/>
    <p:sldLayoutId id="2147483705" r:id="rId60"/>
    <p:sldLayoutId id="2147483776" r:id="rId61"/>
    <p:sldLayoutId id="2147483777" r:id="rId62"/>
    <p:sldLayoutId id="2147483706" r:id="rId63"/>
    <p:sldLayoutId id="2147483707" r:id="rId64"/>
    <p:sldLayoutId id="2147483714" r:id="rId65"/>
    <p:sldLayoutId id="2147483715" r:id="rId66"/>
    <p:sldLayoutId id="2147483745" r:id="rId67"/>
    <p:sldLayoutId id="2147483746" r:id="rId68"/>
    <p:sldLayoutId id="2147483747" r:id="rId69"/>
    <p:sldLayoutId id="2147483748" r:id="rId70"/>
    <p:sldLayoutId id="2147483749" r:id="rId71"/>
    <p:sldLayoutId id="2147483750" r:id="rId72"/>
    <p:sldLayoutId id="2147483751" r:id="rId73"/>
    <p:sldLayoutId id="2147483752" r:id="rId74"/>
    <p:sldLayoutId id="2147483753" r:id="rId75"/>
    <p:sldLayoutId id="2147483754" r:id="rId76"/>
    <p:sldLayoutId id="2147483755" r:id="rId77"/>
    <p:sldLayoutId id="2147483756" r:id="rId78"/>
    <p:sldLayoutId id="2147483683" r:id="rId79"/>
    <p:sldLayoutId id="2147483684" r:id="rId80"/>
    <p:sldLayoutId id="2147483757" r:id="rId81"/>
    <p:sldLayoutId id="2147483758" r:id="rId82"/>
    <p:sldLayoutId id="2147483759" r:id="rId83"/>
    <p:sldLayoutId id="2147483760" r:id="rId84"/>
    <p:sldLayoutId id="2147483761" r:id="rId85"/>
    <p:sldLayoutId id="2147483762" r:id="rId86"/>
    <p:sldLayoutId id="2147483763" r:id="rId87"/>
    <p:sldLayoutId id="2147483764" r:id="rId88"/>
    <p:sldLayoutId id="2147483765" r:id="rId89"/>
    <p:sldLayoutId id="2147483766" r:id="rId90"/>
    <p:sldLayoutId id="2147483767" r:id="rId91"/>
    <p:sldLayoutId id="2147483768" r:id="rId92"/>
    <p:sldLayoutId id="2147483769" r:id="rId93"/>
    <p:sldLayoutId id="2147483770" r:id="rId94"/>
    <p:sldLayoutId id="2147483771" r:id="rId95"/>
    <p:sldLayoutId id="2147483772" r:id="rId96"/>
    <p:sldLayoutId id="2147483717" r:id="rId97"/>
    <p:sldLayoutId id="2147483699" r:id="rId98"/>
    <p:sldLayoutId id="2147483773" r:id="rId99"/>
    <p:sldLayoutId id="2147483774" r:id="rId100"/>
    <p:sldLayoutId id="2147483700" r:id="rId101"/>
    <p:sldLayoutId id="2147483779" r:id="rId102"/>
    <p:sldLayoutId id="2147483701" r:id="rId103"/>
    <p:sldLayoutId id="2147483702" r:id="rId104"/>
  </p:sldLayoutIdLst>
  <p:hf hdr="0" ftr="0" dt="0"/>
  <p:txStyles>
    <p:titleStyle>
      <a:lvl1pPr algn="l" defTabSz="685800" rtl="0" eaLnBrk="1" latinLnBrk="0" hangingPunct="1">
        <a:lnSpc>
          <a:spcPts val="2400"/>
        </a:lnSpc>
        <a:spcBef>
          <a:spcPct val="0"/>
        </a:spcBef>
        <a:buNone/>
        <a:defRPr sz="2400" kern="1200" cap="all" baseline="0">
          <a:solidFill>
            <a:schemeClr val="accent1"/>
          </a:solidFill>
          <a:latin typeface="+mj-lt"/>
          <a:ea typeface="+mj-ea"/>
          <a:cs typeface="+mj-cs"/>
        </a:defRPr>
      </a:lvl1pPr>
    </p:titleStyle>
    <p:bodyStyle>
      <a:lvl1pPr marL="162000" indent="-162000" algn="l" defTabSz="685800" rtl="0" eaLnBrk="1" latinLnBrk="0" hangingPunct="1">
        <a:lnSpc>
          <a:spcPct val="114000"/>
        </a:lnSpc>
        <a:spcBef>
          <a:spcPts val="0"/>
        </a:spcBef>
        <a:spcAft>
          <a:spcPts val="1200"/>
        </a:spcAft>
        <a:buClr>
          <a:schemeClr val="accent1"/>
        </a:buClr>
        <a:buSzPct val="100000"/>
        <a:buFont typeface="Wingdings" panose="05000000000000000000" pitchFamily="2" charset="2"/>
        <a:buChar char="§"/>
        <a:defRPr sz="1200" kern="1200">
          <a:solidFill>
            <a:schemeClr val="tx1"/>
          </a:solidFill>
          <a:latin typeface="+mn-lt"/>
          <a:ea typeface="+mn-ea"/>
          <a:cs typeface="+mn-cs"/>
        </a:defRPr>
      </a:lvl1pPr>
      <a:lvl2pPr marL="522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2pPr>
      <a:lvl3pPr marL="990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3pPr>
      <a:lvl4pPr marL="1458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4pPr>
      <a:lvl5pPr marL="1926000" indent="-162000" algn="l" defTabSz="685800" rtl="0" eaLnBrk="1" latinLnBrk="0" hangingPunct="1">
        <a:lnSpc>
          <a:spcPct val="114000"/>
        </a:lnSpc>
        <a:spcBef>
          <a:spcPts val="0"/>
        </a:spcBef>
        <a:spcAft>
          <a:spcPts val="1200"/>
        </a:spcAft>
        <a:buClr>
          <a:schemeClr val="accent1"/>
        </a:buClr>
        <a:buFont typeface="GT Flexa Rg" pitchFamily="2"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userDrawn="1">
          <p15:clr>
            <a:srgbClr val="A4A3A4"/>
          </p15:clr>
        </p15:guide>
        <p15:guide id="5" orient="horz" pos="188" userDrawn="1">
          <p15:clr>
            <a:srgbClr val="A4A3A4"/>
          </p15:clr>
        </p15:guide>
        <p15:guide id="7" orient="horz" pos="3052" userDrawn="1">
          <p15:clr>
            <a:srgbClr val="A4A3A4"/>
          </p15:clr>
        </p15:guide>
        <p15:guide id="8" pos="549" userDrawn="1">
          <p15:clr>
            <a:srgbClr val="A4A3A4"/>
          </p15:clr>
        </p15:guide>
        <p15:guide id="9" pos="645" userDrawn="1">
          <p15:clr>
            <a:srgbClr val="A4A3A4"/>
          </p15:clr>
        </p15:guide>
        <p15:guide id="10" pos="1005" userDrawn="1">
          <p15:clr>
            <a:srgbClr val="A4A3A4"/>
          </p15:clr>
        </p15:guide>
        <p15:guide id="11" pos="1101" userDrawn="1">
          <p15:clr>
            <a:srgbClr val="A4A3A4"/>
          </p15:clr>
        </p15:guide>
        <p15:guide id="12" pos="1461" userDrawn="1">
          <p15:clr>
            <a:srgbClr val="A4A3A4"/>
          </p15:clr>
        </p15:guide>
        <p15:guide id="13" pos="1557" userDrawn="1">
          <p15:clr>
            <a:srgbClr val="A4A3A4"/>
          </p15:clr>
        </p15:guide>
        <p15:guide id="14" pos="1917" userDrawn="1">
          <p15:clr>
            <a:srgbClr val="A4A3A4"/>
          </p15:clr>
        </p15:guide>
        <p15:guide id="15" pos="2013" userDrawn="1">
          <p15:clr>
            <a:srgbClr val="A4A3A4"/>
          </p15:clr>
        </p15:guide>
        <p15:guide id="16" pos="2375" userDrawn="1">
          <p15:clr>
            <a:srgbClr val="A4A3A4"/>
          </p15:clr>
        </p15:guide>
        <p15:guide id="17" pos="2471" userDrawn="1">
          <p15:clr>
            <a:srgbClr val="A4A3A4"/>
          </p15:clr>
        </p15:guide>
        <p15:guide id="18" pos="2832" userDrawn="1">
          <p15:clr>
            <a:srgbClr val="A4A3A4"/>
          </p15:clr>
        </p15:guide>
        <p15:guide id="19" pos="2927" userDrawn="1">
          <p15:clr>
            <a:srgbClr val="A4A3A4"/>
          </p15:clr>
        </p15:guide>
        <p15:guide id="20" pos="3288" userDrawn="1">
          <p15:clr>
            <a:srgbClr val="A4A3A4"/>
          </p15:clr>
        </p15:guide>
        <p15:guide id="21" pos="3384" userDrawn="1">
          <p15:clr>
            <a:srgbClr val="A4A3A4"/>
          </p15:clr>
        </p15:guide>
        <p15:guide id="22" pos="3744" userDrawn="1">
          <p15:clr>
            <a:srgbClr val="A4A3A4"/>
          </p15:clr>
        </p15:guide>
        <p15:guide id="23" pos="3840" userDrawn="1">
          <p15:clr>
            <a:srgbClr val="A4A3A4"/>
          </p15:clr>
        </p15:guide>
        <p15:guide id="24" pos="4200" userDrawn="1">
          <p15:clr>
            <a:srgbClr val="A4A3A4"/>
          </p15:clr>
        </p15:guide>
        <p15:guide id="25" pos="4296" userDrawn="1">
          <p15:clr>
            <a:srgbClr val="A4A3A4"/>
          </p15:clr>
        </p15:guide>
        <p15:guide id="26" pos="4656" userDrawn="1">
          <p15:clr>
            <a:srgbClr val="A4A3A4"/>
          </p15:clr>
        </p15:guide>
        <p15:guide id="27" pos="4752" userDrawn="1">
          <p15:clr>
            <a:srgbClr val="A4A3A4"/>
          </p15:clr>
        </p15:guide>
        <p15:guide id="28" pos="5114" userDrawn="1">
          <p15:clr>
            <a:srgbClr val="A4A3A4"/>
          </p15:clr>
        </p15:guide>
        <p15:guide id="29" pos="5210" userDrawn="1">
          <p15:clr>
            <a:srgbClr val="A4A3A4"/>
          </p15:clr>
        </p15:guide>
        <p15:guide id="31" pos="5570" userDrawn="1">
          <p15:clr>
            <a:srgbClr val="A4A3A4"/>
          </p15:clr>
        </p15:guide>
        <p15:guide id="32" orient="horz" pos="940" userDrawn="1">
          <p15:clr>
            <a:srgbClr val="A4A3A4"/>
          </p15:clr>
        </p15:guide>
        <p15:guide id="33" orient="horz" pos="2754"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07.xml"/><Relationship Id="rId5" Type="http://schemas.openxmlformats.org/officeDocument/2006/relationships/image" Target="../media/image1.emf"/><Relationship Id="rId4" Type="http://schemas.openxmlformats.org/officeDocument/2006/relationships/oleObject" Target="../embeddings/oleObject99.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6.xml"/><Relationship Id="rId1" Type="http://schemas.openxmlformats.org/officeDocument/2006/relationships/tags" Target="../tags/tag108.xml"/><Relationship Id="rId5" Type="http://schemas.openxmlformats.org/officeDocument/2006/relationships/image" Target="../media/image1.emf"/><Relationship Id="rId4" Type="http://schemas.openxmlformats.org/officeDocument/2006/relationships/oleObject" Target="../embeddings/oleObject100.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4.xml"/><Relationship Id="rId1" Type="http://schemas.openxmlformats.org/officeDocument/2006/relationships/tags" Target="../tags/tag109.xml"/><Relationship Id="rId5" Type="http://schemas.openxmlformats.org/officeDocument/2006/relationships/image" Target="../media/image1.emf"/><Relationship Id="rId4" Type="http://schemas.openxmlformats.org/officeDocument/2006/relationships/oleObject" Target="../embeddings/oleObject101.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6.xml"/><Relationship Id="rId1" Type="http://schemas.openxmlformats.org/officeDocument/2006/relationships/tags" Target="../tags/tag110.xml"/><Relationship Id="rId5" Type="http://schemas.openxmlformats.org/officeDocument/2006/relationships/image" Target="../media/image1.emf"/><Relationship Id="rId4" Type="http://schemas.openxmlformats.org/officeDocument/2006/relationships/oleObject" Target="../embeddings/oleObject100.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4.xml"/><Relationship Id="rId1" Type="http://schemas.openxmlformats.org/officeDocument/2006/relationships/tags" Target="../tags/tag111.xml"/><Relationship Id="rId5" Type="http://schemas.openxmlformats.org/officeDocument/2006/relationships/image" Target="../media/image1.emf"/><Relationship Id="rId4" Type="http://schemas.openxmlformats.org/officeDocument/2006/relationships/oleObject" Target="../embeddings/oleObject101.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6.xml"/><Relationship Id="rId1" Type="http://schemas.openxmlformats.org/officeDocument/2006/relationships/tags" Target="../tags/tag112.xml"/><Relationship Id="rId5" Type="http://schemas.openxmlformats.org/officeDocument/2006/relationships/image" Target="../media/image1.emf"/><Relationship Id="rId4" Type="http://schemas.openxmlformats.org/officeDocument/2006/relationships/oleObject" Target="../embeddings/oleObject100.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6.xml"/><Relationship Id="rId1" Type="http://schemas.openxmlformats.org/officeDocument/2006/relationships/tags" Target="../tags/tag113.xml"/><Relationship Id="rId5" Type="http://schemas.openxmlformats.org/officeDocument/2006/relationships/image" Target="../media/image1.emf"/><Relationship Id="rId4" Type="http://schemas.openxmlformats.org/officeDocument/2006/relationships/oleObject" Target="../embeddings/oleObject100.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4.xml"/><Relationship Id="rId1" Type="http://schemas.openxmlformats.org/officeDocument/2006/relationships/tags" Target="../tags/tag114.xml"/><Relationship Id="rId5" Type="http://schemas.openxmlformats.org/officeDocument/2006/relationships/image" Target="../media/image1.emf"/><Relationship Id="rId4" Type="http://schemas.openxmlformats.org/officeDocument/2006/relationships/oleObject" Target="../embeddings/oleObject10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kt 2" hidden="1">
            <a:extLst>
              <a:ext uri="{FF2B5EF4-FFF2-40B4-BE49-F238E27FC236}">
                <a16:creationId xmlns:a16="http://schemas.microsoft.com/office/drawing/2014/main" id="{AC383830-5B10-401A-BF10-E6E17448190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3" name="Objekt 2" hidden="1">
                        <a:extLst>
                          <a:ext uri="{FF2B5EF4-FFF2-40B4-BE49-F238E27FC236}">
                            <a16:creationId xmlns:a16="http://schemas.microsoft.com/office/drawing/2014/main" id="{AC383830-5B10-401A-BF10-E6E17448190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el 5">
            <a:extLst>
              <a:ext uri="{FF2B5EF4-FFF2-40B4-BE49-F238E27FC236}">
                <a16:creationId xmlns:a16="http://schemas.microsoft.com/office/drawing/2014/main" id="{47FAEEF0-36B7-4481-8228-07ECAE5665B2}"/>
              </a:ext>
            </a:extLst>
          </p:cNvPr>
          <p:cNvSpPr>
            <a:spLocks noGrp="1"/>
          </p:cNvSpPr>
          <p:nvPr>
            <p:ph type="ctrTitle"/>
          </p:nvPr>
        </p:nvSpPr>
        <p:spPr>
          <a:xfrm>
            <a:off x="300038" y="792000"/>
            <a:ext cx="6858000" cy="577081"/>
          </a:xfrm>
        </p:spPr>
        <p:txBody>
          <a:bodyPr vert="horz"/>
          <a:lstStyle/>
          <a:p>
            <a:r>
              <a:rPr lang="en-US" dirty="0"/>
              <a:t>MES QCLAD Integration</a:t>
            </a:r>
          </a:p>
        </p:txBody>
      </p:sp>
    </p:spTree>
    <p:extLst>
      <p:ext uri="{BB962C8B-B14F-4D97-AF65-F5344CB8AC3E}">
        <p14:creationId xmlns:p14="http://schemas.microsoft.com/office/powerpoint/2010/main" val="1221361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329FD7B-4727-3C5E-6E75-85B153C32148}"/>
              </a:ext>
            </a:extLst>
          </p:cNvPr>
          <p:cNvSpPr>
            <a:spLocks noGrp="1"/>
          </p:cNvSpPr>
          <p:nvPr>
            <p:ph type="body" sz="quarter" idx="13"/>
          </p:nvPr>
        </p:nvSpPr>
        <p:spPr>
          <a:xfrm>
            <a:off x="300037" y="1126671"/>
            <a:ext cx="6459992" cy="3245303"/>
          </a:xfrm>
        </p:spPr>
        <p:txBody>
          <a:bodyPr/>
          <a:lstStyle/>
          <a:p>
            <a:pPr marL="1005750" indent="-285750">
              <a:lnSpc>
                <a:spcPts val="1600"/>
              </a:lnSpc>
              <a:buClr>
                <a:schemeClr val="bg1"/>
              </a:buClr>
              <a:buFont typeface="Arial" panose="020B0604020202020204" pitchFamily="34" charset="0"/>
              <a:buChar char="•"/>
            </a:pPr>
            <a:r>
              <a:rPr lang="en-US" sz="2000" dirty="0"/>
              <a:t>IPQC</a:t>
            </a:r>
          </a:p>
          <a:p>
            <a:pPr marL="1005750" indent="-285750">
              <a:lnSpc>
                <a:spcPts val="1600"/>
              </a:lnSpc>
              <a:buClr>
                <a:schemeClr val="bg1"/>
              </a:buClr>
              <a:buFont typeface="Arial" panose="020B0604020202020204" pitchFamily="34" charset="0"/>
              <a:buChar char="•"/>
            </a:pPr>
            <a:r>
              <a:rPr lang="en-US" sz="2000" dirty="0"/>
              <a:t>JIT</a:t>
            </a:r>
          </a:p>
          <a:p>
            <a:pPr marL="1005750" indent="-285750">
              <a:lnSpc>
                <a:spcPts val="1600"/>
              </a:lnSpc>
              <a:buClr>
                <a:schemeClr val="bg1"/>
              </a:buClr>
              <a:buFont typeface="Arial" panose="020B0604020202020204" pitchFamily="34" charset="0"/>
              <a:buChar char="•"/>
            </a:pPr>
            <a:r>
              <a:rPr lang="en-US" sz="2000" dirty="0"/>
              <a:t>Bulk-FG relationship</a:t>
            </a:r>
          </a:p>
          <a:p>
            <a:pPr marL="1005750" indent="-285750">
              <a:lnSpc>
                <a:spcPts val="1600"/>
              </a:lnSpc>
              <a:buClr>
                <a:schemeClr val="bg1"/>
              </a:buClr>
              <a:buFont typeface="Arial" panose="020B0604020202020204" pitchFamily="34" charset="0"/>
              <a:buChar char="•"/>
            </a:pPr>
            <a:r>
              <a:rPr lang="en-US" sz="2000" dirty="0"/>
              <a:t>Production line</a:t>
            </a:r>
          </a:p>
        </p:txBody>
      </p:sp>
      <p:sp>
        <p:nvSpPr>
          <p:cNvPr id="2" name="Title 1">
            <a:extLst>
              <a:ext uri="{FF2B5EF4-FFF2-40B4-BE49-F238E27FC236}">
                <a16:creationId xmlns:a16="http://schemas.microsoft.com/office/drawing/2014/main" id="{83B89468-9EA1-DC60-73EE-441BCAE453A1}"/>
              </a:ext>
            </a:extLst>
          </p:cNvPr>
          <p:cNvSpPr>
            <a:spLocks noGrp="1"/>
          </p:cNvSpPr>
          <p:nvPr>
            <p:ph type="title"/>
          </p:nvPr>
        </p:nvSpPr>
        <p:spPr/>
        <p:txBody>
          <a:bodyPr/>
          <a:lstStyle/>
          <a:p>
            <a:r>
              <a:rPr lang="de-DE" dirty="0"/>
              <a:t>ITEMS to be modified</a:t>
            </a:r>
          </a:p>
        </p:txBody>
      </p:sp>
      <p:sp>
        <p:nvSpPr>
          <p:cNvPr id="4" name="Slide Number Placeholder 3">
            <a:extLst>
              <a:ext uri="{FF2B5EF4-FFF2-40B4-BE49-F238E27FC236}">
                <a16:creationId xmlns:a16="http://schemas.microsoft.com/office/drawing/2014/main" id="{88E26AD3-DC57-F669-33AD-D6FAAD28317B}"/>
              </a:ext>
            </a:extLst>
          </p:cNvPr>
          <p:cNvSpPr>
            <a:spLocks noGrp="1"/>
          </p:cNvSpPr>
          <p:nvPr>
            <p:ph type="sldNum" sz="quarter" idx="11"/>
          </p:nvPr>
        </p:nvSpPr>
        <p:spPr/>
        <p:txBody>
          <a:bodyPr/>
          <a:lstStyle/>
          <a:p>
            <a:fld id="{54413C03-D129-4B04-B289-283874789DC0}" type="slidenum">
              <a:rPr lang="en-US" smtClean="0"/>
              <a:pPr/>
              <a:t>2</a:t>
            </a:fld>
            <a:endParaRPr lang="en-US" dirty="0"/>
          </a:p>
        </p:txBody>
      </p:sp>
    </p:spTree>
    <p:extLst>
      <p:ext uri="{BB962C8B-B14F-4D97-AF65-F5344CB8AC3E}">
        <p14:creationId xmlns:p14="http://schemas.microsoft.com/office/powerpoint/2010/main" val="2924933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B1C2418A-969A-4017-ABB1-D74A96131980}"/>
              </a:ext>
            </a:extLst>
          </p:cNvPr>
          <p:cNvGraphicFramePr>
            <a:graphicFrameLocks noChangeAspect="1"/>
          </p:cNvGraphicFramePr>
          <p:nvPr>
            <p:custDataLst>
              <p:tags r:id="rId1"/>
            </p:custDataLst>
            <p:extLst>
              <p:ext uri="{D42A27DB-BD31-4B8C-83A1-F6EECF244321}">
                <p14:modId xmlns:p14="http://schemas.microsoft.com/office/powerpoint/2010/main" val="20876307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Objekt 5" hidden="1">
                        <a:extLst>
                          <a:ext uri="{FF2B5EF4-FFF2-40B4-BE49-F238E27FC236}">
                            <a16:creationId xmlns:a16="http://schemas.microsoft.com/office/drawing/2014/main" id="{B1C2418A-969A-4017-ABB1-D74A9613198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73B57460-F042-43EF-A022-E1E198052216}"/>
              </a:ext>
            </a:extLst>
          </p:cNvPr>
          <p:cNvSpPr>
            <a:spLocks noGrp="1"/>
          </p:cNvSpPr>
          <p:nvPr>
            <p:ph type="title"/>
          </p:nvPr>
        </p:nvSpPr>
        <p:spPr/>
        <p:txBody>
          <a:bodyPr vert="horz"/>
          <a:lstStyle/>
          <a:p>
            <a:r>
              <a:rPr lang="en-US" dirty="0"/>
              <a:t>JIT modification</a:t>
            </a:r>
          </a:p>
        </p:txBody>
      </p:sp>
      <p:sp>
        <p:nvSpPr>
          <p:cNvPr id="2" name="Foliennummernplatzhalter 1">
            <a:extLst>
              <a:ext uri="{FF2B5EF4-FFF2-40B4-BE49-F238E27FC236}">
                <a16:creationId xmlns:a16="http://schemas.microsoft.com/office/drawing/2014/main" id="{92CB1320-8E39-49D0-AEBF-4FA3E40BB08C}"/>
              </a:ext>
            </a:extLst>
          </p:cNvPr>
          <p:cNvSpPr>
            <a:spLocks noGrp="1"/>
          </p:cNvSpPr>
          <p:nvPr>
            <p:ph type="sldNum" sz="quarter" idx="11"/>
          </p:nvPr>
        </p:nvSpPr>
        <p:spPr/>
        <p:txBody>
          <a:bodyPr/>
          <a:lstStyle/>
          <a:p>
            <a:fld id="{54413C03-D129-4B04-B289-283874789DC0}" type="slidenum">
              <a:rPr lang="en-US" noProof="0" smtClean="0"/>
              <a:pPr/>
              <a:t>3</a:t>
            </a:fld>
            <a:endParaRPr lang="en-US" noProof="0" dirty="0"/>
          </a:p>
        </p:txBody>
      </p:sp>
    </p:spTree>
    <p:extLst>
      <p:ext uri="{BB962C8B-B14F-4D97-AF65-F5344CB8AC3E}">
        <p14:creationId xmlns:p14="http://schemas.microsoft.com/office/powerpoint/2010/main" val="1311371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5991E539-5EFE-4AED-872E-603B8D34AC88}"/>
              </a:ext>
            </a:extLst>
          </p:cNvPr>
          <p:cNvGraphicFramePr>
            <a:graphicFrameLocks noChangeAspect="1"/>
          </p:cNvGraphicFramePr>
          <p:nvPr>
            <p:custDataLst>
              <p:tags r:id="rId1"/>
            </p:custDataLst>
            <p:extLst>
              <p:ext uri="{D42A27DB-BD31-4B8C-83A1-F6EECF244321}">
                <p14:modId xmlns:p14="http://schemas.microsoft.com/office/powerpoint/2010/main" val="3058487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4" name="Objekt 3" hidden="1">
                        <a:extLst>
                          <a:ext uri="{FF2B5EF4-FFF2-40B4-BE49-F238E27FC236}">
                            <a16:creationId xmlns:a16="http://schemas.microsoft.com/office/drawing/2014/main" id="{5991E539-5EFE-4AED-872E-603B8D34AC8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el 4">
            <a:extLst>
              <a:ext uri="{FF2B5EF4-FFF2-40B4-BE49-F238E27FC236}">
                <a16:creationId xmlns:a16="http://schemas.microsoft.com/office/drawing/2014/main" id="{3310CE0A-9AAD-4E7F-A2A7-EF175D65B632}"/>
              </a:ext>
            </a:extLst>
          </p:cNvPr>
          <p:cNvSpPr>
            <a:spLocks noGrp="1"/>
          </p:cNvSpPr>
          <p:nvPr>
            <p:ph type="title"/>
          </p:nvPr>
        </p:nvSpPr>
        <p:spPr/>
        <p:txBody>
          <a:bodyPr/>
          <a:lstStyle/>
          <a:p>
            <a:r>
              <a:rPr lang="en-US" noProof="0" dirty="0"/>
              <a:t>JIT Requirement</a:t>
            </a:r>
            <a:endParaRPr lang="en-US" dirty="0"/>
          </a:p>
        </p:txBody>
      </p:sp>
      <p:sp>
        <p:nvSpPr>
          <p:cNvPr id="2" name="Foliennummernplatzhalter 1">
            <a:extLst>
              <a:ext uri="{FF2B5EF4-FFF2-40B4-BE49-F238E27FC236}">
                <a16:creationId xmlns:a16="http://schemas.microsoft.com/office/drawing/2014/main" id="{EDC0427A-C23D-481C-8E1B-1076EC28FDD3}"/>
              </a:ext>
            </a:extLst>
          </p:cNvPr>
          <p:cNvSpPr>
            <a:spLocks noGrp="1"/>
          </p:cNvSpPr>
          <p:nvPr>
            <p:ph type="sldNum" sz="quarter" idx="11"/>
          </p:nvPr>
        </p:nvSpPr>
        <p:spPr/>
        <p:txBody>
          <a:bodyPr/>
          <a:lstStyle/>
          <a:p>
            <a:fld id="{54413C03-D129-4B04-B289-283874789DC0}" type="slidenum">
              <a:rPr lang="en-US" noProof="0" smtClean="0"/>
              <a:pPr/>
              <a:t>4</a:t>
            </a:fld>
            <a:endParaRPr lang="en-US" noProof="0" dirty="0"/>
          </a:p>
        </p:txBody>
      </p:sp>
      <p:sp>
        <p:nvSpPr>
          <p:cNvPr id="8" name="Textplatzhalter 7">
            <a:extLst>
              <a:ext uri="{FF2B5EF4-FFF2-40B4-BE49-F238E27FC236}">
                <a16:creationId xmlns:a16="http://schemas.microsoft.com/office/drawing/2014/main" id="{B0B1E615-E944-47CD-AC27-55B477280C41}"/>
              </a:ext>
            </a:extLst>
          </p:cNvPr>
          <p:cNvSpPr>
            <a:spLocks noGrp="1"/>
          </p:cNvSpPr>
          <p:nvPr>
            <p:ph type="body" sz="quarter" idx="13"/>
          </p:nvPr>
        </p:nvSpPr>
        <p:spPr>
          <a:xfrm>
            <a:off x="300038" y="1041035"/>
            <a:ext cx="7091362" cy="2539005"/>
          </a:xfrm>
        </p:spPr>
        <p:txBody>
          <a:bodyPr/>
          <a:lstStyle/>
          <a:p>
            <a:r>
              <a:rPr lang="en-US" dirty="0"/>
              <a:t>When QCLAD completes JIT test, it must push the evaluation code to MES via API call</a:t>
            </a:r>
          </a:p>
          <a:p>
            <a:r>
              <a:rPr lang="en-US" dirty="0"/>
              <a:t>Details to be pushed have to be agreed by both parties – current parameters from Henkel end:</a:t>
            </a:r>
          </a:p>
          <a:p>
            <a:pPr marL="0" indent="0">
              <a:buNone/>
            </a:pPr>
            <a:r>
              <a:rPr lang="en-US" dirty="0"/>
              <a:t> Plant, material, batch number, decision code</a:t>
            </a:r>
          </a:p>
          <a:p>
            <a:r>
              <a:rPr lang="en-US" dirty="0"/>
              <a:t>MES should keep the details handy so when a JIT material physical stock arrives it can check on the above saved decision and complete GR process</a:t>
            </a:r>
          </a:p>
          <a:p>
            <a:pPr marL="0" indent="0">
              <a:buNone/>
            </a:pPr>
            <a:endParaRPr lang="en-US" dirty="0"/>
          </a:p>
        </p:txBody>
      </p:sp>
    </p:spTree>
    <p:extLst>
      <p:ext uri="{BB962C8B-B14F-4D97-AF65-F5344CB8AC3E}">
        <p14:creationId xmlns:p14="http://schemas.microsoft.com/office/powerpoint/2010/main" val="1085679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08575-1E0B-531D-831C-F696782F38AB}"/>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9237221F-27A0-E3C5-53ED-68D48871A4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Objekt 5" hidden="1">
                        <a:extLst>
                          <a:ext uri="{FF2B5EF4-FFF2-40B4-BE49-F238E27FC236}">
                            <a16:creationId xmlns:a16="http://schemas.microsoft.com/office/drawing/2014/main" id="{9237221F-27A0-E3C5-53ED-68D48871A46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81FB081D-A8C5-5D7C-64E0-555E00B80016}"/>
              </a:ext>
            </a:extLst>
          </p:cNvPr>
          <p:cNvSpPr>
            <a:spLocks noGrp="1"/>
          </p:cNvSpPr>
          <p:nvPr>
            <p:ph type="title"/>
          </p:nvPr>
        </p:nvSpPr>
        <p:spPr/>
        <p:txBody>
          <a:bodyPr vert="horz"/>
          <a:lstStyle/>
          <a:p>
            <a:r>
              <a:rPr lang="en-US" dirty="0"/>
              <a:t>IPQC process</a:t>
            </a:r>
          </a:p>
        </p:txBody>
      </p:sp>
      <p:sp>
        <p:nvSpPr>
          <p:cNvPr id="2" name="Foliennummernplatzhalter 1">
            <a:extLst>
              <a:ext uri="{FF2B5EF4-FFF2-40B4-BE49-F238E27FC236}">
                <a16:creationId xmlns:a16="http://schemas.microsoft.com/office/drawing/2014/main" id="{ED4C1167-C9AC-7F46-9588-134938ACD2D0}"/>
              </a:ext>
            </a:extLst>
          </p:cNvPr>
          <p:cNvSpPr>
            <a:spLocks noGrp="1"/>
          </p:cNvSpPr>
          <p:nvPr>
            <p:ph type="sldNum" sz="quarter" idx="11"/>
          </p:nvPr>
        </p:nvSpPr>
        <p:spPr/>
        <p:txBody>
          <a:bodyPr/>
          <a:lstStyle/>
          <a:p>
            <a:fld id="{54413C03-D129-4B04-B289-283874789DC0}" type="slidenum">
              <a:rPr lang="en-US" noProof="0" smtClean="0"/>
              <a:pPr/>
              <a:t>5</a:t>
            </a:fld>
            <a:endParaRPr lang="en-US" noProof="0" dirty="0"/>
          </a:p>
        </p:txBody>
      </p:sp>
    </p:spTree>
    <p:extLst>
      <p:ext uri="{BB962C8B-B14F-4D97-AF65-F5344CB8AC3E}">
        <p14:creationId xmlns:p14="http://schemas.microsoft.com/office/powerpoint/2010/main" val="179922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2AD1F-A41B-417C-0BF3-088A37DF35AF}"/>
            </a:ext>
          </a:extLst>
        </p:cNvPr>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55E668F0-9768-A5C6-BCAF-74E4B50278A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4" name="Objekt 3" hidden="1">
                        <a:extLst>
                          <a:ext uri="{FF2B5EF4-FFF2-40B4-BE49-F238E27FC236}">
                            <a16:creationId xmlns:a16="http://schemas.microsoft.com/office/drawing/2014/main" id="{55E668F0-9768-A5C6-BCAF-74E4B50278A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el 4">
            <a:extLst>
              <a:ext uri="{FF2B5EF4-FFF2-40B4-BE49-F238E27FC236}">
                <a16:creationId xmlns:a16="http://schemas.microsoft.com/office/drawing/2014/main" id="{5A104A06-5390-971F-A38B-7EF4AA8DD865}"/>
              </a:ext>
            </a:extLst>
          </p:cNvPr>
          <p:cNvSpPr>
            <a:spLocks noGrp="1"/>
          </p:cNvSpPr>
          <p:nvPr>
            <p:ph type="title"/>
          </p:nvPr>
        </p:nvSpPr>
        <p:spPr/>
        <p:txBody>
          <a:bodyPr/>
          <a:lstStyle/>
          <a:p>
            <a:r>
              <a:rPr lang="en-US" noProof="0" dirty="0"/>
              <a:t>IPQC Label requirement</a:t>
            </a:r>
            <a:endParaRPr lang="en-US" dirty="0"/>
          </a:p>
        </p:txBody>
      </p:sp>
      <p:sp>
        <p:nvSpPr>
          <p:cNvPr id="2" name="Foliennummernplatzhalter 1">
            <a:extLst>
              <a:ext uri="{FF2B5EF4-FFF2-40B4-BE49-F238E27FC236}">
                <a16:creationId xmlns:a16="http://schemas.microsoft.com/office/drawing/2014/main" id="{8B8DA790-4D68-C8DD-9702-08B041EBEF56}"/>
              </a:ext>
            </a:extLst>
          </p:cNvPr>
          <p:cNvSpPr>
            <a:spLocks noGrp="1"/>
          </p:cNvSpPr>
          <p:nvPr>
            <p:ph type="sldNum" sz="quarter" idx="11"/>
          </p:nvPr>
        </p:nvSpPr>
        <p:spPr/>
        <p:txBody>
          <a:bodyPr/>
          <a:lstStyle/>
          <a:p>
            <a:fld id="{54413C03-D129-4B04-B289-283874789DC0}" type="slidenum">
              <a:rPr lang="en-US" noProof="0" smtClean="0"/>
              <a:pPr/>
              <a:t>6</a:t>
            </a:fld>
            <a:endParaRPr lang="en-US" noProof="0" dirty="0"/>
          </a:p>
        </p:txBody>
      </p:sp>
      <p:sp>
        <p:nvSpPr>
          <p:cNvPr id="8" name="Textplatzhalter 7">
            <a:extLst>
              <a:ext uri="{FF2B5EF4-FFF2-40B4-BE49-F238E27FC236}">
                <a16:creationId xmlns:a16="http://schemas.microsoft.com/office/drawing/2014/main" id="{D5070707-9875-CDB8-6273-77900C3F73AC}"/>
              </a:ext>
            </a:extLst>
          </p:cNvPr>
          <p:cNvSpPr>
            <a:spLocks noGrp="1"/>
          </p:cNvSpPr>
          <p:nvPr>
            <p:ph type="body" sz="quarter" idx="13"/>
          </p:nvPr>
        </p:nvSpPr>
        <p:spPr>
          <a:xfrm>
            <a:off x="300038" y="1041035"/>
            <a:ext cx="8653462" cy="2539005"/>
          </a:xfrm>
        </p:spPr>
        <p:txBody>
          <a:bodyPr/>
          <a:lstStyle/>
          <a:p>
            <a:r>
              <a:rPr lang="en-US" dirty="0"/>
              <a:t>MES has to do a mapping with SOP phase number and SAP inspection plan’s activity number. We can create QC phase number by appending last 4 digits as activity number to make it similar to DCS. </a:t>
            </a:r>
          </a:p>
          <a:p>
            <a:r>
              <a:rPr lang="en-US" dirty="0"/>
              <a:t>In case of DCS integration, the phase number should have phase number with activity number embedded as last 4 digits which needs to be added as activity number when pushed to QCLAD</a:t>
            </a:r>
          </a:p>
          <a:p>
            <a:r>
              <a:rPr lang="en-US" dirty="0"/>
              <a:t>IPQC MES label has to be provided with the right activity number of SAP instead of SOP phase number</a:t>
            </a:r>
          </a:p>
          <a:p>
            <a:r>
              <a:rPr lang="en-US" dirty="0"/>
              <a:t>QCLAD will not have a mapping with phase number to activity number. This has to be managed by Smart factory</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3048601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9D4F6-A188-7888-958A-9D9DC817AC5D}"/>
              </a:ext>
            </a:extLst>
          </p:cNvPr>
          <p:cNvSpPr>
            <a:spLocks noGrp="1"/>
          </p:cNvSpPr>
          <p:nvPr>
            <p:ph type="title"/>
          </p:nvPr>
        </p:nvSpPr>
        <p:spPr/>
        <p:txBody>
          <a:bodyPr/>
          <a:lstStyle/>
          <a:p>
            <a:r>
              <a:rPr lang="en-US" dirty="0"/>
              <a:t>IPQC test results pushing QCLAD to MES</a:t>
            </a:r>
          </a:p>
        </p:txBody>
      </p:sp>
      <p:sp>
        <p:nvSpPr>
          <p:cNvPr id="4" name="Slide Number Placeholder 3">
            <a:extLst>
              <a:ext uri="{FF2B5EF4-FFF2-40B4-BE49-F238E27FC236}">
                <a16:creationId xmlns:a16="http://schemas.microsoft.com/office/drawing/2014/main" id="{CEE98F67-5111-DCE8-7DFA-19993DF52665}"/>
              </a:ext>
            </a:extLst>
          </p:cNvPr>
          <p:cNvSpPr>
            <a:spLocks noGrp="1"/>
          </p:cNvSpPr>
          <p:nvPr>
            <p:ph type="sldNum" sz="quarter" idx="11"/>
          </p:nvPr>
        </p:nvSpPr>
        <p:spPr/>
        <p:txBody>
          <a:bodyPr/>
          <a:lstStyle/>
          <a:p>
            <a:fld id="{54413C03-D129-4B04-B289-283874789DC0}" type="slidenum">
              <a:rPr lang="en-US" smtClean="0"/>
              <a:pPr/>
              <a:t>7</a:t>
            </a:fld>
            <a:endParaRPr lang="en-US" dirty="0"/>
          </a:p>
        </p:txBody>
      </p:sp>
      <p:sp>
        <p:nvSpPr>
          <p:cNvPr id="6" name="Text Placeholder 5">
            <a:extLst>
              <a:ext uri="{FF2B5EF4-FFF2-40B4-BE49-F238E27FC236}">
                <a16:creationId xmlns:a16="http://schemas.microsoft.com/office/drawing/2014/main" id="{F44F9172-9290-0917-DFEF-1871AE8AAD39}"/>
              </a:ext>
            </a:extLst>
          </p:cNvPr>
          <p:cNvSpPr>
            <a:spLocks noGrp="1"/>
          </p:cNvSpPr>
          <p:nvPr>
            <p:ph type="body" sz="quarter" idx="13"/>
          </p:nvPr>
        </p:nvSpPr>
        <p:spPr>
          <a:xfrm>
            <a:off x="114300" y="708660"/>
            <a:ext cx="8727280" cy="3663317"/>
          </a:xfrm>
        </p:spPr>
        <p:txBody>
          <a:bodyPr/>
          <a:lstStyle/>
          <a:p>
            <a:r>
              <a:rPr lang="en-US" sz="1100" dirty="0"/>
              <a:t>After completion of IPQC testing, QCLAD will push the results with usage decision, MIC results, MES Sample ID and adjustment material, quantity (in case there is an adjustment)</a:t>
            </a:r>
          </a:p>
          <a:p>
            <a:r>
              <a:rPr lang="en-US" sz="1100" dirty="0"/>
              <a:t>In QCLAD, there should be an option to select the usage to be sent to MES</a:t>
            </a:r>
          </a:p>
          <a:p>
            <a:pPr lvl="1"/>
            <a:r>
              <a:rPr lang="en-US" sz="1100" dirty="0"/>
              <a:t>In case all MICs are passed, QCLAD will push “Accept” code. </a:t>
            </a:r>
          </a:p>
          <a:p>
            <a:pPr lvl="1"/>
            <a:r>
              <a:rPr lang="en-US" sz="1100" dirty="0"/>
              <a:t>In case one or MICs are failed, QCLAD should need to send the following based on QC selection	</a:t>
            </a:r>
          </a:p>
          <a:p>
            <a:pPr lvl="3">
              <a:buFont typeface="Wingdings" panose="05000000000000000000" pitchFamily="2" charset="2"/>
              <a:buChar char="v"/>
            </a:pPr>
            <a:r>
              <a:rPr lang="en-US" sz="1100" dirty="0"/>
              <a:t>Rejected with adjustment. Need to add a flag whether it is QC adjustment or manufacturing adjustment. If it is QC adjustment, will populate adjustment material, adjustment quantity, adjustment quantity UOM and free text with comments of QC. MES has to create a new adjustment phase with all details provided by QC. If it is not done by QC, need to get the details of adjustment from manufacturing.</a:t>
            </a:r>
          </a:p>
          <a:p>
            <a:pPr lvl="3">
              <a:buFont typeface="Wingdings" panose="05000000000000000000" pitchFamily="2" charset="2"/>
              <a:buChar char="v"/>
            </a:pPr>
            <a:r>
              <a:rPr lang="en-US" sz="1100" dirty="0"/>
              <a:t>Rejected with resample. MES need to send a new sample without any adjustment.  QCLAD will provide a popup message for user to resample. The user in QCLAD create resample for virtual sample id and wait for MES label to receive it.</a:t>
            </a:r>
          </a:p>
          <a:p>
            <a:pPr lvl="3">
              <a:buFont typeface="Wingdings" panose="05000000000000000000" pitchFamily="2" charset="2"/>
              <a:buChar char="v"/>
            </a:pPr>
            <a:r>
              <a:rPr lang="en-US" sz="1100" dirty="0"/>
              <a:t>Rejected as Off-spec. On receiving this, MES has to discontinue from going to next phase or if it is last phase should not go with packaging</a:t>
            </a:r>
          </a:p>
          <a:p>
            <a:pPr lvl="3">
              <a:buFont typeface="Wingdings" panose="05000000000000000000" pitchFamily="2" charset="2"/>
              <a:buChar char="v"/>
            </a:pPr>
            <a:r>
              <a:rPr lang="en-US" sz="1100" dirty="0"/>
              <a:t>Accepted with Concession- On receiving this MES has to continue the next phase. If it is last phase should continue with packaging.</a:t>
            </a:r>
          </a:p>
          <a:p>
            <a:pPr lvl="1"/>
            <a:endParaRPr lang="en-US" sz="1100" dirty="0"/>
          </a:p>
        </p:txBody>
      </p:sp>
    </p:spTree>
    <p:extLst>
      <p:ext uri="{BB962C8B-B14F-4D97-AF65-F5344CB8AC3E}">
        <p14:creationId xmlns:p14="http://schemas.microsoft.com/office/powerpoint/2010/main" val="218708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70779-B524-936F-D14A-99596BE38B0D}"/>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5593C73E-E238-F09E-5714-F52916BD97B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Objekt 5" hidden="1">
                        <a:extLst>
                          <a:ext uri="{FF2B5EF4-FFF2-40B4-BE49-F238E27FC236}">
                            <a16:creationId xmlns:a16="http://schemas.microsoft.com/office/drawing/2014/main" id="{5593C73E-E238-F09E-5714-F52916BD97B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DCB89685-91E8-C4AE-80BF-3F5D67BDAB18}"/>
              </a:ext>
            </a:extLst>
          </p:cNvPr>
          <p:cNvSpPr>
            <a:spLocks noGrp="1"/>
          </p:cNvSpPr>
          <p:nvPr>
            <p:ph type="title"/>
          </p:nvPr>
        </p:nvSpPr>
        <p:spPr/>
        <p:txBody>
          <a:bodyPr vert="horz"/>
          <a:lstStyle/>
          <a:p>
            <a:r>
              <a:rPr lang="en-US" dirty="0"/>
              <a:t>Bulk-FG relationship</a:t>
            </a:r>
          </a:p>
        </p:txBody>
      </p:sp>
      <p:sp>
        <p:nvSpPr>
          <p:cNvPr id="2" name="Foliennummernplatzhalter 1">
            <a:extLst>
              <a:ext uri="{FF2B5EF4-FFF2-40B4-BE49-F238E27FC236}">
                <a16:creationId xmlns:a16="http://schemas.microsoft.com/office/drawing/2014/main" id="{5CA99796-7BF0-0788-C88B-069BE51E8269}"/>
              </a:ext>
            </a:extLst>
          </p:cNvPr>
          <p:cNvSpPr>
            <a:spLocks noGrp="1"/>
          </p:cNvSpPr>
          <p:nvPr>
            <p:ph type="sldNum" sz="quarter" idx="11"/>
          </p:nvPr>
        </p:nvSpPr>
        <p:spPr/>
        <p:txBody>
          <a:bodyPr/>
          <a:lstStyle/>
          <a:p>
            <a:fld id="{54413C03-D129-4B04-B289-283874789DC0}" type="slidenum">
              <a:rPr lang="en-US" noProof="0" smtClean="0"/>
              <a:pPr/>
              <a:t>8</a:t>
            </a:fld>
            <a:endParaRPr lang="en-US" noProof="0" dirty="0"/>
          </a:p>
        </p:txBody>
      </p:sp>
    </p:spTree>
    <p:extLst>
      <p:ext uri="{BB962C8B-B14F-4D97-AF65-F5344CB8AC3E}">
        <p14:creationId xmlns:p14="http://schemas.microsoft.com/office/powerpoint/2010/main" val="1271984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0D686-ECAE-94BD-EA6D-1CAF2DFB250E}"/>
              </a:ext>
            </a:extLst>
          </p:cNvPr>
          <p:cNvSpPr>
            <a:spLocks noGrp="1"/>
          </p:cNvSpPr>
          <p:nvPr>
            <p:ph type="title"/>
          </p:nvPr>
        </p:nvSpPr>
        <p:spPr/>
        <p:txBody>
          <a:bodyPr/>
          <a:lstStyle/>
          <a:p>
            <a:r>
              <a:rPr lang="en-US" dirty="0"/>
              <a:t>Bulk-FG relationship</a:t>
            </a:r>
          </a:p>
        </p:txBody>
      </p:sp>
      <p:sp>
        <p:nvSpPr>
          <p:cNvPr id="4" name="Slide Number Placeholder 3">
            <a:extLst>
              <a:ext uri="{FF2B5EF4-FFF2-40B4-BE49-F238E27FC236}">
                <a16:creationId xmlns:a16="http://schemas.microsoft.com/office/drawing/2014/main" id="{369DD636-E675-1D63-054C-25B0E4310C45}"/>
              </a:ext>
            </a:extLst>
          </p:cNvPr>
          <p:cNvSpPr>
            <a:spLocks noGrp="1"/>
          </p:cNvSpPr>
          <p:nvPr>
            <p:ph type="sldNum" sz="quarter" idx="11"/>
          </p:nvPr>
        </p:nvSpPr>
        <p:spPr/>
        <p:txBody>
          <a:bodyPr/>
          <a:lstStyle/>
          <a:p>
            <a:fld id="{54413C03-D129-4B04-B289-283874789DC0}" type="slidenum">
              <a:rPr lang="en-US" smtClean="0"/>
              <a:pPr/>
              <a:t>9</a:t>
            </a:fld>
            <a:endParaRPr lang="en-US" dirty="0"/>
          </a:p>
        </p:txBody>
      </p:sp>
      <p:sp>
        <p:nvSpPr>
          <p:cNvPr id="6" name="Text Placeholder 5">
            <a:extLst>
              <a:ext uri="{FF2B5EF4-FFF2-40B4-BE49-F238E27FC236}">
                <a16:creationId xmlns:a16="http://schemas.microsoft.com/office/drawing/2014/main" id="{C74411D5-803C-20A5-0BF7-CB7D3111BF55}"/>
              </a:ext>
            </a:extLst>
          </p:cNvPr>
          <p:cNvSpPr>
            <a:spLocks noGrp="1"/>
          </p:cNvSpPr>
          <p:nvPr>
            <p:ph type="body" sz="quarter" idx="13"/>
          </p:nvPr>
        </p:nvSpPr>
        <p:spPr>
          <a:xfrm>
            <a:off x="300037" y="612321"/>
            <a:ext cx="8705169" cy="3759655"/>
          </a:xfrm>
        </p:spPr>
        <p:txBody>
          <a:bodyPr/>
          <a:lstStyle/>
          <a:p>
            <a:r>
              <a:rPr lang="en-US" dirty="0"/>
              <a:t>MES need to push an API by sending the bulk batch number and its corresponding FG batch number. MES has to push when the FG details are available of SFG batch number,  Along with the relationship, we expect MES to push the production line</a:t>
            </a:r>
          </a:p>
          <a:p>
            <a:r>
              <a:rPr lang="en-US" dirty="0"/>
              <a:t>QCLAD needs to receive it and populate it in the sample table and add FG material and FG batch number under a bulk material, batch number</a:t>
            </a:r>
          </a:p>
          <a:p>
            <a:r>
              <a:rPr lang="en-US" dirty="0"/>
              <a:t>QCLAD needs to receive production lines and populate with samples. It will be always replaced with MES production line. </a:t>
            </a:r>
          </a:p>
          <a:p>
            <a:r>
              <a:rPr lang="en-US" dirty="0"/>
              <a:t>When a user searches with FG batch number in Sample receive all the corresponding bulk batch numbers to be populate in QCLAD.  </a:t>
            </a:r>
          </a:p>
        </p:txBody>
      </p:sp>
    </p:spTree>
    <p:extLst>
      <p:ext uri="{BB962C8B-B14F-4D97-AF65-F5344CB8AC3E}">
        <p14:creationId xmlns:p14="http://schemas.microsoft.com/office/powerpoint/2010/main" val="3490841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E148C-CDA5-8670-21B8-A248DA9CAFD6}"/>
            </a:ext>
          </a:extLst>
        </p:cNvPr>
        <p:cNvGrpSpPr/>
        <p:nvPr/>
      </p:nvGrpSpPr>
      <p:grpSpPr>
        <a:xfrm>
          <a:off x="0" y="0"/>
          <a:ext cx="0" cy="0"/>
          <a:chOff x="0" y="0"/>
          <a:chExt cx="0" cy="0"/>
        </a:xfrm>
      </p:grpSpPr>
      <p:graphicFrame>
        <p:nvGraphicFramePr>
          <p:cNvPr id="6" name="Objekt 5" hidden="1">
            <a:extLst>
              <a:ext uri="{FF2B5EF4-FFF2-40B4-BE49-F238E27FC236}">
                <a16:creationId xmlns:a16="http://schemas.microsoft.com/office/drawing/2014/main" id="{75A5A915-CF12-FBF4-E142-3C6D29E879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6" name="Objekt 5" hidden="1">
                        <a:extLst>
                          <a:ext uri="{FF2B5EF4-FFF2-40B4-BE49-F238E27FC236}">
                            <a16:creationId xmlns:a16="http://schemas.microsoft.com/office/drawing/2014/main" id="{75A5A915-CF12-FBF4-E142-3C6D29E879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el 3">
            <a:extLst>
              <a:ext uri="{FF2B5EF4-FFF2-40B4-BE49-F238E27FC236}">
                <a16:creationId xmlns:a16="http://schemas.microsoft.com/office/drawing/2014/main" id="{C803FD0B-96E5-EB4A-6448-C60463E72B9E}"/>
              </a:ext>
            </a:extLst>
          </p:cNvPr>
          <p:cNvSpPr>
            <a:spLocks noGrp="1"/>
          </p:cNvSpPr>
          <p:nvPr>
            <p:ph type="title"/>
          </p:nvPr>
        </p:nvSpPr>
        <p:spPr/>
        <p:txBody>
          <a:bodyPr vert="horz"/>
          <a:lstStyle/>
          <a:p>
            <a:r>
              <a:rPr lang="en-US" dirty="0"/>
              <a:t>Production line</a:t>
            </a:r>
          </a:p>
        </p:txBody>
      </p:sp>
      <p:sp>
        <p:nvSpPr>
          <p:cNvPr id="2" name="Foliennummernplatzhalter 1">
            <a:extLst>
              <a:ext uri="{FF2B5EF4-FFF2-40B4-BE49-F238E27FC236}">
                <a16:creationId xmlns:a16="http://schemas.microsoft.com/office/drawing/2014/main" id="{09BCEE73-0377-5A77-DC78-72D047DC5469}"/>
              </a:ext>
            </a:extLst>
          </p:cNvPr>
          <p:cNvSpPr>
            <a:spLocks noGrp="1"/>
          </p:cNvSpPr>
          <p:nvPr>
            <p:ph type="sldNum" sz="quarter" idx="11"/>
          </p:nvPr>
        </p:nvSpPr>
        <p:spPr/>
        <p:txBody>
          <a:bodyPr/>
          <a:lstStyle/>
          <a:p>
            <a:fld id="{54413C03-D129-4B04-B289-283874789DC0}" type="slidenum">
              <a:rPr lang="en-US" noProof="0" smtClean="0"/>
              <a:pPr/>
              <a:t>10</a:t>
            </a:fld>
            <a:endParaRPr lang="en-US" noProof="0" dirty="0"/>
          </a:p>
        </p:txBody>
      </p:sp>
    </p:spTree>
    <p:extLst>
      <p:ext uri="{BB962C8B-B14F-4D97-AF65-F5344CB8AC3E}">
        <p14:creationId xmlns:p14="http://schemas.microsoft.com/office/powerpoint/2010/main" val="118292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534B9-EC5E-7C91-ECDC-A9B37AC9528A}"/>
            </a:ext>
          </a:extLst>
        </p:cNvPr>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ACD57EBF-C41F-E9B4-75EA-A3120087A5F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06" imgH="306" progId="TCLayout.ActiveDocument.1">
                  <p:embed/>
                </p:oleObj>
              </mc:Choice>
              <mc:Fallback>
                <p:oleObj name="think-cell Folie" r:id="rId4" imgW="306" imgH="306" progId="TCLayout.ActiveDocument.1">
                  <p:embed/>
                  <p:pic>
                    <p:nvPicPr>
                      <p:cNvPr id="4" name="Objekt 3" hidden="1">
                        <a:extLst>
                          <a:ext uri="{FF2B5EF4-FFF2-40B4-BE49-F238E27FC236}">
                            <a16:creationId xmlns:a16="http://schemas.microsoft.com/office/drawing/2014/main" id="{ACD57EBF-C41F-E9B4-75EA-A3120087A5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el 4">
            <a:extLst>
              <a:ext uri="{FF2B5EF4-FFF2-40B4-BE49-F238E27FC236}">
                <a16:creationId xmlns:a16="http://schemas.microsoft.com/office/drawing/2014/main" id="{F758FAF8-7C66-0FA3-C9FF-EF116E09EA62}"/>
              </a:ext>
            </a:extLst>
          </p:cNvPr>
          <p:cNvSpPr>
            <a:spLocks noGrp="1"/>
          </p:cNvSpPr>
          <p:nvPr>
            <p:ph type="title"/>
          </p:nvPr>
        </p:nvSpPr>
        <p:spPr/>
        <p:txBody>
          <a:bodyPr/>
          <a:lstStyle/>
          <a:p>
            <a:r>
              <a:rPr lang="en-US" noProof="0" dirty="0"/>
              <a:t>Production line sharing between MES and QCLAD</a:t>
            </a:r>
            <a:endParaRPr lang="en-US" dirty="0"/>
          </a:p>
        </p:txBody>
      </p:sp>
      <p:sp>
        <p:nvSpPr>
          <p:cNvPr id="2" name="Foliennummernplatzhalter 1">
            <a:extLst>
              <a:ext uri="{FF2B5EF4-FFF2-40B4-BE49-F238E27FC236}">
                <a16:creationId xmlns:a16="http://schemas.microsoft.com/office/drawing/2014/main" id="{75B59A2E-D4C5-395A-12FA-15C6850BA43D}"/>
              </a:ext>
            </a:extLst>
          </p:cNvPr>
          <p:cNvSpPr>
            <a:spLocks noGrp="1"/>
          </p:cNvSpPr>
          <p:nvPr>
            <p:ph type="sldNum" sz="quarter" idx="11"/>
          </p:nvPr>
        </p:nvSpPr>
        <p:spPr/>
        <p:txBody>
          <a:bodyPr/>
          <a:lstStyle/>
          <a:p>
            <a:fld id="{54413C03-D129-4B04-B289-283874789DC0}" type="slidenum">
              <a:rPr lang="en-US" noProof="0" smtClean="0"/>
              <a:pPr/>
              <a:t>11</a:t>
            </a:fld>
            <a:endParaRPr lang="en-US" noProof="0" dirty="0"/>
          </a:p>
        </p:txBody>
      </p:sp>
      <p:sp>
        <p:nvSpPr>
          <p:cNvPr id="8" name="Textplatzhalter 7">
            <a:extLst>
              <a:ext uri="{FF2B5EF4-FFF2-40B4-BE49-F238E27FC236}">
                <a16:creationId xmlns:a16="http://schemas.microsoft.com/office/drawing/2014/main" id="{DC28AFF9-5127-890D-02C2-B7F07537DF70}"/>
              </a:ext>
            </a:extLst>
          </p:cNvPr>
          <p:cNvSpPr>
            <a:spLocks noGrp="1"/>
          </p:cNvSpPr>
          <p:nvPr>
            <p:ph type="body" sz="quarter" idx="13"/>
          </p:nvPr>
        </p:nvSpPr>
        <p:spPr>
          <a:xfrm>
            <a:off x="300037" y="1041035"/>
            <a:ext cx="8713333" cy="2539005"/>
          </a:xfrm>
        </p:spPr>
        <p:txBody>
          <a:bodyPr/>
          <a:lstStyle/>
          <a:p>
            <a:r>
              <a:rPr lang="en-US" dirty="0"/>
              <a:t>In IPQC sample label we need to add one more field for production line. MES has to push the production line also with API of bulk to FG relationship. </a:t>
            </a:r>
          </a:p>
          <a:p>
            <a:r>
              <a:rPr lang="en-US" dirty="0"/>
              <a:t>Whenever QCLAD receives the sample label, it has to pull the production line from label and populate it with the sample id. </a:t>
            </a:r>
          </a:p>
          <a:p>
            <a:r>
              <a:rPr lang="en-US" dirty="0"/>
              <a:t>Current structure of  IPQC sample label needs to be modified by adding the production line field.</a:t>
            </a:r>
          </a:p>
        </p:txBody>
      </p:sp>
    </p:spTree>
    <p:extLst>
      <p:ext uri="{BB962C8B-B14F-4D97-AF65-F5344CB8AC3E}">
        <p14:creationId xmlns:p14="http://schemas.microsoft.com/office/powerpoint/2010/main" val="3097049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95DA5E-8D64-44D9-BE08-000C14FCB5F8}"/>
              </a:ext>
            </a:extLst>
          </p:cNvPr>
          <p:cNvSpPr>
            <a:spLocks noGrp="1"/>
          </p:cNvSpPr>
          <p:nvPr>
            <p:ph type="title"/>
          </p:nvPr>
        </p:nvSpPr>
        <p:spPr/>
        <p:txBody>
          <a:bodyPr/>
          <a:lstStyle/>
          <a:p>
            <a:r>
              <a:rPr lang="de-DE" dirty="0"/>
              <a:t>THANK YOU.</a:t>
            </a:r>
          </a:p>
        </p:txBody>
      </p:sp>
      <p:sp>
        <p:nvSpPr>
          <p:cNvPr id="4" name="Foliennummernplatzhalter 3">
            <a:extLst>
              <a:ext uri="{FF2B5EF4-FFF2-40B4-BE49-F238E27FC236}">
                <a16:creationId xmlns:a16="http://schemas.microsoft.com/office/drawing/2014/main" id="{E5A2BFF9-A5DE-43C0-9413-F45BF4FDD1D0}"/>
              </a:ext>
            </a:extLst>
          </p:cNvPr>
          <p:cNvSpPr>
            <a:spLocks noGrp="1"/>
          </p:cNvSpPr>
          <p:nvPr>
            <p:ph type="sldNum" sz="quarter" idx="11"/>
          </p:nvPr>
        </p:nvSpPr>
        <p:spPr/>
        <p:txBody>
          <a:bodyPr/>
          <a:lstStyle/>
          <a:p>
            <a:fld id="{54413C03-D129-4B04-B289-283874789DC0}" type="slidenum">
              <a:rPr lang="en-US" smtClean="0"/>
              <a:pPr/>
              <a:t>12</a:t>
            </a:fld>
            <a:endParaRPr lang="en-US" dirty="0"/>
          </a:p>
        </p:txBody>
      </p:sp>
    </p:spTree>
    <p:extLst>
      <p:ext uri="{BB962C8B-B14F-4D97-AF65-F5344CB8AC3E}">
        <p14:creationId xmlns:p14="http://schemas.microsoft.com/office/powerpoint/2010/main" val="28548604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aff958d4-5f71-4e90-bfe1-a52ab6a9a6c8"/>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enkel_Master_EN">
  <a:themeElements>
    <a:clrScheme name="Color_Henkel">
      <a:dk1>
        <a:sysClr val="windowText" lastClr="000000"/>
      </a:dk1>
      <a:lt1>
        <a:sysClr val="window" lastClr="FFFFFF"/>
      </a:lt1>
      <a:dk2>
        <a:srgbClr val="DED7D6"/>
      </a:dk2>
      <a:lt2>
        <a:srgbClr val="EFEBEA"/>
      </a:lt2>
      <a:accent1>
        <a:srgbClr val="E1000F"/>
      </a:accent1>
      <a:accent2>
        <a:srgbClr val="968282"/>
      </a:accent2>
      <a:accent3>
        <a:srgbClr val="56729F"/>
      </a:accent3>
      <a:accent4>
        <a:srgbClr val="BDCDDA"/>
      </a:accent4>
      <a:accent5>
        <a:srgbClr val="53846A"/>
      </a:accent5>
      <a:accent6>
        <a:srgbClr val="BFCFBE"/>
      </a:accent6>
      <a:hlink>
        <a:srgbClr val="000000"/>
      </a:hlink>
      <a:folHlink>
        <a:srgbClr val="000000"/>
      </a:folHlink>
    </a:clrScheme>
    <a:fontScheme name="Fonts Henkel Sego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80000" tIns="144000" rIns="180000" bIns="144000" rtlCol="0" anchor="t"/>
      <a:lstStyle>
        <a:defPPr algn="l">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bodyPr vert="horz" wrap="none" lIns="0" tIns="0" rIns="0" bIns="0" rtlCol="0">
        <a:noAutofit/>
      </a:bodyPr>
      <a:lstStyle>
        <a:defPPr marL="162000" indent="-162000" algn="l" defTabSz="685800">
          <a:lnSpc>
            <a:spcPct val="114000"/>
          </a:lnSpc>
          <a:spcAft>
            <a:spcPts val="1200"/>
          </a:spcAft>
          <a:buClr>
            <a:schemeClr val="accent1"/>
          </a:buClr>
          <a:buSzPct val="100000"/>
          <a:buFont typeface="Wingdings" panose="05000000000000000000" pitchFamily="2" charset="2"/>
          <a:buChar char="§"/>
          <a:defRPr sz="1200" dirty="0" err="1"/>
        </a:defPPr>
      </a:lstStyle>
    </a:txDef>
  </a:objectDefaults>
  <a:extraClrSchemeLst/>
  <a:extLst>
    <a:ext uri="{05A4C25C-085E-4340-85A3-A5531E510DB2}">
      <thm15:themeFamily xmlns:thm15="http://schemas.microsoft.com/office/thememl/2012/main" name="Henkel PPT Template.pptx" id="{53EEE8EB-EB05-4128-A489-5074B0BCE927}" vid="{042B78F7-4D3D-495E-A87C-6229CE44AAFA}"/>
    </a:ext>
  </a:extLst>
</a:theme>
</file>

<file path=ppt/theme/theme2.xml><?xml version="1.0" encoding="utf-8"?>
<a:theme xmlns:a="http://schemas.openxmlformats.org/drawingml/2006/main" name="Office">
  <a:themeElements>
    <a:clrScheme name="Color_Henkel">
      <a:dk1>
        <a:sysClr val="windowText" lastClr="000000"/>
      </a:dk1>
      <a:lt1>
        <a:sysClr val="window" lastClr="FFFFFF"/>
      </a:lt1>
      <a:dk2>
        <a:srgbClr val="DED7D6"/>
      </a:dk2>
      <a:lt2>
        <a:srgbClr val="EFEBEA"/>
      </a:lt2>
      <a:accent1>
        <a:srgbClr val="E1000F"/>
      </a:accent1>
      <a:accent2>
        <a:srgbClr val="968282"/>
      </a:accent2>
      <a:accent3>
        <a:srgbClr val="56729F"/>
      </a:accent3>
      <a:accent4>
        <a:srgbClr val="BDCDDA"/>
      </a:accent4>
      <a:accent5>
        <a:srgbClr val="53846A"/>
      </a:accent5>
      <a:accent6>
        <a:srgbClr val="BFCFBE"/>
      </a:accent6>
      <a:hlink>
        <a:srgbClr val="000000"/>
      </a:hlink>
      <a:folHlink>
        <a:srgbClr val="000000"/>
      </a:folHlink>
    </a:clrScheme>
    <a:fontScheme name="Fonts_Henkel">
      <a:majorFont>
        <a:latin typeface="GT Flexa Rg"/>
        <a:ea typeface=""/>
        <a:cs typeface=""/>
      </a:majorFont>
      <a:minorFont>
        <a:latin typeface="GT Flexa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Color_Henkel">
      <a:dk1>
        <a:sysClr val="windowText" lastClr="000000"/>
      </a:dk1>
      <a:lt1>
        <a:sysClr val="window" lastClr="FFFFFF"/>
      </a:lt1>
      <a:dk2>
        <a:srgbClr val="DED7D6"/>
      </a:dk2>
      <a:lt2>
        <a:srgbClr val="EFEBEA"/>
      </a:lt2>
      <a:accent1>
        <a:srgbClr val="E1000F"/>
      </a:accent1>
      <a:accent2>
        <a:srgbClr val="968282"/>
      </a:accent2>
      <a:accent3>
        <a:srgbClr val="56729F"/>
      </a:accent3>
      <a:accent4>
        <a:srgbClr val="BDCDDA"/>
      </a:accent4>
      <a:accent5>
        <a:srgbClr val="53846A"/>
      </a:accent5>
      <a:accent6>
        <a:srgbClr val="BFCFBE"/>
      </a:accent6>
      <a:hlink>
        <a:srgbClr val="000000"/>
      </a:hlink>
      <a:folHlink>
        <a:srgbClr val="000000"/>
      </a:folHlink>
    </a:clrScheme>
    <a:fontScheme name="Fonts_Henkel">
      <a:majorFont>
        <a:latin typeface="GT Flexa Rg"/>
        <a:ea typeface=""/>
        <a:cs typeface=""/>
      </a:majorFont>
      <a:minorFont>
        <a:latin typeface="GT Flexa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2A6694D2AC78A48A7C8E53FEF04F831" ma:contentTypeVersion="13" ma:contentTypeDescription="Create a new document." ma:contentTypeScope="" ma:versionID="5bd5ffd0d7f68b13ec4f6f677be58787">
  <xsd:schema xmlns:xsd="http://www.w3.org/2001/XMLSchema" xmlns:xs="http://www.w3.org/2001/XMLSchema" xmlns:p="http://schemas.microsoft.com/office/2006/metadata/properties" xmlns:ns2="afd156ce-c20c-4333-9016-100ff8d3ce5f" xmlns:ns3="e3de43da-a351-43e5-b7a1-980afc0d19d1" targetNamespace="http://schemas.microsoft.com/office/2006/metadata/properties" ma:root="true" ma:fieldsID="7510b1d9a5ba5c9f55a6b194411e8c21" ns2:_="" ns3:_="">
    <xsd:import namespace="afd156ce-c20c-4333-9016-100ff8d3ce5f"/>
    <xsd:import namespace="e3de43da-a351-43e5-b7a1-980afc0d1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d156ce-c20c-4333-9016-100ff8d3c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a21608a-12e9-46d7-aa35-d9915e8fc0e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3de43da-a351-43e5-b7a1-980afc0d19d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f82101b-7728-4906-b209-930a224fc08a}" ma:internalName="TaxCatchAll" ma:showField="CatchAllData" ma:web="e3de43da-a351-43e5-b7a1-980afc0d1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3de43da-a351-43e5-b7a1-980afc0d19d1" xsi:nil="true"/>
    <lcf76f155ced4ddcb4097134ff3c332f xmlns="afd156ce-c20c-4333-9016-100ff8d3ce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E41694F-EFDC-474D-A693-50D22EAA5052}"/>
</file>

<file path=customXml/itemProps2.xml><?xml version="1.0" encoding="utf-8"?>
<ds:datastoreItem xmlns:ds="http://schemas.openxmlformats.org/officeDocument/2006/customXml" ds:itemID="{27CF7434-E26D-4085-9ED2-B86CC45AE79F}">
  <ds:schemaRefs>
    <ds:schemaRef ds:uri="http://schemas.microsoft.com/sharepoint/v3/contenttype/forms"/>
  </ds:schemaRefs>
</ds:datastoreItem>
</file>

<file path=customXml/itemProps3.xml><?xml version="1.0" encoding="utf-8"?>
<ds:datastoreItem xmlns:ds="http://schemas.openxmlformats.org/officeDocument/2006/customXml" ds:itemID="{5CC2817D-4C97-4B64-8971-3B82218F0E7C}">
  <ds:schemaRefs>
    <ds:schemaRef ds:uri="http://purl.org/dc/elements/1.1/"/>
    <ds:schemaRef ds:uri="http://schemas.openxmlformats.org/package/2006/metadata/core-properties"/>
    <ds:schemaRef ds:uri="http://www.w3.org/XML/1998/namespace"/>
    <ds:schemaRef ds:uri="http://schemas.microsoft.com/office/2006/documentManagement/types"/>
    <ds:schemaRef ds:uri="http://purl.org/dc/terms/"/>
    <ds:schemaRef ds:uri="1aeee127-3d40-4f17-84aa-69c1e23bd46c"/>
    <ds:schemaRef ds:uri="http://purl.org/dc/dcmitype/"/>
    <ds:schemaRef ds:uri="http://schemas.microsoft.com/office/infopath/2007/PartnerControls"/>
    <ds:schemaRef ds:uri="ba70ad70-0f30-46d3-86a7-d1cada3d95e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Henkel PPT Template</Template>
  <TotalTime>0</TotalTime>
  <Words>695</Words>
  <Application>Microsoft Office PowerPoint</Application>
  <PresentationFormat>Custom</PresentationFormat>
  <Paragraphs>59</Paragraphs>
  <Slides>12</Slides>
  <Notes>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8" baseType="lpstr">
      <vt:lpstr>Arial</vt:lpstr>
      <vt:lpstr>GT Flexa Rg</vt:lpstr>
      <vt:lpstr>Segoe UI</vt:lpstr>
      <vt:lpstr>Wingdings</vt:lpstr>
      <vt:lpstr>Henkel_Master_EN</vt:lpstr>
      <vt:lpstr>think-cell Folie</vt:lpstr>
      <vt:lpstr>MES QCLAD Integration</vt:lpstr>
      <vt:lpstr>ITEMS to be modified</vt:lpstr>
      <vt:lpstr>JIT modification</vt:lpstr>
      <vt:lpstr>JIT Requirement</vt:lpstr>
      <vt:lpstr>IPQC process</vt:lpstr>
      <vt:lpstr>IPQC Label requirement</vt:lpstr>
      <vt:lpstr>IPQC test results pushing QCLAD to MES</vt:lpstr>
      <vt:lpstr>Bulk-FG relationship</vt:lpstr>
      <vt:lpstr>Bulk-FG relationship</vt:lpstr>
      <vt:lpstr>Production line</vt:lpstr>
      <vt:lpstr>Production line sharing between MES and QCLAD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Neelima Rajesh</dc:creator>
  <cp:lastModifiedBy>Neelima Rajesh</cp:lastModifiedBy>
  <cp:revision>1</cp:revision>
  <dcterms:created xsi:type="dcterms:W3CDTF">2025-04-29T06:49:57Z</dcterms:created>
  <dcterms:modified xsi:type="dcterms:W3CDTF">2025-06-10T03:57:19Z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0x01010092A6694D2AC78A48A7C8E53FEF04F831</vt:lpwstr>
  </property>
  <property fmtid="{D5CDD505-2E9C-101B-9397-08002B2CF9AE}" pid="3" name="MediaServiceImageTags">
    <vt:lpwstr/>
  </property>
</Properties>
</file>